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7" r:id="rId1"/>
    <p:sldMasterId id="2147483678" r:id="rId2"/>
  </p:sldMasterIdLst>
  <p:notesMasterIdLst>
    <p:notesMasterId r:id="rId30"/>
  </p:notesMasterIdLst>
  <p:sldIdLst>
    <p:sldId id="305" r:id="rId3"/>
    <p:sldId id="259" r:id="rId4"/>
    <p:sldId id="257" r:id="rId5"/>
    <p:sldId id="261" r:id="rId6"/>
    <p:sldId id="299" r:id="rId7"/>
    <p:sldId id="270" r:id="rId8"/>
    <p:sldId id="298" r:id="rId9"/>
    <p:sldId id="300" r:id="rId10"/>
    <p:sldId id="297" r:id="rId11"/>
    <p:sldId id="269" r:id="rId12"/>
    <p:sldId id="262" r:id="rId13"/>
    <p:sldId id="263" r:id="rId14"/>
    <p:sldId id="264" r:id="rId15"/>
    <p:sldId id="301" r:id="rId16"/>
    <p:sldId id="302" r:id="rId17"/>
    <p:sldId id="303" r:id="rId18"/>
    <p:sldId id="258" r:id="rId19"/>
    <p:sldId id="265" r:id="rId20"/>
    <p:sldId id="266" r:id="rId21"/>
    <p:sldId id="267" r:id="rId22"/>
    <p:sldId id="268" r:id="rId23"/>
    <p:sldId id="271" r:id="rId24"/>
    <p:sldId id="272" r:id="rId25"/>
    <p:sldId id="273" r:id="rId26"/>
    <p:sldId id="274" r:id="rId27"/>
    <p:sldId id="281" r:id="rId28"/>
    <p:sldId id="276" r:id="rId29"/>
  </p:sldIdLst>
  <p:sldSz cx="9144000" cy="5143500" type="screen16x9"/>
  <p:notesSz cx="6858000" cy="9144000"/>
  <p:embeddedFontLst>
    <p:embeddedFont>
      <p:font typeface="DM Sans Black" pitchFamily="2" charset="77"/>
      <p:bold r:id=""/>
      <p:italic r:id="rId31"/>
      <p:boldItalic r:id=""/>
    </p:embeddedFont>
    <p:embeddedFont>
      <p:font typeface="DM Sans ExtraBold" pitchFamily="2" charset="77"/>
      <p:bold r:id=""/>
      <p:italic r:id="rId32"/>
      <p:boldItalic r:id=""/>
    </p:embeddedFont>
    <p:embeddedFont>
      <p:font typeface="Inter" panose="02000503000000020004" pitchFamily="2" charset="0"/>
      <p:regular r:id="rId33"/>
      <p:bold r:id="rId34"/>
      <p:italic r:id="rId35"/>
      <p:boldItalic r:id="rId36"/>
    </p:embeddedFont>
    <p:embeddedFont>
      <p:font typeface="Karla" pitchFamily="2" charset="77"/>
      <p:regular r:id="rId37"/>
      <p:bold r:id="rId38"/>
      <p:italic r:id=""/>
      <p:boldItalic r:id=""/>
    </p:embeddedFont>
    <p:embeddedFont>
      <p:font typeface="Karla Light" pitchFamily="2" charset="77"/>
      <p:regular r:id=""/>
      <p:bold r:id=""/>
      <p:italic r:id=""/>
      <p:boldItalic r:id=""/>
    </p:embeddedFont>
    <p:embeddedFont>
      <p:font typeface="Open Sans" panose="020B0606030504020204" pitchFamily="34" charset="0"/>
      <p:regular r:id="rId39"/>
      <p:bold r:id="rId40"/>
      <p:italic r:id="rId41"/>
      <p:boldItalic r:id="rId42"/>
    </p:embeddedFont>
    <p:embeddedFont>
      <p:font typeface="Proxima Nova" panose="02000506030000020004"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ADE6C8D-0B5B-4D6E-B7D1-A40846E0EC63}">
  <a:tblStyle styleId="{9ADE6C8D-0B5B-4D6E-B7D1-A40846E0EC63}"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C42C0323-8833-4557-A449-C071333AC308}" styleName="Table_1">
    <a:wholeTbl>
      <a:tcTxStyle b="off" i="off">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8"/>
    <p:restoredTop sz="74011"/>
  </p:normalViewPr>
  <p:slideViewPr>
    <p:cSldViewPr snapToGrid="0">
      <p:cViewPr>
        <p:scale>
          <a:sx n="168" d="100"/>
          <a:sy n="168" d="100"/>
        </p:scale>
        <p:origin x="624" y="2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18" name="Google Shape;41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02" name="Google Shape;40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41" name="Google Shape;44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07" name="Google Shape;6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US"/>
          </a:p>
        </p:txBody>
      </p:sp>
      <p:sp>
        <p:nvSpPr>
          <p:cNvPr id="3" name="Notes Placeholder 2"/>
          <p:cNvSpPr>
            <a:spLocks noGrp="1"/>
          </p:cNvSpPr>
          <p:nvPr>
            <p:ph type="body" idx="1"/>
          </p:nvPr>
        </p:nvSpPr>
        <p:spPr/>
        <p:txBody>
          <a:bodyPr/>
          <a:lstStyle/>
          <a:p>
            <a:pPr marL="158750" indent="0">
              <a:buNone/>
            </a:pPr>
            <a:r>
              <a:rPr lang="en-US"/>
              <a:t>OVERVIEW (say this first)
So what are we looking at here? This is the full decision pipeline — from the moment a parent calls in about their sick kid, all the way to telling them whether to go to the ER, see a doctor today, or manage at home. The whole thing is powered by a logic engine called </a:t>
            </a:r>
            <a:r>
              <a:rPr lang="en-US" err="1"/>
              <a:t>PyDatalog</a:t>
            </a:r>
            <a:r>
              <a:rPr lang="en-US"/>
              <a:t>, which evaluates deterministic rules. No AI guessing — just rules that fire or don't fire based on what the parent tells us.
---
① INPUT — "What we ask the parent"
These are the eight pieces of information we collect from the parent or caregiver upfront. Things like: how old is the child, what's their temperature, are they alert and responsive, are they drinking fluids, have they urinated in the last 6-8 hours. This is the raw intake. Nothing gets evaluated until we have these answers. If any of the critical ones are missing, we stop and ask before going any further — that's the "</a:t>
            </a:r>
            <a:r>
              <a:rPr lang="en-US" err="1"/>
              <a:t>required_missing</a:t>
            </a:r>
            <a:r>
              <a:rPr lang="en-US"/>
              <a:t>()" guard you see in the top-right corner.
---
② FACTS — "What the engine derives from those answers"
Once we have the raw inputs, _</a:t>
            </a:r>
            <a:r>
              <a:rPr lang="en-US" err="1"/>
              <a:t>case_to_facts</a:t>
            </a:r>
            <a:r>
              <a:rPr lang="en-US"/>
              <a:t>() converts them into a structured form the rule engine can work with. It also derives additional facts automatically. For example: if the child has poor fluid intake AND no urine output, the engine marks </a:t>
            </a:r>
            <a:r>
              <a:rPr lang="en-US" err="1"/>
              <a:t>dehydration_severe</a:t>
            </a:r>
            <a:r>
              <a:rPr lang="en-US"/>
              <a:t> = yes. If the child is under 3 months old with a fever over 100.4°F, it flags cpg_infant_under_3mo_fever. These derived facts encode clinical logic so the rules downstream stay clean and readable.
---
③ RULES — "The actual clinical logic"
This is where </a:t>
            </a:r>
            <a:r>
              <a:rPr lang="en-US" err="1"/>
              <a:t>PyDatalog</a:t>
            </a:r>
            <a:r>
              <a:rPr lang="en-US"/>
              <a:t> earns its keep. We have three main predicates:
- </a:t>
            </a:r>
            <a:r>
              <a:rPr lang="en-US" err="1"/>
              <a:t>er_now</a:t>
            </a:r>
            <a:r>
              <a:rPr lang="en-US"/>
              <a:t>(S) — fires if ANY hard ER trigger is present: altered alertness, respiratory distress, severe dehydration, seizure, infant with fever, etc.
- </a:t>
            </a:r>
            <a:r>
              <a:rPr lang="en-US" err="1"/>
              <a:t>urgent_same_day</a:t>
            </a:r>
            <a:r>
              <a:rPr lang="en-US"/>
              <a:t>(S) — fires for things that need a doctor today but not the ER: very high fever, repeated vomiting with poor intake, fast breathing, or fever lasting more than 3 days.
- </a:t>
            </a:r>
            <a:r>
              <a:rPr lang="en-US" err="1"/>
              <a:t>home_candidate</a:t>
            </a:r>
            <a:r>
              <a:rPr lang="en-US"/>
              <a:t>(S) — only fires if the child looks alert, is breathing normally, and is taking some fluids, AND neither of the above rules fired.
The </a:t>
            </a:r>
            <a:r>
              <a:rPr lang="en-US" err="1"/>
              <a:t>rule_fired</a:t>
            </a:r>
            <a:r>
              <a:rPr lang="en-US"/>
              <a:t> and </a:t>
            </a:r>
            <a:r>
              <a:rPr lang="en-US" err="1"/>
              <a:t>med_flag</a:t>
            </a:r>
            <a:r>
              <a:rPr lang="en-US"/>
              <a:t> predicates run alongside these — they're used for the audit trail and medication safety checks respectively.
---
④ LOGIC — "How we pick the final answer"
Python evaluates the predicates in strict priority order. ER first. If that doesn't fire, check urgent. If that doesn't fire, check home. If nothing fires, we return OUT_OF_SCOPE — which usually means the case is ambiguous and needs a human to look at it. The key thing to stress here: these are mutually exclusive. You can't get "ER + urgent" at the same time.
---
⑤ OUTPUT — "What gets handed back"
The final disposition: ER_NOW (red), URGENT_SAME_DAY (amber), HOME_MANAGEMENT (green), or OUT_OF_SCOPE (grey). Each one comes bundled with the list of rule IDs that fired — so there's a full audit trail — and any medication safety flags.
---
MED FLAGS (pink footer)
These are parallel safety signals that fire independently of the disposition. So even if the outcome is "home management," the system might still flag "don't give ibuprofen — child is under 6 months" or "this child is dehydrated, be cautious with NSAIDs." They don't change the disposition, they just ride alongside it.
---
KEY POINT TO LEAVE THEM WITH
The whole thing is deterministic and explainable. Every decision can be traced back to exactly which rules fired and why. No black box. That matters a lot in a clinical context where you need to be able to say: "here's why we told that family to go to the ER."</a:t>
            </a:r>
          </a:p>
        </p:txBody>
      </p:sp>
    </p:spTree>
    <p:extLst>
      <p:ext uri="{BB962C8B-B14F-4D97-AF65-F5344CB8AC3E}">
        <p14:creationId xmlns:p14="http://schemas.microsoft.com/office/powerpoint/2010/main" val="1065380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01" name="Google Shape;60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74" name="Google Shape;47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12" name="Google Shape;51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51" name="Google Shape;55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09" name="Google Shape;4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26051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68" name="Google Shape;5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79" name="Google Shape;57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85" name="Google Shape;58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92" name="Google Shape;592;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695" name="Google Shape;69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08" name="Google Shape;708;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16" name="Google Shape;71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40" name="Google Shape;74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25" name="Google Shape;112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770" name="Google Shape;770;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1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38"/>
        <p:cNvGrpSpPr/>
        <p:nvPr/>
      </p:nvGrpSpPr>
      <p:grpSpPr>
        <a:xfrm>
          <a:off x="0" y="0"/>
          <a:ext cx="0" cy="0"/>
          <a:chOff x="0" y="0"/>
          <a:chExt cx="0" cy="0"/>
        </a:xfrm>
      </p:grpSpPr>
      <p:sp>
        <p:nvSpPr>
          <p:cNvPr id="39" name="Google Shape;39;p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40" name="Google Shape;40;p4"/>
          <p:cNvSpPr txBox="1">
            <a:spLocks noGrp="1"/>
          </p:cNvSpPr>
          <p:nvPr>
            <p:ph type="title" idx="2"/>
          </p:nvPr>
        </p:nvSpPr>
        <p:spPr>
          <a:xfrm>
            <a:off x="1742275"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1" name="Google Shape;41;p4"/>
          <p:cNvSpPr txBox="1">
            <a:spLocks noGrp="1"/>
          </p:cNvSpPr>
          <p:nvPr>
            <p:ph type="title" idx="3"/>
          </p:nvPr>
        </p:nvSpPr>
        <p:spPr>
          <a:xfrm>
            <a:off x="1742275"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42" name="Google Shape;42;p4"/>
          <p:cNvSpPr txBox="1">
            <a:spLocks noGrp="1"/>
          </p:cNvSpPr>
          <p:nvPr>
            <p:ph type="title" idx="4"/>
          </p:nvPr>
        </p:nvSpPr>
        <p:spPr>
          <a:xfrm>
            <a:off x="4196099"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3" name="Google Shape;43;p4"/>
          <p:cNvSpPr txBox="1">
            <a:spLocks noGrp="1"/>
          </p:cNvSpPr>
          <p:nvPr>
            <p:ph type="title" idx="5"/>
          </p:nvPr>
        </p:nvSpPr>
        <p:spPr>
          <a:xfrm>
            <a:off x="4196099"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4" name="Google Shape;44;p4"/>
          <p:cNvSpPr txBox="1">
            <a:spLocks noGrp="1"/>
          </p:cNvSpPr>
          <p:nvPr>
            <p:ph type="title" idx="6"/>
          </p:nvPr>
        </p:nvSpPr>
        <p:spPr>
          <a:xfrm>
            <a:off x="6649923" y="1656200"/>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5" name="Google Shape;45;p4"/>
          <p:cNvSpPr txBox="1">
            <a:spLocks noGrp="1"/>
          </p:cNvSpPr>
          <p:nvPr>
            <p:ph type="title" idx="7"/>
          </p:nvPr>
        </p:nvSpPr>
        <p:spPr>
          <a:xfrm>
            <a:off x="6649923" y="3013429"/>
            <a:ext cx="751800" cy="5727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sz="2400"/>
            </a:lvl1pPr>
            <a:lvl2pPr lvl="1"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2pPr>
            <a:lvl3pPr lvl="2"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3pPr>
            <a:lvl4pPr lvl="3"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4pPr>
            <a:lvl5pPr lvl="4"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5pPr>
            <a:lvl6pPr lvl="5"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6pPr>
            <a:lvl7pPr lvl="6"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7pPr>
            <a:lvl8pPr lvl="7"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8pPr>
            <a:lvl9pPr lvl="8" algn="l">
              <a:lnSpc>
                <a:spcPct val="100000"/>
              </a:lnSpc>
              <a:spcBef>
                <a:spcPts val="0"/>
              </a:spcBef>
              <a:spcAft>
                <a:spcPts val="0"/>
              </a:spcAft>
              <a:buSzPts val="3000"/>
              <a:buFont typeface="DM Sans Black"/>
              <a:buNone/>
              <a:defRPr sz="3000">
                <a:latin typeface="DM Sans Black"/>
                <a:ea typeface="DM Sans Black"/>
                <a:cs typeface="DM Sans Black"/>
                <a:sym typeface="DM Sans Black"/>
              </a:defRPr>
            </a:lvl9pPr>
          </a:lstStyle>
          <a:p>
            <a:endParaRPr/>
          </a:p>
        </p:txBody>
      </p:sp>
      <p:sp>
        <p:nvSpPr>
          <p:cNvPr id="46" name="Google Shape;46;p4"/>
          <p:cNvSpPr txBox="1">
            <a:spLocks noGrp="1"/>
          </p:cNvSpPr>
          <p:nvPr>
            <p:ph type="subTitle" idx="1"/>
          </p:nvPr>
        </p:nvSpPr>
        <p:spPr>
          <a:xfrm>
            <a:off x="938584"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7" name="Google Shape;47;p4"/>
          <p:cNvSpPr txBox="1">
            <a:spLocks noGrp="1"/>
          </p:cNvSpPr>
          <p:nvPr>
            <p:ph type="subTitle" idx="8"/>
          </p:nvPr>
        </p:nvSpPr>
        <p:spPr>
          <a:xfrm>
            <a:off x="3392400"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8" name="Google Shape;48;p4"/>
          <p:cNvSpPr txBox="1">
            <a:spLocks noGrp="1"/>
          </p:cNvSpPr>
          <p:nvPr>
            <p:ph type="subTitle" idx="9"/>
          </p:nvPr>
        </p:nvSpPr>
        <p:spPr>
          <a:xfrm>
            <a:off x="5846216" y="2225269"/>
            <a:ext cx="2359200" cy="447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49" name="Google Shape;49;p4"/>
          <p:cNvSpPr txBox="1">
            <a:spLocks noGrp="1"/>
          </p:cNvSpPr>
          <p:nvPr>
            <p:ph type="subTitle" idx="13"/>
          </p:nvPr>
        </p:nvSpPr>
        <p:spPr>
          <a:xfrm>
            <a:off x="938584"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50" name="Google Shape;50;p4"/>
          <p:cNvSpPr txBox="1">
            <a:spLocks noGrp="1"/>
          </p:cNvSpPr>
          <p:nvPr>
            <p:ph type="subTitle" idx="14"/>
          </p:nvPr>
        </p:nvSpPr>
        <p:spPr>
          <a:xfrm>
            <a:off x="3392400"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51" name="Google Shape;51;p4"/>
          <p:cNvSpPr txBox="1">
            <a:spLocks noGrp="1"/>
          </p:cNvSpPr>
          <p:nvPr>
            <p:ph type="subTitle" idx="15"/>
          </p:nvPr>
        </p:nvSpPr>
        <p:spPr>
          <a:xfrm>
            <a:off x="5846216" y="3555373"/>
            <a:ext cx="2359200" cy="474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l">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52" name="Google Shape;52;p4"/>
          <p:cNvGrpSpPr/>
          <p:nvPr/>
        </p:nvGrpSpPr>
        <p:grpSpPr>
          <a:xfrm>
            <a:off x="427975" y="484900"/>
            <a:ext cx="6448050" cy="4268725"/>
            <a:chOff x="427975" y="484900"/>
            <a:chExt cx="6448050" cy="4268725"/>
          </a:xfrm>
        </p:grpSpPr>
        <p:sp>
          <p:nvSpPr>
            <p:cNvPr id="53" name="Google Shape;53;p4"/>
            <p:cNvSpPr/>
            <p:nvPr/>
          </p:nvSpPr>
          <p:spPr>
            <a:xfrm rot="-5400000" flipH="1">
              <a:off x="6720325" y="45979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grpSp>
          <p:nvGrpSpPr>
            <p:cNvPr id="54" name="Google Shape;54;p4"/>
            <p:cNvGrpSpPr/>
            <p:nvPr/>
          </p:nvGrpSpPr>
          <p:grpSpPr>
            <a:xfrm>
              <a:off x="427975" y="484900"/>
              <a:ext cx="574250" cy="100200"/>
              <a:chOff x="1297450" y="4159200"/>
              <a:chExt cx="574250" cy="100200"/>
            </a:xfrm>
          </p:grpSpPr>
          <p:sp>
            <p:nvSpPr>
              <p:cNvPr id="55" name="Google Shape;55;p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sp>
            <p:nvSpPr>
              <p:cNvPr id="56" name="Google Shape;56;p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DM Sans Black"/>
                  <a:ea typeface="DM Sans Black"/>
                  <a:cs typeface="DM Sans Black"/>
                  <a:sym typeface="DM Sans Black"/>
                </a:endParaRPr>
              </a:p>
            </p:txBody>
          </p:sp>
        </p:grpSp>
      </p:grpSp>
      <p:grpSp>
        <p:nvGrpSpPr>
          <p:cNvPr id="57" name="Google Shape;57;p4"/>
          <p:cNvGrpSpPr/>
          <p:nvPr/>
        </p:nvGrpSpPr>
        <p:grpSpPr>
          <a:xfrm>
            <a:off x="-440350" y="-269275"/>
            <a:ext cx="10988153" cy="6418265"/>
            <a:chOff x="-440350" y="-269275"/>
            <a:chExt cx="10988153" cy="6418265"/>
          </a:xfrm>
        </p:grpSpPr>
        <p:pic>
          <p:nvPicPr>
            <p:cNvPr id="58" name="Google Shape;58;p4"/>
            <p:cNvPicPr preferRelativeResize="0"/>
            <p:nvPr/>
          </p:nvPicPr>
          <p:blipFill rotWithShape="1">
            <a:blip r:embed="rId2">
              <a:alphaModFix/>
            </a:blip>
            <a:srcRect/>
            <a:stretch/>
          </p:blipFill>
          <p:spPr>
            <a:xfrm>
              <a:off x="6792600" y="-269275"/>
              <a:ext cx="3755203" cy="832450"/>
            </a:xfrm>
            <a:prstGeom prst="rect">
              <a:avLst/>
            </a:prstGeom>
            <a:noFill/>
            <a:ln>
              <a:noFill/>
            </a:ln>
          </p:spPr>
        </p:pic>
        <p:pic>
          <p:nvPicPr>
            <p:cNvPr id="59" name="Google Shape;59;p4"/>
            <p:cNvPicPr preferRelativeResize="0"/>
            <p:nvPr/>
          </p:nvPicPr>
          <p:blipFill rotWithShape="1">
            <a:blip r:embed="rId3">
              <a:alphaModFix/>
            </a:blip>
            <a:srcRect l="2015" r="2015"/>
            <a:stretch/>
          </p:blipFill>
          <p:spPr>
            <a:xfrm>
              <a:off x="8471750" y="3419731"/>
              <a:ext cx="1304626" cy="2551967"/>
            </a:xfrm>
            <a:prstGeom prst="rect">
              <a:avLst/>
            </a:prstGeom>
            <a:noFill/>
            <a:ln>
              <a:noFill/>
            </a:ln>
          </p:spPr>
        </p:pic>
        <p:pic>
          <p:nvPicPr>
            <p:cNvPr id="60" name="Google Shape;60;p4"/>
            <p:cNvPicPr preferRelativeResize="0"/>
            <p:nvPr/>
          </p:nvPicPr>
          <p:blipFill rotWithShape="1">
            <a:blip r:embed="rId4">
              <a:alphaModFix/>
            </a:blip>
            <a:srcRect/>
            <a:stretch/>
          </p:blipFill>
          <p:spPr>
            <a:xfrm>
              <a:off x="-440350" y="3242438"/>
              <a:ext cx="2536124" cy="2906552"/>
            </a:xfrm>
            <a:prstGeom prst="rect">
              <a:avLst/>
            </a:prstGeom>
            <a:noFill/>
            <a:ln>
              <a:noFill/>
            </a:ln>
          </p:spPr>
        </p:pic>
      </p:grpSp>
      <p:pic>
        <p:nvPicPr>
          <p:cNvPr id="61" name="Google Shape;61;p4"/>
          <p:cNvPicPr preferRelativeResize="0"/>
          <p:nvPr/>
        </p:nvPicPr>
        <p:blipFill rotWithShape="1">
          <a:blip r:embed="rId5">
            <a:alphaModFix/>
          </a:blip>
          <a:srcRect l="10393" r="10393"/>
          <a:stretch/>
        </p:blipFill>
        <p:spPr>
          <a:xfrm rot="5400000">
            <a:off x="1828937" y="5020238"/>
            <a:ext cx="370450" cy="2564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8"/>
        <p:cNvGrpSpPr/>
        <p:nvPr/>
      </p:nvGrpSpPr>
      <p:grpSpPr>
        <a:xfrm>
          <a:off x="0" y="0"/>
          <a:ext cx="0" cy="0"/>
          <a:chOff x="0" y="0"/>
          <a:chExt cx="0" cy="0"/>
        </a:xfrm>
      </p:grpSpPr>
      <p:sp>
        <p:nvSpPr>
          <p:cNvPr id="79" name="Google Shape;79;p6"/>
          <p:cNvSpPr txBox="1">
            <a:spLocks noGrp="1"/>
          </p:cNvSpPr>
          <p:nvPr>
            <p:ph type="title"/>
          </p:nvPr>
        </p:nvSpPr>
        <p:spPr>
          <a:xfrm>
            <a:off x="720000" y="445025"/>
            <a:ext cx="3747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80" name="Google Shape;80;p6"/>
          <p:cNvSpPr txBox="1">
            <a:spLocks noGrp="1"/>
          </p:cNvSpPr>
          <p:nvPr>
            <p:ph type="body" idx="1"/>
          </p:nvPr>
        </p:nvSpPr>
        <p:spPr>
          <a:xfrm>
            <a:off x="969025" y="1574450"/>
            <a:ext cx="3498600" cy="233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chemeClr val="lt2"/>
              </a:buClr>
              <a:buSzPts val="1400"/>
              <a:buChar char="●"/>
              <a:defRPr/>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pic>
        <p:nvPicPr>
          <p:cNvPr id="81" name="Google Shape;81;p6"/>
          <p:cNvPicPr preferRelativeResize="0"/>
          <p:nvPr/>
        </p:nvPicPr>
        <p:blipFill rotWithShape="1">
          <a:blip r:embed="rId2">
            <a:alphaModFix/>
          </a:blip>
          <a:srcRect t="16280" b="16280"/>
          <a:stretch/>
        </p:blipFill>
        <p:spPr>
          <a:xfrm rot="4544339">
            <a:off x="8028764" y="1444714"/>
            <a:ext cx="693396" cy="256418"/>
          </a:xfrm>
          <a:prstGeom prst="rect">
            <a:avLst/>
          </a:prstGeom>
          <a:noFill/>
          <a:ln>
            <a:noFill/>
          </a:ln>
        </p:spPr>
      </p:pic>
      <p:grpSp>
        <p:nvGrpSpPr>
          <p:cNvPr id="82" name="Google Shape;82;p6"/>
          <p:cNvGrpSpPr/>
          <p:nvPr/>
        </p:nvGrpSpPr>
        <p:grpSpPr>
          <a:xfrm>
            <a:off x="-297000" y="-143925"/>
            <a:ext cx="11089998" cy="4941763"/>
            <a:chOff x="-297000" y="-143925"/>
            <a:chExt cx="11089998" cy="4941763"/>
          </a:xfrm>
        </p:grpSpPr>
        <p:pic>
          <p:nvPicPr>
            <p:cNvPr id="83" name="Google Shape;83;p6"/>
            <p:cNvPicPr preferRelativeResize="0"/>
            <p:nvPr/>
          </p:nvPicPr>
          <p:blipFill rotWithShape="1">
            <a:blip r:embed="rId3">
              <a:alphaModFix/>
            </a:blip>
            <a:srcRect l="30" r="20"/>
            <a:stretch/>
          </p:blipFill>
          <p:spPr>
            <a:xfrm rot="10800000">
              <a:off x="8279175" y="-143925"/>
              <a:ext cx="2513823" cy="2291649"/>
            </a:xfrm>
            <a:prstGeom prst="rect">
              <a:avLst/>
            </a:prstGeom>
            <a:noFill/>
            <a:ln>
              <a:noFill/>
            </a:ln>
          </p:spPr>
        </p:pic>
        <p:pic>
          <p:nvPicPr>
            <p:cNvPr id="84" name="Google Shape;84;p6"/>
            <p:cNvPicPr preferRelativeResize="0"/>
            <p:nvPr/>
          </p:nvPicPr>
          <p:blipFill rotWithShape="1">
            <a:blip r:embed="rId4">
              <a:alphaModFix/>
            </a:blip>
            <a:srcRect l="2015" r="2015"/>
            <a:stretch/>
          </p:blipFill>
          <p:spPr>
            <a:xfrm rot="5400000" flipH="1">
              <a:off x="7581513" y="-361603"/>
              <a:ext cx="1360414" cy="2661084"/>
            </a:xfrm>
            <a:prstGeom prst="rect">
              <a:avLst/>
            </a:prstGeom>
            <a:noFill/>
            <a:ln>
              <a:noFill/>
            </a:ln>
          </p:spPr>
        </p:pic>
        <p:pic>
          <p:nvPicPr>
            <p:cNvPr id="85" name="Google Shape;85;p6"/>
            <p:cNvPicPr preferRelativeResize="0"/>
            <p:nvPr/>
          </p:nvPicPr>
          <p:blipFill rotWithShape="1">
            <a:blip r:embed="rId5">
              <a:alphaModFix/>
            </a:blip>
            <a:srcRect r="13867"/>
            <a:stretch/>
          </p:blipFill>
          <p:spPr>
            <a:xfrm flipH="1">
              <a:off x="-237873" y="4624102"/>
              <a:ext cx="3047598" cy="173736"/>
            </a:xfrm>
            <a:prstGeom prst="rect">
              <a:avLst/>
            </a:prstGeom>
            <a:noFill/>
            <a:ln>
              <a:noFill/>
            </a:ln>
          </p:spPr>
        </p:pic>
        <p:pic>
          <p:nvPicPr>
            <p:cNvPr id="86" name="Google Shape;86;p6"/>
            <p:cNvPicPr preferRelativeResize="0"/>
            <p:nvPr/>
          </p:nvPicPr>
          <p:blipFill rotWithShape="1">
            <a:blip r:embed="rId6">
              <a:alphaModFix/>
            </a:blip>
            <a:srcRect l="31462" r="-1801"/>
            <a:stretch/>
          </p:blipFill>
          <p:spPr>
            <a:xfrm>
              <a:off x="-297000" y="4286200"/>
              <a:ext cx="1675526" cy="173736"/>
            </a:xfrm>
            <a:prstGeom prst="rect">
              <a:avLst/>
            </a:prstGeom>
            <a:noFill/>
            <a:ln>
              <a:noFill/>
            </a:ln>
          </p:spPr>
        </p:pic>
      </p:grpSp>
      <p:grpSp>
        <p:nvGrpSpPr>
          <p:cNvPr id="87" name="Google Shape;87;p6"/>
          <p:cNvGrpSpPr/>
          <p:nvPr/>
        </p:nvGrpSpPr>
        <p:grpSpPr>
          <a:xfrm>
            <a:off x="3814000" y="535000"/>
            <a:ext cx="2390675" cy="4173700"/>
            <a:chOff x="3814000" y="484900"/>
            <a:chExt cx="2390675" cy="4173700"/>
          </a:xfrm>
        </p:grpSpPr>
        <p:sp>
          <p:nvSpPr>
            <p:cNvPr id="88" name="Google Shape;88;p6"/>
            <p:cNvSpPr/>
            <p:nvPr/>
          </p:nvSpPr>
          <p:spPr>
            <a:xfrm rot="-5400000" flipH="1">
              <a:off x="6048975" y="4294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89" name="Google Shape;89;p6"/>
            <p:cNvGrpSpPr/>
            <p:nvPr/>
          </p:nvGrpSpPr>
          <p:grpSpPr>
            <a:xfrm rot="10800000">
              <a:off x="3814000" y="4558400"/>
              <a:ext cx="574250" cy="100200"/>
              <a:chOff x="1297450" y="4159200"/>
              <a:chExt cx="574250" cy="100200"/>
            </a:xfrm>
          </p:grpSpPr>
          <p:sp>
            <p:nvSpPr>
              <p:cNvPr id="90" name="Google Shape;90;p6"/>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91" name="Google Shape;91;p6"/>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92" name="Google Shape;92;p6"/>
          <p:cNvSpPr>
            <a:spLocks noGrp="1"/>
          </p:cNvSpPr>
          <p:nvPr>
            <p:ph type="pic" idx="2"/>
          </p:nvPr>
        </p:nvSpPr>
        <p:spPr>
          <a:xfrm>
            <a:off x="4676300" y="1093275"/>
            <a:ext cx="3346500" cy="3007200"/>
          </a:xfrm>
          <a:prstGeom prst="roundRect">
            <a:avLst>
              <a:gd name="adj" fmla="val 16667"/>
            </a:avLst>
          </a:prstGeom>
          <a:noFill/>
          <a:ln>
            <a:no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3"/>
        <p:cNvGrpSpPr/>
        <p:nvPr/>
      </p:nvGrpSpPr>
      <p:grpSpPr>
        <a:xfrm>
          <a:off x="0" y="0"/>
          <a:ext cx="0" cy="0"/>
          <a:chOff x="0" y="0"/>
          <a:chExt cx="0" cy="0"/>
        </a:xfrm>
      </p:grpSpPr>
      <p:sp>
        <p:nvSpPr>
          <p:cNvPr id="94" name="Google Shape;94;p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95" name="Google Shape;95;p7"/>
          <p:cNvSpPr txBox="1">
            <a:spLocks noGrp="1"/>
          </p:cNvSpPr>
          <p:nvPr>
            <p:ph type="subTitle" idx="1"/>
          </p:nvPr>
        </p:nvSpPr>
        <p:spPr>
          <a:xfrm>
            <a:off x="4815881" y="2612826"/>
            <a:ext cx="2567700" cy="140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6" name="Google Shape;96;p7"/>
          <p:cNvSpPr txBox="1">
            <a:spLocks noGrp="1"/>
          </p:cNvSpPr>
          <p:nvPr>
            <p:ph type="subTitle" idx="2"/>
          </p:nvPr>
        </p:nvSpPr>
        <p:spPr>
          <a:xfrm>
            <a:off x="1760406" y="2612825"/>
            <a:ext cx="2505600" cy="1408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b="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97" name="Google Shape;97;p7"/>
          <p:cNvSpPr txBox="1">
            <a:spLocks noGrp="1"/>
          </p:cNvSpPr>
          <p:nvPr>
            <p:ph type="subTitle" idx="3"/>
          </p:nvPr>
        </p:nvSpPr>
        <p:spPr>
          <a:xfrm>
            <a:off x="1760406" y="2267675"/>
            <a:ext cx="2505600" cy="423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98" name="Google Shape;98;p7"/>
          <p:cNvSpPr txBox="1">
            <a:spLocks noGrp="1"/>
          </p:cNvSpPr>
          <p:nvPr>
            <p:ph type="subTitle" idx="4"/>
          </p:nvPr>
        </p:nvSpPr>
        <p:spPr>
          <a:xfrm>
            <a:off x="4815881" y="2267683"/>
            <a:ext cx="2567700" cy="423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99" name="Google Shape;99;p7"/>
          <p:cNvGrpSpPr/>
          <p:nvPr/>
        </p:nvGrpSpPr>
        <p:grpSpPr>
          <a:xfrm>
            <a:off x="484925" y="1486875"/>
            <a:ext cx="7943975" cy="3412225"/>
            <a:chOff x="484925" y="1486875"/>
            <a:chExt cx="7943975" cy="3412225"/>
          </a:xfrm>
        </p:grpSpPr>
        <p:sp>
          <p:nvSpPr>
            <p:cNvPr id="100" name="Google Shape;100;p7"/>
            <p:cNvSpPr/>
            <p:nvPr/>
          </p:nvSpPr>
          <p:spPr>
            <a:xfrm flipH="1">
              <a:off x="484925" y="148687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01" name="Google Shape;101;p7"/>
            <p:cNvGrpSpPr/>
            <p:nvPr/>
          </p:nvGrpSpPr>
          <p:grpSpPr>
            <a:xfrm>
              <a:off x="7854650" y="4798900"/>
              <a:ext cx="574250" cy="100200"/>
              <a:chOff x="1297450" y="4159200"/>
              <a:chExt cx="574250" cy="100200"/>
            </a:xfrm>
          </p:grpSpPr>
          <p:sp>
            <p:nvSpPr>
              <p:cNvPr id="102" name="Google Shape;102;p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03" name="Google Shape;103;p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04" name="Google Shape;104;p7"/>
          <p:cNvGrpSpPr/>
          <p:nvPr/>
        </p:nvGrpSpPr>
        <p:grpSpPr>
          <a:xfrm>
            <a:off x="-590962" y="-41696"/>
            <a:ext cx="10285163" cy="6584477"/>
            <a:chOff x="-590962" y="-41696"/>
            <a:chExt cx="10285163" cy="6584477"/>
          </a:xfrm>
        </p:grpSpPr>
        <p:pic>
          <p:nvPicPr>
            <p:cNvPr id="105" name="Google Shape;105;p7"/>
            <p:cNvPicPr preferRelativeResize="0"/>
            <p:nvPr/>
          </p:nvPicPr>
          <p:blipFill rotWithShape="1">
            <a:blip r:embed="rId2">
              <a:alphaModFix/>
            </a:blip>
            <a:srcRect l="5276" b="-10"/>
            <a:stretch/>
          </p:blipFill>
          <p:spPr>
            <a:xfrm>
              <a:off x="-13975" y="361275"/>
              <a:ext cx="1774377" cy="173736"/>
            </a:xfrm>
            <a:prstGeom prst="rect">
              <a:avLst/>
            </a:prstGeom>
            <a:noFill/>
            <a:ln>
              <a:noFill/>
            </a:ln>
          </p:spPr>
        </p:pic>
        <p:pic>
          <p:nvPicPr>
            <p:cNvPr id="106" name="Google Shape;106;p7"/>
            <p:cNvPicPr preferRelativeResize="0"/>
            <p:nvPr/>
          </p:nvPicPr>
          <p:blipFill rotWithShape="1">
            <a:blip r:embed="rId3">
              <a:alphaModFix/>
            </a:blip>
            <a:srcRect/>
            <a:stretch/>
          </p:blipFill>
          <p:spPr>
            <a:xfrm rot="-5400000">
              <a:off x="8482089" y="-522288"/>
              <a:ext cx="731520" cy="1692704"/>
            </a:xfrm>
            <a:prstGeom prst="rect">
              <a:avLst/>
            </a:prstGeom>
            <a:noFill/>
            <a:ln>
              <a:noFill/>
            </a:ln>
          </p:spPr>
        </p:pic>
        <p:pic>
          <p:nvPicPr>
            <p:cNvPr id="107" name="Google Shape;107;p7"/>
            <p:cNvPicPr preferRelativeResize="0"/>
            <p:nvPr/>
          </p:nvPicPr>
          <p:blipFill rotWithShape="1">
            <a:blip r:embed="rId4">
              <a:alphaModFix/>
            </a:blip>
            <a:srcRect l="2015" r="2015"/>
            <a:stretch/>
          </p:blipFill>
          <p:spPr>
            <a:xfrm flipH="1">
              <a:off x="-590962" y="3881697"/>
              <a:ext cx="1360414" cy="266108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hree columns 1">
  <p:cSld name="CUSTOM_6">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10" name="Google Shape;110;p8"/>
          <p:cNvSpPr txBox="1">
            <a:spLocks noGrp="1"/>
          </p:cNvSpPr>
          <p:nvPr>
            <p:ph type="subTitle" idx="1"/>
          </p:nvPr>
        </p:nvSpPr>
        <p:spPr>
          <a:xfrm>
            <a:off x="977338" y="2685206"/>
            <a:ext cx="23322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1" name="Google Shape;111;p8"/>
          <p:cNvSpPr txBox="1">
            <a:spLocks noGrp="1"/>
          </p:cNvSpPr>
          <p:nvPr>
            <p:ph type="subTitle" idx="2"/>
          </p:nvPr>
        </p:nvSpPr>
        <p:spPr>
          <a:xfrm>
            <a:off x="3406650" y="2685203"/>
            <a:ext cx="23310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2" name="Google Shape;112;p8"/>
          <p:cNvSpPr txBox="1">
            <a:spLocks noGrp="1"/>
          </p:cNvSpPr>
          <p:nvPr>
            <p:ph type="subTitle" idx="3"/>
          </p:nvPr>
        </p:nvSpPr>
        <p:spPr>
          <a:xfrm>
            <a:off x="5835062" y="2685203"/>
            <a:ext cx="2331000" cy="15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13" name="Google Shape;113;p8"/>
          <p:cNvSpPr txBox="1">
            <a:spLocks noGrp="1"/>
          </p:cNvSpPr>
          <p:nvPr>
            <p:ph type="subTitle" idx="4"/>
          </p:nvPr>
        </p:nvSpPr>
        <p:spPr>
          <a:xfrm>
            <a:off x="977338" y="2163608"/>
            <a:ext cx="23322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14" name="Google Shape;114;p8"/>
          <p:cNvSpPr txBox="1">
            <a:spLocks noGrp="1"/>
          </p:cNvSpPr>
          <p:nvPr>
            <p:ph type="subTitle" idx="5"/>
          </p:nvPr>
        </p:nvSpPr>
        <p:spPr>
          <a:xfrm>
            <a:off x="3406650" y="2163609"/>
            <a:ext cx="23310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15" name="Google Shape;115;p8"/>
          <p:cNvSpPr txBox="1">
            <a:spLocks noGrp="1"/>
          </p:cNvSpPr>
          <p:nvPr>
            <p:ph type="subTitle" idx="6"/>
          </p:nvPr>
        </p:nvSpPr>
        <p:spPr>
          <a:xfrm>
            <a:off x="5834462" y="2163608"/>
            <a:ext cx="2332200" cy="527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116" name="Google Shape;116;p8"/>
          <p:cNvGrpSpPr/>
          <p:nvPr/>
        </p:nvGrpSpPr>
        <p:grpSpPr>
          <a:xfrm>
            <a:off x="479300" y="304500"/>
            <a:ext cx="8275925" cy="3951500"/>
            <a:chOff x="479300" y="304500"/>
            <a:chExt cx="8275925" cy="3951500"/>
          </a:xfrm>
        </p:grpSpPr>
        <p:sp>
          <p:nvSpPr>
            <p:cNvPr id="117" name="Google Shape;117;p8"/>
            <p:cNvSpPr/>
            <p:nvPr/>
          </p:nvSpPr>
          <p:spPr>
            <a:xfrm flipH="1">
              <a:off x="8655025" y="40448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18" name="Google Shape;118;p8"/>
            <p:cNvGrpSpPr/>
            <p:nvPr/>
          </p:nvGrpSpPr>
          <p:grpSpPr>
            <a:xfrm>
              <a:off x="479300" y="304500"/>
              <a:ext cx="574250" cy="100200"/>
              <a:chOff x="1297450" y="4159200"/>
              <a:chExt cx="574250" cy="100200"/>
            </a:xfrm>
          </p:grpSpPr>
          <p:sp>
            <p:nvSpPr>
              <p:cNvPr id="119" name="Google Shape;119;p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20" name="Google Shape;120;p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21" name="Google Shape;121;p8"/>
          <p:cNvGrpSpPr/>
          <p:nvPr/>
        </p:nvGrpSpPr>
        <p:grpSpPr>
          <a:xfrm>
            <a:off x="-385745" y="-154550"/>
            <a:ext cx="11563723" cy="6385674"/>
            <a:chOff x="-385745" y="-154550"/>
            <a:chExt cx="11563723" cy="6385674"/>
          </a:xfrm>
        </p:grpSpPr>
        <p:pic>
          <p:nvPicPr>
            <p:cNvPr id="122" name="Google Shape;122;p8"/>
            <p:cNvPicPr preferRelativeResize="0"/>
            <p:nvPr/>
          </p:nvPicPr>
          <p:blipFill rotWithShape="1">
            <a:blip r:embed="rId2">
              <a:alphaModFix/>
            </a:blip>
            <a:srcRect/>
            <a:stretch/>
          </p:blipFill>
          <p:spPr>
            <a:xfrm flipH="1">
              <a:off x="-385745" y="3595837"/>
              <a:ext cx="1774377" cy="1714591"/>
            </a:xfrm>
            <a:prstGeom prst="rect">
              <a:avLst/>
            </a:prstGeom>
            <a:noFill/>
            <a:ln>
              <a:noFill/>
            </a:ln>
          </p:spPr>
        </p:pic>
        <p:pic>
          <p:nvPicPr>
            <p:cNvPr id="123" name="Google Shape;123;p8"/>
            <p:cNvPicPr preferRelativeResize="0"/>
            <p:nvPr/>
          </p:nvPicPr>
          <p:blipFill rotWithShape="1">
            <a:blip r:embed="rId3">
              <a:alphaModFix/>
            </a:blip>
            <a:srcRect/>
            <a:stretch/>
          </p:blipFill>
          <p:spPr>
            <a:xfrm>
              <a:off x="7422775" y="-154550"/>
              <a:ext cx="3755203" cy="832450"/>
            </a:xfrm>
            <a:prstGeom prst="rect">
              <a:avLst/>
            </a:prstGeom>
            <a:noFill/>
            <a:ln>
              <a:noFill/>
            </a:ln>
          </p:spPr>
        </p:pic>
        <p:pic>
          <p:nvPicPr>
            <p:cNvPr id="124" name="Google Shape;124;p8"/>
            <p:cNvPicPr preferRelativeResize="0"/>
            <p:nvPr/>
          </p:nvPicPr>
          <p:blipFill rotWithShape="1">
            <a:blip r:embed="rId4">
              <a:alphaModFix/>
            </a:blip>
            <a:srcRect/>
            <a:stretch/>
          </p:blipFill>
          <p:spPr>
            <a:xfrm flipH="1">
              <a:off x="7052175" y="4447625"/>
              <a:ext cx="2233999" cy="1783499"/>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BLANK_1_1_1_1">
    <p:spTree>
      <p:nvGrpSpPr>
        <p:cNvPr id="1" name="Shape 125"/>
        <p:cNvGrpSpPr/>
        <p:nvPr/>
      </p:nvGrpSpPr>
      <p:grpSpPr>
        <a:xfrm>
          <a:off x="0" y="0"/>
          <a:ext cx="0" cy="0"/>
          <a:chOff x="0" y="0"/>
          <a:chExt cx="0" cy="0"/>
        </a:xfrm>
      </p:grpSpPr>
      <p:sp>
        <p:nvSpPr>
          <p:cNvPr id="126" name="Google Shape;126;p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27" name="Google Shape;127;p9"/>
          <p:cNvSpPr txBox="1">
            <a:spLocks noGrp="1"/>
          </p:cNvSpPr>
          <p:nvPr>
            <p:ph type="subTitle" idx="1"/>
          </p:nvPr>
        </p:nvSpPr>
        <p:spPr>
          <a:xfrm>
            <a:off x="1590483" y="1338395"/>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28" name="Google Shape;128;p9"/>
          <p:cNvSpPr txBox="1">
            <a:spLocks noGrp="1"/>
          </p:cNvSpPr>
          <p:nvPr>
            <p:ph type="subTitle" idx="2"/>
          </p:nvPr>
        </p:nvSpPr>
        <p:spPr>
          <a:xfrm>
            <a:off x="1590485" y="1787170"/>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29" name="Google Shape;129;p9"/>
          <p:cNvSpPr txBox="1">
            <a:spLocks noGrp="1"/>
          </p:cNvSpPr>
          <p:nvPr>
            <p:ph type="subTitle" idx="3"/>
          </p:nvPr>
        </p:nvSpPr>
        <p:spPr>
          <a:xfrm>
            <a:off x="5211410" y="1787170"/>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0" name="Google Shape;130;p9"/>
          <p:cNvSpPr txBox="1">
            <a:spLocks noGrp="1"/>
          </p:cNvSpPr>
          <p:nvPr>
            <p:ph type="subTitle" idx="4"/>
          </p:nvPr>
        </p:nvSpPr>
        <p:spPr>
          <a:xfrm>
            <a:off x="1590485" y="3351855"/>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1" name="Google Shape;131;p9"/>
          <p:cNvSpPr txBox="1">
            <a:spLocks noGrp="1"/>
          </p:cNvSpPr>
          <p:nvPr>
            <p:ph type="subTitle" idx="5"/>
          </p:nvPr>
        </p:nvSpPr>
        <p:spPr>
          <a:xfrm>
            <a:off x="5211410" y="3351855"/>
            <a:ext cx="2967000" cy="1027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32" name="Google Shape;132;p9"/>
          <p:cNvSpPr txBox="1">
            <a:spLocks noGrp="1"/>
          </p:cNvSpPr>
          <p:nvPr>
            <p:ph type="subTitle" idx="6"/>
          </p:nvPr>
        </p:nvSpPr>
        <p:spPr>
          <a:xfrm>
            <a:off x="1590483" y="2903080"/>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33" name="Google Shape;133;p9"/>
          <p:cNvSpPr txBox="1">
            <a:spLocks noGrp="1"/>
          </p:cNvSpPr>
          <p:nvPr>
            <p:ph type="subTitle" idx="7"/>
          </p:nvPr>
        </p:nvSpPr>
        <p:spPr>
          <a:xfrm>
            <a:off x="5211408" y="1338395"/>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sp>
        <p:nvSpPr>
          <p:cNvPr id="134" name="Google Shape;134;p9"/>
          <p:cNvSpPr txBox="1">
            <a:spLocks noGrp="1"/>
          </p:cNvSpPr>
          <p:nvPr>
            <p:ph type="subTitle" idx="8"/>
          </p:nvPr>
        </p:nvSpPr>
        <p:spPr>
          <a:xfrm>
            <a:off x="5211408" y="2903080"/>
            <a:ext cx="2967000" cy="525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dk1"/>
              </a:buClr>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2pPr>
            <a:lvl3pPr lvl="2"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3pPr>
            <a:lvl4pPr lvl="3"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4pPr>
            <a:lvl5pPr lvl="4"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5pPr>
            <a:lvl6pPr lvl="5"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6pPr>
            <a:lvl7pPr lvl="6"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7pPr>
            <a:lvl8pPr lvl="7"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8pPr>
            <a:lvl9pPr lvl="8" algn="ctr">
              <a:lnSpc>
                <a:spcPct val="100000"/>
              </a:lnSpc>
              <a:spcBef>
                <a:spcPts val="0"/>
              </a:spcBef>
              <a:spcAft>
                <a:spcPts val="0"/>
              </a:spcAft>
              <a:buClr>
                <a:schemeClr val="dk1"/>
              </a:buClr>
              <a:buSzPts val="2400"/>
              <a:buFont typeface="DM Sans Black"/>
              <a:buNone/>
              <a:defRPr sz="2400">
                <a:solidFill>
                  <a:schemeClr val="dk1"/>
                </a:solidFill>
                <a:latin typeface="DM Sans Black"/>
                <a:ea typeface="DM Sans Black"/>
                <a:cs typeface="DM Sans Black"/>
                <a:sym typeface="DM Sans Black"/>
              </a:defRPr>
            </a:lvl9pPr>
          </a:lstStyle>
          <a:p>
            <a:endParaRPr/>
          </a:p>
        </p:txBody>
      </p:sp>
      <p:grpSp>
        <p:nvGrpSpPr>
          <p:cNvPr id="135" name="Google Shape;135;p9"/>
          <p:cNvGrpSpPr/>
          <p:nvPr/>
        </p:nvGrpSpPr>
        <p:grpSpPr>
          <a:xfrm>
            <a:off x="391350" y="268500"/>
            <a:ext cx="7420475" cy="4642750"/>
            <a:chOff x="391350" y="268500"/>
            <a:chExt cx="7420475" cy="4642750"/>
          </a:xfrm>
        </p:grpSpPr>
        <p:sp>
          <p:nvSpPr>
            <p:cNvPr id="136" name="Google Shape;136;p9"/>
            <p:cNvSpPr/>
            <p:nvPr/>
          </p:nvSpPr>
          <p:spPr>
            <a:xfrm rot="-5400000" flipH="1">
              <a:off x="7656125" y="2130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37" name="Google Shape;137;p9"/>
            <p:cNvGrpSpPr/>
            <p:nvPr/>
          </p:nvGrpSpPr>
          <p:grpSpPr>
            <a:xfrm>
              <a:off x="391350" y="4811050"/>
              <a:ext cx="574250" cy="100200"/>
              <a:chOff x="1297450" y="4159200"/>
              <a:chExt cx="574250" cy="100200"/>
            </a:xfrm>
          </p:grpSpPr>
          <p:sp>
            <p:nvSpPr>
              <p:cNvPr id="138" name="Google Shape;138;p9"/>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39" name="Google Shape;139;p9"/>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40" name="Google Shape;140;p9"/>
          <p:cNvGrpSpPr/>
          <p:nvPr/>
        </p:nvGrpSpPr>
        <p:grpSpPr>
          <a:xfrm>
            <a:off x="-703972" y="-914962"/>
            <a:ext cx="10229034" cy="6256279"/>
            <a:chOff x="-703972" y="-914962"/>
            <a:chExt cx="10229034" cy="6256279"/>
          </a:xfrm>
        </p:grpSpPr>
        <p:pic>
          <p:nvPicPr>
            <p:cNvPr id="141" name="Google Shape;141;p9"/>
            <p:cNvPicPr preferRelativeResize="0"/>
            <p:nvPr/>
          </p:nvPicPr>
          <p:blipFill rotWithShape="1">
            <a:blip r:embed="rId2">
              <a:alphaModFix/>
            </a:blip>
            <a:srcRect/>
            <a:stretch/>
          </p:blipFill>
          <p:spPr>
            <a:xfrm rot="-5400000">
              <a:off x="8090600" y="-648725"/>
              <a:ext cx="1700699" cy="1168224"/>
            </a:xfrm>
            <a:prstGeom prst="rect">
              <a:avLst/>
            </a:prstGeom>
            <a:noFill/>
            <a:ln>
              <a:noFill/>
            </a:ln>
          </p:spPr>
        </p:pic>
        <p:pic>
          <p:nvPicPr>
            <p:cNvPr id="142" name="Google Shape;142;p9"/>
            <p:cNvPicPr preferRelativeResize="0"/>
            <p:nvPr/>
          </p:nvPicPr>
          <p:blipFill rotWithShape="1">
            <a:blip r:embed="rId3">
              <a:alphaModFix/>
            </a:blip>
            <a:srcRect/>
            <a:stretch/>
          </p:blipFill>
          <p:spPr>
            <a:xfrm>
              <a:off x="8356839" y="3648612"/>
              <a:ext cx="731520" cy="1692704"/>
            </a:xfrm>
            <a:prstGeom prst="rect">
              <a:avLst/>
            </a:prstGeom>
            <a:noFill/>
            <a:ln>
              <a:noFill/>
            </a:ln>
          </p:spPr>
        </p:pic>
        <p:pic>
          <p:nvPicPr>
            <p:cNvPr id="143" name="Google Shape;143;p9"/>
            <p:cNvPicPr preferRelativeResize="0"/>
            <p:nvPr/>
          </p:nvPicPr>
          <p:blipFill rotWithShape="1">
            <a:blip r:embed="rId4">
              <a:alphaModFix/>
            </a:blip>
            <a:srcRect l="2015" r="2015"/>
            <a:stretch/>
          </p:blipFill>
          <p:spPr>
            <a:xfrm rot="5400000" flipH="1">
              <a:off x="-53637" y="-1345715"/>
              <a:ext cx="1360414" cy="2661084"/>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44"/>
        <p:cNvGrpSpPr/>
        <p:nvPr/>
      </p:nvGrpSpPr>
      <p:grpSpPr>
        <a:xfrm>
          <a:off x="0" y="0"/>
          <a:ext cx="0" cy="0"/>
          <a:chOff x="0" y="0"/>
          <a:chExt cx="0" cy="0"/>
        </a:xfrm>
      </p:grpSpPr>
      <p:sp>
        <p:nvSpPr>
          <p:cNvPr id="145" name="Google Shape;145;p1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2pPr>
            <a:lvl3pPr lvl="2"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3pPr>
            <a:lvl4pPr lvl="3"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4pPr>
            <a:lvl5pPr lvl="4"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5pPr>
            <a:lvl6pPr lvl="5"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6pPr>
            <a:lvl7pPr lvl="6"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7pPr>
            <a:lvl8pPr lvl="7"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8pPr>
            <a:lvl9pPr lvl="8" algn="l">
              <a:lnSpc>
                <a:spcPct val="100000"/>
              </a:lnSpc>
              <a:spcBef>
                <a:spcPts val="0"/>
              </a:spcBef>
              <a:spcAft>
                <a:spcPts val="0"/>
              </a:spcAft>
              <a:buSzPts val="3500"/>
              <a:buFont typeface="DM Sans Black"/>
              <a:buNone/>
              <a:defRPr>
                <a:latin typeface="DM Sans Black"/>
                <a:ea typeface="DM Sans Black"/>
                <a:cs typeface="DM Sans Black"/>
                <a:sym typeface="DM Sans Black"/>
              </a:defRPr>
            </a:lvl9pPr>
          </a:lstStyle>
          <a:p>
            <a:endParaRPr/>
          </a:p>
        </p:txBody>
      </p:sp>
      <p:sp>
        <p:nvSpPr>
          <p:cNvPr id="146" name="Google Shape;146;p10"/>
          <p:cNvSpPr txBox="1">
            <a:spLocks noGrp="1"/>
          </p:cNvSpPr>
          <p:nvPr>
            <p:ph type="subTitle" idx="1"/>
          </p:nvPr>
        </p:nvSpPr>
        <p:spPr>
          <a:xfrm>
            <a:off x="1172875"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7" name="Google Shape;147;p10"/>
          <p:cNvSpPr txBox="1">
            <a:spLocks noGrp="1"/>
          </p:cNvSpPr>
          <p:nvPr>
            <p:ph type="subTitle" idx="2"/>
          </p:nvPr>
        </p:nvSpPr>
        <p:spPr>
          <a:xfrm>
            <a:off x="3515706"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8" name="Google Shape;148;p10"/>
          <p:cNvSpPr txBox="1">
            <a:spLocks noGrp="1"/>
          </p:cNvSpPr>
          <p:nvPr>
            <p:ph type="subTitle" idx="3"/>
          </p:nvPr>
        </p:nvSpPr>
        <p:spPr>
          <a:xfrm>
            <a:off x="1171254" y="3259800"/>
            <a:ext cx="21126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49" name="Google Shape;149;p10"/>
          <p:cNvSpPr txBox="1">
            <a:spLocks noGrp="1"/>
          </p:cNvSpPr>
          <p:nvPr>
            <p:ph type="subTitle" idx="4"/>
          </p:nvPr>
        </p:nvSpPr>
        <p:spPr>
          <a:xfrm>
            <a:off x="3514085" y="3259800"/>
            <a:ext cx="21126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0" name="Google Shape;150;p10"/>
          <p:cNvSpPr txBox="1">
            <a:spLocks noGrp="1"/>
          </p:cNvSpPr>
          <p:nvPr>
            <p:ph type="subTitle" idx="5"/>
          </p:nvPr>
        </p:nvSpPr>
        <p:spPr>
          <a:xfrm>
            <a:off x="5860138" y="1668951"/>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1" name="Google Shape;151;p10"/>
          <p:cNvSpPr txBox="1">
            <a:spLocks noGrp="1"/>
          </p:cNvSpPr>
          <p:nvPr>
            <p:ph type="subTitle" idx="6"/>
          </p:nvPr>
        </p:nvSpPr>
        <p:spPr>
          <a:xfrm>
            <a:off x="5858517" y="3259800"/>
            <a:ext cx="2111100" cy="10290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152" name="Google Shape;152;p10"/>
          <p:cNvSpPr txBox="1">
            <a:spLocks noGrp="1"/>
          </p:cNvSpPr>
          <p:nvPr>
            <p:ph type="subTitle" idx="7"/>
          </p:nvPr>
        </p:nvSpPr>
        <p:spPr>
          <a:xfrm>
            <a:off x="1172875"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3" name="Google Shape;153;p10"/>
          <p:cNvSpPr txBox="1">
            <a:spLocks noGrp="1"/>
          </p:cNvSpPr>
          <p:nvPr>
            <p:ph type="subTitle" idx="8"/>
          </p:nvPr>
        </p:nvSpPr>
        <p:spPr>
          <a:xfrm>
            <a:off x="3515710"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4" name="Google Shape;154;p10"/>
          <p:cNvSpPr txBox="1">
            <a:spLocks noGrp="1"/>
          </p:cNvSpPr>
          <p:nvPr>
            <p:ph type="subTitle" idx="9"/>
          </p:nvPr>
        </p:nvSpPr>
        <p:spPr>
          <a:xfrm>
            <a:off x="5860146" y="1359925"/>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5" name="Google Shape;155;p10"/>
          <p:cNvSpPr txBox="1">
            <a:spLocks noGrp="1"/>
          </p:cNvSpPr>
          <p:nvPr>
            <p:ph type="subTitle" idx="13"/>
          </p:nvPr>
        </p:nvSpPr>
        <p:spPr>
          <a:xfrm>
            <a:off x="1171254"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6" name="Google Shape;156;p10"/>
          <p:cNvSpPr txBox="1">
            <a:spLocks noGrp="1"/>
          </p:cNvSpPr>
          <p:nvPr>
            <p:ph type="subTitle" idx="14"/>
          </p:nvPr>
        </p:nvSpPr>
        <p:spPr>
          <a:xfrm>
            <a:off x="3514089"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sp>
        <p:nvSpPr>
          <p:cNvPr id="157" name="Google Shape;157;p10"/>
          <p:cNvSpPr txBox="1">
            <a:spLocks noGrp="1"/>
          </p:cNvSpPr>
          <p:nvPr>
            <p:ph type="subTitle" idx="15"/>
          </p:nvPr>
        </p:nvSpPr>
        <p:spPr>
          <a:xfrm>
            <a:off x="5858525" y="2947553"/>
            <a:ext cx="2112600" cy="377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DM Sans Black"/>
              <a:buNone/>
              <a:defRPr sz="1800">
                <a:solidFill>
                  <a:schemeClr val="dk1"/>
                </a:solidFill>
                <a:latin typeface="DM Sans Black"/>
                <a:ea typeface="DM Sans Black"/>
                <a:cs typeface="DM Sans Black"/>
                <a:sym typeface="DM Sans Black"/>
              </a:defRPr>
            </a:lvl1pPr>
            <a:lvl2pPr lvl="1"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2pPr>
            <a:lvl3pPr lvl="2"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3pPr>
            <a:lvl4pPr lvl="3"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4pPr>
            <a:lvl5pPr lvl="4"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5pPr>
            <a:lvl6pPr lvl="5"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6pPr>
            <a:lvl7pPr lvl="6"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7pPr>
            <a:lvl8pPr lvl="7"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8pPr>
            <a:lvl9pPr lvl="8" algn="ctr">
              <a:lnSpc>
                <a:spcPct val="100000"/>
              </a:lnSpc>
              <a:spcBef>
                <a:spcPts val="0"/>
              </a:spcBef>
              <a:spcAft>
                <a:spcPts val="0"/>
              </a:spcAft>
              <a:buSzPts val="2400"/>
              <a:buFont typeface="DM Sans Black"/>
              <a:buNone/>
              <a:defRPr sz="2400">
                <a:latin typeface="DM Sans Black"/>
                <a:ea typeface="DM Sans Black"/>
                <a:cs typeface="DM Sans Black"/>
                <a:sym typeface="DM Sans Black"/>
              </a:defRPr>
            </a:lvl9pPr>
          </a:lstStyle>
          <a:p>
            <a:endParaRPr/>
          </a:p>
        </p:txBody>
      </p:sp>
      <p:grpSp>
        <p:nvGrpSpPr>
          <p:cNvPr id="158" name="Google Shape;158;p10"/>
          <p:cNvGrpSpPr/>
          <p:nvPr/>
        </p:nvGrpSpPr>
        <p:grpSpPr>
          <a:xfrm>
            <a:off x="720000" y="445025"/>
            <a:ext cx="7951275" cy="3688075"/>
            <a:chOff x="720000" y="445025"/>
            <a:chExt cx="7951275" cy="3688075"/>
          </a:xfrm>
        </p:grpSpPr>
        <p:sp>
          <p:nvSpPr>
            <p:cNvPr id="159" name="Google Shape;159;p10"/>
            <p:cNvSpPr/>
            <p:nvPr/>
          </p:nvSpPr>
          <p:spPr>
            <a:xfrm flipH="1">
              <a:off x="8571075" y="39219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60" name="Google Shape;160;p10"/>
            <p:cNvGrpSpPr/>
            <p:nvPr/>
          </p:nvGrpSpPr>
          <p:grpSpPr>
            <a:xfrm>
              <a:off x="720000" y="445025"/>
              <a:ext cx="574250" cy="100200"/>
              <a:chOff x="1297450" y="4159200"/>
              <a:chExt cx="574250" cy="100200"/>
            </a:xfrm>
          </p:grpSpPr>
          <p:sp>
            <p:nvSpPr>
              <p:cNvPr id="161" name="Google Shape;161;p10"/>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62" name="Google Shape;162;p10"/>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163" name="Google Shape;163;p10"/>
          <p:cNvGrpSpPr/>
          <p:nvPr/>
        </p:nvGrpSpPr>
        <p:grpSpPr>
          <a:xfrm>
            <a:off x="-1740625" y="-914750"/>
            <a:ext cx="12584953" cy="6330040"/>
            <a:chOff x="-1740625" y="-914750"/>
            <a:chExt cx="12584953" cy="6330040"/>
          </a:xfrm>
        </p:grpSpPr>
        <p:pic>
          <p:nvPicPr>
            <p:cNvPr id="164" name="Google Shape;164;p10"/>
            <p:cNvPicPr preferRelativeResize="0"/>
            <p:nvPr/>
          </p:nvPicPr>
          <p:blipFill rotWithShape="1">
            <a:blip r:embed="rId2">
              <a:alphaModFix/>
            </a:blip>
            <a:srcRect/>
            <a:stretch/>
          </p:blipFill>
          <p:spPr>
            <a:xfrm rot="10800000">
              <a:off x="7053175" y="-914750"/>
              <a:ext cx="2233999" cy="1783499"/>
            </a:xfrm>
            <a:prstGeom prst="rect">
              <a:avLst/>
            </a:prstGeom>
            <a:noFill/>
            <a:ln>
              <a:noFill/>
            </a:ln>
          </p:spPr>
        </p:pic>
        <p:pic>
          <p:nvPicPr>
            <p:cNvPr id="165" name="Google Shape;165;p10"/>
            <p:cNvPicPr preferRelativeResize="0"/>
            <p:nvPr/>
          </p:nvPicPr>
          <p:blipFill rotWithShape="1">
            <a:blip r:embed="rId3">
              <a:alphaModFix/>
            </a:blip>
            <a:srcRect/>
            <a:stretch/>
          </p:blipFill>
          <p:spPr>
            <a:xfrm>
              <a:off x="-1740625" y="2508738"/>
              <a:ext cx="2536124" cy="2906552"/>
            </a:xfrm>
            <a:prstGeom prst="rect">
              <a:avLst/>
            </a:prstGeom>
            <a:noFill/>
            <a:ln>
              <a:noFill/>
            </a:ln>
          </p:spPr>
        </p:pic>
        <p:pic>
          <p:nvPicPr>
            <p:cNvPr id="166" name="Google Shape;166;p10"/>
            <p:cNvPicPr preferRelativeResize="0"/>
            <p:nvPr/>
          </p:nvPicPr>
          <p:blipFill rotWithShape="1">
            <a:blip r:embed="rId4">
              <a:alphaModFix/>
            </a:blip>
            <a:srcRect/>
            <a:stretch/>
          </p:blipFill>
          <p:spPr>
            <a:xfrm rot="10800000" flipH="1">
              <a:off x="7089125" y="4542525"/>
              <a:ext cx="3755203" cy="83245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167"/>
        <p:cNvGrpSpPr/>
        <p:nvPr/>
      </p:nvGrpSpPr>
      <p:grpSpPr>
        <a:xfrm>
          <a:off x="0" y="0"/>
          <a:ext cx="0" cy="0"/>
          <a:chOff x="0" y="0"/>
          <a:chExt cx="0" cy="0"/>
        </a:xfrm>
      </p:grpSpPr>
      <p:grpSp>
        <p:nvGrpSpPr>
          <p:cNvPr id="168" name="Google Shape;168;p11"/>
          <p:cNvGrpSpPr/>
          <p:nvPr/>
        </p:nvGrpSpPr>
        <p:grpSpPr>
          <a:xfrm>
            <a:off x="-1187601" y="-804794"/>
            <a:ext cx="10428500" cy="5636483"/>
            <a:chOff x="-1187601" y="-804794"/>
            <a:chExt cx="10428500" cy="5636483"/>
          </a:xfrm>
        </p:grpSpPr>
        <p:pic>
          <p:nvPicPr>
            <p:cNvPr id="169" name="Google Shape;169;p11"/>
            <p:cNvPicPr preferRelativeResize="0"/>
            <p:nvPr/>
          </p:nvPicPr>
          <p:blipFill rotWithShape="1">
            <a:blip r:embed="rId2">
              <a:alphaModFix/>
            </a:blip>
            <a:srcRect t="2208" b="2208"/>
            <a:stretch/>
          </p:blipFill>
          <p:spPr>
            <a:xfrm rot="10800000" flipH="1">
              <a:off x="-1187601" y="4657953"/>
              <a:ext cx="3047603" cy="173736"/>
            </a:xfrm>
            <a:prstGeom prst="rect">
              <a:avLst/>
            </a:prstGeom>
            <a:noFill/>
            <a:ln>
              <a:noFill/>
            </a:ln>
          </p:spPr>
        </p:pic>
        <p:pic>
          <p:nvPicPr>
            <p:cNvPr id="170" name="Google Shape;170;p11"/>
            <p:cNvPicPr preferRelativeResize="0"/>
            <p:nvPr/>
          </p:nvPicPr>
          <p:blipFill rotWithShape="1">
            <a:blip r:embed="rId3">
              <a:alphaModFix/>
            </a:blip>
            <a:srcRect l="2015" r="2015"/>
            <a:stretch/>
          </p:blipFill>
          <p:spPr>
            <a:xfrm rot="10800000">
              <a:off x="-398600" y="-804794"/>
              <a:ext cx="1304626" cy="2551967"/>
            </a:xfrm>
            <a:prstGeom prst="rect">
              <a:avLst/>
            </a:prstGeom>
            <a:noFill/>
            <a:ln>
              <a:noFill/>
            </a:ln>
          </p:spPr>
        </p:pic>
        <p:pic>
          <p:nvPicPr>
            <p:cNvPr id="171" name="Google Shape;171;p11"/>
            <p:cNvPicPr preferRelativeResize="0"/>
            <p:nvPr/>
          </p:nvPicPr>
          <p:blipFill rotWithShape="1">
            <a:blip r:embed="rId4">
              <a:alphaModFix/>
            </a:blip>
            <a:srcRect/>
            <a:stretch/>
          </p:blipFill>
          <p:spPr>
            <a:xfrm rot="-5400000">
              <a:off x="7189985" y="308727"/>
              <a:ext cx="2409103" cy="1692724"/>
            </a:xfrm>
            <a:prstGeom prst="rect">
              <a:avLst/>
            </a:prstGeom>
            <a:noFill/>
            <a:ln>
              <a:noFill/>
            </a:ln>
          </p:spPr>
        </p:pic>
      </p:grpSp>
      <p:sp>
        <p:nvSpPr>
          <p:cNvPr id="172" name="Google Shape;172;p11"/>
          <p:cNvSpPr txBox="1">
            <a:spLocks noGrp="1"/>
          </p:cNvSpPr>
          <p:nvPr>
            <p:ph type="title"/>
          </p:nvPr>
        </p:nvSpPr>
        <p:spPr>
          <a:xfrm>
            <a:off x="1245780" y="2734025"/>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3" name="Google Shape;173;p11"/>
          <p:cNvSpPr txBox="1">
            <a:spLocks noGrp="1"/>
          </p:cNvSpPr>
          <p:nvPr>
            <p:ph type="subTitle" idx="1"/>
          </p:nvPr>
        </p:nvSpPr>
        <p:spPr>
          <a:xfrm>
            <a:off x="1245780" y="3711050"/>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174" name="Google Shape;174;p11"/>
          <p:cNvSpPr txBox="1">
            <a:spLocks noGrp="1"/>
          </p:cNvSpPr>
          <p:nvPr>
            <p:ph type="title" idx="2"/>
          </p:nvPr>
        </p:nvSpPr>
        <p:spPr>
          <a:xfrm>
            <a:off x="3032689" y="984500"/>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5" name="Google Shape;175;p11"/>
          <p:cNvSpPr txBox="1">
            <a:spLocks noGrp="1"/>
          </p:cNvSpPr>
          <p:nvPr>
            <p:ph type="subTitle" idx="3"/>
          </p:nvPr>
        </p:nvSpPr>
        <p:spPr>
          <a:xfrm>
            <a:off x="3032689" y="1961399"/>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sp>
        <p:nvSpPr>
          <p:cNvPr id="176" name="Google Shape;176;p11"/>
          <p:cNvSpPr txBox="1">
            <a:spLocks noGrp="1"/>
          </p:cNvSpPr>
          <p:nvPr>
            <p:ph type="title" idx="4"/>
          </p:nvPr>
        </p:nvSpPr>
        <p:spPr>
          <a:xfrm>
            <a:off x="4819620" y="2734025"/>
            <a:ext cx="3078600" cy="9108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1"/>
              </a:buClr>
              <a:buSzPts val="6000"/>
              <a:buNone/>
              <a:defRPr sz="4300"/>
            </a:lvl1pPr>
            <a:lvl2pPr lvl="1"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2pPr>
            <a:lvl3pPr lvl="2"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3pPr>
            <a:lvl4pPr lvl="3"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4pPr>
            <a:lvl5pPr lvl="4"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5pPr>
            <a:lvl6pPr lvl="5"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6pPr>
            <a:lvl7pPr lvl="6"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7pPr>
            <a:lvl8pPr lvl="7"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8pPr>
            <a:lvl9pPr lvl="8" algn="ctr">
              <a:lnSpc>
                <a:spcPct val="100000"/>
              </a:lnSpc>
              <a:spcBef>
                <a:spcPts val="0"/>
              </a:spcBef>
              <a:spcAft>
                <a:spcPts val="0"/>
              </a:spcAft>
              <a:buClr>
                <a:schemeClr val="lt1"/>
              </a:buClr>
              <a:buSzPts val="6000"/>
              <a:buFont typeface="DM Sans Black"/>
              <a:buNone/>
              <a:defRPr sz="6000">
                <a:solidFill>
                  <a:schemeClr val="lt1"/>
                </a:solidFill>
                <a:latin typeface="DM Sans Black"/>
                <a:ea typeface="DM Sans Black"/>
                <a:cs typeface="DM Sans Black"/>
                <a:sym typeface="DM Sans Black"/>
              </a:defRPr>
            </a:lvl9pPr>
          </a:lstStyle>
          <a:p>
            <a:endParaRPr/>
          </a:p>
        </p:txBody>
      </p:sp>
      <p:sp>
        <p:nvSpPr>
          <p:cNvPr id="177" name="Google Shape;177;p11"/>
          <p:cNvSpPr txBox="1">
            <a:spLocks noGrp="1"/>
          </p:cNvSpPr>
          <p:nvPr>
            <p:ph type="subTitle" idx="5"/>
          </p:nvPr>
        </p:nvSpPr>
        <p:spPr>
          <a:xfrm>
            <a:off x="4819620" y="3711050"/>
            <a:ext cx="3078600" cy="3882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1200"/>
              <a:buNone/>
              <a:defRPr sz="1400">
                <a:solidFill>
                  <a:schemeClr val="dk1"/>
                </a:solidFill>
              </a:defRPr>
            </a:lvl1pPr>
            <a:lvl2pPr lvl="1" algn="ctr">
              <a:lnSpc>
                <a:spcPct val="100000"/>
              </a:lnSpc>
              <a:spcBef>
                <a:spcPts val="0"/>
              </a:spcBef>
              <a:spcAft>
                <a:spcPts val="0"/>
              </a:spcAft>
              <a:buClr>
                <a:schemeClr val="dk1"/>
              </a:buClr>
              <a:buSzPts val="1200"/>
              <a:buNone/>
              <a:defRPr>
                <a:solidFill>
                  <a:schemeClr val="dk1"/>
                </a:solidFill>
              </a:defRPr>
            </a:lvl2pPr>
            <a:lvl3pPr lvl="2" algn="ctr">
              <a:lnSpc>
                <a:spcPct val="100000"/>
              </a:lnSpc>
              <a:spcBef>
                <a:spcPts val="0"/>
              </a:spcBef>
              <a:spcAft>
                <a:spcPts val="0"/>
              </a:spcAft>
              <a:buClr>
                <a:schemeClr val="dk1"/>
              </a:buClr>
              <a:buSzPts val="1200"/>
              <a:buNone/>
              <a:defRPr>
                <a:solidFill>
                  <a:schemeClr val="dk1"/>
                </a:solidFill>
              </a:defRPr>
            </a:lvl3pPr>
            <a:lvl4pPr lvl="3" algn="ctr">
              <a:lnSpc>
                <a:spcPct val="100000"/>
              </a:lnSpc>
              <a:spcBef>
                <a:spcPts val="0"/>
              </a:spcBef>
              <a:spcAft>
                <a:spcPts val="0"/>
              </a:spcAft>
              <a:buClr>
                <a:schemeClr val="dk1"/>
              </a:buClr>
              <a:buSzPts val="1200"/>
              <a:buNone/>
              <a:defRPr>
                <a:solidFill>
                  <a:schemeClr val="dk1"/>
                </a:solidFill>
              </a:defRPr>
            </a:lvl4pPr>
            <a:lvl5pPr lvl="4" algn="ctr">
              <a:lnSpc>
                <a:spcPct val="100000"/>
              </a:lnSpc>
              <a:spcBef>
                <a:spcPts val="0"/>
              </a:spcBef>
              <a:spcAft>
                <a:spcPts val="0"/>
              </a:spcAft>
              <a:buClr>
                <a:schemeClr val="dk1"/>
              </a:buClr>
              <a:buSzPts val="1200"/>
              <a:buNone/>
              <a:defRPr>
                <a:solidFill>
                  <a:schemeClr val="dk1"/>
                </a:solidFill>
              </a:defRPr>
            </a:lvl5pPr>
            <a:lvl6pPr lvl="5" algn="ctr">
              <a:lnSpc>
                <a:spcPct val="100000"/>
              </a:lnSpc>
              <a:spcBef>
                <a:spcPts val="0"/>
              </a:spcBef>
              <a:spcAft>
                <a:spcPts val="0"/>
              </a:spcAft>
              <a:buClr>
                <a:schemeClr val="dk1"/>
              </a:buClr>
              <a:buSzPts val="1200"/>
              <a:buNone/>
              <a:defRPr>
                <a:solidFill>
                  <a:schemeClr val="dk1"/>
                </a:solidFill>
              </a:defRPr>
            </a:lvl6pPr>
            <a:lvl7pPr lvl="6" algn="ctr">
              <a:lnSpc>
                <a:spcPct val="100000"/>
              </a:lnSpc>
              <a:spcBef>
                <a:spcPts val="0"/>
              </a:spcBef>
              <a:spcAft>
                <a:spcPts val="0"/>
              </a:spcAft>
              <a:buClr>
                <a:schemeClr val="dk1"/>
              </a:buClr>
              <a:buSzPts val="1200"/>
              <a:buNone/>
              <a:defRPr>
                <a:solidFill>
                  <a:schemeClr val="dk1"/>
                </a:solidFill>
              </a:defRPr>
            </a:lvl7pPr>
            <a:lvl8pPr lvl="7" algn="ctr">
              <a:lnSpc>
                <a:spcPct val="100000"/>
              </a:lnSpc>
              <a:spcBef>
                <a:spcPts val="0"/>
              </a:spcBef>
              <a:spcAft>
                <a:spcPts val="0"/>
              </a:spcAft>
              <a:buClr>
                <a:schemeClr val="dk1"/>
              </a:buClr>
              <a:buSzPts val="1200"/>
              <a:buNone/>
              <a:defRPr>
                <a:solidFill>
                  <a:schemeClr val="dk1"/>
                </a:solidFill>
              </a:defRPr>
            </a:lvl8pPr>
            <a:lvl9pPr lvl="8" algn="ctr">
              <a:lnSpc>
                <a:spcPct val="100000"/>
              </a:lnSpc>
              <a:spcBef>
                <a:spcPts val="0"/>
              </a:spcBef>
              <a:spcAft>
                <a:spcPts val="0"/>
              </a:spcAft>
              <a:buClr>
                <a:schemeClr val="dk1"/>
              </a:buClr>
              <a:buSzPts val="1200"/>
              <a:buNone/>
              <a:defRPr>
                <a:solidFill>
                  <a:schemeClr val="dk1"/>
                </a:solidFill>
              </a:defRPr>
            </a:lvl9pPr>
          </a:lstStyle>
          <a:p>
            <a:endParaRPr/>
          </a:p>
        </p:txBody>
      </p:sp>
      <p:grpSp>
        <p:nvGrpSpPr>
          <p:cNvPr id="178" name="Google Shape;178;p11"/>
          <p:cNvGrpSpPr/>
          <p:nvPr/>
        </p:nvGrpSpPr>
        <p:grpSpPr>
          <a:xfrm>
            <a:off x="7180850" y="1827825"/>
            <a:ext cx="1753475" cy="3003875"/>
            <a:chOff x="7180850" y="1827825"/>
            <a:chExt cx="1753475" cy="3003875"/>
          </a:xfrm>
        </p:grpSpPr>
        <p:sp>
          <p:nvSpPr>
            <p:cNvPr id="179" name="Google Shape;179;p11"/>
            <p:cNvSpPr/>
            <p:nvPr/>
          </p:nvSpPr>
          <p:spPr>
            <a:xfrm rot="-5400000" flipH="1">
              <a:off x="8813575" y="180727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80" name="Google Shape;180;p11"/>
            <p:cNvGrpSpPr/>
            <p:nvPr/>
          </p:nvGrpSpPr>
          <p:grpSpPr>
            <a:xfrm>
              <a:off x="7180850" y="4731500"/>
              <a:ext cx="574250" cy="100200"/>
              <a:chOff x="1297450" y="4159200"/>
              <a:chExt cx="574250" cy="100200"/>
            </a:xfrm>
          </p:grpSpPr>
          <p:sp>
            <p:nvSpPr>
              <p:cNvPr id="181" name="Google Shape;181;p11"/>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82" name="Google Shape;182;p11"/>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pic>
        <p:nvPicPr>
          <p:cNvPr id="183" name="Google Shape;183;p11"/>
          <p:cNvPicPr preferRelativeResize="0"/>
          <p:nvPr/>
        </p:nvPicPr>
        <p:blipFill rotWithShape="1">
          <a:blip r:embed="rId5">
            <a:alphaModFix/>
          </a:blip>
          <a:srcRect l="5276" b="-10"/>
          <a:stretch/>
        </p:blipFill>
        <p:spPr>
          <a:xfrm rot="10800000">
            <a:off x="7164448" y="667575"/>
            <a:ext cx="2187576" cy="1737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84"/>
        <p:cNvGrpSpPr/>
        <p:nvPr/>
      </p:nvGrpSpPr>
      <p:grpSpPr>
        <a:xfrm>
          <a:off x="0" y="0"/>
          <a:ext cx="0" cy="0"/>
          <a:chOff x="0" y="0"/>
          <a:chExt cx="0" cy="0"/>
        </a:xfrm>
      </p:grpSpPr>
      <p:grpSp>
        <p:nvGrpSpPr>
          <p:cNvPr id="185" name="Google Shape;185;p12"/>
          <p:cNvGrpSpPr/>
          <p:nvPr/>
        </p:nvGrpSpPr>
        <p:grpSpPr>
          <a:xfrm>
            <a:off x="-8" y="-113562"/>
            <a:ext cx="10293908" cy="5476419"/>
            <a:chOff x="-8" y="-113562"/>
            <a:chExt cx="10293908" cy="5476419"/>
          </a:xfrm>
        </p:grpSpPr>
        <p:pic>
          <p:nvPicPr>
            <p:cNvPr id="186" name="Google Shape;186;p12"/>
            <p:cNvPicPr preferRelativeResize="0"/>
            <p:nvPr/>
          </p:nvPicPr>
          <p:blipFill rotWithShape="1">
            <a:blip r:embed="rId2">
              <a:alphaModFix/>
            </a:blip>
            <a:srcRect/>
            <a:stretch/>
          </p:blipFill>
          <p:spPr>
            <a:xfrm rot="10800000">
              <a:off x="7757775" y="-113562"/>
              <a:ext cx="2536124" cy="2906552"/>
            </a:xfrm>
            <a:prstGeom prst="rect">
              <a:avLst/>
            </a:prstGeom>
            <a:noFill/>
            <a:ln>
              <a:noFill/>
            </a:ln>
          </p:spPr>
        </p:pic>
        <p:pic>
          <p:nvPicPr>
            <p:cNvPr id="187" name="Google Shape;187;p12"/>
            <p:cNvPicPr preferRelativeResize="0"/>
            <p:nvPr/>
          </p:nvPicPr>
          <p:blipFill rotWithShape="1">
            <a:blip r:embed="rId3">
              <a:alphaModFix/>
            </a:blip>
            <a:srcRect/>
            <a:stretch/>
          </p:blipFill>
          <p:spPr>
            <a:xfrm rot="10800000" flipH="1">
              <a:off x="5856319" y="4529047"/>
              <a:ext cx="3758182" cy="833810"/>
            </a:xfrm>
            <a:prstGeom prst="rect">
              <a:avLst/>
            </a:prstGeom>
            <a:noFill/>
            <a:ln>
              <a:noFill/>
            </a:ln>
          </p:spPr>
        </p:pic>
        <p:pic>
          <p:nvPicPr>
            <p:cNvPr id="188" name="Google Shape;188;p12"/>
            <p:cNvPicPr preferRelativeResize="0"/>
            <p:nvPr/>
          </p:nvPicPr>
          <p:blipFill rotWithShape="1">
            <a:blip r:embed="rId4">
              <a:alphaModFix/>
            </a:blip>
            <a:srcRect/>
            <a:stretch/>
          </p:blipFill>
          <p:spPr>
            <a:xfrm rot="5400000">
              <a:off x="-225377" y="225373"/>
              <a:ext cx="2229714" cy="1778977"/>
            </a:xfrm>
            <a:prstGeom prst="rect">
              <a:avLst/>
            </a:prstGeom>
            <a:noFill/>
            <a:ln>
              <a:noFill/>
            </a:ln>
          </p:spPr>
        </p:pic>
      </p:grpSp>
      <p:sp>
        <p:nvSpPr>
          <p:cNvPr id="189" name="Google Shape;189;p12"/>
          <p:cNvSpPr txBox="1">
            <a:spLocks noGrp="1"/>
          </p:cNvSpPr>
          <p:nvPr>
            <p:ph type="title" hasCustomPrompt="1"/>
          </p:nvPr>
        </p:nvSpPr>
        <p:spPr>
          <a:xfrm>
            <a:off x="2393400" y="1709976"/>
            <a:ext cx="4357200" cy="1150500"/>
          </a:xfrm>
          <a:prstGeom prst="rect">
            <a:avLst/>
          </a:prstGeom>
          <a:solidFill>
            <a:schemeClr val="accent2"/>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9600"/>
              <a:buNone/>
              <a:defRPr sz="49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90" name="Google Shape;190;p12"/>
          <p:cNvSpPr txBox="1">
            <a:spLocks noGrp="1"/>
          </p:cNvSpPr>
          <p:nvPr>
            <p:ph type="subTitle" idx="1"/>
          </p:nvPr>
        </p:nvSpPr>
        <p:spPr>
          <a:xfrm>
            <a:off x="2393400" y="2962927"/>
            <a:ext cx="4357200" cy="960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4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91" name="Google Shape;191;p12"/>
          <p:cNvGrpSpPr/>
          <p:nvPr/>
        </p:nvGrpSpPr>
        <p:grpSpPr>
          <a:xfrm>
            <a:off x="345675" y="314975"/>
            <a:ext cx="8523625" cy="4556650"/>
            <a:chOff x="345675" y="314975"/>
            <a:chExt cx="8523625" cy="4556650"/>
          </a:xfrm>
        </p:grpSpPr>
        <p:sp>
          <p:nvSpPr>
            <p:cNvPr id="192" name="Google Shape;192;p12"/>
            <p:cNvSpPr/>
            <p:nvPr/>
          </p:nvSpPr>
          <p:spPr>
            <a:xfrm>
              <a:off x="8769100" y="39232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3" name="Google Shape;193;p12"/>
            <p:cNvSpPr/>
            <p:nvPr/>
          </p:nvSpPr>
          <p:spPr>
            <a:xfrm rot="5400000">
              <a:off x="6716450" y="159425"/>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4" name="Google Shape;194;p12"/>
            <p:cNvSpPr/>
            <p:nvPr/>
          </p:nvSpPr>
          <p:spPr>
            <a:xfrm rot="5400000">
              <a:off x="366225" y="323600"/>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195" name="Google Shape;195;p12"/>
            <p:cNvGrpSpPr/>
            <p:nvPr/>
          </p:nvGrpSpPr>
          <p:grpSpPr>
            <a:xfrm flipH="1">
              <a:off x="1296175" y="4771425"/>
              <a:ext cx="574250" cy="100200"/>
              <a:chOff x="1297450" y="4159200"/>
              <a:chExt cx="574250" cy="100200"/>
            </a:xfrm>
          </p:grpSpPr>
          <p:sp>
            <p:nvSpPr>
              <p:cNvPr id="196" name="Google Shape;196;p12"/>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197" name="Google Shape;197;p12"/>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1">
  <p:cSld name="CUSTOM_4_1_1">
    <p:spTree>
      <p:nvGrpSpPr>
        <p:cNvPr id="1" name="Shape 198"/>
        <p:cNvGrpSpPr/>
        <p:nvPr/>
      </p:nvGrpSpPr>
      <p:grpSpPr>
        <a:xfrm>
          <a:off x="0" y="0"/>
          <a:ext cx="0" cy="0"/>
          <a:chOff x="0" y="0"/>
          <a:chExt cx="0" cy="0"/>
        </a:xfrm>
      </p:grpSpPr>
      <p:grpSp>
        <p:nvGrpSpPr>
          <p:cNvPr id="199" name="Google Shape;199;p13"/>
          <p:cNvGrpSpPr/>
          <p:nvPr/>
        </p:nvGrpSpPr>
        <p:grpSpPr>
          <a:xfrm>
            <a:off x="-86926" y="361266"/>
            <a:ext cx="9857490" cy="6415335"/>
            <a:chOff x="-86926" y="361266"/>
            <a:chExt cx="9857490" cy="6415335"/>
          </a:xfrm>
        </p:grpSpPr>
        <p:pic>
          <p:nvPicPr>
            <p:cNvPr id="200" name="Google Shape;200;p13"/>
            <p:cNvPicPr preferRelativeResize="0"/>
            <p:nvPr/>
          </p:nvPicPr>
          <p:blipFill rotWithShape="1">
            <a:blip r:embed="rId2">
              <a:alphaModFix/>
            </a:blip>
            <a:srcRect l="1485" r="1485"/>
            <a:stretch/>
          </p:blipFill>
          <p:spPr>
            <a:xfrm>
              <a:off x="8465937" y="2690469"/>
              <a:ext cx="1304627" cy="2551967"/>
            </a:xfrm>
            <a:prstGeom prst="rect">
              <a:avLst/>
            </a:prstGeom>
            <a:noFill/>
            <a:ln>
              <a:noFill/>
            </a:ln>
          </p:spPr>
        </p:pic>
        <p:pic>
          <p:nvPicPr>
            <p:cNvPr id="201" name="Google Shape;201;p13"/>
            <p:cNvPicPr preferRelativeResize="0"/>
            <p:nvPr/>
          </p:nvPicPr>
          <p:blipFill rotWithShape="1">
            <a:blip r:embed="rId3">
              <a:alphaModFix/>
            </a:blip>
            <a:srcRect/>
            <a:stretch/>
          </p:blipFill>
          <p:spPr>
            <a:xfrm rot="-5400000">
              <a:off x="5890975" y="4055263"/>
              <a:ext cx="2536124" cy="2906552"/>
            </a:xfrm>
            <a:prstGeom prst="rect">
              <a:avLst/>
            </a:prstGeom>
            <a:noFill/>
            <a:ln>
              <a:noFill/>
            </a:ln>
          </p:spPr>
        </p:pic>
        <p:pic>
          <p:nvPicPr>
            <p:cNvPr id="202" name="Google Shape;202;p13"/>
            <p:cNvPicPr preferRelativeResize="0"/>
            <p:nvPr/>
          </p:nvPicPr>
          <p:blipFill rotWithShape="1">
            <a:blip r:embed="rId4">
              <a:alphaModFix/>
            </a:blip>
            <a:srcRect t="2208" b="2208"/>
            <a:stretch/>
          </p:blipFill>
          <p:spPr>
            <a:xfrm rot="10800000" flipH="1">
              <a:off x="-86926" y="361266"/>
              <a:ext cx="3047603" cy="173736"/>
            </a:xfrm>
            <a:prstGeom prst="rect">
              <a:avLst/>
            </a:prstGeom>
            <a:noFill/>
            <a:ln>
              <a:noFill/>
            </a:ln>
          </p:spPr>
        </p:pic>
      </p:grpSp>
      <p:sp>
        <p:nvSpPr>
          <p:cNvPr id="203" name="Google Shape;203;p13"/>
          <p:cNvSpPr txBox="1">
            <a:spLocks noGrp="1"/>
          </p:cNvSpPr>
          <p:nvPr>
            <p:ph type="title"/>
          </p:nvPr>
        </p:nvSpPr>
        <p:spPr>
          <a:xfrm>
            <a:off x="4554925" y="1358975"/>
            <a:ext cx="3501900" cy="1478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04" name="Google Shape;204;p13"/>
          <p:cNvSpPr txBox="1">
            <a:spLocks noGrp="1"/>
          </p:cNvSpPr>
          <p:nvPr>
            <p:ph type="subTitle" idx="1"/>
          </p:nvPr>
        </p:nvSpPr>
        <p:spPr>
          <a:xfrm>
            <a:off x="4554925" y="2898497"/>
            <a:ext cx="3501900" cy="8694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05" name="Google Shape;205;p13"/>
          <p:cNvSpPr>
            <a:spLocks noGrp="1"/>
          </p:cNvSpPr>
          <p:nvPr>
            <p:ph type="pic" idx="2"/>
          </p:nvPr>
        </p:nvSpPr>
        <p:spPr>
          <a:xfrm>
            <a:off x="853144" y="1140525"/>
            <a:ext cx="3391500" cy="3072300"/>
          </a:xfrm>
          <a:prstGeom prst="roundRect">
            <a:avLst>
              <a:gd name="adj" fmla="val 16667"/>
            </a:avLst>
          </a:prstGeom>
          <a:noFill/>
          <a:ln>
            <a:noFill/>
          </a:ln>
        </p:spPr>
        <p:txBody>
          <a:bodyPr/>
          <a:lstStyle/>
          <a:p>
            <a:endParaRPr lang="en-US"/>
          </a:p>
        </p:txBody>
      </p:sp>
      <p:grpSp>
        <p:nvGrpSpPr>
          <p:cNvPr id="206" name="Google Shape;206;p13"/>
          <p:cNvGrpSpPr/>
          <p:nvPr/>
        </p:nvGrpSpPr>
        <p:grpSpPr>
          <a:xfrm>
            <a:off x="303988" y="666050"/>
            <a:ext cx="7407787" cy="4180500"/>
            <a:chOff x="303988" y="666050"/>
            <a:chExt cx="7407787" cy="4180500"/>
          </a:xfrm>
        </p:grpSpPr>
        <p:sp>
          <p:nvSpPr>
            <p:cNvPr id="207" name="Google Shape;207;p13"/>
            <p:cNvSpPr/>
            <p:nvPr/>
          </p:nvSpPr>
          <p:spPr>
            <a:xfrm rot="5400000" flipH="1">
              <a:off x="6383900" y="46908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08" name="Google Shape;208;p13"/>
            <p:cNvGrpSpPr/>
            <p:nvPr/>
          </p:nvGrpSpPr>
          <p:grpSpPr>
            <a:xfrm>
              <a:off x="7137525" y="666050"/>
              <a:ext cx="574250" cy="100200"/>
              <a:chOff x="1297450" y="4159200"/>
              <a:chExt cx="574250" cy="100200"/>
            </a:xfrm>
          </p:grpSpPr>
          <p:sp>
            <p:nvSpPr>
              <p:cNvPr id="209" name="Google Shape;209;p1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10" name="Google Shape;210;p1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
          <p:nvSpPr>
            <p:cNvPr id="211" name="Google Shape;211;p13"/>
            <p:cNvSpPr/>
            <p:nvPr/>
          </p:nvSpPr>
          <p:spPr>
            <a:xfrm flipH="1">
              <a:off x="303988" y="3644475"/>
              <a:ext cx="100200" cy="446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2"/>
        <p:cNvGrpSpPr/>
        <p:nvPr/>
      </p:nvGrpSpPr>
      <p:grpSpPr>
        <a:xfrm>
          <a:off x="0" y="0"/>
          <a:ext cx="0" cy="0"/>
          <a:chOff x="0" y="0"/>
          <a:chExt cx="0" cy="0"/>
        </a:xfrm>
      </p:grpSpPr>
      <p:sp>
        <p:nvSpPr>
          <p:cNvPr id="213" name="Google Shape;213;p1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14" name="Google Shape;214;p14"/>
          <p:cNvGrpSpPr/>
          <p:nvPr/>
        </p:nvGrpSpPr>
        <p:grpSpPr>
          <a:xfrm>
            <a:off x="362550" y="3149750"/>
            <a:ext cx="8400950" cy="1786425"/>
            <a:chOff x="362550" y="3149750"/>
            <a:chExt cx="8400950" cy="1786425"/>
          </a:xfrm>
        </p:grpSpPr>
        <p:sp>
          <p:nvSpPr>
            <p:cNvPr id="215" name="Google Shape;215;p14"/>
            <p:cNvSpPr/>
            <p:nvPr/>
          </p:nvSpPr>
          <p:spPr>
            <a:xfrm flipH="1">
              <a:off x="362550" y="31497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16" name="Google Shape;216;p14"/>
            <p:cNvGrpSpPr/>
            <p:nvPr/>
          </p:nvGrpSpPr>
          <p:grpSpPr>
            <a:xfrm>
              <a:off x="8189250" y="4835975"/>
              <a:ext cx="574250" cy="100200"/>
              <a:chOff x="1297450" y="4159200"/>
              <a:chExt cx="574250" cy="100200"/>
            </a:xfrm>
          </p:grpSpPr>
          <p:sp>
            <p:nvSpPr>
              <p:cNvPr id="217" name="Google Shape;217;p1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18" name="Google Shape;218;p1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19" name="Google Shape;219;p14"/>
          <p:cNvGrpSpPr/>
          <p:nvPr/>
        </p:nvGrpSpPr>
        <p:grpSpPr>
          <a:xfrm>
            <a:off x="-2410326" y="0"/>
            <a:ext cx="12713300" cy="5409423"/>
            <a:chOff x="-2410326" y="0"/>
            <a:chExt cx="12713300" cy="5409423"/>
          </a:xfrm>
        </p:grpSpPr>
        <p:pic>
          <p:nvPicPr>
            <p:cNvPr id="220" name="Google Shape;220;p14"/>
            <p:cNvPicPr preferRelativeResize="0"/>
            <p:nvPr/>
          </p:nvPicPr>
          <p:blipFill rotWithShape="1">
            <a:blip r:embed="rId2">
              <a:alphaModFix/>
            </a:blip>
            <a:srcRect t="2208" b="2208"/>
            <a:stretch/>
          </p:blipFill>
          <p:spPr>
            <a:xfrm rot="10800000" flipH="1">
              <a:off x="-2410326" y="217853"/>
              <a:ext cx="3047603" cy="173736"/>
            </a:xfrm>
            <a:prstGeom prst="rect">
              <a:avLst/>
            </a:prstGeom>
            <a:noFill/>
            <a:ln>
              <a:noFill/>
            </a:ln>
          </p:spPr>
        </p:pic>
        <p:pic>
          <p:nvPicPr>
            <p:cNvPr id="221" name="Google Shape;221;p14"/>
            <p:cNvPicPr preferRelativeResize="0"/>
            <p:nvPr/>
          </p:nvPicPr>
          <p:blipFill rotWithShape="1">
            <a:blip r:embed="rId3">
              <a:alphaModFix/>
            </a:blip>
            <a:srcRect t="20" b="30"/>
            <a:stretch/>
          </p:blipFill>
          <p:spPr>
            <a:xfrm flipH="1">
              <a:off x="-20651" y="3701647"/>
              <a:ext cx="735760" cy="1707776"/>
            </a:xfrm>
            <a:prstGeom prst="rect">
              <a:avLst/>
            </a:prstGeom>
            <a:noFill/>
            <a:ln>
              <a:noFill/>
            </a:ln>
          </p:spPr>
        </p:pic>
        <p:pic>
          <p:nvPicPr>
            <p:cNvPr id="222" name="Google Shape;222;p14"/>
            <p:cNvPicPr preferRelativeResize="0"/>
            <p:nvPr/>
          </p:nvPicPr>
          <p:blipFill rotWithShape="1">
            <a:blip r:embed="rId4">
              <a:alphaModFix/>
            </a:blip>
            <a:srcRect/>
            <a:stretch/>
          </p:blipFill>
          <p:spPr>
            <a:xfrm rot="-5400000" flipH="1">
              <a:off x="8294225" y="225250"/>
              <a:ext cx="2233999" cy="1783499"/>
            </a:xfrm>
            <a:prstGeom prst="rect">
              <a:avLst/>
            </a:prstGeom>
            <a:noFill/>
            <a:ln>
              <a:noFill/>
            </a:ln>
          </p:spPr>
        </p:pic>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23"/>
        <p:cNvGrpSpPr/>
        <p:nvPr/>
      </p:nvGrpSpPr>
      <p:grpSpPr>
        <a:xfrm>
          <a:off x="0" y="0"/>
          <a:ext cx="0" cy="0"/>
          <a:chOff x="0" y="0"/>
          <a:chExt cx="0" cy="0"/>
        </a:xfrm>
      </p:grpSpPr>
      <p:sp>
        <p:nvSpPr>
          <p:cNvPr id="224" name="Google Shape;224;p15"/>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25" name="Google Shape;225;p15"/>
          <p:cNvGrpSpPr/>
          <p:nvPr/>
        </p:nvGrpSpPr>
        <p:grpSpPr>
          <a:xfrm>
            <a:off x="326975" y="861038"/>
            <a:ext cx="7677775" cy="4047312"/>
            <a:chOff x="326975" y="861038"/>
            <a:chExt cx="7677775" cy="4047312"/>
          </a:xfrm>
        </p:grpSpPr>
        <p:sp>
          <p:nvSpPr>
            <p:cNvPr id="226" name="Google Shape;226;p15"/>
            <p:cNvSpPr/>
            <p:nvPr/>
          </p:nvSpPr>
          <p:spPr>
            <a:xfrm rot="5400000" flipH="1">
              <a:off x="7849050" y="47526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27" name="Google Shape;227;p15"/>
            <p:cNvGrpSpPr/>
            <p:nvPr/>
          </p:nvGrpSpPr>
          <p:grpSpPr>
            <a:xfrm rot="-5400000">
              <a:off x="89950" y="1098063"/>
              <a:ext cx="574250" cy="100200"/>
              <a:chOff x="1297450" y="4159200"/>
              <a:chExt cx="574250" cy="100200"/>
            </a:xfrm>
          </p:grpSpPr>
          <p:sp>
            <p:nvSpPr>
              <p:cNvPr id="228" name="Google Shape;228;p15"/>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29" name="Google Shape;229;p15"/>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30" name="Google Shape;230;p15"/>
          <p:cNvGrpSpPr/>
          <p:nvPr/>
        </p:nvGrpSpPr>
        <p:grpSpPr>
          <a:xfrm>
            <a:off x="-1667356" y="271300"/>
            <a:ext cx="12632380" cy="5214282"/>
            <a:chOff x="-1667356" y="271300"/>
            <a:chExt cx="12632380" cy="5214282"/>
          </a:xfrm>
        </p:grpSpPr>
        <p:pic>
          <p:nvPicPr>
            <p:cNvPr id="231" name="Google Shape;231;p15"/>
            <p:cNvPicPr preferRelativeResize="0"/>
            <p:nvPr/>
          </p:nvPicPr>
          <p:blipFill rotWithShape="1">
            <a:blip r:embed="rId2">
              <a:alphaModFix/>
            </a:blip>
            <a:srcRect/>
            <a:stretch/>
          </p:blipFill>
          <p:spPr>
            <a:xfrm flipH="1">
              <a:off x="8428900" y="2391513"/>
              <a:ext cx="2536124" cy="2906552"/>
            </a:xfrm>
            <a:prstGeom prst="rect">
              <a:avLst/>
            </a:prstGeom>
            <a:noFill/>
            <a:ln>
              <a:noFill/>
            </a:ln>
          </p:spPr>
        </p:pic>
        <p:pic>
          <p:nvPicPr>
            <p:cNvPr id="232" name="Google Shape;232;p15"/>
            <p:cNvPicPr preferRelativeResize="0"/>
            <p:nvPr/>
          </p:nvPicPr>
          <p:blipFill rotWithShape="1">
            <a:blip r:embed="rId3">
              <a:alphaModFix/>
            </a:blip>
            <a:srcRect l="5276" b="-10"/>
            <a:stretch/>
          </p:blipFill>
          <p:spPr>
            <a:xfrm rot="10800000">
              <a:off x="7578813" y="271300"/>
              <a:ext cx="1774377" cy="173736"/>
            </a:xfrm>
            <a:prstGeom prst="rect">
              <a:avLst/>
            </a:prstGeom>
            <a:noFill/>
            <a:ln>
              <a:noFill/>
            </a:ln>
          </p:spPr>
        </p:pic>
        <p:pic>
          <p:nvPicPr>
            <p:cNvPr id="233" name="Google Shape;233;p15"/>
            <p:cNvPicPr preferRelativeResize="0"/>
            <p:nvPr/>
          </p:nvPicPr>
          <p:blipFill rotWithShape="1">
            <a:blip r:embed="rId4">
              <a:alphaModFix/>
            </a:blip>
            <a:srcRect/>
            <a:stretch/>
          </p:blipFill>
          <p:spPr>
            <a:xfrm rot="10800000">
              <a:off x="-1667356" y="4651772"/>
              <a:ext cx="3758182" cy="833810"/>
            </a:xfrm>
            <a:prstGeom prst="rect">
              <a:avLst/>
            </a:prstGeom>
            <a:noFill/>
            <a:ln>
              <a:noFill/>
            </a:ln>
          </p:spPr>
        </p:pic>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34"/>
        <p:cNvGrpSpPr/>
        <p:nvPr/>
      </p:nvGrpSpPr>
      <p:grpSpPr>
        <a:xfrm>
          <a:off x="0" y="0"/>
          <a:ext cx="0" cy="0"/>
          <a:chOff x="0" y="0"/>
          <a:chExt cx="0" cy="0"/>
        </a:xfrm>
      </p:grpSpPr>
      <p:sp>
        <p:nvSpPr>
          <p:cNvPr id="235" name="Google Shape;235;p16"/>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36" name="Google Shape;236;p16"/>
          <p:cNvGrpSpPr/>
          <p:nvPr/>
        </p:nvGrpSpPr>
        <p:grpSpPr>
          <a:xfrm>
            <a:off x="319275" y="3981900"/>
            <a:ext cx="8552075" cy="882175"/>
            <a:chOff x="319275" y="3981900"/>
            <a:chExt cx="8552075" cy="882175"/>
          </a:xfrm>
        </p:grpSpPr>
        <p:sp>
          <p:nvSpPr>
            <p:cNvPr id="237" name="Google Shape;237;p16"/>
            <p:cNvSpPr/>
            <p:nvPr/>
          </p:nvSpPr>
          <p:spPr>
            <a:xfrm rot="10800000" flipH="1">
              <a:off x="319275" y="39819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38" name="Google Shape;238;p16"/>
            <p:cNvGrpSpPr/>
            <p:nvPr/>
          </p:nvGrpSpPr>
          <p:grpSpPr>
            <a:xfrm rot="-5400000">
              <a:off x="8534125" y="4526850"/>
              <a:ext cx="574250" cy="100200"/>
              <a:chOff x="1297450" y="4159200"/>
              <a:chExt cx="574250" cy="100200"/>
            </a:xfrm>
          </p:grpSpPr>
          <p:sp>
            <p:nvSpPr>
              <p:cNvPr id="239" name="Google Shape;239;p16"/>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40" name="Google Shape;240;p16"/>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41" name="Google Shape;241;p16"/>
          <p:cNvGrpSpPr/>
          <p:nvPr/>
        </p:nvGrpSpPr>
        <p:grpSpPr>
          <a:xfrm>
            <a:off x="-1380369" y="-1931213"/>
            <a:ext cx="10565268" cy="7373521"/>
            <a:chOff x="-1380369" y="-1931213"/>
            <a:chExt cx="10565268" cy="7373521"/>
          </a:xfrm>
        </p:grpSpPr>
        <p:pic>
          <p:nvPicPr>
            <p:cNvPr id="242" name="Google Shape;242;p16"/>
            <p:cNvPicPr preferRelativeResize="0"/>
            <p:nvPr/>
          </p:nvPicPr>
          <p:blipFill rotWithShape="1">
            <a:blip r:embed="rId2">
              <a:alphaModFix/>
            </a:blip>
            <a:srcRect/>
            <a:stretch/>
          </p:blipFill>
          <p:spPr>
            <a:xfrm rot="-5400000">
              <a:off x="-1681075" y="-469837"/>
              <a:ext cx="3755203" cy="832450"/>
            </a:xfrm>
            <a:prstGeom prst="rect">
              <a:avLst/>
            </a:prstGeom>
            <a:noFill/>
            <a:ln>
              <a:noFill/>
            </a:ln>
          </p:spPr>
        </p:pic>
        <p:pic>
          <p:nvPicPr>
            <p:cNvPr id="243" name="Google Shape;243;p16"/>
            <p:cNvPicPr preferRelativeResize="0"/>
            <p:nvPr/>
          </p:nvPicPr>
          <p:blipFill rotWithShape="1">
            <a:blip r:embed="rId3">
              <a:alphaModFix/>
            </a:blip>
            <a:srcRect/>
            <a:stretch/>
          </p:blipFill>
          <p:spPr>
            <a:xfrm rot="10800000">
              <a:off x="-1380369" y="4608497"/>
              <a:ext cx="3758182" cy="833810"/>
            </a:xfrm>
            <a:prstGeom prst="rect">
              <a:avLst/>
            </a:prstGeom>
            <a:noFill/>
            <a:ln>
              <a:noFill/>
            </a:ln>
          </p:spPr>
        </p:pic>
        <p:pic>
          <p:nvPicPr>
            <p:cNvPr id="244" name="Google Shape;244;p16"/>
            <p:cNvPicPr preferRelativeResize="0"/>
            <p:nvPr/>
          </p:nvPicPr>
          <p:blipFill rotWithShape="1">
            <a:blip r:embed="rId4">
              <a:alphaModFix/>
            </a:blip>
            <a:srcRect/>
            <a:stretch/>
          </p:blipFill>
          <p:spPr>
            <a:xfrm rot="10800000">
              <a:off x="6950900" y="-1027187"/>
              <a:ext cx="2233999" cy="1783499"/>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245"/>
        <p:cNvGrpSpPr/>
        <p:nvPr/>
      </p:nvGrpSpPr>
      <p:grpSpPr>
        <a:xfrm>
          <a:off x="0" y="0"/>
          <a:ext cx="0" cy="0"/>
          <a:chOff x="0" y="0"/>
          <a:chExt cx="0" cy="0"/>
        </a:xfrm>
      </p:grpSpPr>
      <p:sp>
        <p:nvSpPr>
          <p:cNvPr id="246" name="Google Shape;246;p17"/>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247" name="Google Shape;247;p17"/>
          <p:cNvGrpSpPr/>
          <p:nvPr/>
        </p:nvGrpSpPr>
        <p:grpSpPr>
          <a:xfrm>
            <a:off x="1336500" y="315750"/>
            <a:ext cx="7494225" cy="4583725"/>
            <a:chOff x="1336500" y="315750"/>
            <a:chExt cx="7494225" cy="4583725"/>
          </a:xfrm>
        </p:grpSpPr>
        <p:sp>
          <p:nvSpPr>
            <p:cNvPr id="248" name="Google Shape;248;p17"/>
            <p:cNvSpPr/>
            <p:nvPr/>
          </p:nvSpPr>
          <p:spPr>
            <a:xfrm rot="-5400000" flipH="1">
              <a:off x="1392000" y="474377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49" name="Google Shape;249;p17"/>
            <p:cNvGrpSpPr/>
            <p:nvPr/>
          </p:nvGrpSpPr>
          <p:grpSpPr>
            <a:xfrm>
              <a:off x="8256475" y="315750"/>
              <a:ext cx="574250" cy="100200"/>
              <a:chOff x="1297450" y="4159200"/>
              <a:chExt cx="574250" cy="100200"/>
            </a:xfrm>
          </p:grpSpPr>
          <p:sp>
            <p:nvSpPr>
              <p:cNvPr id="250" name="Google Shape;250;p1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51" name="Google Shape;251;p1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252" name="Google Shape;252;p17"/>
          <p:cNvGrpSpPr/>
          <p:nvPr/>
        </p:nvGrpSpPr>
        <p:grpSpPr>
          <a:xfrm>
            <a:off x="-87401" y="-1252949"/>
            <a:ext cx="11772079" cy="7113497"/>
            <a:chOff x="-87401" y="-1252949"/>
            <a:chExt cx="11772079" cy="7113497"/>
          </a:xfrm>
        </p:grpSpPr>
        <p:pic>
          <p:nvPicPr>
            <p:cNvPr id="253" name="Google Shape;253;p17"/>
            <p:cNvPicPr preferRelativeResize="0"/>
            <p:nvPr/>
          </p:nvPicPr>
          <p:blipFill rotWithShape="1">
            <a:blip r:embed="rId2">
              <a:alphaModFix/>
            </a:blip>
            <a:srcRect/>
            <a:stretch/>
          </p:blipFill>
          <p:spPr>
            <a:xfrm rot="5400000">
              <a:off x="-222450" y="-1025125"/>
              <a:ext cx="1875098" cy="1419450"/>
            </a:xfrm>
            <a:prstGeom prst="rect">
              <a:avLst/>
            </a:prstGeom>
            <a:noFill/>
            <a:ln>
              <a:noFill/>
            </a:ln>
          </p:spPr>
        </p:pic>
        <p:pic>
          <p:nvPicPr>
            <p:cNvPr id="254" name="Google Shape;254;p17"/>
            <p:cNvPicPr preferRelativeResize="0"/>
            <p:nvPr/>
          </p:nvPicPr>
          <p:blipFill rotWithShape="1">
            <a:blip r:embed="rId3">
              <a:alphaModFix/>
            </a:blip>
            <a:srcRect/>
            <a:stretch/>
          </p:blipFill>
          <p:spPr>
            <a:xfrm rot="10800000" flipH="1">
              <a:off x="7929475" y="4468750"/>
              <a:ext cx="3755203" cy="832450"/>
            </a:xfrm>
            <a:prstGeom prst="rect">
              <a:avLst/>
            </a:prstGeom>
            <a:noFill/>
            <a:ln>
              <a:noFill/>
            </a:ln>
          </p:spPr>
        </p:pic>
        <p:pic>
          <p:nvPicPr>
            <p:cNvPr id="255" name="Google Shape;255;p17"/>
            <p:cNvPicPr preferRelativeResize="0"/>
            <p:nvPr/>
          </p:nvPicPr>
          <p:blipFill rotWithShape="1">
            <a:blip r:embed="rId4">
              <a:alphaModFix/>
            </a:blip>
            <a:srcRect t="20" b="30"/>
            <a:stretch/>
          </p:blipFill>
          <p:spPr>
            <a:xfrm flipH="1">
              <a:off x="-87401" y="4152772"/>
              <a:ext cx="735760" cy="1707776"/>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CUSTOM_8">
    <p:spTree>
      <p:nvGrpSpPr>
        <p:cNvPr id="1" name="Shape 256"/>
        <p:cNvGrpSpPr/>
        <p:nvPr/>
      </p:nvGrpSpPr>
      <p:grpSpPr>
        <a:xfrm>
          <a:off x="0" y="0"/>
          <a:ext cx="0" cy="0"/>
          <a:chOff x="0" y="0"/>
          <a:chExt cx="0" cy="0"/>
        </a:xfrm>
      </p:grpSpPr>
      <p:sp>
        <p:nvSpPr>
          <p:cNvPr id="257" name="Google Shape;257;p1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58" name="Google Shape;258;p18"/>
          <p:cNvSpPr txBox="1">
            <a:spLocks noGrp="1"/>
          </p:cNvSpPr>
          <p:nvPr>
            <p:ph type="subTitle" idx="1"/>
          </p:nvPr>
        </p:nvSpPr>
        <p:spPr>
          <a:xfrm>
            <a:off x="1585650" y="1094275"/>
            <a:ext cx="5972700" cy="99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
        <p:nvSpPr>
          <p:cNvPr id="259" name="Google Shape;259;p18"/>
          <p:cNvSpPr txBox="1">
            <a:spLocks noGrp="1"/>
          </p:cNvSpPr>
          <p:nvPr>
            <p:ph type="subTitle" idx="2"/>
          </p:nvPr>
        </p:nvSpPr>
        <p:spPr>
          <a:xfrm>
            <a:off x="1585650" y="2015571"/>
            <a:ext cx="5972700" cy="1476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2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sp>
        <p:nvSpPr>
          <p:cNvPr id="260" name="Google Shape;260;p18"/>
          <p:cNvSpPr txBox="1">
            <a:spLocks noGrp="1"/>
          </p:cNvSpPr>
          <p:nvPr>
            <p:ph type="subTitle" idx="3"/>
          </p:nvPr>
        </p:nvSpPr>
        <p:spPr>
          <a:xfrm>
            <a:off x="1585650" y="3415475"/>
            <a:ext cx="5972700" cy="997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chemeClr val="lt2"/>
              </a:buClr>
              <a:buSzPts val="1400"/>
              <a:buChar char="●"/>
              <a:defRPr/>
            </a:lvl1pPr>
            <a:lvl2pPr lvl="1" algn="ctr">
              <a:lnSpc>
                <a:spcPct val="100000"/>
              </a:lnSpc>
              <a:spcBef>
                <a:spcPts val="0"/>
              </a:spcBef>
              <a:spcAft>
                <a:spcPts val="0"/>
              </a:spcAft>
              <a:buSzPts val="1200"/>
              <a:buChar char="○"/>
              <a:defRPr/>
            </a:lvl2pPr>
            <a:lvl3pPr lvl="2" algn="ctr">
              <a:lnSpc>
                <a:spcPct val="100000"/>
              </a:lnSpc>
              <a:spcBef>
                <a:spcPts val="0"/>
              </a:spcBef>
              <a:spcAft>
                <a:spcPts val="0"/>
              </a:spcAft>
              <a:buSzPts val="1200"/>
              <a:buChar char="■"/>
              <a:defRPr/>
            </a:lvl3pPr>
            <a:lvl4pPr lvl="3" algn="ctr">
              <a:lnSpc>
                <a:spcPct val="100000"/>
              </a:lnSpc>
              <a:spcBef>
                <a:spcPts val="0"/>
              </a:spcBef>
              <a:spcAft>
                <a:spcPts val="0"/>
              </a:spcAft>
              <a:buSzPts val="1200"/>
              <a:buChar char="●"/>
              <a:defRPr/>
            </a:lvl4pPr>
            <a:lvl5pPr lvl="4" algn="ctr">
              <a:lnSpc>
                <a:spcPct val="100000"/>
              </a:lnSpc>
              <a:spcBef>
                <a:spcPts val="0"/>
              </a:spcBef>
              <a:spcAft>
                <a:spcPts val="0"/>
              </a:spcAft>
              <a:buSzPts val="1200"/>
              <a:buChar char="○"/>
              <a:defRPr/>
            </a:lvl5pPr>
            <a:lvl6pPr lvl="5" algn="ctr">
              <a:lnSpc>
                <a:spcPct val="100000"/>
              </a:lnSpc>
              <a:spcBef>
                <a:spcPts val="0"/>
              </a:spcBef>
              <a:spcAft>
                <a:spcPts val="0"/>
              </a:spcAft>
              <a:buSzPts val="1200"/>
              <a:buChar char="■"/>
              <a:defRPr/>
            </a:lvl6pPr>
            <a:lvl7pPr lvl="6" algn="ctr">
              <a:lnSpc>
                <a:spcPct val="100000"/>
              </a:lnSpc>
              <a:spcBef>
                <a:spcPts val="0"/>
              </a:spcBef>
              <a:spcAft>
                <a:spcPts val="0"/>
              </a:spcAft>
              <a:buSzPts val="1200"/>
              <a:buChar char="●"/>
              <a:defRPr/>
            </a:lvl7pPr>
            <a:lvl8pPr lvl="7" algn="ctr">
              <a:lnSpc>
                <a:spcPct val="100000"/>
              </a:lnSpc>
              <a:spcBef>
                <a:spcPts val="0"/>
              </a:spcBef>
              <a:spcAft>
                <a:spcPts val="0"/>
              </a:spcAft>
              <a:buSzPts val="1200"/>
              <a:buChar char="○"/>
              <a:defRPr/>
            </a:lvl8pPr>
            <a:lvl9pPr lvl="8" algn="ctr">
              <a:lnSpc>
                <a:spcPct val="100000"/>
              </a:lnSpc>
              <a:spcBef>
                <a:spcPts val="0"/>
              </a:spcBef>
              <a:spcAft>
                <a:spcPts val="0"/>
              </a:spcAft>
              <a:buSzPts val="1200"/>
              <a:buChar char="■"/>
              <a:defRPr/>
            </a:lvl9pPr>
          </a:lstStyle>
          <a:p>
            <a:endParaRPr/>
          </a:p>
        </p:txBody>
      </p:sp>
      <p:grpSp>
        <p:nvGrpSpPr>
          <p:cNvPr id="261" name="Google Shape;261;p18"/>
          <p:cNvGrpSpPr/>
          <p:nvPr/>
        </p:nvGrpSpPr>
        <p:grpSpPr>
          <a:xfrm>
            <a:off x="-619800" y="311816"/>
            <a:ext cx="10492052" cy="4866287"/>
            <a:chOff x="-619800" y="311816"/>
            <a:chExt cx="10492052" cy="4866287"/>
          </a:xfrm>
        </p:grpSpPr>
        <p:pic>
          <p:nvPicPr>
            <p:cNvPr id="262" name="Google Shape;262;p18"/>
            <p:cNvPicPr preferRelativeResize="0"/>
            <p:nvPr/>
          </p:nvPicPr>
          <p:blipFill rotWithShape="1">
            <a:blip r:embed="rId2">
              <a:alphaModFix/>
            </a:blip>
            <a:srcRect/>
            <a:stretch/>
          </p:blipFill>
          <p:spPr>
            <a:xfrm>
              <a:off x="7675980" y="3463512"/>
              <a:ext cx="1774377" cy="1714591"/>
            </a:xfrm>
            <a:prstGeom prst="rect">
              <a:avLst/>
            </a:prstGeom>
            <a:noFill/>
            <a:ln>
              <a:noFill/>
            </a:ln>
          </p:spPr>
        </p:pic>
        <p:pic>
          <p:nvPicPr>
            <p:cNvPr id="263" name="Google Shape;263;p18"/>
            <p:cNvPicPr preferRelativeResize="0"/>
            <p:nvPr/>
          </p:nvPicPr>
          <p:blipFill rotWithShape="1">
            <a:blip r:embed="rId3">
              <a:alphaModFix/>
            </a:blip>
            <a:srcRect t="2208" b="2208"/>
            <a:stretch/>
          </p:blipFill>
          <p:spPr>
            <a:xfrm flipH="1">
              <a:off x="6824649" y="311816"/>
              <a:ext cx="3047603" cy="173736"/>
            </a:xfrm>
            <a:prstGeom prst="rect">
              <a:avLst/>
            </a:prstGeom>
            <a:noFill/>
            <a:ln>
              <a:noFill/>
            </a:ln>
          </p:spPr>
        </p:pic>
        <p:pic>
          <p:nvPicPr>
            <p:cNvPr id="264" name="Google Shape;264;p18"/>
            <p:cNvPicPr preferRelativeResize="0"/>
            <p:nvPr/>
          </p:nvPicPr>
          <p:blipFill rotWithShape="1">
            <a:blip r:embed="rId4">
              <a:alphaModFix/>
            </a:blip>
            <a:srcRect l="5276" b="-10"/>
            <a:stretch/>
          </p:blipFill>
          <p:spPr>
            <a:xfrm>
              <a:off x="-619800" y="4762475"/>
              <a:ext cx="1774377" cy="173736"/>
            </a:xfrm>
            <a:prstGeom prst="rect">
              <a:avLst/>
            </a:prstGeom>
            <a:noFill/>
            <a:ln>
              <a:noFill/>
            </a:ln>
          </p:spPr>
        </p:pic>
      </p:grpSp>
      <p:grpSp>
        <p:nvGrpSpPr>
          <p:cNvPr id="265" name="Google Shape;265;p18"/>
          <p:cNvGrpSpPr/>
          <p:nvPr/>
        </p:nvGrpSpPr>
        <p:grpSpPr>
          <a:xfrm>
            <a:off x="324675" y="681275"/>
            <a:ext cx="6592200" cy="4206875"/>
            <a:chOff x="324675" y="681275"/>
            <a:chExt cx="6592200" cy="4206875"/>
          </a:xfrm>
        </p:grpSpPr>
        <p:sp>
          <p:nvSpPr>
            <p:cNvPr id="266" name="Google Shape;266;p18"/>
            <p:cNvSpPr/>
            <p:nvPr/>
          </p:nvSpPr>
          <p:spPr>
            <a:xfrm rot="-5400000" flipH="1">
              <a:off x="6761175" y="473245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67" name="Google Shape;267;p18"/>
            <p:cNvGrpSpPr/>
            <p:nvPr/>
          </p:nvGrpSpPr>
          <p:grpSpPr>
            <a:xfrm>
              <a:off x="324675" y="681275"/>
              <a:ext cx="574250" cy="100200"/>
              <a:chOff x="1297450" y="4159200"/>
              <a:chExt cx="574250" cy="100200"/>
            </a:xfrm>
          </p:grpSpPr>
          <p:sp>
            <p:nvSpPr>
              <p:cNvPr id="268" name="Google Shape;268;p1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69" name="Google Shape;269;p1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p:cSld name="CUSTOM_4_1">
    <p:spTree>
      <p:nvGrpSpPr>
        <p:cNvPr id="1" name="Shape 270"/>
        <p:cNvGrpSpPr/>
        <p:nvPr/>
      </p:nvGrpSpPr>
      <p:grpSpPr>
        <a:xfrm>
          <a:off x="0" y="0"/>
          <a:ext cx="0" cy="0"/>
          <a:chOff x="0" y="0"/>
          <a:chExt cx="0" cy="0"/>
        </a:xfrm>
      </p:grpSpPr>
      <p:sp>
        <p:nvSpPr>
          <p:cNvPr id="271" name="Google Shape;271;p19"/>
          <p:cNvSpPr txBox="1">
            <a:spLocks noGrp="1"/>
          </p:cNvSpPr>
          <p:nvPr>
            <p:ph type="title"/>
          </p:nvPr>
        </p:nvSpPr>
        <p:spPr>
          <a:xfrm>
            <a:off x="821000" y="2905338"/>
            <a:ext cx="3325800" cy="7521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72" name="Google Shape;272;p19"/>
          <p:cNvSpPr txBox="1">
            <a:spLocks noGrp="1"/>
          </p:cNvSpPr>
          <p:nvPr>
            <p:ph type="subTitle" idx="1"/>
          </p:nvPr>
        </p:nvSpPr>
        <p:spPr>
          <a:xfrm>
            <a:off x="821000" y="3541870"/>
            <a:ext cx="3325800" cy="798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73" name="Google Shape;273;p19"/>
          <p:cNvSpPr>
            <a:spLocks noGrp="1"/>
          </p:cNvSpPr>
          <p:nvPr>
            <p:ph type="pic" idx="2"/>
          </p:nvPr>
        </p:nvSpPr>
        <p:spPr>
          <a:xfrm>
            <a:off x="4473225" y="612525"/>
            <a:ext cx="3262200" cy="2064300"/>
          </a:xfrm>
          <a:prstGeom prst="roundRect">
            <a:avLst>
              <a:gd name="adj" fmla="val 16667"/>
            </a:avLst>
          </a:prstGeom>
          <a:noFill/>
          <a:ln>
            <a:noFill/>
          </a:ln>
        </p:spPr>
        <p:txBody>
          <a:bodyPr/>
          <a:lstStyle/>
          <a:p>
            <a:endParaRPr lang="en-US"/>
          </a:p>
        </p:txBody>
      </p:sp>
      <p:sp>
        <p:nvSpPr>
          <p:cNvPr id="274" name="Google Shape;274;p19"/>
          <p:cNvSpPr>
            <a:spLocks noGrp="1"/>
          </p:cNvSpPr>
          <p:nvPr>
            <p:ph type="pic" idx="3"/>
          </p:nvPr>
        </p:nvSpPr>
        <p:spPr>
          <a:xfrm>
            <a:off x="4421275" y="2872750"/>
            <a:ext cx="2008200" cy="1834800"/>
          </a:xfrm>
          <a:prstGeom prst="roundRect">
            <a:avLst>
              <a:gd name="adj" fmla="val 16667"/>
            </a:avLst>
          </a:prstGeom>
          <a:noFill/>
          <a:ln>
            <a:noFill/>
          </a:ln>
        </p:spPr>
        <p:txBody>
          <a:bodyPr/>
          <a:lstStyle/>
          <a:p>
            <a:endParaRPr lang="en-US"/>
          </a:p>
        </p:txBody>
      </p:sp>
      <p:sp>
        <p:nvSpPr>
          <p:cNvPr id="275" name="Google Shape;275;p19"/>
          <p:cNvSpPr>
            <a:spLocks noGrp="1"/>
          </p:cNvSpPr>
          <p:nvPr>
            <p:ph type="pic" idx="4"/>
          </p:nvPr>
        </p:nvSpPr>
        <p:spPr>
          <a:xfrm>
            <a:off x="1862275" y="612525"/>
            <a:ext cx="2406600" cy="2064300"/>
          </a:xfrm>
          <a:prstGeom prst="roundRect">
            <a:avLst>
              <a:gd name="adj" fmla="val 16667"/>
            </a:avLst>
          </a:prstGeom>
          <a:noFill/>
          <a:ln>
            <a:noFill/>
          </a:ln>
        </p:spPr>
        <p:txBody>
          <a:bodyPr/>
          <a:lstStyle/>
          <a:p>
            <a:endParaRPr lang="en-US"/>
          </a:p>
        </p:txBody>
      </p:sp>
      <p:sp>
        <p:nvSpPr>
          <p:cNvPr id="276" name="Google Shape;276;p19"/>
          <p:cNvSpPr>
            <a:spLocks noGrp="1"/>
          </p:cNvSpPr>
          <p:nvPr>
            <p:ph type="pic" idx="5"/>
          </p:nvPr>
        </p:nvSpPr>
        <p:spPr>
          <a:xfrm>
            <a:off x="6581925" y="2872750"/>
            <a:ext cx="1153500" cy="1806600"/>
          </a:xfrm>
          <a:prstGeom prst="roundRect">
            <a:avLst>
              <a:gd name="adj" fmla="val 16667"/>
            </a:avLst>
          </a:prstGeom>
          <a:noFill/>
          <a:ln>
            <a:noFill/>
          </a:ln>
        </p:spPr>
        <p:txBody>
          <a:bodyPr/>
          <a:lstStyle/>
          <a:p>
            <a:endParaRPr lang="en-US"/>
          </a:p>
        </p:txBody>
      </p:sp>
      <p:grpSp>
        <p:nvGrpSpPr>
          <p:cNvPr id="277" name="Google Shape;277;p19"/>
          <p:cNvGrpSpPr/>
          <p:nvPr/>
        </p:nvGrpSpPr>
        <p:grpSpPr>
          <a:xfrm>
            <a:off x="8091875" y="-485520"/>
            <a:ext cx="2536124" cy="5767811"/>
            <a:chOff x="8091875" y="-485520"/>
            <a:chExt cx="2536124" cy="5767811"/>
          </a:xfrm>
        </p:grpSpPr>
        <p:pic>
          <p:nvPicPr>
            <p:cNvPr id="278" name="Google Shape;278;p19"/>
            <p:cNvPicPr preferRelativeResize="0"/>
            <p:nvPr/>
          </p:nvPicPr>
          <p:blipFill rotWithShape="1">
            <a:blip r:embed="rId2">
              <a:alphaModFix/>
            </a:blip>
            <a:srcRect l="5276" b="-10"/>
            <a:stretch/>
          </p:blipFill>
          <p:spPr>
            <a:xfrm rot="5400000">
              <a:off x="7894738" y="314800"/>
              <a:ext cx="1774377" cy="173736"/>
            </a:xfrm>
            <a:prstGeom prst="rect">
              <a:avLst/>
            </a:prstGeom>
            <a:noFill/>
            <a:ln>
              <a:noFill/>
            </a:ln>
          </p:spPr>
        </p:pic>
        <p:pic>
          <p:nvPicPr>
            <p:cNvPr id="279" name="Google Shape;279;p19"/>
            <p:cNvPicPr preferRelativeResize="0"/>
            <p:nvPr/>
          </p:nvPicPr>
          <p:blipFill rotWithShape="1">
            <a:blip r:embed="rId3">
              <a:alphaModFix/>
            </a:blip>
            <a:srcRect/>
            <a:stretch/>
          </p:blipFill>
          <p:spPr>
            <a:xfrm flipH="1">
              <a:off x="8091875" y="2375738"/>
              <a:ext cx="2536124" cy="2906552"/>
            </a:xfrm>
            <a:prstGeom prst="rect">
              <a:avLst/>
            </a:prstGeom>
            <a:noFill/>
            <a:ln>
              <a:noFill/>
            </a:ln>
          </p:spPr>
        </p:pic>
      </p:grpSp>
      <p:grpSp>
        <p:nvGrpSpPr>
          <p:cNvPr id="280" name="Google Shape;280;p19"/>
          <p:cNvGrpSpPr/>
          <p:nvPr/>
        </p:nvGrpSpPr>
        <p:grpSpPr>
          <a:xfrm>
            <a:off x="548150" y="1748450"/>
            <a:ext cx="8283875" cy="3005725"/>
            <a:chOff x="548150" y="1748450"/>
            <a:chExt cx="8283875" cy="3005725"/>
          </a:xfrm>
        </p:grpSpPr>
        <p:grpSp>
          <p:nvGrpSpPr>
            <p:cNvPr id="281" name="Google Shape;281;p19"/>
            <p:cNvGrpSpPr/>
            <p:nvPr/>
          </p:nvGrpSpPr>
          <p:grpSpPr>
            <a:xfrm flipH="1">
              <a:off x="548150" y="4653975"/>
              <a:ext cx="574250" cy="100200"/>
              <a:chOff x="1297450" y="4159200"/>
              <a:chExt cx="574250" cy="100200"/>
            </a:xfrm>
          </p:grpSpPr>
          <p:sp>
            <p:nvSpPr>
              <p:cNvPr id="282" name="Google Shape;282;p19"/>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283" name="Google Shape;283;p19"/>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
          <p:nvSpPr>
            <p:cNvPr id="284" name="Google Shape;284;p19"/>
            <p:cNvSpPr/>
            <p:nvPr/>
          </p:nvSpPr>
          <p:spPr>
            <a:xfrm>
              <a:off x="8731825" y="1748450"/>
              <a:ext cx="100200" cy="1677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4"/>
        <p:cNvGrpSpPr/>
        <p:nvPr/>
      </p:nvGrpSpPr>
      <p:grpSpPr>
        <a:xfrm>
          <a:off x="0" y="0"/>
          <a:ext cx="0" cy="0"/>
          <a:chOff x="0" y="0"/>
          <a:chExt cx="0" cy="0"/>
        </a:xfrm>
      </p:grpSpPr>
      <p:sp>
        <p:nvSpPr>
          <p:cNvPr id="325" name="Google Shape;325;p23"/>
          <p:cNvSpPr txBox="1">
            <a:spLocks noGrp="1"/>
          </p:cNvSpPr>
          <p:nvPr>
            <p:ph type="title"/>
          </p:nvPr>
        </p:nvSpPr>
        <p:spPr>
          <a:xfrm>
            <a:off x="2724150" y="1307100"/>
            <a:ext cx="36957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5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grpSp>
        <p:nvGrpSpPr>
          <p:cNvPr id="326" name="Google Shape;326;p23"/>
          <p:cNvGrpSpPr/>
          <p:nvPr/>
        </p:nvGrpSpPr>
        <p:grpSpPr>
          <a:xfrm>
            <a:off x="535475" y="609138"/>
            <a:ext cx="8116513" cy="4201525"/>
            <a:chOff x="535475" y="609138"/>
            <a:chExt cx="8116513" cy="4201525"/>
          </a:xfrm>
        </p:grpSpPr>
        <p:sp>
          <p:nvSpPr>
            <p:cNvPr id="327" name="Google Shape;327;p23"/>
            <p:cNvSpPr/>
            <p:nvPr/>
          </p:nvSpPr>
          <p:spPr>
            <a:xfrm flipH="1">
              <a:off x="8551788" y="2482775"/>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28" name="Google Shape;328;p23"/>
            <p:cNvSpPr/>
            <p:nvPr/>
          </p:nvSpPr>
          <p:spPr>
            <a:xfrm rot="-5400000" flipH="1">
              <a:off x="6820225" y="4689913"/>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29" name="Google Shape;329;p23"/>
            <p:cNvGrpSpPr/>
            <p:nvPr/>
          </p:nvGrpSpPr>
          <p:grpSpPr>
            <a:xfrm>
              <a:off x="535475" y="609138"/>
              <a:ext cx="574250" cy="100200"/>
              <a:chOff x="1297450" y="4159200"/>
              <a:chExt cx="574250" cy="100200"/>
            </a:xfrm>
          </p:grpSpPr>
          <p:sp>
            <p:nvSpPr>
              <p:cNvPr id="330" name="Google Shape;330;p2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31" name="Google Shape;331;p2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32" name="Google Shape;332;p23"/>
          <p:cNvGrpSpPr/>
          <p:nvPr/>
        </p:nvGrpSpPr>
        <p:grpSpPr>
          <a:xfrm>
            <a:off x="-589910" y="-3"/>
            <a:ext cx="10239262" cy="5730977"/>
            <a:chOff x="-589910" y="-3"/>
            <a:chExt cx="10239262" cy="5730977"/>
          </a:xfrm>
        </p:grpSpPr>
        <p:pic>
          <p:nvPicPr>
            <p:cNvPr id="333" name="Google Shape;333;p23"/>
            <p:cNvPicPr preferRelativeResize="0"/>
            <p:nvPr/>
          </p:nvPicPr>
          <p:blipFill rotWithShape="1">
            <a:blip r:embed="rId2">
              <a:alphaModFix/>
            </a:blip>
            <a:srcRect t="30" b="20"/>
            <a:stretch/>
          </p:blipFill>
          <p:spPr>
            <a:xfrm rot="10800000" flipH="1">
              <a:off x="7126533" y="-3"/>
              <a:ext cx="2522819" cy="2361427"/>
            </a:xfrm>
            <a:prstGeom prst="rect">
              <a:avLst/>
            </a:prstGeom>
            <a:noFill/>
            <a:ln>
              <a:noFill/>
            </a:ln>
          </p:spPr>
        </p:pic>
        <p:pic>
          <p:nvPicPr>
            <p:cNvPr id="334" name="Google Shape;334;p23"/>
            <p:cNvPicPr preferRelativeResize="0"/>
            <p:nvPr/>
          </p:nvPicPr>
          <p:blipFill rotWithShape="1">
            <a:blip r:embed="rId3">
              <a:alphaModFix/>
            </a:blip>
            <a:srcRect l="1485" r="1485"/>
            <a:stretch/>
          </p:blipFill>
          <p:spPr>
            <a:xfrm flipH="1">
              <a:off x="-589910" y="3069890"/>
              <a:ext cx="1360414" cy="2661084"/>
            </a:xfrm>
            <a:prstGeom prst="rect">
              <a:avLst/>
            </a:prstGeom>
            <a:noFill/>
            <a:ln>
              <a:noFill/>
            </a:ln>
          </p:spPr>
        </p:pic>
        <p:pic>
          <p:nvPicPr>
            <p:cNvPr id="335" name="Google Shape;335;p23"/>
            <p:cNvPicPr preferRelativeResize="0"/>
            <p:nvPr/>
          </p:nvPicPr>
          <p:blipFill rotWithShape="1">
            <a:blip r:embed="rId4">
              <a:alphaModFix/>
            </a:blip>
            <a:srcRect l="5276" b="-10"/>
            <a:stretch/>
          </p:blipFill>
          <p:spPr>
            <a:xfrm rot="10800000">
              <a:off x="7714713" y="4673700"/>
              <a:ext cx="1774377" cy="173736"/>
            </a:xfrm>
            <a:prstGeom prst="rect">
              <a:avLst/>
            </a:prstGeom>
            <a:noFill/>
            <a:ln>
              <a:noFill/>
            </a:ln>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6"/>
        <p:cNvGrpSpPr/>
        <p:nvPr/>
      </p:nvGrpSpPr>
      <p:grpSpPr>
        <a:xfrm>
          <a:off x="0" y="0"/>
          <a:ext cx="0" cy="0"/>
          <a:chOff x="0" y="0"/>
          <a:chExt cx="0" cy="0"/>
        </a:xfrm>
      </p:grpSpPr>
      <p:sp>
        <p:nvSpPr>
          <p:cNvPr id="337" name="Google Shape;337;p24"/>
          <p:cNvSpPr txBox="1">
            <a:spLocks noGrp="1"/>
          </p:cNvSpPr>
          <p:nvPr>
            <p:ph type="title"/>
          </p:nvPr>
        </p:nvSpPr>
        <p:spPr>
          <a:xfrm>
            <a:off x="2201850" y="1919024"/>
            <a:ext cx="4740300" cy="84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38" name="Google Shape;338;p24"/>
          <p:cNvSpPr txBox="1">
            <a:spLocks noGrp="1"/>
          </p:cNvSpPr>
          <p:nvPr>
            <p:ph type="subTitle" idx="1"/>
          </p:nvPr>
        </p:nvSpPr>
        <p:spPr>
          <a:xfrm>
            <a:off x="2201925" y="2762076"/>
            <a:ext cx="4740300" cy="1130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000"/>
              <a:buNone/>
              <a:defRPr sz="14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grpSp>
        <p:nvGrpSpPr>
          <p:cNvPr id="339" name="Google Shape;339;p24"/>
          <p:cNvGrpSpPr/>
          <p:nvPr/>
        </p:nvGrpSpPr>
        <p:grpSpPr>
          <a:xfrm>
            <a:off x="503975" y="608950"/>
            <a:ext cx="7975025" cy="4273975"/>
            <a:chOff x="503975" y="608950"/>
            <a:chExt cx="7975025" cy="4273975"/>
          </a:xfrm>
        </p:grpSpPr>
        <p:sp>
          <p:nvSpPr>
            <p:cNvPr id="340" name="Google Shape;340;p24"/>
            <p:cNvSpPr/>
            <p:nvPr/>
          </p:nvSpPr>
          <p:spPr>
            <a:xfrm flipH="1">
              <a:off x="503975" y="34939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1" name="Google Shape;341;p24"/>
            <p:cNvSpPr/>
            <p:nvPr/>
          </p:nvSpPr>
          <p:spPr>
            <a:xfrm flipH="1">
              <a:off x="8378800" y="2409100"/>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2" name="Google Shape;342;p24"/>
            <p:cNvSpPr/>
            <p:nvPr/>
          </p:nvSpPr>
          <p:spPr>
            <a:xfrm rot="-5400000" flipH="1">
              <a:off x="4776900" y="476217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43" name="Google Shape;343;p24"/>
            <p:cNvGrpSpPr/>
            <p:nvPr/>
          </p:nvGrpSpPr>
          <p:grpSpPr>
            <a:xfrm>
              <a:off x="7070850" y="608950"/>
              <a:ext cx="574250" cy="100200"/>
              <a:chOff x="1297450" y="4159200"/>
              <a:chExt cx="574250" cy="100200"/>
            </a:xfrm>
          </p:grpSpPr>
          <p:sp>
            <p:nvSpPr>
              <p:cNvPr id="344" name="Google Shape;344;p24"/>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45" name="Google Shape;345;p24"/>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46" name="Google Shape;346;p24"/>
          <p:cNvGrpSpPr/>
          <p:nvPr/>
        </p:nvGrpSpPr>
        <p:grpSpPr>
          <a:xfrm>
            <a:off x="0" y="-82062"/>
            <a:ext cx="9191719" cy="5225556"/>
            <a:chOff x="0" y="-82062"/>
            <a:chExt cx="9191719" cy="5225556"/>
          </a:xfrm>
        </p:grpSpPr>
        <p:pic>
          <p:nvPicPr>
            <p:cNvPr id="347" name="Google Shape;347;p24"/>
            <p:cNvPicPr preferRelativeResize="0"/>
            <p:nvPr/>
          </p:nvPicPr>
          <p:blipFill rotWithShape="1">
            <a:blip r:embed="rId2">
              <a:alphaModFix/>
            </a:blip>
            <a:srcRect/>
            <a:stretch/>
          </p:blipFill>
          <p:spPr>
            <a:xfrm rot="-5400000">
              <a:off x="7187373" y="3139148"/>
              <a:ext cx="2229714" cy="1778977"/>
            </a:xfrm>
            <a:prstGeom prst="rect">
              <a:avLst/>
            </a:prstGeom>
            <a:noFill/>
            <a:ln>
              <a:noFill/>
            </a:ln>
          </p:spPr>
        </p:pic>
        <p:pic>
          <p:nvPicPr>
            <p:cNvPr id="348" name="Google Shape;348;p24"/>
            <p:cNvPicPr preferRelativeResize="0"/>
            <p:nvPr/>
          </p:nvPicPr>
          <p:blipFill rotWithShape="1">
            <a:blip r:embed="rId3">
              <a:alphaModFix/>
            </a:blip>
            <a:srcRect/>
            <a:stretch/>
          </p:blipFill>
          <p:spPr>
            <a:xfrm rot="5400000" flipH="1">
              <a:off x="-358190" y="276127"/>
              <a:ext cx="2409103" cy="1692724"/>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49"/>
        <p:cNvGrpSpPr/>
        <p:nvPr/>
      </p:nvGrpSpPr>
      <p:grpSpPr>
        <a:xfrm>
          <a:off x="0" y="0"/>
          <a:ext cx="0" cy="0"/>
          <a:chOff x="0" y="0"/>
          <a:chExt cx="0" cy="0"/>
        </a:xfrm>
      </p:grpSpPr>
      <p:sp>
        <p:nvSpPr>
          <p:cNvPr id="350" name="Google Shape;350;p25"/>
          <p:cNvSpPr>
            <a:spLocks noGrp="1"/>
          </p:cNvSpPr>
          <p:nvPr>
            <p:ph type="pic" idx="2"/>
          </p:nvPr>
        </p:nvSpPr>
        <p:spPr>
          <a:xfrm>
            <a:off x="-6875" y="0"/>
            <a:ext cx="9144000" cy="5157300"/>
          </a:xfrm>
          <a:prstGeom prst="rect">
            <a:avLst/>
          </a:prstGeom>
          <a:noFill/>
          <a:ln>
            <a:noFill/>
          </a:ln>
        </p:spPr>
        <p:txBody>
          <a:bodyPr/>
          <a:lstStyle/>
          <a:p>
            <a:endParaRPr lang="en-US"/>
          </a:p>
        </p:txBody>
      </p:sp>
      <p:sp>
        <p:nvSpPr>
          <p:cNvPr id="351" name="Google Shape;351;p25"/>
          <p:cNvSpPr txBox="1">
            <a:spLocks noGrp="1"/>
          </p:cNvSpPr>
          <p:nvPr>
            <p:ph type="title"/>
          </p:nvPr>
        </p:nvSpPr>
        <p:spPr>
          <a:xfrm>
            <a:off x="720000" y="4038000"/>
            <a:ext cx="7704000" cy="572700"/>
          </a:xfrm>
          <a:prstGeom prst="rect">
            <a:avLst/>
          </a:prstGeom>
          <a:solidFill>
            <a:schemeClr val="lt1"/>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3"/>
        <p:cNvGrpSpPr/>
        <p:nvPr/>
      </p:nvGrpSpPr>
      <p:grpSpPr>
        <a:xfrm>
          <a:off x="0" y="0"/>
          <a:ext cx="0" cy="0"/>
          <a:chOff x="0" y="0"/>
          <a:chExt cx="0" cy="0"/>
        </a:xfrm>
      </p:grpSpPr>
      <p:grpSp>
        <p:nvGrpSpPr>
          <p:cNvPr id="354" name="Google Shape;354;p27"/>
          <p:cNvGrpSpPr/>
          <p:nvPr/>
        </p:nvGrpSpPr>
        <p:grpSpPr>
          <a:xfrm>
            <a:off x="-320375" y="-4"/>
            <a:ext cx="9533799" cy="5143506"/>
            <a:chOff x="-320375" y="-5"/>
            <a:chExt cx="9533799" cy="5143506"/>
          </a:xfrm>
        </p:grpSpPr>
        <p:pic>
          <p:nvPicPr>
            <p:cNvPr id="355" name="Google Shape;355;p27"/>
            <p:cNvPicPr preferRelativeResize="0"/>
            <p:nvPr/>
          </p:nvPicPr>
          <p:blipFill rotWithShape="1">
            <a:blip r:embed="rId2">
              <a:alphaModFix/>
            </a:blip>
            <a:srcRect/>
            <a:stretch/>
          </p:blipFill>
          <p:spPr>
            <a:xfrm rot="5400000">
              <a:off x="-214955" y="214951"/>
              <a:ext cx="2126730" cy="1696819"/>
            </a:xfrm>
            <a:prstGeom prst="rect">
              <a:avLst/>
            </a:prstGeom>
            <a:noFill/>
            <a:ln>
              <a:noFill/>
            </a:ln>
          </p:spPr>
        </p:pic>
        <p:pic>
          <p:nvPicPr>
            <p:cNvPr id="356" name="Google Shape;356;p27"/>
            <p:cNvPicPr preferRelativeResize="0"/>
            <p:nvPr/>
          </p:nvPicPr>
          <p:blipFill rotWithShape="1">
            <a:blip r:embed="rId3">
              <a:alphaModFix/>
            </a:blip>
            <a:srcRect/>
            <a:stretch/>
          </p:blipFill>
          <p:spPr>
            <a:xfrm>
              <a:off x="7512725" y="3975275"/>
              <a:ext cx="1700699" cy="1168224"/>
            </a:xfrm>
            <a:prstGeom prst="rect">
              <a:avLst/>
            </a:prstGeom>
            <a:noFill/>
            <a:ln>
              <a:noFill/>
            </a:ln>
          </p:spPr>
        </p:pic>
        <p:pic>
          <p:nvPicPr>
            <p:cNvPr id="357" name="Google Shape;357;p27"/>
            <p:cNvPicPr preferRelativeResize="0"/>
            <p:nvPr/>
          </p:nvPicPr>
          <p:blipFill rotWithShape="1">
            <a:blip r:embed="rId4">
              <a:alphaModFix/>
            </a:blip>
            <a:srcRect/>
            <a:stretch/>
          </p:blipFill>
          <p:spPr>
            <a:xfrm rot="5400000">
              <a:off x="6799675" y="2849675"/>
              <a:ext cx="3755203" cy="832450"/>
            </a:xfrm>
            <a:prstGeom prst="rect">
              <a:avLst/>
            </a:prstGeom>
            <a:noFill/>
            <a:ln>
              <a:noFill/>
            </a:ln>
          </p:spPr>
        </p:pic>
        <p:pic>
          <p:nvPicPr>
            <p:cNvPr id="358" name="Google Shape;358;p27"/>
            <p:cNvPicPr preferRelativeResize="0"/>
            <p:nvPr/>
          </p:nvPicPr>
          <p:blipFill rotWithShape="1">
            <a:blip r:embed="rId5">
              <a:alphaModFix/>
            </a:blip>
            <a:srcRect l="5276" b="-10"/>
            <a:stretch/>
          </p:blipFill>
          <p:spPr>
            <a:xfrm>
              <a:off x="-320375" y="4576275"/>
              <a:ext cx="1774377" cy="173736"/>
            </a:xfrm>
            <a:prstGeom prst="rect">
              <a:avLst/>
            </a:prstGeom>
            <a:noFill/>
            <a:ln>
              <a:noFill/>
            </a:ln>
          </p:spPr>
        </p:pic>
      </p:grpSp>
      <p:grpSp>
        <p:nvGrpSpPr>
          <p:cNvPr id="359" name="Google Shape;359;p27"/>
          <p:cNvGrpSpPr/>
          <p:nvPr/>
        </p:nvGrpSpPr>
        <p:grpSpPr>
          <a:xfrm>
            <a:off x="1734700" y="408925"/>
            <a:ext cx="6992675" cy="4304313"/>
            <a:chOff x="1734700" y="408925"/>
            <a:chExt cx="6992675" cy="4304313"/>
          </a:xfrm>
        </p:grpSpPr>
        <p:sp>
          <p:nvSpPr>
            <p:cNvPr id="360" name="Google Shape;360;p27"/>
            <p:cNvSpPr/>
            <p:nvPr/>
          </p:nvSpPr>
          <p:spPr>
            <a:xfrm rot="-5400000" flipH="1">
              <a:off x="1755250" y="4592488"/>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61" name="Google Shape;361;p27"/>
            <p:cNvSpPr/>
            <p:nvPr/>
          </p:nvSpPr>
          <p:spPr>
            <a:xfrm flipH="1">
              <a:off x="8627175" y="3609825"/>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62" name="Google Shape;362;p27"/>
            <p:cNvGrpSpPr/>
            <p:nvPr/>
          </p:nvGrpSpPr>
          <p:grpSpPr>
            <a:xfrm>
              <a:off x="7748975" y="408925"/>
              <a:ext cx="574250" cy="100200"/>
              <a:chOff x="1297450" y="4159200"/>
              <a:chExt cx="574250" cy="100200"/>
            </a:xfrm>
          </p:grpSpPr>
          <p:sp>
            <p:nvSpPr>
              <p:cNvPr id="363" name="Google Shape;363;p27"/>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64" name="Google Shape;364;p27"/>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5"/>
        <p:cNvGrpSpPr/>
        <p:nvPr/>
      </p:nvGrpSpPr>
      <p:grpSpPr>
        <a:xfrm>
          <a:off x="0" y="0"/>
          <a:ext cx="0" cy="0"/>
          <a:chOff x="0" y="0"/>
          <a:chExt cx="0" cy="0"/>
        </a:xfrm>
      </p:grpSpPr>
      <p:grpSp>
        <p:nvGrpSpPr>
          <p:cNvPr id="366" name="Google Shape;366;p28"/>
          <p:cNvGrpSpPr/>
          <p:nvPr/>
        </p:nvGrpSpPr>
        <p:grpSpPr>
          <a:xfrm>
            <a:off x="504448" y="434799"/>
            <a:ext cx="8268425" cy="2014200"/>
            <a:chOff x="504448" y="434799"/>
            <a:chExt cx="8268425" cy="2014200"/>
          </a:xfrm>
        </p:grpSpPr>
        <p:sp>
          <p:nvSpPr>
            <p:cNvPr id="367" name="Google Shape;367;p28"/>
            <p:cNvSpPr/>
            <p:nvPr/>
          </p:nvSpPr>
          <p:spPr>
            <a:xfrm rot="10800000" flipH="1">
              <a:off x="8672673" y="2237799"/>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368" name="Google Shape;368;p28"/>
            <p:cNvGrpSpPr/>
            <p:nvPr/>
          </p:nvGrpSpPr>
          <p:grpSpPr>
            <a:xfrm rot="10800000">
              <a:off x="504448" y="434799"/>
              <a:ext cx="574250" cy="100200"/>
              <a:chOff x="1297450" y="4159200"/>
              <a:chExt cx="574250" cy="100200"/>
            </a:xfrm>
          </p:grpSpPr>
          <p:sp>
            <p:nvSpPr>
              <p:cNvPr id="369" name="Google Shape;369;p28"/>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70" name="Google Shape;370;p28"/>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grpSp>
        <p:nvGrpSpPr>
          <p:cNvPr id="371" name="Google Shape;371;p28"/>
          <p:cNvGrpSpPr/>
          <p:nvPr/>
        </p:nvGrpSpPr>
        <p:grpSpPr>
          <a:xfrm>
            <a:off x="-883552" y="0"/>
            <a:ext cx="11204126" cy="5238174"/>
            <a:chOff x="-883552" y="0"/>
            <a:chExt cx="11204126" cy="5238174"/>
          </a:xfrm>
        </p:grpSpPr>
        <p:pic>
          <p:nvPicPr>
            <p:cNvPr id="372" name="Google Shape;372;p28"/>
            <p:cNvPicPr preferRelativeResize="0"/>
            <p:nvPr/>
          </p:nvPicPr>
          <p:blipFill rotWithShape="1">
            <a:blip r:embed="rId2">
              <a:alphaModFix/>
            </a:blip>
            <a:srcRect t="2208" b="2208"/>
            <a:stretch/>
          </p:blipFill>
          <p:spPr>
            <a:xfrm flipH="1">
              <a:off x="7272971" y="4670734"/>
              <a:ext cx="3047603" cy="173736"/>
            </a:xfrm>
            <a:prstGeom prst="rect">
              <a:avLst/>
            </a:prstGeom>
            <a:noFill/>
            <a:ln>
              <a:noFill/>
            </a:ln>
          </p:spPr>
        </p:pic>
        <p:pic>
          <p:nvPicPr>
            <p:cNvPr id="373" name="Google Shape;373;p28"/>
            <p:cNvPicPr preferRelativeResize="0"/>
            <p:nvPr/>
          </p:nvPicPr>
          <p:blipFill rotWithShape="1">
            <a:blip r:embed="rId3">
              <a:alphaModFix/>
            </a:blip>
            <a:srcRect t="20" b="30"/>
            <a:stretch/>
          </p:blipFill>
          <p:spPr>
            <a:xfrm rot="10800000" flipH="1">
              <a:off x="8428888" y="0"/>
              <a:ext cx="735760" cy="1707776"/>
            </a:xfrm>
            <a:prstGeom prst="rect">
              <a:avLst/>
            </a:prstGeom>
            <a:noFill/>
            <a:ln>
              <a:noFill/>
            </a:ln>
          </p:spPr>
        </p:pic>
        <p:pic>
          <p:nvPicPr>
            <p:cNvPr id="374" name="Google Shape;374;p28"/>
            <p:cNvPicPr preferRelativeResize="0"/>
            <p:nvPr/>
          </p:nvPicPr>
          <p:blipFill rotWithShape="1">
            <a:blip r:embed="rId4">
              <a:alphaModFix/>
            </a:blip>
            <a:srcRect/>
            <a:stretch/>
          </p:blipFill>
          <p:spPr>
            <a:xfrm rot="5400000" flipH="1">
              <a:off x="-1108802" y="3229425"/>
              <a:ext cx="2233999" cy="1783499"/>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4"/>
        <p:cNvGrpSpPr/>
        <p:nvPr/>
      </p:nvGrpSpPr>
      <p:grpSpPr>
        <a:xfrm>
          <a:off x="0" y="0"/>
          <a:ext cx="0" cy="0"/>
          <a:chOff x="0" y="0"/>
          <a:chExt cx="0" cy="0"/>
        </a:xfrm>
      </p:grpSpPr>
      <p:sp>
        <p:nvSpPr>
          <p:cNvPr id="25" name="Google Shape;25;p3"/>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6" name="Google Shape;26;p3"/>
          <p:cNvSpPr txBox="1">
            <a:spLocks noGrp="1"/>
          </p:cNvSpPr>
          <p:nvPr>
            <p:ph type="body" idx="1"/>
          </p:nvPr>
        </p:nvSpPr>
        <p:spPr>
          <a:xfrm>
            <a:off x="720000" y="1096350"/>
            <a:ext cx="7704000" cy="380100"/>
          </a:xfrm>
          <a:prstGeom prst="rect">
            <a:avLst/>
          </a:prstGeom>
          <a:noFill/>
          <a:ln>
            <a:noFill/>
          </a:ln>
        </p:spPr>
        <p:txBody>
          <a:bodyPr spcFirstLastPara="1" wrap="square" lIns="91425" tIns="91425" rIns="91425" bIns="91425" anchor="t" anchorCtr="0">
            <a:noAutofit/>
          </a:bodyPr>
          <a:lstStyle>
            <a:lvl1pPr marL="457200" lvl="0" indent="-317500" algn="ctr">
              <a:lnSpc>
                <a:spcPct val="100000"/>
              </a:lnSpc>
              <a:spcBef>
                <a:spcPts val="0"/>
              </a:spcBef>
              <a:spcAft>
                <a:spcPts val="0"/>
              </a:spcAft>
              <a:buSzPts val="1400"/>
              <a:buChar char="●"/>
              <a:defRPr/>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grpSp>
        <p:nvGrpSpPr>
          <p:cNvPr id="27" name="Google Shape;27;p3"/>
          <p:cNvGrpSpPr/>
          <p:nvPr/>
        </p:nvGrpSpPr>
        <p:grpSpPr>
          <a:xfrm>
            <a:off x="573800" y="399000"/>
            <a:ext cx="7809750" cy="4454175"/>
            <a:chOff x="573800" y="399000"/>
            <a:chExt cx="7809750" cy="4454175"/>
          </a:xfrm>
        </p:grpSpPr>
        <p:sp>
          <p:nvSpPr>
            <p:cNvPr id="28" name="Google Shape;28;p3"/>
            <p:cNvSpPr/>
            <p:nvPr/>
          </p:nvSpPr>
          <p:spPr>
            <a:xfrm rot="-5400000" flipH="1">
              <a:off x="594350" y="4732425"/>
              <a:ext cx="100200" cy="14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nvGrpSpPr>
            <p:cNvPr id="29" name="Google Shape;29;p3"/>
            <p:cNvGrpSpPr/>
            <p:nvPr/>
          </p:nvGrpSpPr>
          <p:grpSpPr>
            <a:xfrm>
              <a:off x="7809300" y="399000"/>
              <a:ext cx="574250" cy="100200"/>
              <a:chOff x="1297450" y="4159200"/>
              <a:chExt cx="574250" cy="100200"/>
            </a:xfrm>
          </p:grpSpPr>
          <p:sp>
            <p:nvSpPr>
              <p:cNvPr id="30" name="Google Shape;30;p3"/>
              <p:cNvSpPr/>
              <p:nvPr/>
            </p:nvSpPr>
            <p:spPr>
              <a:xfrm rot="-5400000" flipH="1">
                <a:off x="1398400" y="4058250"/>
                <a:ext cx="100200" cy="30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31" name="Google Shape;31;p3"/>
              <p:cNvSpPr/>
              <p:nvPr/>
            </p:nvSpPr>
            <p:spPr>
              <a:xfrm rot="-5400000" flipH="1">
                <a:off x="1768350" y="4156050"/>
                <a:ext cx="100200" cy="1065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grpSp>
      </p:grpSp>
      <p:sp>
        <p:nvSpPr>
          <p:cNvPr id="32" name="Google Shape;32;p3"/>
          <p:cNvSpPr/>
          <p:nvPr/>
        </p:nvSpPr>
        <p:spPr>
          <a:xfrm flipH="1">
            <a:off x="8578800" y="4197200"/>
            <a:ext cx="100200" cy="4113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pic>
        <p:nvPicPr>
          <p:cNvPr id="33" name="Google Shape;33;p3"/>
          <p:cNvPicPr preferRelativeResize="0"/>
          <p:nvPr/>
        </p:nvPicPr>
        <p:blipFill rotWithShape="1">
          <a:blip r:embed="rId2">
            <a:alphaModFix/>
          </a:blip>
          <a:srcRect t="8630" b="8630"/>
          <a:stretch/>
        </p:blipFill>
        <p:spPr>
          <a:xfrm rot="5400000">
            <a:off x="8388288" y="4616824"/>
            <a:ext cx="565175" cy="256425"/>
          </a:xfrm>
          <a:prstGeom prst="rect">
            <a:avLst/>
          </a:prstGeom>
          <a:noFill/>
          <a:ln>
            <a:noFill/>
          </a:ln>
        </p:spPr>
      </p:pic>
      <p:grpSp>
        <p:nvGrpSpPr>
          <p:cNvPr id="34" name="Google Shape;34;p3"/>
          <p:cNvGrpSpPr/>
          <p:nvPr/>
        </p:nvGrpSpPr>
        <p:grpSpPr>
          <a:xfrm>
            <a:off x="-347750" y="290125"/>
            <a:ext cx="11698601" cy="4970200"/>
            <a:chOff x="-347750" y="290125"/>
            <a:chExt cx="11698601" cy="4970200"/>
          </a:xfrm>
        </p:grpSpPr>
        <p:pic>
          <p:nvPicPr>
            <p:cNvPr id="35" name="Google Shape;35;p3"/>
            <p:cNvPicPr preferRelativeResize="0"/>
            <p:nvPr/>
          </p:nvPicPr>
          <p:blipFill rotWithShape="1">
            <a:blip r:embed="rId3">
              <a:alphaModFix/>
            </a:blip>
            <a:srcRect l="-1293" r="21941"/>
            <a:stretch/>
          </p:blipFill>
          <p:spPr>
            <a:xfrm rot="10800000">
              <a:off x="-347750" y="290125"/>
              <a:ext cx="1722951" cy="173736"/>
            </a:xfrm>
            <a:prstGeom prst="rect">
              <a:avLst/>
            </a:prstGeom>
            <a:noFill/>
            <a:ln>
              <a:noFill/>
            </a:ln>
          </p:spPr>
        </p:pic>
        <p:pic>
          <p:nvPicPr>
            <p:cNvPr id="36" name="Google Shape;36;p3"/>
            <p:cNvPicPr preferRelativeResize="0"/>
            <p:nvPr/>
          </p:nvPicPr>
          <p:blipFill rotWithShape="1">
            <a:blip r:embed="rId4">
              <a:alphaModFix/>
            </a:blip>
            <a:srcRect t="-10930" r="16276" b="-5349"/>
            <a:stretch/>
          </p:blipFill>
          <p:spPr>
            <a:xfrm>
              <a:off x="8542650" y="3058225"/>
              <a:ext cx="682750" cy="2202100"/>
            </a:xfrm>
            <a:prstGeom prst="rect">
              <a:avLst/>
            </a:prstGeom>
            <a:noFill/>
            <a:ln>
              <a:noFill/>
            </a:ln>
          </p:spPr>
        </p:pic>
        <p:pic>
          <p:nvPicPr>
            <p:cNvPr id="37" name="Google Shape;37;p3"/>
            <p:cNvPicPr preferRelativeResize="0"/>
            <p:nvPr/>
          </p:nvPicPr>
          <p:blipFill rotWithShape="1">
            <a:blip r:embed="rId5">
              <a:alphaModFix/>
            </a:blip>
            <a:srcRect t="11948" b="11948"/>
            <a:stretch/>
          </p:blipFill>
          <p:spPr>
            <a:xfrm rot="10800000">
              <a:off x="6199875" y="4679440"/>
              <a:ext cx="5150976" cy="173736"/>
            </a:xfrm>
            <a:prstGeom prst="rect">
              <a:avLst/>
            </a:prstGeom>
            <a:noFill/>
            <a:ln>
              <a:noFill/>
            </a:ln>
          </p:spPr>
        </p:pic>
      </p:grpSp>
    </p:spTree>
    <p:extLst>
      <p:ext uri="{BB962C8B-B14F-4D97-AF65-F5344CB8AC3E}">
        <p14:creationId xmlns:p14="http://schemas.microsoft.com/office/powerpoint/2010/main" val="3586740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Shape 378"/>
        <p:cNvGrpSpPr/>
        <p:nvPr/>
      </p:nvGrpSpPr>
      <p:grpSpPr>
        <a:xfrm>
          <a:off x="0" y="0"/>
          <a:ext cx="0" cy="0"/>
          <a:chOff x="0" y="0"/>
          <a:chExt cx="0" cy="0"/>
        </a:xfrm>
      </p:grpSpPr>
      <p:sp>
        <p:nvSpPr>
          <p:cNvPr id="379" name="Google Shape;379;p30"/>
          <p:cNvSpPr txBox="1">
            <a:spLocks noGrp="1"/>
          </p:cNvSpPr>
          <p:nvPr>
            <p:ph type="title"/>
          </p:nvPr>
        </p:nvSpPr>
        <p:spPr>
          <a:xfrm>
            <a:off x="716775" y="510900"/>
            <a:ext cx="7710600" cy="48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None/>
              <a:defRPr>
                <a:solidFill>
                  <a:schemeClr val="lt1"/>
                </a:solidFill>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2pPr>
            <a:lvl3pPr marR="0" lvl="2"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3pPr>
            <a:lvl4pPr marR="0" lvl="3"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4pPr>
            <a:lvl5pPr marR="0" lvl="4"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5pPr>
            <a:lvl6pPr marR="0" lvl="5"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6pPr>
            <a:lvl7pPr marR="0" lvl="6"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7pPr>
            <a:lvl8pPr marR="0" lvl="7"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8pPr>
            <a:lvl9pPr marR="0" lvl="8" algn="l" rtl="0">
              <a:lnSpc>
                <a:spcPct val="100000"/>
              </a:lnSpc>
              <a:spcBef>
                <a:spcPts val="0"/>
              </a:spcBef>
              <a:spcAft>
                <a:spcPts val="0"/>
              </a:spcAft>
              <a:buClr>
                <a:schemeClr val="dk1"/>
              </a:buClr>
              <a:buSzPts val="3500"/>
              <a:buFont typeface="DM Sans ExtraBold"/>
              <a:buNone/>
              <a:defRPr sz="3500" b="0" i="0" u="none" strike="noStrike" cap="none">
                <a:solidFill>
                  <a:schemeClr val="dk1"/>
                </a:solidFill>
                <a:latin typeface="DM Sans ExtraBold"/>
                <a:ea typeface="DM Sans ExtraBold"/>
                <a:cs typeface="DM Sans ExtraBold"/>
                <a:sym typeface="DM Sans ExtraBold"/>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lt1"/>
              </a:buClr>
              <a:buSzPts val="1200"/>
              <a:buFont typeface="Karla"/>
              <a:buChar char="●"/>
              <a:defRPr sz="1200" b="0" i="0" u="none" strike="noStrike" cap="none">
                <a:solidFill>
                  <a:schemeClr val="dk1"/>
                </a:solidFill>
                <a:latin typeface="Karla"/>
                <a:ea typeface="Karla"/>
                <a:cs typeface="Karla"/>
                <a:sym typeface="Karla"/>
              </a:defRPr>
            </a:lvl1pPr>
            <a:lvl2pPr marL="914400" marR="0" lvl="1"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2pPr>
            <a:lvl3pPr marL="1371600" marR="0" lvl="2"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3pPr>
            <a:lvl4pPr marL="1828800" marR="0" lvl="3"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4pPr>
            <a:lvl5pPr marL="2286000" marR="0" lvl="4"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5pPr>
            <a:lvl6pPr marL="2743200" marR="0" lvl="5"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6pPr>
            <a:lvl7pPr marL="3200400" marR="0" lvl="6"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7pPr>
            <a:lvl8pPr marL="3657600" marR="0" lvl="7"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8pPr>
            <a:lvl9pPr marL="4114800" marR="0" lvl="8" indent="-304800" algn="l" rtl="0">
              <a:lnSpc>
                <a:spcPct val="100000"/>
              </a:lnSpc>
              <a:spcBef>
                <a:spcPts val="0"/>
              </a:spcBef>
              <a:spcAft>
                <a:spcPts val="0"/>
              </a:spcAft>
              <a:buClr>
                <a:schemeClr val="dk1"/>
              </a:buClr>
              <a:buSzPts val="1200"/>
              <a:buFont typeface="Karla"/>
              <a:buChar char="■"/>
              <a:defRPr sz="1200" b="0" i="0" u="none" strike="noStrike" cap="none">
                <a:solidFill>
                  <a:schemeClr val="dk1"/>
                </a:solidFill>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9" r:id="rId16"/>
    <p:sldLayoutId id="2147483670" r:id="rId17"/>
    <p:sldLayoutId id="2147483671" r:id="rId18"/>
    <p:sldLayoutId id="2147483673" r:id="rId19"/>
    <p:sldLayoutId id="2147483674" r:id="rId20"/>
    <p:sldLayoutId id="2147483679"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375"/>
        <p:cNvGrpSpPr/>
        <p:nvPr/>
      </p:nvGrpSpPr>
      <p:grpSpPr>
        <a:xfrm>
          <a:off x="0" y="0"/>
          <a:ext cx="0" cy="0"/>
          <a:chOff x="0" y="0"/>
          <a:chExt cx="0" cy="0"/>
        </a:xfrm>
      </p:grpSpPr>
      <p:sp>
        <p:nvSpPr>
          <p:cNvPr id="376" name="Google Shape;376;p29"/>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1pPr>
            <a:lvl2pPr marR="0" lvl="1"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2pPr>
            <a:lvl3pPr marR="0" lvl="2"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3pPr>
            <a:lvl4pPr marR="0" lvl="3"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4pPr>
            <a:lvl5pPr marR="0" lvl="4"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5pPr>
            <a:lvl6pPr marR="0" lvl="5"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6pPr>
            <a:lvl7pPr marR="0" lvl="6"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7pPr>
            <a:lvl8pPr marR="0" lvl="7"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8pPr>
            <a:lvl9pPr marR="0" lvl="8" algn="ctr" rtl="0">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sym typeface="Arial"/>
              </a:defRPr>
            </a:lvl9pPr>
          </a:lstStyle>
          <a:p>
            <a:endParaRPr/>
          </a:p>
        </p:txBody>
      </p:sp>
      <p:sp>
        <p:nvSpPr>
          <p:cNvPr id="377" name="Google Shape;377;p29"/>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1pPr>
            <a:lvl2pPr marL="914400" marR="0" lvl="1"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2pPr>
            <a:lvl3pPr marL="1371600" marR="0" lvl="2"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3pPr>
            <a:lvl4pPr marL="1828800" marR="0" lvl="3"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4pPr>
            <a:lvl5pPr marL="2286000" marR="0" lvl="4"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5pPr>
            <a:lvl6pPr marL="2743200" marR="0" lvl="5"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6pPr>
            <a:lvl7pPr marL="3200400" marR="0" lvl="6"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7pPr>
            <a:lvl8pPr marL="3657600" marR="0" lvl="7"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8pPr>
            <a:lvl9pPr marL="4114800" marR="0" lvl="8" indent="-298450" algn="l" rtl="0">
              <a:lnSpc>
                <a:spcPct val="115000"/>
              </a:lnSpc>
              <a:spcBef>
                <a:spcPts val="0"/>
              </a:spcBef>
              <a:spcAft>
                <a:spcPts val="0"/>
              </a:spcAft>
              <a:buClr>
                <a:srgbClr val="435D74"/>
              </a:buClr>
              <a:buSzPts val="1100"/>
              <a:buFont typeface="Proxima Nova"/>
              <a:buChar char="■"/>
              <a:defRPr sz="1100" b="0" i="0" u="none" strike="noStrike" cap="none">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s://storyset.com/online" TargetMode="Externa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8" Type="http://schemas.openxmlformats.org/officeDocument/2006/relationships/hyperlink" Target="https://storyset.com/?utm_source=slidesgo_template&amp;utm_medium=referral-link&amp;utm_campaign=promo-slide&amp;utm_term=slidesgo&amp;utm_content=storyset" TargetMode="External"/><Relationship Id="rId13" Type="http://schemas.openxmlformats.org/officeDocument/2006/relationships/slide" Target="slide22.xml"/><Relationship Id="rId3" Type="http://schemas.openxmlformats.org/officeDocument/2006/relationships/hyperlink" Target="https://bit.ly/3A1uf1Q" TargetMode="External"/><Relationship Id="rId7" Type="http://schemas.openxmlformats.org/officeDocument/2006/relationships/hyperlink" Target="https://www.flaticon.com/?utm_source=slidesgo_template&amp;utm_medium=referral-link&amp;utm_campaign=promo-slide&amp;utm_term=slidesgo&amp;utm_content=flaticon" TargetMode="External"/><Relationship Id="rId12" Type="http://schemas.openxmlformats.org/officeDocument/2006/relationships/slide" Target="slide23.xml"/><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hyperlink" Target="https://www.freepik.com/?utm_source=slidesgo_template&amp;utm_medium=referral-link&amp;utm_campaign=promo-slide&amp;utm_term=slidesgo&amp;utm_content=freepik" TargetMode="External"/><Relationship Id="rId11" Type="http://schemas.openxmlformats.org/officeDocument/2006/relationships/slide" Target="slide26.xml"/><Relationship Id="rId5" Type="http://schemas.openxmlformats.org/officeDocument/2006/relationships/hyperlink" Target="http://bit.ly/33VAFh3" TargetMode="External"/><Relationship Id="rId15"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hyperlink" Target="https://www.videvo.net/?utm_source=slidesgo_template&amp;utm_medium=referral-link&amp;utm_campaign=sg_resources&amp;utm_content=videvo" TargetMode="External"/><Relationship Id="rId4" Type="http://schemas.openxmlformats.org/officeDocument/2006/relationships/hyperlink" Target="http://bit.ly/30B07Gq" TargetMode="External"/><Relationship Id="rId9" Type="http://schemas.openxmlformats.org/officeDocument/2006/relationships/hyperlink" Target="https://wepik.com/?utm_source=slidesgo_template&amp;utm_medium=referral-link&amp;utm_campaign=promo-slide&amp;utm_term=slidesgo&amp;utm_content=wepik" TargetMode="External"/><Relationship Id="rId14" Type="http://schemas.openxmlformats.org/officeDocument/2006/relationships/slide" Target="slide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 Id="rId5" Type="http://schemas.openxmlformats.org/officeDocument/2006/relationships/image" Target="../media/image29.png"/><Relationship Id="rId4" Type="http://schemas.openxmlformats.org/officeDocument/2006/relationships/hyperlink" Target="https://docs.google.com/spreadsheets/d/1hLeNoAXKr50nvrdWGXqAQSRIoYr2yAwt6-bdncL7Etk/copy#gid=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3.jpg"/><Relationship Id="rId5" Type="http://schemas.openxmlformats.org/officeDocument/2006/relationships/image" Target="../media/image32.jpg"/><Relationship Id="rId4" Type="http://schemas.openxmlformats.org/officeDocument/2006/relationships/image" Target="../media/image31.jpg"/></Relationships>
</file>

<file path=ppt/slides/_rels/slide26.xml.rels><?xml version="1.0" encoding="UTF-8" standalone="yes"?>
<Relationships xmlns="http://schemas.openxmlformats.org/package/2006/relationships"><Relationship Id="rId3" Type="http://schemas.openxmlformats.org/officeDocument/2006/relationships/hyperlink" Target="https://fonts.google.com/specimen/DM+Sans" TargetMode="External"/><Relationship Id="rId2" Type="http://schemas.openxmlformats.org/officeDocument/2006/relationships/notesSlide" Target="../notesSlides/notesSlide19.xml"/><Relationship Id="rId1" Type="http://schemas.openxmlformats.org/officeDocument/2006/relationships/slideLayout" Target="../slideLayouts/slideLayout22.xml"/><Relationship Id="rId4" Type="http://schemas.openxmlformats.org/officeDocument/2006/relationships/hyperlink" Target="https://fonts.google.com/specimen/Karla"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385;p32">
            <a:extLst>
              <a:ext uri="{FF2B5EF4-FFF2-40B4-BE49-F238E27FC236}">
                <a16:creationId xmlns:a16="http://schemas.microsoft.com/office/drawing/2014/main" id="{51787F1F-060C-FBCB-809A-3BB89E453AE8}"/>
              </a:ext>
            </a:extLst>
          </p:cNvPr>
          <p:cNvSpPr txBox="1">
            <a:spLocks/>
          </p:cNvSpPr>
          <p:nvPr/>
        </p:nvSpPr>
        <p:spPr>
          <a:xfrm>
            <a:off x="1704530" y="280222"/>
            <a:ext cx="5001304" cy="849482"/>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90000"/>
              </a:lnSpc>
              <a:buSzPts val="5200"/>
            </a:pPr>
            <a:r>
              <a:rPr lang="en-US" sz="6000" dirty="0">
                <a:solidFill>
                  <a:schemeClr val="tx1"/>
                </a:solidFill>
              </a:rPr>
              <a:t>Care trace</a:t>
            </a:r>
          </a:p>
        </p:txBody>
      </p:sp>
      <p:sp>
        <p:nvSpPr>
          <p:cNvPr id="4" name="Google Shape;386;p32">
            <a:extLst>
              <a:ext uri="{FF2B5EF4-FFF2-40B4-BE49-F238E27FC236}">
                <a16:creationId xmlns:a16="http://schemas.microsoft.com/office/drawing/2014/main" id="{C6FA11CE-A420-0F8B-AB0E-378E7BC199EA}"/>
              </a:ext>
            </a:extLst>
          </p:cNvPr>
          <p:cNvSpPr txBox="1">
            <a:spLocks/>
          </p:cNvSpPr>
          <p:nvPr/>
        </p:nvSpPr>
        <p:spPr>
          <a:xfrm>
            <a:off x="2590800" y="2930957"/>
            <a:ext cx="3360420" cy="411300"/>
          </a:xfrm>
          <a:prstGeom prst="rect">
            <a:avLst/>
          </a:prstGeom>
          <a:solidFill>
            <a:schemeClr val="accent2"/>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lnSpc>
                <a:spcPct val="115000"/>
              </a:lnSpc>
            </a:pPr>
            <a:r>
              <a:rPr lang="en-US" sz="1000" dirty="0">
                <a:solidFill>
                  <a:srgbClr val="435D74"/>
                </a:solidFill>
              </a:rPr>
              <a:t>An Agentic AI Platform for after hour triage</a:t>
            </a:r>
          </a:p>
          <a:p>
            <a:pPr algn="ctr">
              <a:buSzPts val="1200"/>
            </a:pPr>
            <a:endParaRPr lang="en-US" sz="1000" dirty="0"/>
          </a:p>
          <a:p>
            <a:pPr algn="ctr">
              <a:buSzPts val="1200"/>
            </a:pPr>
            <a:endParaRPr lang="en-US" sz="1000" dirty="0"/>
          </a:p>
        </p:txBody>
      </p:sp>
      <p:sp>
        <p:nvSpPr>
          <p:cNvPr id="5" name="Google Shape;388;p32">
            <a:extLst>
              <a:ext uri="{FF2B5EF4-FFF2-40B4-BE49-F238E27FC236}">
                <a16:creationId xmlns:a16="http://schemas.microsoft.com/office/drawing/2014/main" id="{0B12B836-3638-256E-2DC0-043B9249501B}"/>
              </a:ext>
            </a:extLst>
          </p:cNvPr>
          <p:cNvSpPr/>
          <p:nvPr/>
        </p:nvSpPr>
        <p:spPr>
          <a:xfrm>
            <a:off x="3695262" y="1341225"/>
            <a:ext cx="408300" cy="232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Karla"/>
              <a:ea typeface="Karla"/>
              <a:cs typeface="Karla"/>
              <a:sym typeface="Karla"/>
            </a:endParaRPr>
          </a:p>
        </p:txBody>
      </p:sp>
      <p:pic>
        <p:nvPicPr>
          <p:cNvPr id="6" name="Picture 5">
            <a:extLst>
              <a:ext uri="{FF2B5EF4-FFF2-40B4-BE49-F238E27FC236}">
                <a16:creationId xmlns:a16="http://schemas.microsoft.com/office/drawing/2014/main" id="{F80FEC20-A98E-2AC7-FFD5-24A06ADB61EE}"/>
              </a:ext>
            </a:extLst>
          </p:cNvPr>
          <p:cNvPicPr>
            <a:picLocks noChangeAspect="1"/>
          </p:cNvPicPr>
          <p:nvPr/>
        </p:nvPicPr>
        <p:blipFill>
          <a:blip r:embed="rId2"/>
          <a:stretch>
            <a:fillRect/>
          </a:stretch>
        </p:blipFill>
        <p:spPr>
          <a:xfrm>
            <a:off x="3321949" y="1014712"/>
            <a:ext cx="2149212" cy="2149212"/>
          </a:xfrm>
          <a:prstGeom prst="rect">
            <a:avLst/>
          </a:prstGeom>
        </p:spPr>
      </p:pic>
      <p:sp>
        <p:nvSpPr>
          <p:cNvPr id="7" name="Google Shape;386;p32">
            <a:extLst>
              <a:ext uri="{FF2B5EF4-FFF2-40B4-BE49-F238E27FC236}">
                <a16:creationId xmlns:a16="http://schemas.microsoft.com/office/drawing/2014/main" id="{2461F88A-B989-F88E-04F1-30657FF3F6C5}"/>
              </a:ext>
            </a:extLst>
          </p:cNvPr>
          <p:cNvSpPr txBox="1">
            <a:spLocks/>
          </p:cNvSpPr>
          <p:nvPr/>
        </p:nvSpPr>
        <p:spPr>
          <a:xfrm>
            <a:off x="1547698" y="3429061"/>
            <a:ext cx="6178982" cy="699728"/>
          </a:xfrm>
          <a:prstGeom prst="rect">
            <a:avLst/>
          </a:prstGeom>
          <a:noFill/>
          <a:ln>
            <a:solidFill>
              <a:schemeClr val="accent2"/>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4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800"/>
              <a:buFont typeface="Karla"/>
              <a:buNone/>
              <a:defRPr sz="1800" b="0" i="0" u="none" strike="noStrike" cap="none">
                <a:solidFill>
                  <a:schemeClr val="dk1"/>
                </a:solidFill>
                <a:latin typeface="Karla"/>
                <a:ea typeface="Karla"/>
                <a:cs typeface="Karla"/>
                <a:sym typeface="Karla"/>
              </a:defRPr>
            </a:lvl9pPr>
          </a:lstStyle>
          <a:p>
            <a:pPr marL="0" indent="0" algn="l">
              <a:lnSpc>
                <a:spcPct val="115000"/>
              </a:lnSpc>
            </a:pPr>
            <a:r>
              <a:rPr lang="en-US" dirty="0">
                <a:solidFill>
                  <a:schemeClr val="accent1">
                    <a:lumMod val="50000"/>
                  </a:schemeClr>
                </a:solidFill>
                <a:latin typeface="Inter"/>
                <a:ea typeface="Inter"/>
                <a:cs typeface="Inter"/>
                <a:sym typeface="Inter"/>
              </a:rPr>
              <a:t>Team Members: Kirthi Shanbhag , Niyanthri Naresh, Sohail Khan, XinRan Zhang</a:t>
            </a:r>
            <a:br>
              <a:rPr lang="en-US" dirty="0">
                <a:solidFill>
                  <a:schemeClr val="accent1">
                    <a:lumMod val="50000"/>
                  </a:schemeClr>
                </a:solidFill>
                <a:latin typeface="Inter"/>
                <a:ea typeface="Inter"/>
                <a:cs typeface="Inter"/>
                <a:sym typeface="Inter"/>
              </a:rPr>
            </a:br>
            <a:r>
              <a:rPr lang="en-US" dirty="0">
                <a:solidFill>
                  <a:schemeClr val="accent1">
                    <a:lumMod val="50000"/>
                  </a:schemeClr>
                </a:solidFill>
                <a:latin typeface="Inter"/>
                <a:ea typeface="Inter"/>
                <a:cs typeface="Inter"/>
                <a:sym typeface="Inter"/>
              </a:rPr>
              <a:t>Date : Apr 13 ‘26</a:t>
            </a:r>
          </a:p>
          <a:p>
            <a:pPr marL="0" indent="0" algn="l"/>
            <a:endParaRPr lang="en-US" dirty="0">
              <a:solidFill>
                <a:schemeClr val="accent1">
                  <a:lumMod val="50000"/>
                </a:schemeClr>
              </a:solidFill>
            </a:endParaRPr>
          </a:p>
        </p:txBody>
      </p:sp>
      <p:grpSp>
        <p:nvGrpSpPr>
          <p:cNvPr id="8" name="Group 7">
            <a:extLst>
              <a:ext uri="{FF2B5EF4-FFF2-40B4-BE49-F238E27FC236}">
                <a16:creationId xmlns:a16="http://schemas.microsoft.com/office/drawing/2014/main" id="{A10A73FD-2A34-FEB8-A823-076A074A1C5C}"/>
              </a:ext>
            </a:extLst>
          </p:cNvPr>
          <p:cNvGrpSpPr/>
          <p:nvPr/>
        </p:nvGrpSpPr>
        <p:grpSpPr>
          <a:xfrm>
            <a:off x="2651692" y="2938802"/>
            <a:ext cx="380395" cy="322133"/>
            <a:chOff x="6675354" y="1732511"/>
            <a:chExt cx="1565506" cy="1761716"/>
          </a:xfrm>
        </p:grpSpPr>
        <p:sp>
          <p:nvSpPr>
            <p:cNvPr id="9" name="Google Shape;1776;p64">
              <a:extLst>
                <a:ext uri="{FF2B5EF4-FFF2-40B4-BE49-F238E27FC236}">
                  <a16:creationId xmlns:a16="http://schemas.microsoft.com/office/drawing/2014/main" id="{B1CC3D5A-2AC5-E51D-1935-3A2EB8B04CB0}"/>
                </a:ext>
              </a:extLst>
            </p:cNvPr>
            <p:cNvSpPr/>
            <p:nvPr/>
          </p:nvSpPr>
          <p:spPr>
            <a:xfrm>
              <a:off x="7549198" y="2692491"/>
              <a:ext cx="67234" cy="124016"/>
            </a:xfrm>
            <a:custGeom>
              <a:avLst/>
              <a:gdLst/>
              <a:ahLst/>
              <a:cxnLst/>
              <a:rect l="l" t="t" r="r" b="b"/>
              <a:pathLst>
                <a:path w="4104" h="7570" extrusionOk="0">
                  <a:moveTo>
                    <a:pt x="1" y="1"/>
                  </a:moveTo>
                  <a:lnTo>
                    <a:pt x="1" y="7569"/>
                  </a:lnTo>
                  <a:lnTo>
                    <a:pt x="4104" y="7569"/>
                  </a:lnTo>
                  <a:lnTo>
                    <a:pt x="410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1777;p64">
              <a:extLst>
                <a:ext uri="{FF2B5EF4-FFF2-40B4-BE49-F238E27FC236}">
                  <a16:creationId xmlns:a16="http://schemas.microsoft.com/office/drawing/2014/main" id="{166B03E6-A20C-38E8-5785-B83C002DA6C1}"/>
                </a:ext>
              </a:extLst>
            </p:cNvPr>
            <p:cNvSpPr/>
            <p:nvPr/>
          </p:nvSpPr>
          <p:spPr>
            <a:xfrm>
              <a:off x="7614919" y="2544109"/>
              <a:ext cx="396899" cy="316231"/>
            </a:xfrm>
            <a:custGeom>
              <a:avLst/>
              <a:gdLst/>
              <a:ahLst/>
              <a:cxnLst/>
              <a:rect l="l" t="t" r="r" b="b"/>
              <a:pathLst>
                <a:path w="24227" h="19303" extrusionOk="0">
                  <a:moveTo>
                    <a:pt x="62" y="9059"/>
                  </a:moveTo>
                  <a:cubicBezTo>
                    <a:pt x="62" y="9059"/>
                    <a:pt x="5746" y="1034"/>
                    <a:pt x="16627" y="1"/>
                  </a:cubicBezTo>
                  <a:lnTo>
                    <a:pt x="16354" y="9089"/>
                  </a:lnTo>
                  <a:cubicBezTo>
                    <a:pt x="16323" y="10396"/>
                    <a:pt x="16688" y="11673"/>
                    <a:pt x="17478" y="12676"/>
                  </a:cubicBezTo>
                  <a:cubicBezTo>
                    <a:pt x="18542" y="13983"/>
                    <a:pt x="20579" y="15168"/>
                    <a:pt x="24226" y="14104"/>
                  </a:cubicBezTo>
                  <a:cubicBezTo>
                    <a:pt x="24226" y="14104"/>
                    <a:pt x="17843" y="17782"/>
                    <a:pt x="10183" y="18816"/>
                  </a:cubicBezTo>
                  <a:cubicBezTo>
                    <a:pt x="6657" y="19302"/>
                    <a:pt x="3040" y="18512"/>
                    <a:pt x="1" y="16627"/>
                  </a:cubicBezTo>
                  <a:lnTo>
                    <a:pt x="1" y="16627"/>
                  </a:lnTo>
                  <a:lnTo>
                    <a:pt x="1" y="90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778;p64">
              <a:extLst>
                <a:ext uri="{FF2B5EF4-FFF2-40B4-BE49-F238E27FC236}">
                  <a16:creationId xmlns:a16="http://schemas.microsoft.com/office/drawing/2014/main" id="{33624EC0-CE2F-A47C-7938-0FBF682652F6}"/>
                </a:ext>
              </a:extLst>
            </p:cNvPr>
            <p:cNvSpPr/>
            <p:nvPr/>
          </p:nvSpPr>
          <p:spPr>
            <a:xfrm>
              <a:off x="7876168" y="2516228"/>
              <a:ext cx="314888" cy="265954"/>
            </a:xfrm>
            <a:custGeom>
              <a:avLst/>
              <a:gdLst/>
              <a:ahLst/>
              <a:cxnLst/>
              <a:rect l="l" t="t" r="r" b="b"/>
              <a:pathLst>
                <a:path w="19221" h="16234" extrusionOk="0">
                  <a:moveTo>
                    <a:pt x="12838" y="1"/>
                  </a:moveTo>
                  <a:cubicBezTo>
                    <a:pt x="4509" y="548"/>
                    <a:pt x="588" y="4864"/>
                    <a:pt x="588" y="4864"/>
                  </a:cubicBezTo>
                  <a:lnTo>
                    <a:pt x="436" y="10791"/>
                  </a:lnTo>
                  <a:cubicBezTo>
                    <a:pt x="0" y="13945"/>
                    <a:pt x="2549" y="16234"/>
                    <a:pt x="5730" y="16234"/>
                  </a:cubicBezTo>
                  <a:cubicBezTo>
                    <a:pt x="6319" y="16234"/>
                    <a:pt x="6931" y="16155"/>
                    <a:pt x="7549" y="15989"/>
                  </a:cubicBezTo>
                  <a:lnTo>
                    <a:pt x="13141" y="14530"/>
                  </a:lnTo>
                  <a:lnTo>
                    <a:pt x="16333" y="11186"/>
                  </a:lnTo>
                  <a:lnTo>
                    <a:pt x="19221" y="7265"/>
                  </a:lnTo>
                  <a:lnTo>
                    <a:pt x="17488" y="5776"/>
                  </a:lnTo>
                  <a:lnTo>
                    <a:pt x="14084" y="7083"/>
                  </a:lnTo>
                  <a:lnTo>
                    <a:pt x="10953" y="8299"/>
                  </a:lnTo>
                  <a:lnTo>
                    <a:pt x="6181" y="8299"/>
                  </a:lnTo>
                  <a:lnTo>
                    <a:pt x="5421" y="6171"/>
                  </a:lnTo>
                  <a:cubicBezTo>
                    <a:pt x="9737" y="3891"/>
                    <a:pt x="12838" y="3648"/>
                    <a:pt x="12838" y="3648"/>
                  </a:cubicBezTo>
                  <a:lnTo>
                    <a:pt x="13476" y="2432"/>
                  </a:lnTo>
                  <a:lnTo>
                    <a:pt x="128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2" name="Google Shape;1779;p64">
              <a:extLst>
                <a:ext uri="{FF2B5EF4-FFF2-40B4-BE49-F238E27FC236}">
                  <a16:creationId xmlns:a16="http://schemas.microsoft.com/office/drawing/2014/main" id="{3BF98DC6-3670-DD4C-7A94-D58F92118CF9}"/>
                </a:ext>
              </a:extLst>
            </p:cNvPr>
            <p:cNvSpPr/>
            <p:nvPr/>
          </p:nvSpPr>
          <p:spPr>
            <a:xfrm>
              <a:off x="6886459" y="2755723"/>
              <a:ext cx="145919" cy="186253"/>
            </a:xfrm>
            <a:custGeom>
              <a:avLst/>
              <a:gdLst/>
              <a:ahLst/>
              <a:cxnLst/>
              <a:rect l="l" t="t" r="r" b="b"/>
              <a:pathLst>
                <a:path w="8907" h="11369" extrusionOk="0">
                  <a:moveTo>
                    <a:pt x="3740" y="1"/>
                  </a:moveTo>
                  <a:lnTo>
                    <a:pt x="1" y="5533"/>
                  </a:lnTo>
                  <a:lnTo>
                    <a:pt x="4712" y="11369"/>
                  </a:lnTo>
                  <a:lnTo>
                    <a:pt x="8907" y="7843"/>
                  </a:lnTo>
                  <a:lnTo>
                    <a:pt x="37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1780;p64">
              <a:extLst>
                <a:ext uri="{FF2B5EF4-FFF2-40B4-BE49-F238E27FC236}">
                  <a16:creationId xmlns:a16="http://schemas.microsoft.com/office/drawing/2014/main" id="{B9EB9532-63BD-EDAF-EC19-7DED13BEDB1F}"/>
                </a:ext>
              </a:extLst>
            </p:cNvPr>
            <p:cNvSpPr/>
            <p:nvPr/>
          </p:nvSpPr>
          <p:spPr>
            <a:xfrm>
              <a:off x="6746055" y="2846345"/>
              <a:ext cx="305255" cy="369999"/>
            </a:xfrm>
            <a:custGeom>
              <a:avLst/>
              <a:gdLst/>
              <a:ahLst/>
              <a:cxnLst/>
              <a:rect l="l" t="t" r="r" b="b"/>
              <a:pathLst>
                <a:path w="18633" h="22585" extrusionOk="0">
                  <a:moveTo>
                    <a:pt x="8572" y="1"/>
                  </a:moveTo>
                  <a:cubicBezTo>
                    <a:pt x="2645" y="1065"/>
                    <a:pt x="426" y="9758"/>
                    <a:pt x="0" y="22190"/>
                  </a:cubicBezTo>
                  <a:cubicBezTo>
                    <a:pt x="0" y="22190"/>
                    <a:pt x="1824" y="22402"/>
                    <a:pt x="3313" y="21551"/>
                  </a:cubicBezTo>
                  <a:cubicBezTo>
                    <a:pt x="4013" y="21156"/>
                    <a:pt x="4712" y="20792"/>
                    <a:pt x="5532" y="20670"/>
                  </a:cubicBezTo>
                  <a:cubicBezTo>
                    <a:pt x="7265" y="20244"/>
                    <a:pt x="10122" y="19971"/>
                    <a:pt x="12311" y="21612"/>
                  </a:cubicBezTo>
                  <a:cubicBezTo>
                    <a:pt x="12311" y="21612"/>
                    <a:pt x="13283" y="22585"/>
                    <a:pt x="15168" y="21764"/>
                  </a:cubicBezTo>
                  <a:cubicBezTo>
                    <a:pt x="15168" y="21764"/>
                    <a:pt x="18633" y="9758"/>
                    <a:pt x="14408" y="3709"/>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1781;p64">
              <a:extLst>
                <a:ext uri="{FF2B5EF4-FFF2-40B4-BE49-F238E27FC236}">
                  <a16:creationId xmlns:a16="http://schemas.microsoft.com/office/drawing/2014/main" id="{12E8B026-6DF6-C9F4-0C13-822F8A46F7F8}"/>
                </a:ext>
              </a:extLst>
            </p:cNvPr>
            <p:cNvSpPr/>
            <p:nvPr/>
          </p:nvSpPr>
          <p:spPr>
            <a:xfrm>
              <a:off x="6718174" y="3174627"/>
              <a:ext cx="198703" cy="255321"/>
            </a:xfrm>
            <a:custGeom>
              <a:avLst/>
              <a:gdLst/>
              <a:ahLst/>
              <a:cxnLst/>
              <a:rect l="l" t="t" r="r" b="b"/>
              <a:pathLst>
                <a:path w="12129" h="15585" extrusionOk="0">
                  <a:moveTo>
                    <a:pt x="9279" y="1"/>
                  </a:moveTo>
                  <a:cubicBezTo>
                    <a:pt x="8415" y="1"/>
                    <a:pt x="7123" y="170"/>
                    <a:pt x="5958" y="995"/>
                  </a:cubicBezTo>
                  <a:cubicBezTo>
                    <a:pt x="5958" y="995"/>
                    <a:pt x="0" y="8563"/>
                    <a:pt x="4104" y="15585"/>
                  </a:cubicBezTo>
                  <a:lnTo>
                    <a:pt x="6353" y="14247"/>
                  </a:lnTo>
                  <a:cubicBezTo>
                    <a:pt x="6353" y="14247"/>
                    <a:pt x="3283" y="8411"/>
                    <a:pt x="7994" y="5098"/>
                  </a:cubicBezTo>
                  <a:lnTo>
                    <a:pt x="8663" y="4855"/>
                  </a:lnTo>
                  <a:lnTo>
                    <a:pt x="8663" y="6618"/>
                  </a:lnTo>
                  <a:lnTo>
                    <a:pt x="8663" y="13791"/>
                  </a:lnTo>
                  <a:lnTo>
                    <a:pt x="11672" y="13791"/>
                  </a:lnTo>
                  <a:lnTo>
                    <a:pt x="11672" y="6679"/>
                  </a:lnTo>
                  <a:lnTo>
                    <a:pt x="12128" y="569"/>
                  </a:lnTo>
                  <a:cubicBezTo>
                    <a:pt x="11429" y="235"/>
                    <a:pt x="10791" y="113"/>
                    <a:pt x="10274" y="83"/>
                  </a:cubicBezTo>
                  <a:cubicBezTo>
                    <a:pt x="10274" y="83"/>
                    <a:pt x="9880" y="1"/>
                    <a:pt x="9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5" name="Google Shape;1782;p64">
              <a:extLst>
                <a:ext uri="{FF2B5EF4-FFF2-40B4-BE49-F238E27FC236}">
                  <a16:creationId xmlns:a16="http://schemas.microsoft.com/office/drawing/2014/main" id="{D4C59FC8-C564-3540-83CD-598A9F6D7BDF}"/>
                </a:ext>
              </a:extLst>
            </p:cNvPr>
            <p:cNvSpPr/>
            <p:nvPr/>
          </p:nvSpPr>
          <p:spPr>
            <a:xfrm>
              <a:off x="6944728" y="2563029"/>
              <a:ext cx="644864" cy="931198"/>
            </a:xfrm>
            <a:custGeom>
              <a:avLst/>
              <a:gdLst/>
              <a:ahLst/>
              <a:cxnLst/>
              <a:rect l="l" t="t" r="r" b="b"/>
              <a:pathLst>
                <a:path w="39363" h="56841" extrusionOk="0">
                  <a:moveTo>
                    <a:pt x="39211" y="12463"/>
                  </a:moveTo>
                  <a:cubicBezTo>
                    <a:pt x="38846" y="20700"/>
                    <a:pt x="37326" y="37904"/>
                    <a:pt x="31551" y="48938"/>
                  </a:cubicBezTo>
                  <a:cubicBezTo>
                    <a:pt x="28663" y="54470"/>
                    <a:pt x="22888" y="56841"/>
                    <a:pt x="17569" y="56050"/>
                  </a:cubicBezTo>
                  <a:cubicBezTo>
                    <a:pt x="13496" y="55442"/>
                    <a:pt x="9666" y="53011"/>
                    <a:pt x="7538" y="48695"/>
                  </a:cubicBezTo>
                  <a:cubicBezTo>
                    <a:pt x="3648" y="40913"/>
                    <a:pt x="1246" y="28785"/>
                    <a:pt x="243" y="12767"/>
                  </a:cubicBezTo>
                  <a:cubicBezTo>
                    <a:pt x="0" y="9393"/>
                    <a:pt x="1794" y="6262"/>
                    <a:pt x="4712" y="4682"/>
                  </a:cubicBezTo>
                  <a:cubicBezTo>
                    <a:pt x="5198" y="4408"/>
                    <a:pt x="5745" y="4165"/>
                    <a:pt x="6322" y="3983"/>
                  </a:cubicBezTo>
                  <a:cubicBezTo>
                    <a:pt x="6930" y="3800"/>
                    <a:pt x="7508" y="3618"/>
                    <a:pt x="8207" y="3436"/>
                  </a:cubicBezTo>
                  <a:cubicBezTo>
                    <a:pt x="15380" y="1521"/>
                    <a:pt x="25989" y="1"/>
                    <a:pt x="34590" y="4378"/>
                  </a:cubicBezTo>
                  <a:cubicBezTo>
                    <a:pt x="34682" y="4408"/>
                    <a:pt x="34773" y="4469"/>
                    <a:pt x="34894" y="4530"/>
                  </a:cubicBezTo>
                  <a:cubicBezTo>
                    <a:pt x="37660" y="6141"/>
                    <a:pt x="39363" y="9180"/>
                    <a:pt x="39211" y="1246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Google Shape;1783;p64">
              <a:extLst>
                <a:ext uri="{FF2B5EF4-FFF2-40B4-BE49-F238E27FC236}">
                  <a16:creationId xmlns:a16="http://schemas.microsoft.com/office/drawing/2014/main" id="{7797A79A-B264-7DD1-A0D7-FBD41530F542}"/>
                </a:ext>
              </a:extLst>
            </p:cNvPr>
            <p:cNvSpPr/>
            <p:nvPr/>
          </p:nvSpPr>
          <p:spPr>
            <a:xfrm>
              <a:off x="6944728" y="2563029"/>
              <a:ext cx="570668" cy="918256"/>
            </a:xfrm>
            <a:custGeom>
              <a:avLst/>
              <a:gdLst/>
              <a:ahLst/>
              <a:cxnLst/>
              <a:rect l="l" t="t" r="r" b="b"/>
              <a:pathLst>
                <a:path w="34834" h="56051" extrusionOk="0">
                  <a:moveTo>
                    <a:pt x="34834" y="4560"/>
                  </a:moveTo>
                  <a:cubicBezTo>
                    <a:pt x="26171" y="1"/>
                    <a:pt x="15472" y="1521"/>
                    <a:pt x="8177" y="3466"/>
                  </a:cubicBezTo>
                  <a:cubicBezTo>
                    <a:pt x="7508" y="3648"/>
                    <a:pt x="6870" y="3831"/>
                    <a:pt x="6262" y="3983"/>
                  </a:cubicBezTo>
                  <a:cubicBezTo>
                    <a:pt x="5684" y="4135"/>
                    <a:pt x="5167" y="4378"/>
                    <a:pt x="4681" y="4682"/>
                  </a:cubicBezTo>
                  <a:cubicBezTo>
                    <a:pt x="1794" y="6232"/>
                    <a:pt x="0" y="9332"/>
                    <a:pt x="183" y="12767"/>
                  </a:cubicBezTo>
                  <a:cubicBezTo>
                    <a:pt x="1216" y="28785"/>
                    <a:pt x="3617" y="40913"/>
                    <a:pt x="7478" y="48695"/>
                  </a:cubicBezTo>
                  <a:cubicBezTo>
                    <a:pt x="9605" y="53011"/>
                    <a:pt x="13435" y="55442"/>
                    <a:pt x="17508" y="56050"/>
                  </a:cubicBezTo>
                  <a:cubicBezTo>
                    <a:pt x="10608" y="42403"/>
                    <a:pt x="7326" y="31673"/>
                    <a:pt x="6140" y="23405"/>
                  </a:cubicBezTo>
                  <a:cubicBezTo>
                    <a:pt x="5046" y="15685"/>
                    <a:pt x="11095" y="8724"/>
                    <a:pt x="18876" y="8876"/>
                  </a:cubicBezTo>
                  <a:lnTo>
                    <a:pt x="19666" y="8876"/>
                  </a:lnTo>
                  <a:cubicBezTo>
                    <a:pt x="27022" y="8876"/>
                    <a:pt x="33131" y="7053"/>
                    <a:pt x="34834" y="4560"/>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1784;p64">
              <a:extLst>
                <a:ext uri="{FF2B5EF4-FFF2-40B4-BE49-F238E27FC236}">
                  <a16:creationId xmlns:a16="http://schemas.microsoft.com/office/drawing/2014/main" id="{34525CB6-7C2A-10AB-6C3C-F059C877D6F9}"/>
                </a:ext>
              </a:extLst>
            </p:cNvPr>
            <p:cNvSpPr/>
            <p:nvPr/>
          </p:nvSpPr>
          <p:spPr>
            <a:xfrm>
              <a:off x="6675354" y="1732511"/>
              <a:ext cx="986456" cy="960064"/>
            </a:xfrm>
            <a:custGeom>
              <a:avLst/>
              <a:gdLst/>
              <a:ahLst/>
              <a:cxnLst/>
              <a:rect l="l" t="t" r="r" b="b"/>
              <a:pathLst>
                <a:path w="60214" h="58603" extrusionOk="0">
                  <a:moveTo>
                    <a:pt x="60032" y="33982"/>
                  </a:moveTo>
                  <a:cubicBezTo>
                    <a:pt x="58968" y="49788"/>
                    <a:pt x="41794" y="54347"/>
                    <a:pt x="38451" y="55077"/>
                  </a:cubicBezTo>
                  <a:cubicBezTo>
                    <a:pt x="37964" y="55168"/>
                    <a:pt x="37508" y="55290"/>
                    <a:pt x="36992" y="55442"/>
                  </a:cubicBezTo>
                  <a:cubicBezTo>
                    <a:pt x="35533" y="55867"/>
                    <a:pt x="34104" y="56171"/>
                    <a:pt x="32797" y="56445"/>
                  </a:cubicBezTo>
                  <a:cubicBezTo>
                    <a:pt x="20943" y="58603"/>
                    <a:pt x="13678" y="54834"/>
                    <a:pt x="9332" y="50548"/>
                  </a:cubicBezTo>
                  <a:cubicBezTo>
                    <a:pt x="5836" y="47052"/>
                    <a:pt x="3708" y="42493"/>
                    <a:pt x="3009" y="37630"/>
                  </a:cubicBezTo>
                  <a:cubicBezTo>
                    <a:pt x="0" y="16961"/>
                    <a:pt x="10304" y="8480"/>
                    <a:pt x="17690" y="5137"/>
                  </a:cubicBezTo>
                  <a:cubicBezTo>
                    <a:pt x="21551" y="3404"/>
                    <a:pt x="24590" y="3009"/>
                    <a:pt x="24590" y="3009"/>
                  </a:cubicBezTo>
                  <a:cubicBezTo>
                    <a:pt x="37083" y="0"/>
                    <a:pt x="45898" y="3100"/>
                    <a:pt x="51946" y="10912"/>
                  </a:cubicBezTo>
                  <a:cubicBezTo>
                    <a:pt x="55047" y="14894"/>
                    <a:pt x="57418" y="20152"/>
                    <a:pt x="59150" y="26414"/>
                  </a:cubicBezTo>
                  <a:cubicBezTo>
                    <a:pt x="59880" y="28876"/>
                    <a:pt x="60214" y="31429"/>
                    <a:pt x="60032" y="3398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1785;p64">
              <a:extLst>
                <a:ext uri="{FF2B5EF4-FFF2-40B4-BE49-F238E27FC236}">
                  <a16:creationId xmlns:a16="http://schemas.microsoft.com/office/drawing/2014/main" id="{D48D664F-B8E3-84AA-40D2-100E73F0B219}"/>
                </a:ext>
              </a:extLst>
            </p:cNvPr>
            <p:cNvSpPr/>
            <p:nvPr/>
          </p:nvSpPr>
          <p:spPr>
            <a:xfrm>
              <a:off x="6675354" y="1816645"/>
              <a:ext cx="537313" cy="875923"/>
            </a:xfrm>
            <a:custGeom>
              <a:avLst/>
              <a:gdLst/>
              <a:ahLst/>
              <a:cxnLst/>
              <a:rect l="l" t="t" r="r" b="b"/>
              <a:pathLst>
                <a:path w="32798" h="53467" extrusionOk="0">
                  <a:moveTo>
                    <a:pt x="32797" y="51309"/>
                  </a:moveTo>
                  <a:cubicBezTo>
                    <a:pt x="20943" y="53467"/>
                    <a:pt x="13678" y="49698"/>
                    <a:pt x="9332" y="45412"/>
                  </a:cubicBezTo>
                  <a:cubicBezTo>
                    <a:pt x="5836" y="41916"/>
                    <a:pt x="3708" y="37357"/>
                    <a:pt x="3009" y="32494"/>
                  </a:cubicBezTo>
                  <a:cubicBezTo>
                    <a:pt x="0" y="11825"/>
                    <a:pt x="10304" y="3344"/>
                    <a:pt x="17690" y="1"/>
                  </a:cubicBezTo>
                  <a:cubicBezTo>
                    <a:pt x="10699" y="12949"/>
                    <a:pt x="122" y="41157"/>
                    <a:pt x="32797" y="51309"/>
                  </a:cubicBezTo>
                  <a:close/>
                </a:path>
              </a:pathLst>
            </a:custGeom>
            <a:solidFill>
              <a:srgbClr val="134F5C">
                <a:alpha val="56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1786;p64">
              <a:extLst>
                <a:ext uri="{FF2B5EF4-FFF2-40B4-BE49-F238E27FC236}">
                  <a16:creationId xmlns:a16="http://schemas.microsoft.com/office/drawing/2014/main" id="{8FCFF55E-B0EB-C689-613E-1BD2E888E960}"/>
                </a:ext>
              </a:extLst>
            </p:cNvPr>
            <p:cNvSpPr/>
            <p:nvPr/>
          </p:nvSpPr>
          <p:spPr>
            <a:xfrm>
              <a:off x="6923809" y="1891524"/>
              <a:ext cx="723058" cy="512068"/>
            </a:xfrm>
            <a:custGeom>
              <a:avLst/>
              <a:gdLst/>
              <a:ahLst/>
              <a:cxnLst/>
              <a:rect l="l" t="t" r="r" b="b"/>
              <a:pathLst>
                <a:path w="44136" h="31257" extrusionOk="0">
                  <a:moveTo>
                    <a:pt x="27905" y="1"/>
                  </a:moveTo>
                  <a:cubicBezTo>
                    <a:pt x="24936" y="1"/>
                    <a:pt x="21964" y="419"/>
                    <a:pt x="19089" y="1296"/>
                  </a:cubicBezTo>
                  <a:cubicBezTo>
                    <a:pt x="10700" y="3789"/>
                    <a:pt x="5198" y="9290"/>
                    <a:pt x="1551" y="16676"/>
                  </a:cubicBezTo>
                  <a:cubicBezTo>
                    <a:pt x="335" y="19108"/>
                    <a:pt x="1" y="21874"/>
                    <a:pt x="639" y="24549"/>
                  </a:cubicBezTo>
                  <a:cubicBezTo>
                    <a:pt x="1437" y="27790"/>
                    <a:pt x="3830" y="31257"/>
                    <a:pt x="10420" y="31257"/>
                  </a:cubicBezTo>
                  <a:cubicBezTo>
                    <a:pt x="11863" y="31257"/>
                    <a:pt x="13508" y="31091"/>
                    <a:pt x="15381" y="30719"/>
                  </a:cubicBezTo>
                  <a:cubicBezTo>
                    <a:pt x="15381" y="30719"/>
                    <a:pt x="31764" y="28136"/>
                    <a:pt x="39819" y="23941"/>
                  </a:cubicBezTo>
                  <a:cubicBezTo>
                    <a:pt x="42494" y="22512"/>
                    <a:pt x="44135" y="19716"/>
                    <a:pt x="44014" y="16707"/>
                  </a:cubicBezTo>
                  <a:cubicBezTo>
                    <a:pt x="42281" y="10445"/>
                    <a:pt x="39910" y="5187"/>
                    <a:pt x="36779" y="1235"/>
                  </a:cubicBezTo>
                  <a:cubicBezTo>
                    <a:pt x="33894" y="426"/>
                    <a:pt x="30901" y="1"/>
                    <a:pt x="279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1787;p64">
              <a:extLst>
                <a:ext uri="{FF2B5EF4-FFF2-40B4-BE49-F238E27FC236}">
                  <a16:creationId xmlns:a16="http://schemas.microsoft.com/office/drawing/2014/main" id="{B25D9424-390F-0C5D-05F3-C2812C8E00F6}"/>
                </a:ext>
              </a:extLst>
            </p:cNvPr>
            <p:cNvSpPr/>
            <p:nvPr/>
          </p:nvSpPr>
          <p:spPr>
            <a:xfrm>
              <a:off x="7183223" y="2187601"/>
              <a:ext cx="129979" cy="66251"/>
            </a:xfrm>
            <a:custGeom>
              <a:avLst/>
              <a:gdLst/>
              <a:ahLst/>
              <a:cxnLst/>
              <a:rect l="l" t="t" r="r" b="b"/>
              <a:pathLst>
                <a:path w="7934" h="4044" extrusionOk="0">
                  <a:moveTo>
                    <a:pt x="7721" y="2280"/>
                  </a:moveTo>
                  <a:cubicBezTo>
                    <a:pt x="7721" y="2280"/>
                    <a:pt x="5472" y="1"/>
                    <a:pt x="1581" y="1490"/>
                  </a:cubicBezTo>
                  <a:cubicBezTo>
                    <a:pt x="1125" y="1672"/>
                    <a:pt x="639" y="1976"/>
                    <a:pt x="335" y="2402"/>
                  </a:cubicBezTo>
                  <a:cubicBezTo>
                    <a:pt x="31" y="2767"/>
                    <a:pt x="1" y="3435"/>
                    <a:pt x="396" y="3739"/>
                  </a:cubicBezTo>
                  <a:cubicBezTo>
                    <a:pt x="852" y="4043"/>
                    <a:pt x="1399" y="3830"/>
                    <a:pt x="1824" y="3618"/>
                  </a:cubicBezTo>
                  <a:cubicBezTo>
                    <a:pt x="2372" y="3314"/>
                    <a:pt x="2919" y="3010"/>
                    <a:pt x="3527" y="2827"/>
                  </a:cubicBezTo>
                  <a:cubicBezTo>
                    <a:pt x="4864" y="2402"/>
                    <a:pt x="6262" y="2311"/>
                    <a:pt x="7630" y="2615"/>
                  </a:cubicBezTo>
                  <a:cubicBezTo>
                    <a:pt x="7812" y="2675"/>
                    <a:pt x="7934" y="2311"/>
                    <a:pt x="7721" y="228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788;p64">
              <a:extLst>
                <a:ext uri="{FF2B5EF4-FFF2-40B4-BE49-F238E27FC236}">
                  <a16:creationId xmlns:a16="http://schemas.microsoft.com/office/drawing/2014/main" id="{C98159F8-5AD5-5DB1-C348-93B14DFCB4BF}"/>
                </a:ext>
              </a:extLst>
            </p:cNvPr>
            <p:cNvSpPr/>
            <p:nvPr/>
          </p:nvSpPr>
          <p:spPr>
            <a:xfrm>
              <a:off x="7542727" y="2096979"/>
              <a:ext cx="59272" cy="66251"/>
            </a:xfrm>
            <a:custGeom>
              <a:avLst/>
              <a:gdLst/>
              <a:ahLst/>
              <a:cxnLst/>
              <a:rect l="l" t="t" r="r" b="b"/>
              <a:pathLst>
                <a:path w="3618" h="4044" extrusionOk="0">
                  <a:moveTo>
                    <a:pt x="2493" y="153"/>
                  </a:moveTo>
                  <a:cubicBezTo>
                    <a:pt x="1733" y="1"/>
                    <a:pt x="1003" y="365"/>
                    <a:pt x="578" y="973"/>
                  </a:cubicBezTo>
                  <a:cubicBezTo>
                    <a:pt x="0" y="1764"/>
                    <a:pt x="244" y="4043"/>
                    <a:pt x="244" y="4043"/>
                  </a:cubicBezTo>
                  <a:cubicBezTo>
                    <a:pt x="244" y="4013"/>
                    <a:pt x="274" y="3982"/>
                    <a:pt x="274" y="3922"/>
                  </a:cubicBezTo>
                  <a:cubicBezTo>
                    <a:pt x="304" y="3891"/>
                    <a:pt x="335" y="3861"/>
                    <a:pt x="335" y="3770"/>
                  </a:cubicBezTo>
                  <a:lnTo>
                    <a:pt x="335" y="3739"/>
                  </a:lnTo>
                  <a:cubicBezTo>
                    <a:pt x="517" y="3526"/>
                    <a:pt x="700" y="3283"/>
                    <a:pt x="912" y="3101"/>
                  </a:cubicBezTo>
                  <a:cubicBezTo>
                    <a:pt x="1216" y="2888"/>
                    <a:pt x="1551" y="2767"/>
                    <a:pt x="1946" y="2675"/>
                  </a:cubicBezTo>
                  <a:cubicBezTo>
                    <a:pt x="2584" y="2523"/>
                    <a:pt x="3344" y="2371"/>
                    <a:pt x="3496" y="1612"/>
                  </a:cubicBezTo>
                  <a:cubicBezTo>
                    <a:pt x="3618" y="973"/>
                    <a:pt x="3131" y="274"/>
                    <a:pt x="2493" y="15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1789;p64">
              <a:extLst>
                <a:ext uri="{FF2B5EF4-FFF2-40B4-BE49-F238E27FC236}">
                  <a16:creationId xmlns:a16="http://schemas.microsoft.com/office/drawing/2014/main" id="{198FF45B-9459-38FB-6161-1E53F0D6CB9C}"/>
                </a:ext>
              </a:extLst>
            </p:cNvPr>
            <p:cNvSpPr/>
            <p:nvPr/>
          </p:nvSpPr>
          <p:spPr>
            <a:xfrm>
              <a:off x="7138912" y="2826441"/>
              <a:ext cx="257959" cy="231567"/>
            </a:xfrm>
            <a:custGeom>
              <a:avLst/>
              <a:gdLst/>
              <a:ahLst/>
              <a:cxnLst/>
              <a:rect l="l" t="t" r="r" b="b"/>
              <a:pathLst>
                <a:path w="15746" h="14135" extrusionOk="0">
                  <a:moveTo>
                    <a:pt x="7873" y="0"/>
                  </a:moveTo>
                  <a:cubicBezTo>
                    <a:pt x="3526" y="0"/>
                    <a:pt x="1" y="3161"/>
                    <a:pt x="1" y="7052"/>
                  </a:cubicBezTo>
                  <a:cubicBezTo>
                    <a:pt x="1" y="10943"/>
                    <a:pt x="3526" y="14134"/>
                    <a:pt x="7873" y="14134"/>
                  </a:cubicBezTo>
                  <a:cubicBezTo>
                    <a:pt x="12220" y="14134"/>
                    <a:pt x="15745" y="10943"/>
                    <a:pt x="15745" y="7052"/>
                  </a:cubicBezTo>
                  <a:cubicBezTo>
                    <a:pt x="15745" y="3161"/>
                    <a:pt x="12220" y="0"/>
                    <a:pt x="78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1790;p64">
              <a:extLst>
                <a:ext uri="{FF2B5EF4-FFF2-40B4-BE49-F238E27FC236}">
                  <a16:creationId xmlns:a16="http://schemas.microsoft.com/office/drawing/2014/main" id="{DD7D90D6-BE10-2D9A-97E3-E56C12453B5D}"/>
                </a:ext>
              </a:extLst>
            </p:cNvPr>
            <p:cNvSpPr/>
            <p:nvPr/>
          </p:nvSpPr>
          <p:spPr>
            <a:xfrm>
              <a:off x="7171281" y="2855322"/>
              <a:ext cx="193215" cy="173294"/>
            </a:xfrm>
            <a:custGeom>
              <a:avLst/>
              <a:gdLst/>
              <a:ahLst/>
              <a:cxnLst/>
              <a:rect l="l" t="t" r="r" b="b"/>
              <a:pathLst>
                <a:path w="11794" h="10578" extrusionOk="0">
                  <a:moveTo>
                    <a:pt x="11794" y="5289"/>
                  </a:moveTo>
                  <a:cubicBezTo>
                    <a:pt x="11794" y="8207"/>
                    <a:pt x="9149" y="10578"/>
                    <a:pt x="5897" y="10578"/>
                  </a:cubicBezTo>
                  <a:cubicBezTo>
                    <a:pt x="2645" y="10578"/>
                    <a:pt x="0" y="8207"/>
                    <a:pt x="0" y="5289"/>
                  </a:cubicBezTo>
                  <a:cubicBezTo>
                    <a:pt x="0" y="2371"/>
                    <a:pt x="2645" y="0"/>
                    <a:pt x="5897" y="0"/>
                  </a:cubicBezTo>
                  <a:cubicBezTo>
                    <a:pt x="9149" y="0"/>
                    <a:pt x="11794" y="2371"/>
                    <a:pt x="11794" y="5289"/>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1791;p64">
              <a:extLst>
                <a:ext uri="{FF2B5EF4-FFF2-40B4-BE49-F238E27FC236}">
                  <a16:creationId xmlns:a16="http://schemas.microsoft.com/office/drawing/2014/main" id="{196B2AC5-C1DC-10F0-B6F0-19D3FB06C224}"/>
                </a:ext>
              </a:extLst>
            </p:cNvPr>
            <p:cNvSpPr/>
            <p:nvPr/>
          </p:nvSpPr>
          <p:spPr>
            <a:xfrm>
              <a:off x="7868371" y="2164323"/>
              <a:ext cx="372489" cy="423651"/>
            </a:xfrm>
            <a:custGeom>
              <a:avLst/>
              <a:gdLst/>
              <a:ahLst/>
              <a:cxnLst/>
              <a:rect l="l" t="t" r="r" b="b"/>
              <a:pathLst>
                <a:path w="22737" h="25860" extrusionOk="0">
                  <a:moveTo>
                    <a:pt x="11095" y="631"/>
                  </a:moveTo>
                  <a:lnTo>
                    <a:pt x="11095" y="8899"/>
                  </a:lnTo>
                  <a:lnTo>
                    <a:pt x="1034" y="4309"/>
                  </a:lnTo>
                  <a:lnTo>
                    <a:pt x="11095" y="631"/>
                  </a:lnTo>
                  <a:close/>
                  <a:moveTo>
                    <a:pt x="11611" y="631"/>
                  </a:moveTo>
                  <a:lnTo>
                    <a:pt x="21703" y="4279"/>
                  </a:lnTo>
                  <a:lnTo>
                    <a:pt x="11611" y="8899"/>
                  </a:lnTo>
                  <a:lnTo>
                    <a:pt x="11611" y="631"/>
                  </a:lnTo>
                  <a:close/>
                  <a:moveTo>
                    <a:pt x="22128" y="4704"/>
                  </a:moveTo>
                  <a:lnTo>
                    <a:pt x="22159" y="19385"/>
                  </a:lnTo>
                  <a:lnTo>
                    <a:pt x="11642" y="14431"/>
                  </a:lnTo>
                  <a:lnTo>
                    <a:pt x="11642" y="9507"/>
                  </a:lnTo>
                  <a:lnTo>
                    <a:pt x="11611" y="9507"/>
                  </a:lnTo>
                  <a:lnTo>
                    <a:pt x="22128" y="4704"/>
                  </a:lnTo>
                  <a:close/>
                  <a:moveTo>
                    <a:pt x="578" y="4704"/>
                  </a:moveTo>
                  <a:lnTo>
                    <a:pt x="11064" y="9507"/>
                  </a:lnTo>
                  <a:lnTo>
                    <a:pt x="11064" y="14431"/>
                  </a:lnTo>
                  <a:lnTo>
                    <a:pt x="578" y="19416"/>
                  </a:lnTo>
                  <a:lnTo>
                    <a:pt x="578" y="4704"/>
                  </a:lnTo>
                  <a:close/>
                  <a:moveTo>
                    <a:pt x="11095" y="15039"/>
                  </a:moveTo>
                  <a:lnTo>
                    <a:pt x="11095" y="25161"/>
                  </a:lnTo>
                  <a:lnTo>
                    <a:pt x="912" y="19902"/>
                  </a:lnTo>
                  <a:lnTo>
                    <a:pt x="11095" y="15039"/>
                  </a:lnTo>
                  <a:close/>
                  <a:moveTo>
                    <a:pt x="11611" y="15039"/>
                  </a:moveTo>
                  <a:lnTo>
                    <a:pt x="21824" y="19841"/>
                  </a:lnTo>
                  <a:lnTo>
                    <a:pt x="11611" y="25161"/>
                  </a:lnTo>
                  <a:lnTo>
                    <a:pt x="11611" y="15039"/>
                  </a:lnTo>
                  <a:close/>
                  <a:moveTo>
                    <a:pt x="11338" y="1"/>
                  </a:moveTo>
                  <a:cubicBezTo>
                    <a:pt x="11307" y="1"/>
                    <a:pt x="11277" y="8"/>
                    <a:pt x="11247" y="23"/>
                  </a:cubicBezTo>
                  <a:lnTo>
                    <a:pt x="183" y="4036"/>
                  </a:lnTo>
                  <a:lnTo>
                    <a:pt x="122" y="4036"/>
                  </a:lnTo>
                  <a:lnTo>
                    <a:pt x="61" y="4096"/>
                  </a:lnTo>
                  <a:lnTo>
                    <a:pt x="31" y="4127"/>
                  </a:lnTo>
                  <a:cubicBezTo>
                    <a:pt x="0" y="4157"/>
                    <a:pt x="0" y="4188"/>
                    <a:pt x="0" y="4248"/>
                  </a:cubicBezTo>
                  <a:lnTo>
                    <a:pt x="0" y="4279"/>
                  </a:lnTo>
                  <a:lnTo>
                    <a:pt x="0" y="19841"/>
                  </a:lnTo>
                  <a:cubicBezTo>
                    <a:pt x="0" y="19902"/>
                    <a:pt x="0" y="19933"/>
                    <a:pt x="31" y="19963"/>
                  </a:cubicBezTo>
                  <a:cubicBezTo>
                    <a:pt x="31" y="19993"/>
                    <a:pt x="61" y="19993"/>
                    <a:pt x="61" y="20054"/>
                  </a:cubicBezTo>
                  <a:lnTo>
                    <a:pt x="122" y="20084"/>
                  </a:lnTo>
                  <a:lnTo>
                    <a:pt x="11155" y="25829"/>
                  </a:lnTo>
                  <a:cubicBezTo>
                    <a:pt x="11216" y="25860"/>
                    <a:pt x="11247" y="25860"/>
                    <a:pt x="11277" y="25860"/>
                  </a:cubicBezTo>
                  <a:cubicBezTo>
                    <a:pt x="11307" y="25860"/>
                    <a:pt x="11368" y="25860"/>
                    <a:pt x="11399" y="25829"/>
                  </a:cubicBezTo>
                  <a:lnTo>
                    <a:pt x="22493" y="19993"/>
                  </a:lnTo>
                  <a:lnTo>
                    <a:pt x="22523" y="19963"/>
                  </a:lnTo>
                  <a:cubicBezTo>
                    <a:pt x="22554" y="19933"/>
                    <a:pt x="22554" y="19933"/>
                    <a:pt x="22554" y="19902"/>
                  </a:cubicBezTo>
                  <a:cubicBezTo>
                    <a:pt x="22736" y="19902"/>
                    <a:pt x="22736" y="19841"/>
                    <a:pt x="22736" y="19811"/>
                  </a:cubicBezTo>
                  <a:lnTo>
                    <a:pt x="22675" y="4279"/>
                  </a:lnTo>
                  <a:lnTo>
                    <a:pt x="22675" y="4248"/>
                  </a:lnTo>
                  <a:cubicBezTo>
                    <a:pt x="22675" y="4188"/>
                    <a:pt x="22675" y="4157"/>
                    <a:pt x="22645" y="4127"/>
                  </a:cubicBezTo>
                  <a:lnTo>
                    <a:pt x="22615" y="4096"/>
                  </a:lnTo>
                  <a:lnTo>
                    <a:pt x="22554" y="4036"/>
                  </a:lnTo>
                  <a:lnTo>
                    <a:pt x="22493" y="4036"/>
                  </a:lnTo>
                  <a:lnTo>
                    <a:pt x="11429" y="23"/>
                  </a:lnTo>
                  <a:cubicBezTo>
                    <a:pt x="11399" y="8"/>
                    <a:pt x="11368" y="1"/>
                    <a:pt x="1133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extLst>
      <p:ext uri="{BB962C8B-B14F-4D97-AF65-F5344CB8AC3E}">
        <p14:creationId xmlns:p14="http://schemas.microsoft.com/office/powerpoint/2010/main" val="299754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3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dirty="0"/>
              <a:t>Table of contents</a:t>
            </a:r>
            <a:endParaRPr dirty="0"/>
          </a:p>
        </p:txBody>
      </p:sp>
      <p:sp>
        <p:nvSpPr>
          <p:cNvPr id="421" name="Google Shape;421;p35"/>
          <p:cNvSpPr txBox="1">
            <a:spLocks noGrp="1"/>
          </p:cNvSpPr>
          <p:nvPr>
            <p:ph type="title" idx="2"/>
          </p:nvPr>
        </p:nvSpPr>
        <p:spPr>
          <a:xfrm>
            <a:off x="886699" y="128373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01</a:t>
            </a:r>
            <a:endParaRPr dirty="0"/>
          </a:p>
        </p:txBody>
      </p:sp>
      <p:sp>
        <p:nvSpPr>
          <p:cNvPr id="422" name="Google Shape;422;p35"/>
          <p:cNvSpPr txBox="1">
            <a:spLocks noGrp="1"/>
          </p:cNvSpPr>
          <p:nvPr>
            <p:ph type="title" idx="3"/>
          </p:nvPr>
        </p:nvSpPr>
        <p:spPr>
          <a:xfrm>
            <a:off x="7077716" y="1226485"/>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04</a:t>
            </a:r>
            <a:endParaRPr dirty="0"/>
          </a:p>
        </p:txBody>
      </p:sp>
      <p:sp>
        <p:nvSpPr>
          <p:cNvPr id="423" name="Google Shape;423;p35"/>
          <p:cNvSpPr txBox="1">
            <a:spLocks noGrp="1"/>
          </p:cNvSpPr>
          <p:nvPr>
            <p:ph type="title" idx="4"/>
          </p:nvPr>
        </p:nvSpPr>
        <p:spPr>
          <a:xfrm>
            <a:off x="2870007" y="1280105"/>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02</a:t>
            </a:r>
            <a:endParaRPr dirty="0"/>
          </a:p>
        </p:txBody>
      </p:sp>
      <p:sp>
        <p:nvSpPr>
          <p:cNvPr id="424" name="Google Shape;424;p35"/>
          <p:cNvSpPr txBox="1">
            <a:spLocks noGrp="1"/>
          </p:cNvSpPr>
          <p:nvPr>
            <p:ph type="title" idx="5"/>
          </p:nvPr>
        </p:nvSpPr>
        <p:spPr>
          <a:xfrm>
            <a:off x="886699" y="275797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05</a:t>
            </a:r>
            <a:endParaRPr dirty="0"/>
          </a:p>
        </p:txBody>
      </p:sp>
      <p:sp>
        <p:nvSpPr>
          <p:cNvPr id="425" name="Google Shape;425;p35"/>
          <p:cNvSpPr txBox="1">
            <a:spLocks noGrp="1"/>
          </p:cNvSpPr>
          <p:nvPr>
            <p:ph type="title" idx="6"/>
          </p:nvPr>
        </p:nvSpPr>
        <p:spPr>
          <a:xfrm>
            <a:off x="5042539" y="1216803"/>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03</a:t>
            </a:r>
            <a:endParaRPr dirty="0"/>
          </a:p>
        </p:txBody>
      </p:sp>
      <p:sp>
        <p:nvSpPr>
          <p:cNvPr id="426" name="Google Shape;426;p35"/>
          <p:cNvSpPr txBox="1">
            <a:spLocks noGrp="1"/>
          </p:cNvSpPr>
          <p:nvPr>
            <p:ph type="title" idx="7"/>
          </p:nvPr>
        </p:nvSpPr>
        <p:spPr>
          <a:xfrm>
            <a:off x="7077716" y="2819296"/>
            <a:ext cx="751800" cy="572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000"/>
              <a:buNone/>
            </a:pPr>
            <a:r>
              <a:rPr lang="en" dirty="0"/>
              <a:t>08</a:t>
            </a:r>
            <a:endParaRPr dirty="0"/>
          </a:p>
        </p:txBody>
      </p:sp>
      <p:sp>
        <p:nvSpPr>
          <p:cNvPr id="427" name="Google Shape;427;p35"/>
          <p:cNvSpPr txBox="1">
            <a:spLocks noGrp="1"/>
          </p:cNvSpPr>
          <p:nvPr>
            <p:ph type="subTitle" idx="1"/>
          </p:nvPr>
        </p:nvSpPr>
        <p:spPr>
          <a:xfrm>
            <a:off x="28183" y="1866692"/>
            <a:ext cx="2359200" cy="447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Introduction</a:t>
            </a:r>
            <a:endParaRPr dirty="0"/>
          </a:p>
        </p:txBody>
      </p:sp>
      <p:sp>
        <p:nvSpPr>
          <p:cNvPr id="428" name="Google Shape;428;p35"/>
          <p:cNvSpPr txBox="1">
            <a:spLocks noGrp="1"/>
          </p:cNvSpPr>
          <p:nvPr>
            <p:ph type="subTitle" idx="8"/>
          </p:nvPr>
        </p:nvSpPr>
        <p:spPr>
          <a:xfrm>
            <a:off x="2066308" y="1849174"/>
            <a:ext cx="2359200" cy="447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Code Structure</a:t>
            </a:r>
            <a:endParaRPr dirty="0"/>
          </a:p>
        </p:txBody>
      </p:sp>
      <p:sp>
        <p:nvSpPr>
          <p:cNvPr id="429" name="Google Shape;429;p35"/>
          <p:cNvSpPr txBox="1">
            <a:spLocks noGrp="1"/>
          </p:cNvSpPr>
          <p:nvPr>
            <p:ph type="subTitle" idx="9"/>
          </p:nvPr>
        </p:nvSpPr>
        <p:spPr>
          <a:xfrm>
            <a:off x="4238832" y="1876605"/>
            <a:ext cx="2359200" cy="447600"/>
          </a:xfrm>
          <a:prstGeom prst="rect">
            <a:avLst/>
          </a:prstGeom>
          <a:noFill/>
          <a:ln>
            <a:noFill/>
          </a:ln>
        </p:spPr>
        <p:txBody>
          <a:bodyPr spcFirstLastPara="1" wrap="square" lIns="91425" tIns="91425" rIns="91425" bIns="91425" anchor="b" anchorCtr="0">
            <a:noAutofit/>
          </a:bodyPr>
          <a:lstStyle/>
          <a:p>
            <a:pPr marL="0" lvl="0" indent="0"/>
            <a:r>
              <a:rPr lang="en-US" dirty="0"/>
              <a:t>Architecture</a:t>
            </a:r>
          </a:p>
        </p:txBody>
      </p:sp>
      <p:sp>
        <p:nvSpPr>
          <p:cNvPr id="430" name="Google Shape;430;p35"/>
          <p:cNvSpPr txBox="1">
            <a:spLocks noGrp="1"/>
          </p:cNvSpPr>
          <p:nvPr>
            <p:ph type="subTitle" idx="13"/>
          </p:nvPr>
        </p:nvSpPr>
        <p:spPr>
          <a:xfrm>
            <a:off x="6316749" y="1845917"/>
            <a:ext cx="2359200" cy="474900"/>
          </a:xfrm>
          <a:prstGeom prst="rect">
            <a:avLst/>
          </a:prstGeom>
          <a:noFill/>
          <a:ln>
            <a:noFill/>
          </a:ln>
        </p:spPr>
        <p:txBody>
          <a:bodyPr spcFirstLastPara="1" wrap="square" lIns="91425" tIns="91425" rIns="91425" bIns="91425" anchor="b" anchorCtr="0">
            <a:noAutofit/>
          </a:bodyPr>
          <a:lstStyle/>
          <a:p>
            <a:pPr marL="0" indent="0"/>
            <a:r>
              <a:rPr lang="en-US" dirty="0"/>
              <a:t>Knowledge Base</a:t>
            </a:r>
          </a:p>
        </p:txBody>
      </p:sp>
      <p:sp>
        <p:nvSpPr>
          <p:cNvPr id="431" name="Google Shape;431;p35"/>
          <p:cNvSpPr txBox="1">
            <a:spLocks noGrp="1"/>
          </p:cNvSpPr>
          <p:nvPr>
            <p:ph type="subTitle" idx="14"/>
          </p:nvPr>
        </p:nvSpPr>
        <p:spPr>
          <a:xfrm>
            <a:off x="82999" y="3770444"/>
            <a:ext cx="2359200" cy="474900"/>
          </a:xfrm>
          <a:prstGeom prst="rect">
            <a:avLst/>
          </a:prstGeom>
          <a:noFill/>
          <a:ln>
            <a:noFill/>
          </a:ln>
        </p:spPr>
        <p:txBody>
          <a:bodyPr spcFirstLastPara="1" wrap="square" lIns="91425" tIns="91425" rIns="91425" bIns="91425" anchor="b" anchorCtr="0">
            <a:noAutofit/>
          </a:bodyPr>
          <a:lstStyle/>
          <a:p>
            <a:pPr marL="0" indent="0"/>
            <a:r>
              <a:rPr lang="en-US" dirty="0"/>
              <a:t>Rule Base Design</a:t>
            </a:r>
          </a:p>
        </p:txBody>
      </p:sp>
      <p:sp>
        <p:nvSpPr>
          <p:cNvPr id="432" name="Google Shape;432;p35"/>
          <p:cNvSpPr txBox="1">
            <a:spLocks noGrp="1"/>
          </p:cNvSpPr>
          <p:nvPr>
            <p:ph type="subTitle" idx="15"/>
          </p:nvPr>
        </p:nvSpPr>
        <p:spPr>
          <a:xfrm>
            <a:off x="6316749" y="3839407"/>
            <a:ext cx="2359200" cy="4749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Conclusion/Takeaway/Scaling/Future/What Domain can it be applied?</a:t>
            </a:r>
            <a:endParaRPr dirty="0"/>
          </a:p>
        </p:txBody>
      </p:sp>
      <p:sp>
        <p:nvSpPr>
          <p:cNvPr id="2" name="Google Shape;424;p35">
            <a:extLst>
              <a:ext uri="{FF2B5EF4-FFF2-40B4-BE49-F238E27FC236}">
                <a16:creationId xmlns:a16="http://schemas.microsoft.com/office/drawing/2014/main" id="{EB1B7D41-98A9-CB66-7750-C67F24215D79}"/>
              </a:ext>
            </a:extLst>
          </p:cNvPr>
          <p:cNvSpPr txBox="1">
            <a:spLocks/>
          </p:cNvSpPr>
          <p:nvPr/>
        </p:nvSpPr>
        <p:spPr>
          <a:xfrm>
            <a:off x="2870007" y="2757976"/>
            <a:ext cx="751800" cy="5727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M Sans Black"/>
              <a:buNone/>
              <a:defRPr sz="24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2pPr>
            <a:lvl3pPr marR="0" lvl="2"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3pPr>
            <a:lvl4pPr marR="0" lvl="3"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4pPr>
            <a:lvl5pPr marR="0" lvl="4"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5pPr>
            <a:lvl6pPr marR="0" lvl="5"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6pPr>
            <a:lvl7pPr marR="0" lvl="6"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7pPr>
            <a:lvl8pPr marR="0" lvl="7"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8pPr>
            <a:lvl9pPr marR="0" lvl="8"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9pPr>
          </a:lstStyle>
          <a:p>
            <a:r>
              <a:rPr lang="en" dirty="0"/>
              <a:t>06</a:t>
            </a:r>
          </a:p>
        </p:txBody>
      </p:sp>
      <p:sp>
        <p:nvSpPr>
          <p:cNvPr id="3" name="Google Shape;431;p35">
            <a:extLst>
              <a:ext uri="{FF2B5EF4-FFF2-40B4-BE49-F238E27FC236}">
                <a16:creationId xmlns:a16="http://schemas.microsoft.com/office/drawing/2014/main" id="{58B4ECD4-E2F4-43D6-2D8B-0BA08CE976C5}"/>
              </a:ext>
            </a:extLst>
          </p:cNvPr>
          <p:cNvSpPr txBox="1">
            <a:spLocks/>
          </p:cNvSpPr>
          <p:nvPr/>
        </p:nvSpPr>
        <p:spPr>
          <a:xfrm>
            <a:off x="2160916" y="3770444"/>
            <a:ext cx="2359200" cy="47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Extended Case</a:t>
            </a:r>
          </a:p>
        </p:txBody>
      </p:sp>
      <p:sp>
        <p:nvSpPr>
          <p:cNvPr id="4" name="Google Shape;424;p35">
            <a:extLst>
              <a:ext uri="{FF2B5EF4-FFF2-40B4-BE49-F238E27FC236}">
                <a16:creationId xmlns:a16="http://schemas.microsoft.com/office/drawing/2014/main" id="{A413286D-A191-0BC3-82EE-8503733350E2}"/>
              </a:ext>
            </a:extLst>
          </p:cNvPr>
          <p:cNvSpPr txBox="1">
            <a:spLocks/>
          </p:cNvSpPr>
          <p:nvPr/>
        </p:nvSpPr>
        <p:spPr>
          <a:xfrm>
            <a:off x="5042532" y="2819296"/>
            <a:ext cx="751800" cy="572700"/>
          </a:xfrm>
          <a:prstGeom prst="rect">
            <a:avLst/>
          </a:prstGeom>
          <a:solidFill>
            <a:schemeClr val="accent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DM Sans Black"/>
              <a:buNone/>
              <a:defRPr sz="2400" b="0" i="0" u="none" strike="noStrike" cap="none">
                <a:solidFill>
                  <a:schemeClr val="dk1"/>
                </a:solidFill>
                <a:latin typeface="DM Sans Black"/>
                <a:ea typeface="DM Sans Black"/>
                <a:cs typeface="DM Sans Black"/>
                <a:sym typeface="DM Sans Black"/>
              </a:defRPr>
            </a:lvl1pPr>
            <a:lvl2pPr marR="0" lvl="1"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2pPr>
            <a:lvl3pPr marR="0" lvl="2"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3pPr>
            <a:lvl4pPr marR="0" lvl="3"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4pPr>
            <a:lvl5pPr marR="0" lvl="4"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5pPr>
            <a:lvl6pPr marR="0" lvl="5"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6pPr>
            <a:lvl7pPr marR="0" lvl="6"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7pPr>
            <a:lvl8pPr marR="0" lvl="7"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8pPr>
            <a:lvl9pPr marR="0" lvl="8" algn="l" rtl="0">
              <a:lnSpc>
                <a:spcPct val="100000"/>
              </a:lnSpc>
              <a:spcBef>
                <a:spcPts val="0"/>
              </a:spcBef>
              <a:spcAft>
                <a:spcPts val="0"/>
              </a:spcAft>
              <a:buClr>
                <a:schemeClr val="dk1"/>
              </a:buClr>
              <a:buSzPts val="3000"/>
              <a:buFont typeface="DM Sans Black"/>
              <a:buNone/>
              <a:defRPr sz="3000" b="0" i="0" u="none" strike="noStrike" cap="none">
                <a:solidFill>
                  <a:schemeClr val="dk1"/>
                </a:solidFill>
                <a:latin typeface="DM Sans Black"/>
                <a:ea typeface="DM Sans Black"/>
                <a:cs typeface="DM Sans Black"/>
                <a:sym typeface="DM Sans Black"/>
              </a:defRPr>
            </a:lvl9pPr>
          </a:lstStyle>
          <a:p>
            <a:r>
              <a:rPr lang="en" dirty="0"/>
              <a:t>07</a:t>
            </a:r>
          </a:p>
        </p:txBody>
      </p:sp>
      <p:sp>
        <p:nvSpPr>
          <p:cNvPr id="5" name="Google Shape;431;p35">
            <a:extLst>
              <a:ext uri="{FF2B5EF4-FFF2-40B4-BE49-F238E27FC236}">
                <a16:creationId xmlns:a16="http://schemas.microsoft.com/office/drawing/2014/main" id="{BCE7814A-AF43-3FA8-48AF-2EA7A02E8651}"/>
              </a:ext>
            </a:extLst>
          </p:cNvPr>
          <p:cNvSpPr txBox="1">
            <a:spLocks/>
          </p:cNvSpPr>
          <p:nvPr/>
        </p:nvSpPr>
        <p:spPr>
          <a:xfrm>
            <a:off x="4238832" y="3770444"/>
            <a:ext cx="2359200" cy="474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l"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title"/>
          </p:nvPr>
        </p:nvSpPr>
        <p:spPr>
          <a:xfrm>
            <a:off x="720000" y="445025"/>
            <a:ext cx="3747600" cy="572700"/>
          </a:xfrm>
        </p:spPr>
        <p:txBody>
          <a:bodyPr spcFirstLastPara="1" wrap="square" lIns="91425" tIns="91425" rIns="91425" bIns="91425" anchor="t" anchorCtr="0">
            <a:normAutofit/>
          </a:bodyPr>
          <a:lstStyle/>
          <a:p>
            <a:pPr marL="0" lvl="0" indent="0" rtl="0">
              <a:lnSpc>
                <a:spcPct val="90000"/>
              </a:lnSpc>
              <a:spcBef>
                <a:spcPts val="0"/>
              </a:spcBef>
              <a:spcAft>
                <a:spcPts val="0"/>
              </a:spcAft>
              <a:buSzPts val="3000"/>
              <a:buNone/>
            </a:pPr>
            <a:r>
              <a:rPr lang="en-US" sz="2800" dirty="0"/>
              <a:t>Introduction</a:t>
            </a:r>
          </a:p>
        </p:txBody>
      </p:sp>
      <p:sp>
        <p:nvSpPr>
          <p:cNvPr id="405" name="Google Shape;405;p33"/>
          <p:cNvSpPr txBox="1">
            <a:spLocks noGrp="1"/>
          </p:cNvSpPr>
          <p:nvPr>
            <p:ph type="body" idx="1"/>
          </p:nvPr>
        </p:nvSpPr>
        <p:spPr>
          <a:xfrm>
            <a:off x="969025" y="1574450"/>
            <a:ext cx="3498600" cy="2335200"/>
          </a:xfrm>
        </p:spPr>
        <p:txBody>
          <a:bodyPr spcFirstLastPara="1" wrap="square" lIns="91425" tIns="91425" rIns="91425" bIns="91425" anchor="t" anchorCtr="0">
            <a:normAutofit/>
          </a:bodyPr>
          <a:lstStyle/>
          <a:p>
            <a:pPr marL="0" lvl="0" indent="0">
              <a:spcAft>
                <a:spcPts val="600"/>
              </a:spcAft>
              <a:buClr>
                <a:srgbClr val="000000"/>
              </a:buClr>
              <a:buSzPts val="1400"/>
              <a:buFont typeface="Arial"/>
              <a:buNone/>
            </a:pPr>
            <a:r>
              <a:rPr lang="en-US" b="0" i="0" u="none" strike="noStrike" cap="none" dirty="0"/>
              <a:t>In the abstract of your case report, you should provide a concise summary of the key aspects of the case. This includes:</a:t>
            </a:r>
          </a:p>
          <a:p>
            <a:pPr marL="457200" lvl="0" indent="-317500">
              <a:spcAft>
                <a:spcPts val="600"/>
              </a:spcAft>
              <a:buClr>
                <a:srgbClr val="000000"/>
              </a:buClr>
              <a:buSzPts val="1400"/>
              <a:buFont typeface="Arial"/>
              <a:buChar char="●"/>
            </a:pPr>
            <a:r>
              <a:rPr lang="en-US" b="0" i="0" u="none" strike="noStrike" cap="none" dirty="0"/>
              <a:t>Briefly describing the patient's condition and relevant clinical findings</a:t>
            </a:r>
          </a:p>
          <a:p>
            <a:pPr marL="457200" lvl="0" indent="-317500">
              <a:spcAft>
                <a:spcPts val="600"/>
              </a:spcAft>
              <a:buClr>
                <a:srgbClr val="000000"/>
              </a:buClr>
              <a:buSzPts val="1400"/>
              <a:buFont typeface="Arial"/>
              <a:buChar char="●"/>
            </a:pPr>
            <a:r>
              <a:rPr lang="en-US" b="0" i="0" u="none" strike="noStrike" cap="none" dirty="0"/>
              <a:t>Highlighting any unique or rare features of the case</a:t>
            </a:r>
          </a:p>
          <a:p>
            <a:pPr marL="457200" lvl="0" indent="-317500">
              <a:spcAft>
                <a:spcPts val="600"/>
              </a:spcAft>
              <a:buClr>
                <a:srgbClr val="000000"/>
              </a:buClr>
              <a:buSzPts val="1400"/>
              <a:buFont typeface="Arial"/>
              <a:buChar char="●"/>
            </a:pPr>
            <a:r>
              <a:rPr lang="en-US" b="0" i="0" u="none" strike="noStrike" cap="none" dirty="0"/>
              <a:t>Mentioning the main interventions or treatments employed and their respective outcomes</a:t>
            </a:r>
          </a:p>
        </p:txBody>
      </p:sp>
      <p:pic>
        <p:nvPicPr>
          <p:cNvPr id="2" name="Picture 1">
            <a:extLst>
              <a:ext uri="{FF2B5EF4-FFF2-40B4-BE49-F238E27FC236}">
                <a16:creationId xmlns:a16="http://schemas.microsoft.com/office/drawing/2014/main" id="{2775A66F-4E7F-9A45-7A7D-A760C314E3E9}"/>
              </a:ext>
            </a:extLst>
          </p:cNvPr>
          <p:cNvPicPr>
            <a:picLocks noChangeAspect="1"/>
          </p:cNvPicPr>
          <p:nvPr/>
        </p:nvPicPr>
        <p:blipFill>
          <a:blip r:embed="rId3"/>
          <a:srcRect t="5157" r="-3" b="4979"/>
          <a:stretch>
            <a:fillRect/>
          </a:stretch>
        </p:blipFill>
        <p:spPr>
          <a:xfrm>
            <a:off x="5554980" y="1882865"/>
            <a:ext cx="2467820" cy="2217609"/>
          </a:xfrm>
          <a:prstGeom prst="roundRect">
            <a:avLst>
              <a:gd name="adj" fmla="val 16667"/>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5" name="Google Shape;445;p37"/>
          <p:cNvSpPr txBox="1">
            <a:spLocks noGrp="1"/>
          </p:cNvSpPr>
          <p:nvPr>
            <p:ph type="subTitle" idx="4"/>
          </p:nvPr>
        </p:nvSpPr>
        <p:spPr>
          <a:xfrm>
            <a:off x="4727205" y="1003699"/>
            <a:ext cx="2567700" cy="423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Logic</a:t>
            </a:r>
            <a:endParaRPr dirty="0"/>
          </a:p>
        </p:txBody>
      </p:sp>
      <p:sp>
        <p:nvSpPr>
          <p:cNvPr id="446" name="Google Shape;446;p37"/>
          <p:cNvSpPr txBox="1">
            <a:spLocks noGrp="1"/>
          </p:cNvSpPr>
          <p:nvPr>
            <p:ph type="title"/>
          </p:nvPr>
        </p:nvSpPr>
        <p:spPr>
          <a:xfrm>
            <a:off x="627347" y="157337"/>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dirty="0"/>
              <a:t>Code Structure</a:t>
            </a:r>
            <a:endParaRPr dirty="0"/>
          </a:p>
        </p:txBody>
      </p:sp>
      <p:sp>
        <p:nvSpPr>
          <p:cNvPr id="447" name="Google Shape;447;p37"/>
          <p:cNvSpPr txBox="1">
            <a:spLocks noGrp="1"/>
          </p:cNvSpPr>
          <p:nvPr>
            <p:ph type="subTitle" idx="1"/>
          </p:nvPr>
        </p:nvSpPr>
        <p:spPr>
          <a:xfrm>
            <a:off x="4727205" y="3601364"/>
            <a:ext cx="4134678" cy="839407"/>
          </a:xfrm>
          <a:prstGeom prst="rect">
            <a:avLst/>
          </a:prstGeom>
          <a:noFill/>
          <a:ln>
            <a:noFill/>
          </a:ln>
        </p:spPr>
        <p:txBody>
          <a:bodyPr spcFirstLastPara="1" wrap="square" lIns="91425" tIns="91425" rIns="91425" bIns="91425" anchor="t" anchorCtr="0">
            <a:noAutofit/>
          </a:bodyPr>
          <a:lstStyle/>
          <a:p>
            <a:pPr algn="l">
              <a:buClr>
                <a:schemeClr val="tx1"/>
              </a:buClr>
              <a:buFont typeface="Wingdings" pitchFamily="2" charset="2"/>
              <a:buChar char="§"/>
            </a:pPr>
            <a:r>
              <a:rPr lang="en-US" dirty="0"/>
              <a:t>Wire the turn in order: interpret → graph → rules → explain, including handling missing required fields.</a:t>
            </a:r>
          </a:p>
        </p:txBody>
      </p:sp>
      <p:sp>
        <p:nvSpPr>
          <p:cNvPr id="448" name="Google Shape;448;p37"/>
          <p:cNvSpPr txBox="1">
            <a:spLocks noGrp="1"/>
          </p:cNvSpPr>
          <p:nvPr>
            <p:ph type="subTitle" idx="2"/>
          </p:nvPr>
        </p:nvSpPr>
        <p:spPr>
          <a:xfrm>
            <a:off x="437322" y="1715777"/>
            <a:ext cx="4134678" cy="855973"/>
          </a:xfrm>
          <a:prstGeom prst="rect">
            <a:avLst/>
          </a:prstGeom>
          <a:noFill/>
          <a:ln>
            <a:noFill/>
          </a:ln>
        </p:spPr>
        <p:txBody>
          <a:bodyPr spcFirstLastPara="1" wrap="square" lIns="91425" tIns="91425" rIns="91425" bIns="91425" anchor="t" anchorCtr="0">
            <a:noAutofit/>
          </a:bodyPr>
          <a:lstStyle/>
          <a:p>
            <a:pPr marL="323850" indent="-171450" algn="l">
              <a:buClr>
                <a:schemeClr val="tx1"/>
              </a:buClr>
              <a:buFont typeface="Wingdings" pitchFamily="2" charset="2"/>
              <a:buChar char="§"/>
            </a:pPr>
            <a:r>
              <a:rPr lang="en-US" dirty="0"/>
              <a:t>Parse caregiver text into a small structured case; generate replies, CPG-style medication language, and explanations.</a:t>
            </a:r>
          </a:p>
        </p:txBody>
      </p:sp>
      <p:sp>
        <p:nvSpPr>
          <p:cNvPr id="449" name="Google Shape;449;p37"/>
          <p:cNvSpPr txBox="1">
            <a:spLocks noGrp="1"/>
          </p:cNvSpPr>
          <p:nvPr>
            <p:ph type="subTitle" idx="3"/>
          </p:nvPr>
        </p:nvSpPr>
        <p:spPr>
          <a:xfrm>
            <a:off x="627347" y="993108"/>
            <a:ext cx="2505600" cy="4233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dirty="0"/>
              <a:t>Agents</a:t>
            </a:r>
            <a:endParaRPr dirty="0"/>
          </a:p>
        </p:txBody>
      </p:sp>
      <p:grpSp>
        <p:nvGrpSpPr>
          <p:cNvPr id="39" name="Group 38">
            <a:extLst>
              <a:ext uri="{FF2B5EF4-FFF2-40B4-BE49-F238E27FC236}">
                <a16:creationId xmlns:a16="http://schemas.microsoft.com/office/drawing/2014/main" id="{6E16D54F-FE33-73C0-A023-26208A53CA38}"/>
              </a:ext>
            </a:extLst>
          </p:cNvPr>
          <p:cNvGrpSpPr/>
          <p:nvPr/>
        </p:nvGrpSpPr>
        <p:grpSpPr>
          <a:xfrm>
            <a:off x="5049868" y="947893"/>
            <a:ext cx="548700" cy="548700"/>
            <a:chOff x="6173251" y="983307"/>
            <a:chExt cx="548700" cy="548700"/>
          </a:xfrm>
        </p:grpSpPr>
        <p:sp>
          <p:nvSpPr>
            <p:cNvPr id="443" name="Google Shape;443;p37"/>
            <p:cNvSpPr/>
            <p:nvPr/>
          </p:nvSpPr>
          <p:spPr>
            <a:xfrm>
              <a:off x="6173251" y="983307"/>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450" name="Google Shape;450;p37"/>
            <p:cNvGrpSpPr/>
            <p:nvPr/>
          </p:nvGrpSpPr>
          <p:grpSpPr>
            <a:xfrm>
              <a:off x="6298975" y="1072149"/>
              <a:ext cx="297253" cy="371015"/>
              <a:chOff x="1584841" y="3323461"/>
              <a:chExt cx="297253" cy="371015"/>
            </a:xfrm>
          </p:grpSpPr>
          <p:sp>
            <p:nvSpPr>
              <p:cNvPr id="451" name="Google Shape;451;p37"/>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2" name="Google Shape;452;p37"/>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3" name="Google Shape;453;p37"/>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4" name="Google Shape;454;p37"/>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5" name="Google Shape;455;p37"/>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6" name="Google Shape;456;p37"/>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57" name="Google Shape;457;p37"/>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sp>
        <p:nvSpPr>
          <p:cNvPr id="4" name="Google Shape;445;p37">
            <a:extLst>
              <a:ext uri="{FF2B5EF4-FFF2-40B4-BE49-F238E27FC236}">
                <a16:creationId xmlns:a16="http://schemas.microsoft.com/office/drawing/2014/main" id="{A0534C56-DA66-F461-822C-3EED2584BDCD}"/>
              </a:ext>
            </a:extLst>
          </p:cNvPr>
          <p:cNvSpPr txBox="1">
            <a:spLocks/>
          </p:cNvSpPr>
          <p:nvPr/>
        </p:nvSpPr>
        <p:spPr>
          <a:xfrm>
            <a:off x="565247" y="2903532"/>
            <a:ext cx="2567700" cy="423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Graph</a:t>
            </a:r>
          </a:p>
        </p:txBody>
      </p:sp>
      <p:sp>
        <p:nvSpPr>
          <p:cNvPr id="14" name="Google Shape;445;p37">
            <a:extLst>
              <a:ext uri="{FF2B5EF4-FFF2-40B4-BE49-F238E27FC236}">
                <a16:creationId xmlns:a16="http://schemas.microsoft.com/office/drawing/2014/main" id="{3CF9A0E9-5BEE-BEDF-0EFB-9E958EDA356A}"/>
              </a:ext>
            </a:extLst>
          </p:cNvPr>
          <p:cNvSpPr txBox="1">
            <a:spLocks/>
          </p:cNvSpPr>
          <p:nvPr/>
        </p:nvSpPr>
        <p:spPr>
          <a:xfrm>
            <a:off x="5175592" y="2900408"/>
            <a:ext cx="2567700" cy="4233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2400"/>
              <a:buFont typeface="DM Sans Black"/>
              <a:buNone/>
              <a:defRPr sz="1800" b="0" i="0" u="none" strike="noStrike" cap="none">
                <a:solidFill>
                  <a:schemeClr val="dk1"/>
                </a:solidFill>
                <a:latin typeface="DM Sans Black"/>
                <a:ea typeface="DM Sans Black"/>
                <a:cs typeface="DM Sans Black"/>
                <a:sym typeface="DM Sans Black"/>
              </a:defRPr>
            </a:lvl1pPr>
            <a:lvl2pPr marL="914400" marR="0" lvl="1"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2pPr>
            <a:lvl3pPr marL="1371600" marR="0" lvl="2"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3pPr>
            <a:lvl4pPr marL="1828800" marR="0" lvl="3"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4pPr>
            <a:lvl5pPr marL="2286000" marR="0" lvl="4"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5pPr>
            <a:lvl6pPr marL="2743200" marR="0" lvl="5"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6pPr>
            <a:lvl7pPr marL="3200400" marR="0" lvl="6"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7pPr>
            <a:lvl8pPr marL="3657600" marR="0" lvl="7"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8pPr>
            <a:lvl9pPr marL="4114800" marR="0" lvl="8" indent="-304800" algn="ctr" rtl="0">
              <a:lnSpc>
                <a:spcPct val="100000"/>
              </a:lnSpc>
              <a:spcBef>
                <a:spcPts val="0"/>
              </a:spcBef>
              <a:spcAft>
                <a:spcPts val="0"/>
              </a:spcAft>
              <a:buClr>
                <a:schemeClr val="dk1"/>
              </a:buClr>
              <a:buSzPts val="2400"/>
              <a:buFont typeface="DM Sans Black"/>
              <a:buNone/>
              <a:defRPr sz="2400" b="0" i="0" u="none" strike="noStrike" cap="none">
                <a:solidFill>
                  <a:schemeClr val="dk1"/>
                </a:solidFill>
                <a:latin typeface="DM Sans Black"/>
                <a:ea typeface="DM Sans Black"/>
                <a:cs typeface="DM Sans Black"/>
                <a:sym typeface="DM Sans Black"/>
              </a:defRPr>
            </a:lvl9pPr>
          </a:lstStyle>
          <a:p>
            <a:pPr marL="0" indent="0"/>
            <a:r>
              <a:rPr lang="en-US" dirty="0"/>
              <a:t>Orchestration</a:t>
            </a:r>
          </a:p>
        </p:txBody>
      </p:sp>
      <p:sp>
        <p:nvSpPr>
          <p:cNvPr id="23" name="Google Shape;448;p37">
            <a:extLst>
              <a:ext uri="{FF2B5EF4-FFF2-40B4-BE49-F238E27FC236}">
                <a16:creationId xmlns:a16="http://schemas.microsoft.com/office/drawing/2014/main" id="{AB9FE725-DCEB-A859-BDFA-CBEAC25BA890}"/>
              </a:ext>
            </a:extLst>
          </p:cNvPr>
          <p:cNvSpPr txBox="1">
            <a:spLocks/>
          </p:cNvSpPr>
          <p:nvPr/>
        </p:nvSpPr>
        <p:spPr>
          <a:xfrm>
            <a:off x="437322" y="3584798"/>
            <a:ext cx="4134678" cy="8559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2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9pPr>
          </a:lstStyle>
          <a:p>
            <a:pPr algn="l">
              <a:buClr>
                <a:schemeClr val="tx1"/>
              </a:buClr>
              <a:buFont typeface="Wingdings" pitchFamily="2" charset="2"/>
              <a:buChar char="§"/>
            </a:pPr>
            <a:r>
              <a:rPr lang="en-US" dirty="0"/>
              <a:t>Query Neo4j for CPG-aligned concepts; add optional annotations; does not decide disposition by itself.</a:t>
            </a:r>
          </a:p>
        </p:txBody>
      </p:sp>
      <p:sp>
        <p:nvSpPr>
          <p:cNvPr id="24" name="Google Shape;448;p37">
            <a:extLst>
              <a:ext uri="{FF2B5EF4-FFF2-40B4-BE49-F238E27FC236}">
                <a16:creationId xmlns:a16="http://schemas.microsoft.com/office/drawing/2014/main" id="{C9AABC8E-C0CA-E3ED-7D00-46B873756A96}"/>
              </a:ext>
            </a:extLst>
          </p:cNvPr>
          <p:cNvSpPr txBox="1">
            <a:spLocks/>
          </p:cNvSpPr>
          <p:nvPr/>
        </p:nvSpPr>
        <p:spPr>
          <a:xfrm>
            <a:off x="4439349" y="1663423"/>
            <a:ext cx="4134678" cy="85597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lt1"/>
              </a:buClr>
              <a:buSzPts val="1200"/>
              <a:buFont typeface="Karla"/>
              <a:buNone/>
              <a:defRPr sz="1200" b="0" i="0" u="none" strike="noStrike" cap="none">
                <a:solidFill>
                  <a:schemeClr val="dk1"/>
                </a:solidFill>
                <a:latin typeface="Karla"/>
                <a:ea typeface="Karla"/>
                <a:cs typeface="Karla"/>
                <a:sym typeface="Karla"/>
              </a:defRPr>
            </a:lvl1pPr>
            <a:lvl2pPr marL="914400" marR="0" lvl="1"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2pPr>
            <a:lvl3pPr marL="1371600" marR="0" lvl="2"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3pPr>
            <a:lvl4pPr marL="1828800" marR="0" lvl="3"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4pPr>
            <a:lvl5pPr marL="2286000" marR="0" lvl="4"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5pPr>
            <a:lvl6pPr marL="2743200" marR="0" lvl="5"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6pPr>
            <a:lvl7pPr marL="3200400" marR="0" lvl="6"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7pPr>
            <a:lvl8pPr marL="3657600" marR="0" lvl="7"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8pPr>
            <a:lvl9pPr marL="4114800" marR="0" lvl="8" indent="-304800" algn="ctr" rtl="0">
              <a:lnSpc>
                <a:spcPct val="100000"/>
              </a:lnSpc>
              <a:spcBef>
                <a:spcPts val="0"/>
              </a:spcBef>
              <a:spcAft>
                <a:spcPts val="0"/>
              </a:spcAft>
              <a:buClr>
                <a:schemeClr val="dk1"/>
              </a:buClr>
              <a:buSzPts val="1200"/>
              <a:buFont typeface="Karla"/>
              <a:buNone/>
              <a:defRPr sz="1200" b="0" i="0" u="none" strike="noStrike" cap="none">
                <a:solidFill>
                  <a:schemeClr val="dk1"/>
                </a:solidFill>
                <a:latin typeface="Karla"/>
                <a:ea typeface="Karla"/>
                <a:cs typeface="Karla"/>
                <a:sym typeface="Karla"/>
              </a:defRPr>
            </a:lvl9pPr>
          </a:lstStyle>
          <a:p>
            <a:pPr algn="l">
              <a:buClr>
                <a:schemeClr val="tx1"/>
              </a:buClr>
              <a:buFont typeface="Wingdings" pitchFamily="2" charset="2"/>
              <a:buChar char="§"/>
            </a:pPr>
            <a:r>
              <a:rPr lang="en-US" dirty="0"/>
              <a:t>Run deterministic triage rules (ER / urgent / home), record which rules fired, and surface med-related flags.</a:t>
            </a:r>
          </a:p>
        </p:txBody>
      </p:sp>
      <p:grpSp>
        <p:nvGrpSpPr>
          <p:cNvPr id="41" name="Group 40">
            <a:extLst>
              <a:ext uri="{FF2B5EF4-FFF2-40B4-BE49-F238E27FC236}">
                <a16:creationId xmlns:a16="http://schemas.microsoft.com/office/drawing/2014/main" id="{44E517B2-BBF6-538D-5BF0-C91E07A35A1C}"/>
              </a:ext>
            </a:extLst>
          </p:cNvPr>
          <p:cNvGrpSpPr/>
          <p:nvPr/>
        </p:nvGrpSpPr>
        <p:grpSpPr>
          <a:xfrm>
            <a:off x="752316" y="2804996"/>
            <a:ext cx="548700" cy="548700"/>
            <a:chOff x="1902564" y="3026104"/>
            <a:chExt cx="548700" cy="548700"/>
          </a:xfrm>
        </p:grpSpPr>
        <p:sp>
          <p:nvSpPr>
            <p:cNvPr id="3" name="Google Shape;443;p37">
              <a:extLst>
                <a:ext uri="{FF2B5EF4-FFF2-40B4-BE49-F238E27FC236}">
                  <a16:creationId xmlns:a16="http://schemas.microsoft.com/office/drawing/2014/main" id="{A01B192A-48B3-F2B3-D4C9-664B72083A85}"/>
                </a:ext>
              </a:extLst>
            </p:cNvPr>
            <p:cNvSpPr/>
            <p:nvPr/>
          </p:nvSpPr>
          <p:spPr>
            <a:xfrm>
              <a:off x="1902564" y="3026104"/>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26" name="Google Shape;1021;p52">
              <a:extLst>
                <a:ext uri="{FF2B5EF4-FFF2-40B4-BE49-F238E27FC236}">
                  <a16:creationId xmlns:a16="http://schemas.microsoft.com/office/drawing/2014/main" id="{F8DACE1C-6099-B33E-0B1B-5B1BCB7B2FFD}"/>
                </a:ext>
              </a:extLst>
            </p:cNvPr>
            <p:cNvGrpSpPr/>
            <p:nvPr/>
          </p:nvGrpSpPr>
          <p:grpSpPr>
            <a:xfrm>
              <a:off x="1993958" y="3147314"/>
              <a:ext cx="364186" cy="358021"/>
              <a:chOff x="8024228" y="1514627"/>
              <a:chExt cx="373218" cy="366900"/>
            </a:xfrm>
          </p:grpSpPr>
          <p:sp>
            <p:nvSpPr>
              <p:cNvPr id="27" name="Google Shape;1022;p52">
                <a:extLst>
                  <a:ext uri="{FF2B5EF4-FFF2-40B4-BE49-F238E27FC236}">
                    <a16:creationId xmlns:a16="http://schemas.microsoft.com/office/drawing/2014/main" id="{7C03C098-FBC6-711C-D35D-ABD93112B708}"/>
                  </a:ext>
                </a:extLst>
              </p:cNvPr>
              <p:cNvSpPr/>
              <p:nvPr/>
            </p:nvSpPr>
            <p:spPr>
              <a:xfrm>
                <a:off x="8024228" y="1514627"/>
                <a:ext cx="373218" cy="332482"/>
              </a:xfrm>
              <a:custGeom>
                <a:avLst/>
                <a:gdLst/>
                <a:ahLst/>
                <a:cxnLst/>
                <a:rect l="l" t="t" r="r" b="b"/>
                <a:pathLst>
                  <a:path w="143" h="127" extrusionOk="0">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28" name="Google Shape;1023;p52">
                <a:extLst>
                  <a:ext uri="{FF2B5EF4-FFF2-40B4-BE49-F238E27FC236}">
                    <a16:creationId xmlns:a16="http://schemas.microsoft.com/office/drawing/2014/main" id="{254C8C6B-5F04-9CDF-25F3-7FEB8DF7086E}"/>
                  </a:ext>
                </a:extLst>
              </p:cNvPr>
              <p:cNvSpPr/>
              <p:nvPr/>
            </p:nvSpPr>
            <p:spPr>
              <a:xfrm>
                <a:off x="8235608" y="1868027"/>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grpSp>
        <p:nvGrpSpPr>
          <p:cNvPr id="40" name="Group 39">
            <a:extLst>
              <a:ext uri="{FF2B5EF4-FFF2-40B4-BE49-F238E27FC236}">
                <a16:creationId xmlns:a16="http://schemas.microsoft.com/office/drawing/2014/main" id="{35491A9F-A96B-22F1-6D3B-2D51A5E8B39B}"/>
              </a:ext>
            </a:extLst>
          </p:cNvPr>
          <p:cNvGrpSpPr/>
          <p:nvPr/>
        </p:nvGrpSpPr>
        <p:grpSpPr>
          <a:xfrm>
            <a:off x="5006003" y="2817296"/>
            <a:ext cx="548700" cy="548700"/>
            <a:chOff x="6160725" y="3023358"/>
            <a:chExt cx="548700" cy="548700"/>
          </a:xfrm>
        </p:grpSpPr>
        <p:sp>
          <p:nvSpPr>
            <p:cNvPr id="13" name="Google Shape;443;p37">
              <a:extLst>
                <a:ext uri="{FF2B5EF4-FFF2-40B4-BE49-F238E27FC236}">
                  <a16:creationId xmlns:a16="http://schemas.microsoft.com/office/drawing/2014/main" id="{7EEF22BD-9AF8-FBBB-C96B-CCF724AD4378}"/>
                </a:ext>
              </a:extLst>
            </p:cNvPr>
            <p:cNvSpPr/>
            <p:nvPr/>
          </p:nvSpPr>
          <p:spPr>
            <a:xfrm>
              <a:off x="6160725" y="302335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29" name="Google Shape;1077;p52">
              <a:extLst>
                <a:ext uri="{FF2B5EF4-FFF2-40B4-BE49-F238E27FC236}">
                  <a16:creationId xmlns:a16="http://schemas.microsoft.com/office/drawing/2014/main" id="{D7A8F1C7-C307-141E-FFF3-CA11D8DE43D2}"/>
                </a:ext>
              </a:extLst>
            </p:cNvPr>
            <p:cNvGrpSpPr/>
            <p:nvPr/>
          </p:nvGrpSpPr>
          <p:grpSpPr>
            <a:xfrm>
              <a:off x="6266582" y="3096367"/>
              <a:ext cx="362038" cy="362036"/>
              <a:chOff x="2332378" y="1512425"/>
              <a:chExt cx="371017" cy="371015"/>
            </a:xfrm>
          </p:grpSpPr>
          <p:sp>
            <p:nvSpPr>
              <p:cNvPr id="30" name="Google Shape;1078;p52">
                <a:extLst>
                  <a:ext uri="{FF2B5EF4-FFF2-40B4-BE49-F238E27FC236}">
                    <a16:creationId xmlns:a16="http://schemas.microsoft.com/office/drawing/2014/main" id="{6201B8D3-7947-1543-8AD3-3061AB93974D}"/>
                  </a:ext>
                </a:extLst>
              </p:cNvPr>
              <p:cNvSpPr/>
              <p:nvPr/>
            </p:nvSpPr>
            <p:spPr>
              <a:xfrm>
                <a:off x="2332378" y="1512425"/>
                <a:ext cx="371017"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1" name="Google Shape;1079;p52">
                <a:extLst>
                  <a:ext uri="{FF2B5EF4-FFF2-40B4-BE49-F238E27FC236}">
                    <a16:creationId xmlns:a16="http://schemas.microsoft.com/office/drawing/2014/main" id="{FD7CC450-720B-0F8E-D972-FA0DE9335785}"/>
                  </a:ext>
                </a:extLst>
              </p:cNvPr>
              <p:cNvSpPr/>
              <p:nvPr/>
            </p:nvSpPr>
            <p:spPr>
              <a:xfrm>
                <a:off x="2386324" y="1564169"/>
                <a:ext cx="123305" cy="125506"/>
              </a:xfrm>
              <a:custGeom>
                <a:avLst/>
                <a:gdLst/>
                <a:ahLst/>
                <a:cxnLst/>
                <a:rect l="l" t="t" r="r" b="b"/>
                <a:pathLst>
                  <a:path w="47" h="48" extrusionOk="0">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2" name="Google Shape;1080;p52">
                <a:extLst>
                  <a:ext uri="{FF2B5EF4-FFF2-40B4-BE49-F238E27FC236}">
                    <a16:creationId xmlns:a16="http://schemas.microsoft.com/office/drawing/2014/main" id="{419F48CE-4820-BAA5-390D-EE5FC1E7B6AF}"/>
                  </a:ext>
                </a:extLst>
              </p:cNvPr>
              <p:cNvSpPr/>
              <p:nvPr/>
            </p:nvSpPr>
            <p:spPr>
              <a:xfrm>
                <a:off x="2553667" y="1731511"/>
                <a:ext cx="49543" cy="71561"/>
              </a:xfrm>
              <a:custGeom>
                <a:avLst/>
                <a:gdLst/>
                <a:ahLst/>
                <a:cxnLst/>
                <a:rect l="l" t="t" r="r" b="b"/>
                <a:pathLst>
                  <a:path w="19" h="27" extrusionOk="0">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3" name="Google Shape;1081;p52">
                <a:extLst>
                  <a:ext uri="{FF2B5EF4-FFF2-40B4-BE49-F238E27FC236}">
                    <a16:creationId xmlns:a16="http://schemas.microsoft.com/office/drawing/2014/main" id="{4F1C91F1-B729-FD04-8EE7-2ACA505EB058}"/>
                  </a:ext>
                </a:extLst>
              </p:cNvPr>
              <p:cNvSpPr/>
              <p:nvPr/>
            </p:nvSpPr>
            <p:spPr>
              <a:xfrm>
                <a:off x="2507427" y="1731511"/>
                <a:ext cx="44038" cy="71561"/>
              </a:xfrm>
              <a:custGeom>
                <a:avLst/>
                <a:gdLst/>
                <a:ahLst/>
                <a:cxnLst/>
                <a:rect l="l" t="t" r="r" b="b"/>
                <a:pathLst>
                  <a:path w="17" h="27" extrusionOk="0">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4" name="Google Shape;1082;p52">
                <a:extLst>
                  <a:ext uri="{FF2B5EF4-FFF2-40B4-BE49-F238E27FC236}">
                    <a16:creationId xmlns:a16="http://schemas.microsoft.com/office/drawing/2014/main" id="{375DACFE-F065-1191-8BEC-893DD1A2131D}"/>
                  </a:ext>
                </a:extLst>
              </p:cNvPr>
              <p:cNvSpPr/>
              <p:nvPr/>
            </p:nvSpPr>
            <p:spPr>
              <a:xfrm>
                <a:off x="2616420" y="1734814"/>
                <a:ext cx="45139" cy="68258"/>
              </a:xfrm>
              <a:custGeom>
                <a:avLst/>
                <a:gdLst/>
                <a:ahLst/>
                <a:cxnLst/>
                <a:rect l="l" t="t" r="r" b="b"/>
                <a:pathLst>
                  <a:path w="17" h="26" extrusionOk="0">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35" name="Google Shape;1083;p52">
                <a:extLst>
                  <a:ext uri="{FF2B5EF4-FFF2-40B4-BE49-F238E27FC236}">
                    <a16:creationId xmlns:a16="http://schemas.microsoft.com/office/drawing/2014/main" id="{2F066028-9546-D938-6321-6C81ACDDF94D}"/>
                  </a:ext>
                </a:extLst>
              </p:cNvPr>
              <p:cNvSpPr/>
              <p:nvPr/>
            </p:nvSpPr>
            <p:spPr>
              <a:xfrm>
                <a:off x="2648347" y="1677565"/>
                <a:ext cx="13500" cy="15600"/>
              </a:xfrm>
              <a:prstGeom prst="ellipse">
                <a:avLst/>
              </a:prstGeom>
              <a:solidFill>
                <a:schemeClr val="dk1"/>
              </a:solidFill>
              <a:ln w="9525">
                <a:solidFill>
                  <a:schemeClr val="tx1"/>
                </a:solid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grpSp>
      </p:grpSp>
      <p:grpSp>
        <p:nvGrpSpPr>
          <p:cNvPr id="38" name="Group 37">
            <a:extLst>
              <a:ext uri="{FF2B5EF4-FFF2-40B4-BE49-F238E27FC236}">
                <a16:creationId xmlns:a16="http://schemas.microsoft.com/office/drawing/2014/main" id="{B4BBB6A7-1FC8-AD18-23CA-A6660F69B7A6}"/>
              </a:ext>
            </a:extLst>
          </p:cNvPr>
          <p:cNvGrpSpPr/>
          <p:nvPr/>
        </p:nvGrpSpPr>
        <p:grpSpPr>
          <a:xfrm>
            <a:off x="741236" y="941000"/>
            <a:ext cx="548700" cy="548700"/>
            <a:chOff x="1902564" y="980995"/>
            <a:chExt cx="548700" cy="548700"/>
          </a:xfrm>
        </p:grpSpPr>
        <p:sp>
          <p:nvSpPr>
            <p:cNvPr id="444" name="Google Shape;444;p37"/>
            <p:cNvSpPr/>
            <p:nvPr/>
          </p:nvSpPr>
          <p:spPr>
            <a:xfrm>
              <a:off x="1902564" y="980995"/>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pic>
          <p:nvPicPr>
            <p:cNvPr id="37" name="Graphic 36" descr="Robot outline">
              <a:extLst>
                <a:ext uri="{FF2B5EF4-FFF2-40B4-BE49-F238E27FC236}">
                  <a16:creationId xmlns:a16="http://schemas.microsoft.com/office/drawing/2014/main" id="{F65A8CD7-89E8-7B3A-5B59-1AF66A5F2A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13644" y="982347"/>
              <a:ext cx="524813" cy="52481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5CA4E-A9F4-FC2D-D031-5183EE2FB7AD}"/>
              </a:ext>
            </a:extLst>
          </p:cNvPr>
          <p:cNvSpPr>
            <a:spLocks noGrp="1"/>
          </p:cNvSpPr>
          <p:nvPr>
            <p:ph type="title"/>
          </p:nvPr>
        </p:nvSpPr>
        <p:spPr>
          <a:xfrm>
            <a:off x="605372" y="344441"/>
            <a:ext cx="7713900" cy="572700"/>
          </a:xfrm>
        </p:spPr>
        <p:txBody>
          <a:bodyPr wrap="square" anchor="ctr">
            <a:normAutofit/>
          </a:bodyPr>
          <a:lstStyle/>
          <a:p>
            <a:pPr>
              <a:lnSpc>
                <a:spcPct val="90000"/>
              </a:lnSpc>
            </a:pPr>
            <a:r>
              <a:rPr lang="en-US" sz="2800" dirty="0"/>
              <a:t>System Architecture</a:t>
            </a:r>
          </a:p>
        </p:txBody>
      </p:sp>
      <p:pic>
        <p:nvPicPr>
          <p:cNvPr id="9" name="Picture 8">
            <a:extLst>
              <a:ext uri="{FF2B5EF4-FFF2-40B4-BE49-F238E27FC236}">
                <a16:creationId xmlns:a16="http://schemas.microsoft.com/office/drawing/2014/main" id="{5EFB3DF6-2EE8-CD2E-BD28-8F4B04C1F92A}"/>
              </a:ext>
            </a:extLst>
          </p:cNvPr>
          <p:cNvPicPr>
            <a:picLocks noChangeAspect="1"/>
          </p:cNvPicPr>
          <p:nvPr/>
        </p:nvPicPr>
        <p:blipFill>
          <a:blip r:embed="rId2"/>
          <a:stretch>
            <a:fillRect/>
          </a:stretch>
        </p:blipFill>
        <p:spPr>
          <a:xfrm>
            <a:off x="1662543" y="1033895"/>
            <a:ext cx="6084455" cy="3395974"/>
          </a:xfrm>
          <a:prstGeom prst="rect">
            <a:avLst/>
          </a:prstGeom>
        </p:spPr>
      </p:pic>
      <p:pic>
        <p:nvPicPr>
          <p:cNvPr id="10" name="Picture 9">
            <a:extLst>
              <a:ext uri="{FF2B5EF4-FFF2-40B4-BE49-F238E27FC236}">
                <a16:creationId xmlns:a16="http://schemas.microsoft.com/office/drawing/2014/main" id="{A4067529-7360-C67F-FFE6-7B91B2DC057E}"/>
              </a:ext>
            </a:extLst>
          </p:cNvPr>
          <p:cNvPicPr>
            <a:picLocks noChangeAspect="1"/>
          </p:cNvPicPr>
          <p:nvPr/>
        </p:nvPicPr>
        <p:blipFill>
          <a:blip r:embed="rId3"/>
          <a:stretch>
            <a:fillRect/>
          </a:stretch>
        </p:blipFill>
        <p:spPr>
          <a:xfrm>
            <a:off x="8224769" y="1285875"/>
            <a:ext cx="738565" cy="869227"/>
          </a:xfrm>
          <a:prstGeom prst="rect">
            <a:avLst/>
          </a:prstGeom>
          <a:ln>
            <a:solidFill>
              <a:schemeClr val="tx1"/>
            </a:solidFill>
            <a:prstDash val="dash"/>
          </a:ln>
        </p:spPr>
      </p:pic>
      <p:sp>
        <p:nvSpPr>
          <p:cNvPr id="14" name="Rounded Rectangle 13">
            <a:extLst>
              <a:ext uri="{FF2B5EF4-FFF2-40B4-BE49-F238E27FC236}">
                <a16:creationId xmlns:a16="http://schemas.microsoft.com/office/drawing/2014/main" id="{6F93B2EA-2963-3A6A-4ADE-F94A20012C3E}"/>
              </a:ext>
            </a:extLst>
          </p:cNvPr>
          <p:cNvSpPr/>
          <p:nvPr/>
        </p:nvSpPr>
        <p:spPr>
          <a:xfrm>
            <a:off x="7007225" y="1285875"/>
            <a:ext cx="704849" cy="930275"/>
          </a:xfrm>
          <a:prstGeom prst="roundRect">
            <a:avLst/>
          </a:prstGeom>
          <a:solidFill>
            <a:schemeClr val="accent6">
              <a:lumMod val="95000"/>
            </a:schemeClr>
          </a:solidFill>
          <a:ln w="9525" cap="flat">
            <a:solidFill>
              <a:schemeClr val="bg1">
                <a:lumMod val="50000"/>
              </a:schemeClr>
            </a:solidFill>
            <a:prstDash val="solid"/>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err="1">
                <a:solidFill>
                  <a:schemeClr val="bg1">
                    <a:lumMod val="10000"/>
                  </a:schemeClr>
                </a:solidFill>
              </a:rPr>
              <a:t>Ollama</a:t>
            </a:r>
            <a:endParaRPr lang="en-US" sz="1100" dirty="0">
              <a:solidFill>
                <a:schemeClr val="bg1">
                  <a:lumMod val="10000"/>
                </a:schemeClr>
              </a:solidFill>
            </a:endParaRPr>
          </a:p>
        </p:txBody>
      </p:sp>
      <p:cxnSp>
        <p:nvCxnSpPr>
          <p:cNvPr id="16" name="Straight Arrow Connector 15">
            <a:extLst>
              <a:ext uri="{FF2B5EF4-FFF2-40B4-BE49-F238E27FC236}">
                <a16:creationId xmlns:a16="http://schemas.microsoft.com/office/drawing/2014/main" id="{2AC41C4A-1884-D429-85AA-B8848FBBAA59}"/>
              </a:ext>
            </a:extLst>
          </p:cNvPr>
          <p:cNvCxnSpPr>
            <a:cxnSpLocks/>
          </p:cNvCxnSpPr>
          <p:nvPr/>
        </p:nvCxnSpPr>
        <p:spPr>
          <a:xfrm>
            <a:off x="7746998" y="1762125"/>
            <a:ext cx="276227" cy="0"/>
          </a:xfrm>
          <a:prstGeom prst="straightConnector1">
            <a:avLst/>
          </a:prstGeom>
          <a:ln>
            <a:solidFill>
              <a:schemeClr val="bg1">
                <a:lumMod val="1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C65C7C-597F-1C8B-66F3-21559B5074E5}"/>
              </a:ext>
            </a:extLst>
          </p:cNvPr>
          <p:cNvSpPr txBox="1"/>
          <p:nvPr/>
        </p:nvSpPr>
        <p:spPr>
          <a:xfrm>
            <a:off x="7668867" y="1473200"/>
            <a:ext cx="622286" cy="338554"/>
          </a:xfrm>
          <a:prstGeom prst="rect">
            <a:avLst/>
          </a:prstGeom>
          <a:noFill/>
        </p:spPr>
        <p:txBody>
          <a:bodyPr wrap="none" rtlCol="0">
            <a:spAutoFit/>
          </a:bodyPr>
          <a:lstStyle/>
          <a:p>
            <a:r>
              <a:rPr lang="en-US" sz="800"/>
              <a:t>Extended</a:t>
            </a:r>
            <a:br>
              <a:rPr lang="en-US" sz="800"/>
            </a:br>
            <a:r>
              <a:rPr lang="en-US" sz="800"/>
              <a:t>case</a:t>
            </a:r>
          </a:p>
        </p:txBody>
      </p:sp>
    </p:spTree>
    <p:extLst>
      <p:ext uri="{BB962C8B-B14F-4D97-AF65-F5344CB8AC3E}">
        <p14:creationId xmlns:p14="http://schemas.microsoft.com/office/powerpoint/2010/main" val="401417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608"/>
        <p:cNvGrpSpPr/>
        <p:nvPr/>
      </p:nvGrpSpPr>
      <p:grpSpPr>
        <a:xfrm>
          <a:off x="0" y="0"/>
          <a:ext cx="0" cy="0"/>
          <a:chOff x="0" y="0"/>
          <a:chExt cx="0" cy="0"/>
        </a:xfrm>
      </p:grpSpPr>
      <p:sp>
        <p:nvSpPr>
          <p:cNvPr id="609" name="Google Shape;609;p46"/>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Knowledge &amp; Rules</a:t>
            </a:r>
            <a:endParaRPr/>
          </a:p>
        </p:txBody>
      </p:sp>
      <p:sp>
        <p:nvSpPr>
          <p:cNvPr id="610" name="Google Shape;610;p46"/>
          <p:cNvSpPr/>
          <p:nvPr/>
        </p:nvSpPr>
        <p:spPr>
          <a:xfrm>
            <a:off x="13449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46"/>
          <p:cNvSpPr/>
          <p:nvPr/>
        </p:nvSpPr>
        <p:spPr>
          <a:xfrm>
            <a:off x="33088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2" name="Google Shape;612;p46"/>
          <p:cNvSpPr/>
          <p:nvPr/>
        </p:nvSpPr>
        <p:spPr>
          <a:xfrm>
            <a:off x="52727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46"/>
          <p:cNvSpPr/>
          <p:nvPr/>
        </p:nvSpPr>
        <p:spPr>
          <a:xfrm>
            <a:off x="7236675" y="1345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46"/>
          <p:cNvSpPr txBox="1"/>
          <p:nvPr/>
        </p:nvSpPr>
        <p:spPr>
          <a:xfrm flipH="1">
            <a:off x="7131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Initial presentation with chief complaint</a:t>
            </a:r>
            <a:endParaRPr sz="1200" b="0" i="0" u="none" strike="noStrike" cap="none">
              <a:solidFill>
                <a:schemeClr val="dk1"/>
              </a:solidFill>
              <a:latin typeface="Karla"/>
              <a:ea typeface="Karla"/>
              <a:cs typeface="Karla"/>
              <a:sym typeface="Karla"/>
            </a:endParaRPr>
          </a:p>
        </p:txBody>
      </p:sp>
      <p:sp>
        <p:nvSpPr>
          <p:cNvPr id="615" name="Google Shape;615;p46"/>
          <p:cNvSpPr txBox="1"/>
          <p:nvPr/>
        </p:nvSpPr>
        <p:spPr>
          <a:xfrm flipH="1">
            <a:off x="26770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Diagnostic evaluation and investigations</a:t>
            </a:r>
            <a:endParaRPr sz="1200" b="0" i="0" u="none" strike="noStrike" cap="none">
              <a:solidFill>
                <a:schemeClr val="dk1"/>
              </a:solidFill>
              <a:latin typeface="Karla"/>
              <a:ea typeface="Karla"/>
              <a:cs typeface="Karla"/>
              <a:sym typeface="Karla"/>
            </a:endParaRPr>
          </a:p>
        </p:txBody>
      </p:sp>
      <p:sp>
        <p:nvSpPr>
          <p:cNvPr id="616" name="Google Shape;616;p46"/>
          <p:cNvSpPr txBox="1"/>
          <p:nvPr/>
        </p:nvSpPr>
        <p:spPr>
          <a:xfrm flipH="1">
            <a:off x="46409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Confirmation of</a:t>
            </a:r>
            <a:endParaRPr sz="1200" b="0" i="0" u="none" strike="noStrike" cap="none">
              <a:solidFill>
                <a:schemeClr val="dk1"/>
              </a:solidFill>
              <a:latin typeface="Karla"/>
              <a:ea typeface="Karla"/>
              <a:cs typeface="Karla"/>
              <a:sym typeface="Karla"/>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the diagnosis</a:t>
            </a:r>
            <a:endParaRPr sz="1200" b="0" i="0" u="none" strike="noStrike" cap="none">
              <a:solidFill>
                <a:schemeClr val="dk1"/>
              </a:solidFill>
              <a:latin typeface="Karla"/>
              <a:ea typeface="Karla"/>
              <a:cs typeface="Karla"/>
              <a:sym typeface="Karla"/>
            </a:endParaRPr>
          </a:p>
        </p:txBody>
      </p:sp>
      <p:sp>
        <p:nvSpPr>
          <p:cNvPr id="617" name="Google Shape;617;p46"/>
          <p:cNvSpPr txBox="1"/>
          <p:nvPr/>
        </p:nvSpPr>
        <p:spPr>
          <a:xfrm flipH="1">
            <a:off x="6604875" y="2075828"/>
            <a:ext cx="1812300" cy="743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Initiation of appropriate treatment</a:t>
            </a:r>
            <a:endParaRPr sz="1200" b="0" i="0" u="none" strike="noStrike" cap="none">
              <a:solidFill>
                <a:schemeClr val="dk1"/>
              </a:solidFill>
              <a:latin typeface="Karla"/>
              <a:ea typeface="Karla"/>
              <a:cs typeface="Karla"/>
              <a:sym typeface="Karla"/>
            </a:endParaRPr>
          </a:p>
        </p:txBody>
      </p:sp>
      <p:cxnSp>
        <p:nvCxnSpPr>
          <p:cNvPr id="618" name="Google Shape;618;p46"/>
          <p:cNvCxnSpPr>
            <a:stCxn id="610" idx="3"/>
            <a:endCxn id="611" idx="1"/>
          </p:cNvCxnSpPr>
          <p:nvPr/>
        </p:nvCxnSpPr>
        <p:spPr>
          <a:xfrm>
            <a:off x="18936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19" name="Google Shape;619;p46"/>
          <p:cNvCxnSpPr>
            <a:stCxn id="611" idx="3"/>
            <a:endCxn id="612" idx="1"/>
          </p:cNvCxnSpPr>
          <p:nvPr/>
        </p:nvCxnSpPr>
        <p:spPr>
          <a:xfrm>
            <a:off x="38575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20" name="Google Shape;620;p46"/>
          <p:cNvCxnSpPr>
            <a:stCxn id="612" idx="3"/>
            <a:endCxn id="613" idx="1"/>
          </p:cNvCxnSpPr>
          <p:nvPr/>
        </p:nvCxnSpPr>
        <p:spPr>
          <a:xfrm>
            <a:off x="5821475" y="162025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21" name="Google Shape;621;p46"/>
          <p:cNvCxnSpPr>
            <a:stCxn id="610" idx="2"/>
            <a:endCxn id="614" idx="0"/>
          </p:cNvCxnSpPr>
          <p:nvPr/>
        </p:nvCxnSpPr>
        <p:spPr>
          <a:xfrm>
            <a:off x="16193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2" name="Google Shape;622;p46"/>
          <p:cNvCxnSpPr>
            <a:stCxn id="611" idx="2"/>
            <a:endCxn id="615" idx="0"/>
          </p:cNvCxnSpPr>
          <p:nvPr/>
        </p:nvCxnSpPr>
        <p:spPr>
          <a:xfrm>
            <a:off x="35832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3" name="Google Shape;623;p46"/>
          <p:cNvCxnSpPr>
            <a:stCxn id="612" idx="2"/>
            <a:endCxn id="616" idx="0"/>
          </p:cNvCxnSpPr>
          <p:nvPr/>
        </p:nvCxnSpPr>
        <p:spPr>
          <a:xfrm>
            <a:off x="5547125" y="1894600"/>
            <a:ext cx="0" cy="181200"/>
          </a:xfrm>
          <a:prstGeom prst="straightConnector1">
            <a:avLst/>
          </a:prstGeom>
          <a:noFill/>
          <a:ln w="9525" cap="flat" cmpd="sng">
            <a:solidFill>
              <a:schemeClr val="dk1"/>
            </a:solidFill>
            <a:prstDash val="solid"/>
            <a:round/>
            <a:headEnd type="none" w="sm" len="sm"/>
            <a:tailEnd type="none" w="sm" len="sm"/>
          </a:ln>
        </p:spPr>
      </p:cxnSp>
      <p:cxnSp>
        <p:nvCxnSpPr>
          <p:cNvPr id="624" name="Google Shape;624;p46"/>
          <p:cNvCxnSpPr>
            <a:stCxn id="613" idx="2"/>
            <a:endCxn id="617" idx="0"/>
          </p:cNvCxnSpPr>
          <p:nvPr/>
        </p:nvCxnSpPr>
        <p:spPr>
          <a:xfrm>
            <a:off x="7511025" y="1894600"/>
            <a:ext cx="0" cy="181200"/>
          </a:xfrm>
          <a:prstGeom prst="straightConnector1">
            <a:avLst/>
          </a:prstGeom>
          <a:noFill/>
          <a:ln w="9525" cap="flat" cmpd="sng">
            <a:solidFill>
              <a:schemeClr val="dk1"/>
            </a:solidFill>
            <a:prstDash val="solid"/>
            <a:round/>
            <a:headEnd type="none" w="sm" len="sm"/>
            <a:tailEnd type="none" w="sm" len="sm"/>
          </a:ln>
        </p:spPr>
      </p:cxnSp>
      <p:sp>
        <p:nvSpPr>
          <p:cNvPr id="625" name="Google Shape;625;p46"/>
          <p:cNvSpPr/>
          <p:nvPr/>
        </p:nvSpPr>
        <p:spPr>
          <a:xfrm>
            <a:off x="13449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6" name="Google Shape;626;p46"/>
          <p:cNvSpPr/>
          <p:nvPr/>
        </p:nvSpPr>
        <p:spPr>
          <a:xfrm>
            <a:off x="33088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7" name="Google Shape;627;p46"/>
          <p:cNvSpPr/>
          <p:nvPr/>
        </p:nvSpPr>
        <p:spPr>
          <a:xfrm>
            <a:off x="52727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8" name="Google Shape;628;p46"/>
          <p:cNvSpPr/>
          <p:nvPr/>
        </p:nvSpPr>
        <p:spPr>
          <a:xfrm>
            <a:off x="7236675" y="302795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9" name="Google Shape;629;p46"/>
          <p:cNvSpPr txBox="1"/>
          <p:nvPr/>
        </p:nvSpPr>
        <p:spPr>
          <a:xfrm flipH="1">
            <a:off x="7131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Monitoring response to the treatment</a:t>
            </a:r>
            <a:endParaRPr sz="1200" b="0" i="0" u="none" strike="noStrike" cap="none">
              <a:solidFill>
                <a:schemeClr val="dk1"/>
              </a:solidFill>
              <a:latin typeface="Karla"/>
              <a:ea typeface="Karla"/>
              <a:cs typeface="Karla"/>
              <a:sym typeface="Karla"/>
            </a:endParaRPr>
          </a:p>
        </p:txBody>
      </p:sp>
      <p:sp>
        <p:nvSpPr>
          <p:cNvPr id="630" name="Google Shape;630;p46"/>
          <p:cNvSpPr txBox="1"/>
          <p:nvPr/>
        </p:nvSpPr>
        <p:spPr>
          <a:xfrm flipH="1">
            <a:off x="26770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Resolution of presenting symptoms</a:t>
            </a:r>
            <a:endParaRPr sz="1200" b="0" i="0" u="none" strike="noStrike" cap="none">
              <a:solidFill>
                <a:schemeClr val="dk1"/>
              </a:solidFill>
              <a:latin typeface="Karla"/>
              <a:ea typeface="Karla"/>
              <a:cs typeface="Karla"/>
              <a:sym typeface="Karla"/>
            </a:endParaRPr>
          </a:p>
        </p:txBody>
      </p:sp>
      <p:sp>
        <p:nvSpPr>
          <p:cNvPr id="631" name="Google Shape;631;p46"/>
          <p:cNvSpPr txBox="1"/>
          <p:nvPr/>
        </p:nvSpPr>
        <p:spPr>
          <a:xfrm flipH="1">
            <a:off x="46409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Follow-up assessment for outcomes</a:t>
            </a:r>
            <a:endParaRPr sz="1200" b="0" i="0" u="none" strike="noStrike" cap="none">
              <a:solidFill>
                <a:schemeClr val="dk1"/>
              </a:solidFill>
              <a:latin typeface="Karla"/>
              <a:ea typeface="Karla"/>
              <a:cs typeface="Karla"/>
              <a:sym typeface="Karla"/>
            </a:endParaRPr>
          </a:p>
        </p:txBody>
      </p:sp>
      <p:sp>
        <p:nvSpPr>
          <p:cNvPr id="632" name="Google Shape;632;p46"/>
          <p:cNvSpPr txBox="1"/>
          <p:nvPr/>
        </p:nvSpPr>
        <p:spPr>
          <a:xfrm flipH="1">
            <a:off x="6604875" y="3757975"/>
            <a:ext cx="1812300" cy="548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Case discussion and lessons learned</a:t>
            </a:r>
            <a:endParaRPr sz="1200" b="0" i="0" u="none" strike="noStrike" cap="none">
              <a:solidFill>
                <a:schemeClr val="dk1"/>
              </a:solidFill>
              <a:latin typeface="Karla"/>
              <a:ea typeface="Karla"/>
              <a:cs typeface="Karla"/>
              <a:sym typeface="Karla"/>
            </a:endParaRPr>
          </a:p>
        </p:txBody>
      </p:sp>
      <p:cxnSp>
        <p:nvCxnSpPr>
          <p:cNvPr id="633" name="Google Shape;633;p46"/>
          <p:cNvCxnSpPr>
            <a:stCxn id="625" idx="3"/>
            <a:endCxn id="626" idx="1"/>
          </p:cNvCxnSpPr>
          <p:nvPr/>
        </p:nvCxnSpPr>
        <p:spPr>
          <a:xfrm>
            <a:off x="18936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4" name="Google Shape;634;p46"/>
          <p:cNvCxnSpPr>
            <a:stCxn id="626" idx="3"/>
            <a:endCxn id="627" idx="1"/>
          </p:cNvCxnSpPr>
          <p:nvPr/>
        </p:nvCxnSpPr>
        <p:spPr>
          <a:xfrm>
            <a:off x="38575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5" name="Google Shape;635;p46"/>
          <p:cNvCxnSpPr>
            <a:stCxn id="627" idx="3"/>
            <a:endCxn id="628" idx="1"/>
          </p:cNvCxnSpPr>
          <p:nvPr/>
        </p:nvCxnSpPr>
        <p:spPr>
          <a:xfrm>
            <a:off x="5821475" y="3302300"/>
            <a:ext cx="1415100" cy="0"/>
          </a:xfrm>
          <a:prstGeom prst="straightConnector1">
            <a:avLst/>
          </a:prstGeom>
          <a:noFill/>
          <a:ln w="9525" cap="flat" cmpd="sng">
            <a:solidFill>
              <a:schemeClr val="dk1"/>
            </a:solidFill>
            <a:prstDash val="solid"/>
            <a:round/>
            <a:headEnd type="none" w="sm" len="sm"/>
            <a:tailEnd type="oval" w="med" len="med"/>
          </a:ln>
        </p:spPr>
      </p:cxnSp>
      <p:cxnSp>
        <p:nvCxnSpPr>
          <p:cNvPr id="636" name="Google Shape;636;p46"/>
          <p:cNvCxnSpPr>
            <a:stCxn id="625" idx="2"/>
            <a:endCxn id="629" idx="0"/>
          </p:cNvCxnSpPr>
          <p:nvPr/>
        </p:nvCxnSpPr>
        <p:spPr>
          <a:xfrm>
            <a:off x="16193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7" name="Google Shape;637;p46"/>
          <p:cNvCxnSpPr>
            <a:stCxn id="626" idx="2"/>
            <a:endCxn id="630" idx="0"/>
          </p:cNvCxnSpPr>
          <p:nvPr/>
        </p:nvCxnSpPr>
        <p:spPr>
          <a:xfrm>
            <a:off x="35832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8" name="Google Shape;638;p46"/>
          <p:cNvCxnSpPr>
            <a:stCxn id="627" idx="2"/>
            <a:endCxn id="631" idx="0"/>
          </p:cNvCxnSpPr>
          <p:nvPr/>
        </p:nvCxnSpPr>
        <p:spPr>
          <a:xfrm>
            <a:off x="55471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39" name="Google Shape;639;p46"/>
          <p:cNvCxnSpPr>
            <a:stCxn id="628" idx="2"/>
            <a:endCxn id="632" idx="0"/>
          </p:cNvCxnSpPr>
          <p:nvPr/>
        </p:nvCxnSpPr>
        <p:spPr>
          <a:xfrm>
            <a:off x="7511025" y="3576650"/>
            <a:ext cx="0" cy="181200"/>
          </a:xfrm>
          <a:prstGeom prst="straightConnector1">
            <a:avLst/>
          </a:prstGeom>
          <a:noFill/>
          <a:ln w="9525" cap="flat" cmpd="sng">
            <a:solidFill>
              <a:schemeClr val="dk1"/>
            </a:solidFill>
            <a:prstDash val="solid"/>
            <a:round/>
            <a:headEnd type="none" w="sm" len="sm"/>
            <a:tailEnd type="none" w="sm" len="sm"/>
          </a:ln>
        </p:spPr>
      </p:cxnSp>
      <p:cxnSp>
        <p:nvCxnSpPr>
          <p:cNvPr id="640" name="Google Shape;640;p46"/>
          <p:cNvCxnSpPr>
            <a:stCxn id="613" idx="3"/>
            <a:endCxn id="625" idx="1"/>
          </p:cNvCxnSpPr>
          <p:nvPr/>
        </p:nvCxnSpPr>
        <p:spPr>
          <a:xfrm flipH="1">
            <a:off x="1344975" y="1620250"/>
            <a:ext cx="6440400" cy="1682100"/>
          </a:xfrm>
          <a:prstGeom prst="bentConnector5">
            <a:avLst>
              <a:gd name="adj1" fmla="val -10325"/>
              <a:gd name="adj2" fmla="val 69788"/>
              <a:gd name="adj3" fmla="val 109943"/>
            </a:avLst>
          </a:prstGeom>
          <a:noFill/>
          <a:ln w="9525" cap="flat" cmpd="sng">
            <a:solidFill>
              <a:schemeClr val="dk1"/>
            </a:solidFill>
            <a:prstDash val="solid"/>
            <a:round/>
            <a:headEnd type="none" w="sm" len="sm"/>
            <a:tailEnd type="oval" w="med" len="med"/>
          </a:ln>
        </p:spPr>
      </p:cxnSp>
      <p:grpSp>
        <p:nvGrpSpPr>
          <p:cNvPr id="641" name="Google Shape;641;p46"/>
          <p:cNvGrpSpPr/>
          <p:nvPr/>
        </p:nvGrpSpPr>
        <p:grpSpPr>
          <a:xfrm>
            <a:off x="3394964" y="3137160"/>
            <a:ext cx="376521" cy="330279"/>
            <a:chOff x="4808388" y="3930076"/>
            <a:chExt cx="376521" cy="330279"/>
          </a:xfrm>
        </p:grpSpPr>
        <p:sp>
          <p:nvSpPr>
            <p:cNvPr id="642" name="Google Shape;642;p46"/>
            <p:cNvSpPr/>
            <p:nvPr/>
          </p:nvSpPr>
          <p:spPr>
            <a:xfrm>
              <a:off x="4808388" y="3930076"/>
              <a:ext cx="177251" cy="180553"/>
            </a:xfrm>
            <a:custGeom>
              <a:avLst/>
              <a:gdLst/>
              <a:ahLst/>
              <a:cxnLst/>
              <a:rect l="l" t="t" r="r" b="b"/>
              <a:pathLst>
                <a:path w="68" h="69" extrusionOk="0">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3" name="Google Shape;643;p46"/>
            <p:cNvSpPr/>
            <p:nvPr/>
          </p:nvSpPr>
          <p:spPr>
            <a:xfrm>
              <a:off x="4998850" y="3930076"/>
              <a:ext cx="186059" cy="182755"/>
            </a:xfrm>
            <a:custGeom>
              <a:avLst/>
              <a:gdLst/>
              <a:ahLst/>
              <a:cxnLst/>
              <a:rect l="l" t="t" r="r" b="b"/>
              <a:pathLst>
                <a:path w="71" h="70" extrusionOk="0">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4" name="Google Shape;644;p46"/>
            <p:cNvSpPr/>
            <p:nvPr/>
          </p:nvSpPr>
          <p:spPr>
            <a:xfrm>
              <a:off x="4941602" y="4089711"/>
              <a:ext cx="44038" cy="41835"/>
            </a:xfrm>
            <a:custGeom>
              <a:avLst/>
              <a:gdLst/>
              <a:ahLst/>
              <a:cxnLst/>
              <a:rect l="l" t="t" r="r" b="b"/>
              <a:pathLst>
                <a:path w="17" h="16" extrusionOk="0">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5" name="Google Shape;645;p46"/>
            <p:cNvSpPr/>
            <p:nvPr/>
          </p:nvSpPr>
          <p:spPr>
            <a:xfrm>
              <a:off x="4941602" y="4173382"/>
              <a:ext cx="44038" cy="44037"/>
            </a:xfrm>
            <a:custGeom>
              <a:avLst/>
              <a:gdLst/>
              <a:ahLst/>
              <a:cxnLst/>
              <a:rect l="l" t="t" r="r" b="b"/>
              <a:pathLst>
                <a:path w="17" h="17" extrusionOk="0">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6" name="Google Shape;646;p46"/>
            <p:cNvSpPr/>
            <p:nvPr/>
          </p:nvSpPr>
          <p:spPr>
            <a:xfrm>
              <a:off x="5002153" y="4131546"/>
              <a:ext cx="41836" cy="44037"/>
            </a:xfrm>
            <a:custGeom>
              <a:avLst/>
              <a:gdLst/>
              <a:ahLst/>
              <a:cxnLst/>
              <a:rect l="l" t="t" r="r" b="b"/>
              <a:pathLst>
                <a:path w="16" h="17" extrusionOk="0">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7" name="Google Shape;647;p46"/>
            <p:cNvSpPr/>
            <p:nvPr/>
          </p:nvSpPr>
          <p:spPr>
            <a:xfrm>
              <a:off x="5002153" y="4215217"/>
              <a:ext cx="41836" cy="45138"/>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48" name="Google Shape;648;p46"/>
            <p:cNvSpPr/>
            <p:nvPr/>
          </p:nvSpPr>
          <p:spPr>
            <a:xfrm>
              <a:off x="5048393" y="40610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49" name="Google Shape;649;p46"/>
          <p:cNvGrpSpPr/>
          <p:nvPr/>
        </p:nvGrpSpPr>
        <p:grpSpPr>
          <a:xfrm>
            <a:off x="7325517" y="3132206"/>
            <a:ext cx="371016" cy="340189"/>
            <a:chOff x="8089184" y="3338874"/>
            <a:chExt cx="371016" cy="340189"/>
          </a:xfrm>
        </p:grpSpPr>
        <p:sp>
          <p:nvSpPr>
            <p:cNvPr id="650" name="Google Shape;650;p46"/>
            <p:cNvSpPr/>
            <p:nvPr/>
          </p:nvSpPr>
          <p:spPr>
            <a:xfrm>
              <a:off x="8089184" y="3338874"/>
              <a:ext cx="371016"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1" name="Google Shape;651;p46"/>
            <p:cNvSpPr/>
            <p:nvPr/>
          </p:nvSpPr>
          <p:spPr>
            <a:xfrm>
              <a:off x="8222397" y="3409334"/>
              <a:ext cx="104589" cy="106790"/>
            </a:xfrm>
            <a:custGeom>
              <a:avLst/>
              <a:gdLst/>
              <a:ahLst/>
              <a:cxnLst/>
              <a:rect l="l" t="t" r="r" b="b"/>
              <a:pathLst>
                <a:path w="40" h="41" extrusionOk="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2" name="Google Shape;652;p46"/>
            <p:cNvSpPr/>
            <p:nvPr/>
          </p:nvSpPr>
          <p:spPr>
            <a:xfrm>
              <a:off x="8306069" y="3451169"/>
              <a:ext cx="112296" cy="55047"/>
            </a:xfrm>
            <a:custGeom>
              <a:avLst/>
              <a:gdLst/>
              <a:ahLst/>
              <a:cxnLst/>
              <a:rect l="l" t="t" r="r" b="b"/>
              <a:pathLst>
                <a:path w="43" h="21" extrusionOk="0">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3" name="Google Shape;653;p46"/>
            <p:cNvSpPr/>
            <p:nvPr/>
          </p:nvSpPr>
          <p:spPr>
            <a:xfrm>
              <a:off x="8131020" y="3417040"/>
              <a:ext cx="112296" cy="55047"/>
            </a:xfrm>
            <a:custGeom>
              <a:avLst/>
              <a:gdLst/>
              <a:ahLst/>
              <a:cxnLst/>
              <a:rect l="l" t="t" r="r" b="b"/>
              <a:pathLst>
                <a:path w="43" h="21" extrusionOk="0">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4" name="Google Shape;654;p46"/>
            <p:cNvSpPr/>
            <p:nvPr/>
          </p:nvSpPr>
          <p:spPr>
            <a:xfrm>
              <a:off x="8267536" y="3537042"/>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55" name="Google Shape;655;p46"/>
          <p:cNvGrpSpPr/>
          <p:nvPr/>
        </p:nvGrpSpPr>
        <p:grpSpPr>
          <a:xfrm>
            <a:off x="5360516" y="3142665"/>
            <a:ext cx="373218" cy="319270"/>
            <a:chOff x="7222746" y="3348783"/>
            <a:chExt cx="373218" cy="319270"/>
          </a:xfrm>
        </p:grpSpPr>
        <p:sp>
          <p:nvSpPr>
            <p:cNvPr id="656" name="Google Shape;656;p46"/>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7" name="Google Shape;657;p46"/>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58" name="Google Shape;658;p46"/>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59" name="Google Shape;659;p46"/>
          <p:cNvGrpSpPr/>
          <p:nvPr/>
        </p:nvGrpSpPr>
        <p:grpSpPr>
          <a:xfrm>
            <a:off x="5359966" y="1434743"/>
            <a:ext cx="374319" cy="371015"/>
            <a:chOff x="4011309" y="3323461"/>
            <a:chExt cx="374319" cy="371015"/>
          </a:xfrm>
        </p:grpSpPr>
        <p:sp>
          <p:nvSpPr>
            <p:cNvPr id="660" name="Google Shape;660;p46"/>
            <p:cNvSpPr/>
            <p:nvPr/>
          </p:nvSpPr>
          <p:spPr>
            <a:xfrm>
              <a:off x="4069659" y="3380710"/>
              <a:ext cx="315969" cy="313766"/>
            </a:xfrm>
            <a:custGeom>
              <a:avLst/>
              <a:gdLst/>
              <a:ahLst/>
              <a:cxnLst/>
              <a:rect l="l" t="t" r="r" b="b"/>
              <a:pathLst>
                <a:path w="121" h="120" extrusionOk="0">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1" name="Google Shape;661;p46"/>
            <p:cNvSpPr/>
            <p:nvPr/>
          </p:nvSpPr>
          <p:spPr>
            <a:xfrm>
              <a:off x="4011309" y="3323461"/>
              <a:ext cx="175049" cy="169544"/>
            </a:xfrm>
            <a:custGeom>
              <a:avLst/>
              <a:gdLst/>
              <a:ahLst/>
              <a:cxnLst/>
              <a:rect l="l" t="t" r="r" b="b"/>
              <a:pathLst>
                <a:path w="67" h="65" extrusionOk="0">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2" name="Google Shape;662;p46"/>
            <p:cNvSpPr/>
            <p:nvPr/>
          </p:nvSpPr>
          <p:spPr>
            <a:xfrm>
              <a:off x="4048741" y="3359792"/>
              <a:ext cx="99084" cy="99084"/>
            </a:xfrm>
            <a:custGeom>
              <a:avLst/>
              <a:gdLst/>
              <a:ahLst/>
              <a:cxnLst/>
              <a:rect l="l" t="t" r="r" b="b"/>
              <a:pathLst>
                <a:path w="38" h="38" extrusionOk="0">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3" name="Google Shape;663;p46"/>
            <p:cNvSpPr/>
            <p:nvPr/>
          </p:nvSpPr>
          <p:spPr>
            <a:xfrm>
              <a:off x="4144522" y="334437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64" name="Google Shape;664;p46"/>
          <p:cNvGrpSpPr/>
          <p:nvPr/>
        </p:nvGrpSpPr>
        <p:grpSpPr>
          <a:xfrm>
            <a:off x="1470698" y="1434743"/>
            <a:ext cx="297253" cy="371015"/>
            <a:chOff x="1584841" y="3323461"/>
            <a:chExt cx="297253" cy="371015"/>
          </a:xfrm>
        </p:grpSpPr>
        <p:sp>
          <p:nvSpPr>
            <p:cNvPr id="665" name="Google Shape;665;p46"/>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6" name="Google Shape;666;p46"/>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7" name="Google Shape;667;p46"/>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8" name="Google Shape;668;p46"/>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69" name="Google Shape;669;p46"/>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0" name="Google Shape;670;p46"/>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1" name="Google Shape;671;p46"/>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72" name="Google Shape;672;p46"/>
          <p:cNvGrpSpPr/>
          <p:nvPr/>
        </p:nvGrpSpPr>
        <p:grpSpPr>
          <a:xfrm>
            <a:off x="7384273" y="1434743"/>
            <a:ext cx="253505" cy="371015"/>
            <a:chOff x="5639596" y="2705837"/>
            <a:chExt cx="253505" cy="371015"/>
          </a:xfrm>
        </p:grpSpPr>
        <p:sp>
          <p:nvSpPr>
            <p:cNvPr id="673" name="Google Shape;673;p46"/>
            <p:cNvSpPr/>
            <p:nvPr/>
          </p:nvSpPr>
          <p:spPr>
            <a:xfrm>
              <a:off x="5639596" y="2705837"/>
              <a:ext cx="253216" cy="371015"/>
            </a:xfrm>
            <a:custGeom>
              <a:avLst/>
              <a:gdLst/>
              <a:ahLst/>
              <a:cxnLst/>
              <a:rect l="l" t="t" r="r" b="b"/>
              <a:pathLst>
                <a:path w="97" h="142" extrusionOk="0">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4" name="Google Shape;674;p46"/>
            <p:cNvSpPr/>
            <p:nvPr/>
          </p:nvSpPr>
          <p:spPr>
            <a:xfrm>
              <a:off x="5673726"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5" name="Google Shape;675;p46"/>
            <p:cNvSpPr/>
            <p:nvPr/>
          </p:nvSpPr>
          <p:spPr>
            <a:xfrm>
              <a:off x="5795930"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6" name="Google Shape;676;p46"/>
            <p:cNvSpPr/>
            <p:nvPr/>
          </p:nvSpPr>
          <p:spPr>
            <a:xfrm>
              <a:off x="5673726"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7" name="Google Shape;677;p46"/>
            <p:cNvSpPr/>
            <p:nvPr/>
          </p:nvSpPr>
          <p:spPr>
            <a:xfrm>
              <a:off x="5795930"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8" name="Google Shape;678;p46"/>
            <p:cNvSpPr/>
            <p:nvPr/>
          </p:nvSpPr>
          <p:spPr>
            <a:xfrm>
              <a:off x="5673726"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79" name="Google Shape;679;p46"/>
            <p:cNvSpPr/>
            <p:nvPr/>
          </p:nvSpPr>
          <p:spPr>
            <a:xfrm>
              <a:off x="5795930"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0" name="Google Shape;680;p46"/>
            <p:cNvSpPr/>
            <p:nvPr/>
          </p:nvSpPr>
          <p:spPr>
            <a:xfrm>
              <a:off x="5673726"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1" name="Google Shape;681;p46"/>
            <p:cNvSpPr/>
            <p:nvPr/>
          </p:nvSpPr>
          <p:spPr>
            <a:xfrm>
              <a:off x="5795930"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2" name="Google Shape;682;p46"/>
            <p:cNvSpPr/>
            <p:nvPr/>
          </p:nvSpPr>
          <p:spPr>
            <a:xfrm>
              <a:off x="5759599" y="2760884"/>
              <a:ext cx="15413" cy="264224"/>
            </a:xfrm>
            <a:custGeom>
              <a:avLst/>
              <a:gdLst/>
              <a:ahLst/>
              <a:cxnLst/>
              <a:rect l="l" t="t" r="r" b="b"/>
              <a:pathLst>
                <a:path w="6" h="101" extrusionOk="0">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3" name="Google Shape;683;p46"/>
            <p:cNvSpPr/>
            <p:nvPr/>
          </p:nvSpPr>
          <p:spPr>
            <a:xfrm>
              <a:off x="5879601" y="2966758"/>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4" name="Google Shape;684;p46"/>
          <p:cNvGrpSpPr/>
          <p:nvPr/>
        </p:nvGrpSpPr>
        <p:grpSpPr>
          <a:xfrm>
            <a:off x="3415882" y="1434743"/>
            <a:ext cx="334685" cy="371015"/>
            <a:chOff x="1545207" y="2705837"/>
            <a:chExt cx="334685" cy="371015"/>
          </a:xfrm>
        </p:grpSpPr>
        <p:sp>
          <p:nvSpPr>
            <p:cNvPr id="685" name="Google Shape;685;p46"/>
            <p:cNvSpPr/>
            <p:nvPr/>
          </p:nvSpPr>
          <p:spPr>
            <a:xfrm>
              <a:off x="1545207" y="2705837"/>
              <a:ext cx="334685" cy="371015"/>
            </a:xfrm>
            <a:custGeom>
              <a:avLst/>
              <a:gdLst/>
              <a:ahLst/>
              <a:cxnLst/>
              <a:rect l="l" t="t" r="r" b="b"/>
              <a:pathLst>
                <a:path w="128" h="142" extrusionOk="0">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6" name="Google Shape;686;p46"/>
            <p:cNvSpPr/>
            <p:nvPr/>
          </p:nvSpPr>
          <p:spPr>
            <a:xfrm>
              <a:off x="1649797" y="2920519"/>
              <a:ext cx="125507" cy="125506"/>
            </a:xfrm>
            <a:custGeom>
              <a:avLst/>
              <a:gdLst/>
              <a:ahLst/>
              <a:cxnLst/>
              <a:rect l="l" t="t" r="r" b="b"/>
              <a:pathLst>
                <a:path w="48" h="48" extrusionOk="0">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87" name="Google Shape;687;p46"/>
            <p:cNvSpPr/>
            <p:nvPr/>
          </p:nvSpPr>
          <p:spPr>
            <a:xfrm>
              <a:off x="1694935" y="270583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688" name="Google Shape;688;p46"/>
          <p:cNvGrpSpPr/>
          <p:nvPr/>
        </p:nvGrpSpPr>
        <p:grpSpPr>
          <a:xfrm>
            <a:off x="1431065" y="3116242"/>
            <a:ext cx="376521" cy="372116"/>
            <a:chOff x="3183403" y="2077204"/>
            <a:chExt cx="376521" cy="372116"/>
          </a:xfrm>
        </p:grpSpPr>
        <p:sp>
          <p:nvSpPr>
            <p:cNvPr id="689" name="Google Shape;689;p46"/>
            <p:cNvSpPr/>
            <p:nvPr/>
          </p:nvSpPr>
          <p:spPr>
            <a:xfrm>
              <a:off x="3371663" y="2143260"/>
              <a:ext cx="123305" cy="122204"/>
            </a:xfrm>
            <a:custGeom>
              <a:avLst/>
              <a:gdLst/>
              <a:ahLst/>
              <a:cxnLst/>
              <a:rect l="l" t="t" r="r" b="b"/>
              <a:pathLst>
                <a:path w="47" h="47" extrusionOk="0">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0" name="Google Shape;690;p46"/>
            <p:cNvSpPr/>
            <p:nvPr/>
          </p:nvSpPr>
          <p:spPr>
            <a:xfrm>
              <a:off x="3183403" y="2077204"/>
              <a:ext cx="376521" cy="372116"/>
            </a:xfrm>
            <a:custGeom>
              <a:avLst/>
              <a:gdLst/>
              <a:ahLst/>
              <a:cxnLst/>
              <a:rect l="l" t="t" r="r" b="b"/>
              <a:pathLst>
                <a:path w="144" h="142" extrusionOk="0">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1" name="Google Shape;691;p46"/>
            <p:cNvSpPr/>
            <p:nvPr/>
          </p:nvSpPr>
          <p:spPr>
            <a:xfrm>
              <a:off x="3337535" y="2105829"/>
              <a:ext cx="190463" cy="193764"/>
            </a:xfrm>
            <a:custGeom>
              <a:avLst/>
              <a:gdLst/>
              <a:ahLst/>
              <a:cxnLst/>
              <a:rect l="l" t="t" r="r" b="b"/>
              <a:pathLst>
                <a:path w="73" h="74" extrusionOk="0">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692" name="Google Shape;692;p46"/>
            <p:cNvSpPr/>
            <p:nvPr/>
          </p:nvSpPr>
          <p:spPr>
            <a:xfrm>
              <a:off x="3324323" y="2132251"/>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215FC7C-27AE-E3D5-16FA-6628CED093A4}"/>
              </a:ext>
            </a:extLst>
          </p:cNvPr>
          <p:cNvSpPr>
            <a:spLocks noGrp="1"/>
          </p:cNvSpPr>
          <p:nvPr>
            <p:ph type="title"/>
          </p:nvPr>
        </p:nvSpPr>
        <p:spPr>
          <a:xfrm>
            <a:off x="704970" y="124986"/>
            <a:ext cx="7713900" cy="572700"/>
          </a:xfrm>
        </p:spPr>
        <p:txBody>
          <a:bodyPr wrap="square" anchor="ctr">
            <a:normAutofit/>
          </a:bodyPr>
          <a:lstStyle/>
          <a:p>
            <a:pPr algn="l">
              <a:lnSpc>
                <a:spcPct val="90000"/>
              </a:lnSpc>
            </a:pPr>
            <a:r>
              <a:rPr lang="en-US" sz="2800" b="1" err="1">
                <a:solidFill>
                  <a:schemeClr val="tx1"/>
                </a:solidFill>
                <a:latin typeface="Calibri" pitchFamily="34" charset="0"/>
                <a:ea typeface="Calibri" pitchFamily="34" charset="-122"/>
                <a:cs typeface="Calibri" pitchFamily="34" charset="-120"/>
              </a:rPr>
              <a:t>PyDatalog</a:t>
            </a:r>
            <a:r>
              <a:rPr lang="en-US" sz="2800" b="1">
                <a:solidFill>
                  <a:schemeClr val="tx1"/>
                </a:solidFill>
                <a:latin typeface="Calibri" pitchFamily="34" charset="0"/>
                <a:ea typeface="Calibri" pitchFamily="34" charset="-122"/>
                <a:cs typeface="Calibri" pitchFamily="34" charset="-120"/>
              </a:rPr>
              <a:t> Pediatric Triage Engine</a:t>
            </a:r>
            <a:endParaRPr lang="en-US" sz="2800"/>
          </a:p>
        </p:txBody>
      </p:sp>
      <p:sp>
        <p:nvSpPr>
          <p:cNvPr id="12" name="Shape 3">
            <a:extLst>
              <a:ext uri="{FF2B5EF4-FFF2-40B4-BE49-F238E27FC236}">
                <a16:creationId xmlns:a16="http://schemas.microsoft.com/office/drawing/2014/main" id="{7EC13D11-B8C8-8B7D-DF1E-A9D9BE2C0734}"/>
              </a:ext>
            </a:extLst>
          </p:cNvPr>
          <p:cNvSpPr/>
          <p:nvPr/>
        </p:nvSpPr>
        <p:spPr>
          <a:xfrm>
            <a:off x="670999" y="761693"/>
            <a:ext cx="1593810" cy="256032"/>
          </a:xfrm>
          <a:prstGeom prst="rect">
            <a:avLst/>
          </a:prstGeom>
          <a:solidFill>
            <a:schemeClr val="accent2"/>
          </a:solidFill>
          <a:ln w="12700">
            <a:noFill/>
            <a:prstDash val="solid"/>
          </a:ln>
        </p:spPr>
        <p:txBody>
          <a:bodyPr/>
          <a:lstStyle/>
          <a:p>
            <a:endParaRPr lang="en-US">
              <a:solidFill>
                <a:schemeClr val="tx1"/>
              </a:solidFill>
            </a:endParaRPr>
          </a:p>
        </p:txBody>
      </p:sp>
      <p:sp>
        <p:nvSpPr>
          <p:cNvPr id="13" name="Text 4">
            <a:extLst>
              <a:ext uri="{FF2B5EF4-FFF2-40B4-BE49-F238E27FC236}">
                <a16:creationId xmlns:a16="http://schemas.microsoft.com/office/drawing/2014/main" id="{EA8218BA-33FD-10DE-FFD1-633D341B5640}"/>
              </a:ext>
            </a:extLst>
          </p:cNvPr>
          <p:cNvSpPr/>
          <p:nvPr/>
        </p:nvSpPr>
        <p:spPr>
          <a:xfrm>
            <a:off x="670999" y="761693"/>
            <a:ext cx="1568148" cy="256032"/>
          </a:xfrm>
          <a:prstGeom prst="rect">
            <a:avLst/>
          </a:prstGeom>
          <a:solidFill>
            <a:schemeClr val="accent2"/>
          </a:solidFill>
          <a:ln>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① INPUT</a:t>
            </a:r>
            <a:endParaRPr lang="en-US" sz="800">
              <a:solidFill>
                <a:schemeClr val="tx1"/>
              </a:solidFill>
            </a:endParaRPr>
          </a:p>
        </p:txBody>
      </p:sp>
      <p:sp>
        <p:nvSpPr>
          <p:cNvPr id="14" name="Shape 5">
            <a:extLst>
              <a:ext uri="{FF2B5EF4-FFF2-40B4-BE49-F238E27FC236}">
                <a16:creationId xmlns:a16="http://schemas.microsoft.com/office/drawing/2014/main" id="{E678945A-305E-836A-46BC-A135DB37BC6B}"/>
              </a:ext>
            </a:extLst>
          </p:cNvPr>
          <p:cNvSpPr/>
          <p:nvPr/>
        </p:nvSpPr>
        <p:spPr>
          <a:xfrm>
            <a:off x="2527380" y="761693"/>
            <a:ext cx="1920240" cy="256032"/>
          </a:xfrm>
          <a:prstGeom prst="rect">
            <a:avLst/>
          </a:prstGeom>
          <a:solidFill>
            <a:schemeClr val="bg2"/>
          </a:solidFill>
          <a:ln w="12700">
            <a:noFill/>
            <a:prstDash val="solid"/>
          </a:ln>
        </p:spPr>
        <p:txBody>
          <a:bodyPr/>
          <a:lstStyle/>
          <a:p>
            <a:endParaRPr lang="en-US"/>
          </a:p>
        </p:txBody>
      </p:sp>
      <p:sp>
        <p:nvSpPr>
          <p:cNvPr id="16" name="Text 6">
            <a:extLst>
              <a:ext uri="{FF2B5EF4-FFF2-40B4-BE49-F238E27FC236}">
                <a16:creationId xmlns:a16="http://schemas.microsoft.com/office/drawing/2014/main" id="{63D00A3A-6D5A-AB1F-5DA5-B23CB7A6AC87}"/>
              </a:ext>
            </a:extLst>
          </p:cNvPr>
          <p:cNvSpPr/>
          <p:nvPr/>
        </p:nvSpPr>
        <p:spPr>
          <a:xfrm>
            <a:off x="2527380" y="761693"/>
            <a:ext cx="1920240" cy="256032"/>
          </a:xfrm>
          <a:prstGeom prst="rect">
            <a:avLst/>
          </a:prstGeom>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② FACTS</a:t>
            </a:r>
            <a:endParaRPr lang="en-US" sz="800">
              <a:solidFill>
                <a:schemeClr val="tx1"/>
              </a:solidFill>
            </a:endParaRPr>
          </a:p>
        </p:txBody>
      </p:sp>
      <p:sp>
        <p:nvSpPr>
          <p:cNvPr id="20" name="Shape 7">
            <a:extLst>
              <a:ext uri="{FF2B5EF4-FFF2-40B4-BE49-F238E27FC236}">
                <a16:creationId xmlns:a16="http://schemas.microsoft.com/office/drawing/2014/main" id="{87BFE928-BF38-91A4-F3E6-AF277CAC30C9}"/>
              </a:ext>
            </a:extLst>
          </p:cNvPr>
          <p:cNvSpPr/>
          <p:nvPr/>
        </p:nvSpPr>
        <p:spPr>
          <a:xfrm>
            <a:off x="4676220" y="761693"/>
            <a:ext cx="1600200" cy="256032"/>
          </a:xfrm>
          <a:prstGeom prst="rect">
            <a:avLst/>
          </a:prstGeom>
          <a:solidFill>
            <a:schemeClr val="tx2"/>
          </a:solidFill>
          <a:ln w="12700">
            <a:noFill/>
            <a:prstDash val="solid"/>
          </a:ln>
        </p:spPr>
        <p:txBody>
          <a:bodyPr/>
          <a:lstStyle/>
          <a:p>
            <a:endParaRPr lang="en-US"/>
          </a:p>
        </p:txBody>
      </p:sp>
      <p:sp>
        <p:nvSpPr>
          <p:cNvPr id="22" name="Text 8">
            <a:extLst>
              <a:ext uri="{FF2B5EF4-FFF2-40B4-BE49-F238E27FC236}">
                <a16:creationId xmlns:a16="http://schemas.microsoft.com/office/drawing/2014/main" id="{F614FE2A-09C1-FAB3-89B3-CE915E9C1DF8}"/>
              </a:ext>
            </a:extLst>
          </p:cNvPr>
          <p:cNvSpPr/>
          <p:nvPr/>
        </p:nvSpPr>
        <p:spPr>
          <a:xfrm>
            <a:off x="4676220" y="761693"/>
            <a:ext cx="1600200" cy="256032"/>
          </a:xfrm>
          <a:prstGeom prst="rect">
            <a:avLst/>
          </a:prstGeom>
          <a:noFill/>
          <a:ln/>
        </p:spPr>
        <p:txBody>
          <a:bodyPr wrap="square" lIns="0" tIns="0" rIns="0" bIns="0" rtlCol="0" anchor="ctr"/>
          <a:lstStyle/>
          <a:p>
            <a:pPr marL="0" indent="0" algn="ctr">
              <a:buNone/>
            </a:pPr>
            <a:r>
              <a:rPr lang="en-US" sz="800" b="1" kern="0" spc="100">
                <a:solidFill>
                  <a:schemeClr val="tx1"/>
                </a:solidFill>
                <a:latin typeface="Calibri" pitchFamily="34" charset="0"/>
                <a:ea typeface="Calibri" pitchFamily="34" charset="-122"/>
                <a:cs typeface="Calibri" pitchFamily="34" charset="-120"/>
              </a:rPr>
              <a:t>③ RULES</a:t>
            </a:r>
            <a:endParaRPr lang="en-US" sz="800">
              <a:solidFill>
                <a:schemeClr val="tx1"/>
              </a:solidFill>
            </a:endParaRPr>
          </a:p>
        </p:txBody>
      </p:sp>
      <p:sp>
        <p:nvSpPr>
          <p:cNvPr id="23" name="Shape 9">
            <a:extLst>
              <a:ext uri="{FF2B5EF4-FFF2-40B4-BE49-F238E27FC236}">
                <a16:creationId xmlns:a16="http://schemas.microsoft.com/office/drawing/2014/main" id="{FFD3ACEA-3E9B-7C8C-ADA9-A6613A6FBCF5}"/>
              </a:ext>
            </a:extLst>
          </p:cNvPr>
          <p:cNvSpPr/>
          <p:nvPr/>
        </p:nvSpPr>
        <p:spPr>
          <a:xfrm>
            <a:off x="6413580" y="761693"/>
            <a:ext cx="1478280" cy="256032"/>
          </a:xfrm>
          <a:prstGeom prst="rect">
            <a:avLst/>
          </a:prstGeom>
          <a:solidFill>
            <a:schemeClr val="accent1"/>
          </a:solidFill>
          <a:ln w="12700">
            <a:noFill/>
            <a:prstDash val="solid"/>
          </a:ln>
        </p:spPr>
        <p:txBody>
          <a:bodyPr/>
          <a:lstStyle/>
          <a:p>
            <a:endParaRPr lang="en-US">
              <a:solidFill>
                <a:schemeClr val="tx1"/>
              </a:solidFill>
            </a:endParaRPr>
          </a:p>
        </p:txBody>
      </p:sp>
      <p:sp>
        <p:nvSpPr>
          <p:cNvPr id="24" name="Text 10">
            <a:extLst>
              <a:ext uri="{FF2B5EF4-FFF2-40B4-BE49-F238E27FC236}">
                <a16:creationId xmlns:a16="http://schemas.microsoft.com/office/drawing/2014/main" id="{2254AEDB-8A4A-1220-DBF9-3F70D3B3E79B}"/>
              </a:ext>
            </a:extLst>
          </p:cNvPr>
          <p:cNvSpPr/>
          <p:nvPr/>
        </p:nvSpPr>
        <p:spPr>
          <a:xfrm>
            <a:off x="6413580" y="761693"/>
            <a:ext cx="1554480" cy="256032"/>
          </a:xfrm>
          <a:prstGeom prst="rect">
            <a:avLst/>
          </a:prstGeom>
          <a:noFill/>
          <a:ln/>
        </p:spPr>
        <p:txBody>
          <a:bodyPr wrap="square" lIns="0" tIns="0" rIns="0" bIns="0" rtlCol="0" anchor="ctr"/>
          <a:lstStyle/>
          <a:p>
            <a:pPr marL="0" indent="0" algn="ctr">
              <a:buNone/>
            </a:pPr>
            <a:r>
              <a:rPr lang="en-US" sz="800" b="1" kern="0" spc="100">
                <a:solidFill>
                  <a:srgbClr val="F8FAFC"/>
                </a:solidFill>
                <a:latin typeface="Calibri" pitchFamily="34" charset="0"/>
                <a:ea typeface="Calibri" pitchFamily="34" charset="-122"/>
                <a:cs typeface="Calibri" pitchFamily="34" charset="-120"/>
              </a:rPr>
              <a:t>④ LOGIC</a:t>
            </a:r>
            <a:endParaRPr lang="en-US" sz="800"/>
          </a:p>
        </p:txBody>
      </p:sp>
      <p:sp>
        <p:nvSpPr>
          <p:cNvPr id="25" name="Shape 11">
            <a:extLst>
              <a:ext uri="{FF2B5EF4-FFF2-40B4-BE49-F238E27FC236}">
                <a16:creationId xmlns:a16="http://schemas.microsoft.com/office/drawing/2014/main" id="{9C28E921-D3CF-963C-0906-9250B1180047}"/>
              </a:ext>
            </a:extLst>
          </p:cNvPr>
          <p:cNvSpPr/>
          <p:nvPr/>
        </p:nvSpPr>
        <p:spPr>
          <a:xfrm>
            <a:off x="8105220" y="761693"/>
            <a:ext cx="973835" cy="256032"/>
          </a:xfrm>
          <a:prstGeom prst="rect">
            <a:avLst/>
          </a:prstGeom>
          <a:solidFill>
            <a:srgbClr val="1E293B"/>
          </a:solidFill>
          <a:ln w="12700">
            <a:solidFill>
              <a:srgbClr val="1E293B"/>
            </a:solidFill>
            <a:prstDash val="solid"/>
          </a:ln>
        </p:spPr>
        <p:txBody>
          <a:bodyPr/>
          <a:lstStyle/>
          <a:p>
            <a:endParaRPr lang="en-US"/>
          </a:p>
        </p:txBody>
      </p:sp>
      <p:sp>
        <p:nvSpPr>
          <p:cNvPr id="26" name="Text 12">
            <a:extLst>
              <a:ext uri="{FF2B5EF4-FFF2-40B4-BE49-F238E27FC236}">
                <a16:creationId xmlns:a16="http://schemas.microsoft.com/office/drawing/2014/main" id="{F39960D7-D488-EB63-DD6D-4E5804BF892D}"/>
              </a:ext>
            </a:extLst>
          </p:cNvPr>
          <p:cNvSpPr/>
          <p:nvPr/>
        </p:nvSpPr>
        <p:spPr>
          <a:xfrm>
            <a:off x="8105220" y="761693"/>
            <a:ext cx="973835" cy="256032"/>
          </a:xfrm>
          <a:prstGeom prst="rect">
            <a:avLst/>
          </a:prstGeom>
          <a:noFill/>
          <a:ln/>
        </p:spPr>
        <p:txBody>
          <a:bodyPr wrap="square" lIns="0" tIns="0" rIns="0" bIns="0" rtlCol="0" anchor="ctr"/>
          <a:lstStyle/>
          <a:p>
            <a:pPr marL="0" indent="0" algn="ctr">
              <a:buNone/>
            </a:pPr>
            <a:r>
              <a:rPr lang="en-US" sz="800" b="1" kern="0" spc="100">
                <a:solidFill>
                  <a:srgbClr val="F8FAFC"/>
                </a:solidFill>
                <a:latin typeface="Calibri" pitchFamily="34" charset="0"/>
                <a:ea typeface="Calibri" pitchFamily="34" charset="-122"/>
                <a:cs typeface="Calibri" pitchFamily="34" charset="-120"/>
              </a:rPr>
              <a:t>⑤ OUTPUT</a:t>
            </a:r>
            <a:endParaRPr lang="en-US" sz="800"/>
          </a:p>
        </p:txBody>
      </p:sp>
      <p:sp>
        <p:nvSpPr>
          <p:cNvPr id="28" name="Text 14">
            <a:extLst>
              <a:ext uri="{FF2B5EF4-FFF2-40B4-BE49-F238E27FC236}">
                <a16:creationId xmlns:a16="http://schemas.microsoft.com/office/drawing/2014/main" id="{17F28ECA-FD28-208F-4C8B-1FAC2CC47030}"/>
              </a:ext>
            </a:extLst>
          </p:cNvPr>
          <p:cNvSpPr/>
          <p:nvPr/>
        </p:nvSpPr>
        <p:spPr>
          <a:xfrm>
            <a:off x="670998" y="1152247"/>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age_months / age_years</a:t>
            </a:r>
          </a:p>
        </p:txBody>
      </p:sp>
      <p:sp>
        <p:nvSpPr>
          <p:cNvPr id="30" name="Text 16">
            <a:extLst>
              <a:ext uri="{FF2B5EF4-FFF2-40B4-BE49-F238E27FC236}">
                <a16:creationId xmlns:a16="http://schemas.microsoft.com/office/drawing/2014/main" id="{8E02652C-EC25-4847-A24D-04D104A930F0}"/>
              </a:ext>
            </a:extLst>
          </p:cNvPr>
          <p:cNvSpPr/>
          <p:nvPr/>
        </p:nvSpPr>
        <p:spPr>
          <a:xfrm>
            <a:off x="670998" y="1532280"/>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temp_f</a:t>
            </a:r>
            <a:endParaRPr lang="en-US" sz="800" b="1">
              <a:solidFill>
                <a:schemeClr val="tx1"/>
              </a:solidFill>
            </a:endParaRPr>
          </a:p>
        </p:txBody>
      </p:sp>
      <p:sp>
        <p:nvSpPr>
          <p:cNvPr id="32" name="Text 18">
            <a:extLst>
              <a:ext uri="{FF2B5EF4-FFF2-40B4-BE49-F238E27FC236}">
                <a16:creationId xmlns:a16="http://schemas.microsoft.com/office/drawing/2014/main" id="{8A240102-D191-4579-DFE2-AABCB65ECA96}"/>
              </a:ext>
            </a:extLst>
          </p:cNvPr>
          <p:cNvSpPr/>
          <p:nvPr/>
        </p:nvSpPr>
        <p:spPr>
          <a:xfrm>
            <a:off x="652710" y="1913344"/>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alertness</a:t>
            </a:r>
            <a:endParaRPr lang="en-US" sz="800" b="1">
              <a:solidFill>
                <a:schemeClr val="tx1"/>
              </a:solidFill>
            </a:endParaRPr>
          </a:p>
        </p:txBody>
      </p:sp>
      <p:sp>
        <p:nvSpPr>
          <p:cNvPr id="34" name="Text 20">
            <a:extLst>
              <a:ext uri="{FF2B5EF4-FFF2-40B4-BE49-F238E27FC236}">
                <a16:creationId xmlns:a16="http://schemas.microsoft.com/office/drawing/2014/main" id="{A78AD517-9DFB-8E6D-F2F5-026849C34C3B}"/>
              </a:ext>
            </a:extLst>
          </p:cNvPr>
          <p:cNvSpPr/>
          <p:nvPr/>
        </p:nvSpPr>
        <p:spPr>
          <a:xfrm>
            <a:off x="652710" y="2281080"/>
            <a:ext cx="1593810" cy="301752"/>
          </a:xfrm>
          <a:prstGeom prst="rect">
            <a:avLst/>
          </a:prstGeom>
          <a:solidFill>
            <a:schemeClr val="accent2"/>
          </a:solidFill>
          <a:ln>
            <a:noFill/>
          </a:ln>
        </p:spPr>
        <p:txBody>
          <a:bodyPr wrap="square" lIns="25400" tIns="25400" rIns="25400" bIns="25400" rtlCol="0" anchor="ctr"/>
          <a:lstStyle/>
          <a:p>
            <a:pPr marL="0" indent="0" algn="ctr">
              <a:buNone/>
            </a:pPr>
            <a:r>
              <a:rPr lang="en-US" sz="800" b="1">
                <a:solidFill>
                  <a:schemeClr val="tx1"/>
                </a:solidFill>
                <a:latin typeface="Calibri" pitchFamily="34" charset="0"/>
                <a:ea typeface="Calibri" pitchFamily="34" charset="-122"/>
                <a:cs typeface="Calibri" pitchFamily="34" charset="-120"/>
              </a:rPr>
              <a:t>breathing</a:t>
            </a:r>
            <a:endParaRPr lang="en-US" sz="800" b="1">
              <a:solidFill>
                <a:schemeClr val="tx1"/>
              </a:solidFill>
            </a:endParaRPr>
          </a:p>
        </p:txBody>
      </p:sp>
      <p:sp>
        <p:nvSpPr>
          <p:cNvPr id="36" name="Text 22">
            <a:extLst>
              <a:ext uri="{FF2B5EF4-FFF2-40B4-BE49-F238E27FC236}">
                <a16:creationId xmlns:a16="http://schemas.microsoft.com/office/drawing/2014/main" id="{5A665DC6-A704-7C0D-9F24-ADA43A9A3AE6}"/>
              </a:ext>
            </a:extLst>
          </p:cNvPr>
          <p:cNvSpPr/>
          <p:nvPr/>
        </p:nvSpPr>
        <p:spPr>
          <a:xfrm>
            <a:off x="645336" y="2650709"/>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fluid_intake / urine_last_8h</a:t>
            </a:r>
          </a:p>
        </p:txBody>
      </p:sp>
      <p:sp>
        <p:nvSpPr>
          <p:cNvPr id="38" name="Text 24">
            <a:extLst>
              <a:ext uri="{FF2B5EF4-FFF2-40B4-BE49-F238E27FC236}">
                <a16:creationId xmlns:a16="http://schemas.microsoft.com/office/drawing/2014/main" id="{FDCE44E2-9084-C1D5-9FAE-2845D577DABD}"/>
              </a:ext>
            </a:extLst>
          </p:cNvPr>
          <p:cNvSpPr/>
          <p:nvPr/>
        </p:nvSpPr>
        <p:spPr>
          <a:xfrm>
            <a:off x="645336" y="3020391"/>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vomiting</a:t>
            </a:r>
          </a:p>
        </p:txBody>
      </p:sp>
      <p:sp>
        <p:nvSpPr>
          <p:cNvPr id="40" name="Text 26">
            <a:extLst>
              <a:ext uri="{FF2B5EF4-FFF2-40B4-BE49-F238E27FC236}">
                <a16:creationId xmlns:a16="http://schemas.microsoft.com/office/drawing/2014/main" id="{B0496482-0BC9-7EF9-8468-6A693AAB9DB8}"/>
              </a:ext>
            </a:extLst>
          </p:cNvPr>
          <p:cNvSpPr/>
          <p:nvPr/>
        </p:nvSpPr>
        <p:spPr>
          <a:xfrm>
            <a:off x="645336" y="3387024"/>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current_meds</a:t>
            </a:r>
          </a:p>
        </p:txBody>
      </p:sp>
      <p:sp>
        <p:nvSpPr>
          <p:cNvPr id="42" name="Text 28">
            <a:extLst>
              <a:ext uri="{FF2B5EF4-FFF2-40B4-BE49-F238E27FC236}">
                <a16:creationId xmlns:a16="http://schemas.microsoft.com/office/drawing/2014/main" id="{68BD1487-0948-DD91-F6EC-3837EF7C6BD6}"/>
              </a:ext>
            </a:extLst>
          </p:cNvPr>
          <p:cNvSpPr/>
          <p:nvPr/>
        </p:nvSpPr>
        <p:spPr>
          <a:xfrm>
            <a:off x="645336" y="3762974"/>
            <a:ext cx="1593810" cy="301752"/>
          </a:xfrm>
          <a:prstGeom prst="rect">
            <a:avLst/>
          </a:prstGeom>
          <a:solidFill>
            <a:schemeClr val="accent2"/>
          </a:solidFill>
          <a:ln>
            <a:noFill/>
          </a:ln>
        </p:spPr>
        <p:txBody>
          <a:bodyPr wrap="square" lIns="25400" tIns="25400" rIns="25400" bIns="25400" rtlCol="0" anchor="ctr"/>
          <a:lstStyle/>
          <a:p>
            <a:pPr algn="ctr"/>
            <a:r>
              <a:rPr lang="en-US" sz="800" b="1">
                <a:solidFill>
                  <a:schemeClr val="tx1"/>
                </a:solidFill>
                <a:latin typeface="Calibri" pitchFamily="34" charset="0"/>
                <a:cs typeface="Calibri" pitchFamily="34" charset="-120"/>
              </a:rPr>
              <a:t>seizure / fever_duration_hours</a:t>
            </a:r>
          </a:p>
        </p:txBody>
      </p:sp>
      <p:sp>
        <p:nvSpPr>
          <p:cNvPr id="43" name="Shape 29">
            <a:extLst>
              <a:ext uri="{FF2B5EF4-FFF2-40B4-BE49-F238E27FC236}">
                <a16:creationId xmlns:a16="http://schemas.microsoft.com/office/drawing/2014/main" id="{4EC27E98-3206-1D89-D689-B4DFDC1E32CB}"/>
              </a:ext>
            </a:extLst>
          </p:cNvPr>
          <p:cNvSpPr/>
          <p:nvPr/>
        </p:nvSpPr>
        <p:spPr>
          <a:xfrm>
            <a:off x="2344500" y="2462477"/>
            <a:ext cx="182880" cy="0"/>
          </a:xfrm>
          <a:prstGeom prst="line">
            <a:avLst/>
          </a:prstGeom>
          <a:noFill/>
          <a:ln w="19050">
            <a:solidFill>
              <a:srgbClr val="475569"/>
            </a:solidFill>
            <a:prstDash val="solid"/>
            <a:tailEnd type="arrow"/>
          </a:ln>
        </p:spPr>
        <p:txBody>
          <a:bodyPr/>
          <a:lstStyle/>
          <a:p>
            <a:endParaRPr lang="en-US"/>
          </a:p>
        </p:txBody>
      </p:sp>
      <p:sp>
        <p:nvSpPr>
          <p:cNvPr id="45" name="Text 31">
            <a:extLst>
              <a:ext uri="{FF2B5EF4-FFF2-40B4-BE49-F238E27FC236}">
                <a16:creationId xmlns:a16="http://schemas.microsoft.com/office/drawing/2014/main" id="{EA09F633-479B-FE5F-7D89-20AB7FD1ECC1}"/>
              </a:ext>
            </a:extLst>
          </p:cNvPr>
          <p:cNvSpPr/>
          <p:nvPr/>
        </p:nvSpPr>
        <p:spPr>
          <a:xfrm>
            <a:off x="2527380" y="1090877"/>
            <a:ext cx="1920240" cy="447969"/>
          </a:xfrm>
          <a:prstGeom prst="rect">
            <a:avLst/>
          </a:prstGeom>
          <a:solidFill>
            <a:schemeClr val="bg2"/>
          </a:solidFill>
          <a:ln/>
        </p:spPr>
        <p:txBody>
          <a:bodyPr wrap="square" lIns="50800" tIns="50800" rIns="50800" bIns="50800" rtlCol="0" anchor="ctr"/>
          <a:lstStyle/>
          <a:p>
            <a:pPr marL="0" indent="0" algn="ctr">
              <a:buNone/>
            </a:pPr>
            <a:r>
              <a:rPr lang="en-US" sz="850" b="1">
                <a:solidFill>
                  <a:schemeClr val="bg1">
                    <a:lumMod val="10000"/>
                  </a:schemeClr>
                </a:solidFill>
                <a:latin typeface="Calibri" pitchFamily="34" charset="0"/>
                <a:ea typeface="Calibri" pitchFamily="34" charset="-122"/>
                <a:cs typeface="Calibri" pitchFamily="34" charset="-120"/>
              </a:rPr>
              <a:t>_case_to_facts()</a:t>
            </a:r>
            <a:endParaRPr lang="en-US" sz="850">
              <a:solidFill>
                <a:schemeClr val="bg1">
                  <a:lumMod val="10000"/>
                </a:schemeClr>
              </a:solidFill>
            </a:endParaRPr>
          </a:p>
          <a:p>
            <a:pPr marL="0" indent="0" algn="ctr">
              <a:buNone/>
            </a:pPr>
            <a:r>
              <a:rPr lang="en-US" sz="750">
                <a:solidFill>
                  <a:schemeClr val="bg1">
                    <a:lumMod val="10000"/>
                  </a:schemeClr>
                </a:solidFill>
                <a:latin typeface="Calibri" pitchFamily="34" charset="0"/>
                <a:ea typeface="Calibri" pitchFamily="34" charset="-122"/>
                <a:cs typeface="Calibri" pitchFamily="34" charset="-120"/>
              </a:rPr>
              <a:t>Converts fields → cf(S, name, val)</a:t>
            </a:r>
            <a:endParaRPr lang="en-US" sz="850">
              <a:solidFill>
                <a:schemeClr val="bg1">
                  <a:lumMod val="10000"/>
                </a:schemeClr>
              </a:solidFill>
            </a:endParaRPr>
          </a:p>
        </p:txBody>
      </p:sp>
      <p:sp>
        <p:nvSpPr>
          <p:cNvPr id="46" name="Shape 32">
            <a:extLst>
              <a:ext uri="{FF2B5EF4-FFF2-40B4-BE49-F238E27FC236}">
                <a16:creationId xmlns:a16="http://schemas.microsoft.com/office/drawing/2014/main" id="{B103AA2E-5165-FD21-B193-176AF95D8CC1}"/>
              </a:ext>
            </a:extLst>
          </p:cNvPr>
          <p:cNvSpPr/>
          <p:nvPr/>
        </p:nvSpPr>
        <p:spPr>
          <a:xfrm>
            <a:off x="3487500" y="1494407"/>
            <a:ext cx="0" cy="256032"/>
          </a:xfrm>
          <a:prstGeom prst="line">
            <a:avLst/>
          </a:prstGeom>
          <a:noFill/>
          <a:ln w="19050">
            <a:solidFill>
              <a:srgbClr val="475569"/>
            </a:solidFill>
            <a:prstDash val="solid"/>
            <a:tailEnd type="arrow"/>
          </a:ln>
        </p:spPr>
        <p:txBody>
          <a:bodyPr/>
          <a:lstStyle/>
          <a:p>
            <a:endParaRPr lang="en-US"/>
          </a:p>
        </p:txBody>
      </p:sp>
      <p:sp>
        <p:nvSpPr>
          <p:cNvPr id="48" name="Text 34">
            <a:extLst>
              <a:ext uri="{FF2B5EF4-FFF2-40B4-BE49-F238E27FC236}">
                <a16:creationId xmlns:a16="http://schemas.microsoft.com/office/drawing/2014/main" id="{ED49C4A6-A679-638A-EF0F-7B798A8081D0}"/>
              </a:ext>
            </a:extLst>
          </p:cNvPr>
          <p:cNvSpPr/>
          <p:nvPr/>
        </p:nvSpPr>
        <p:spPr>
          <a:xfrm>
            <a:off x="2563956" y="1745227"/>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dehydration_severe = yes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poor fluid + no urine</a:t>
            </a:r>
            <a:endParaRPr lang="en-US" sz="750">
              <a:solidFill>
                <a:schemeClr val="bg1">
                  <a:lumMod val="10000"/>
                </a:schemeClr>
              </a:solidFill>
            </a:endParaRPr>
          </a:p>
        </p:txBody>
      </p:sp>
      <p:sp>
        <p:nvSpPr>
          <p:cNvPr id="50" name="Text 36">
            <a:extLst>
              <a:ext uri="{FF2B5EF4-FFF2-40B4-BE49-F238E27FC236}">
                <a16:creationId xmlns:a16="http://schemas.microsoft.com/office/drawing/2014/main" id="{4AE698F7-4F4C-E796-FF31-86E569F27976}"/>
              </a:ext>
            </a:extLst>
          </p:cNvPr>
          <p:cNvSpPr/>
          <p:nvPr/>
        </p:nvSpPr>
        <p:spPr>
          <a:xfrm>
            <a:off x="2563956" y="2132358"/>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dehydration_risk = yes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one of above</a:t>
            </a:r>
            <a:endParaRPr lang="en-US" sz="750">
              <a:solidFill>
                <a:schemeClr val="bg1">
                  <a:lumMod val="10000"/>
                </a:schemeClr>
              </a:solidFill>
            </a:endParaRPr>
          </a:p>
        </p:txBody>
      </p:sp>
      <p:sp>
        <p:nvSpPr>
          <p:cNvPr id="52" name="Text 38">
            <a:extLst>
              <a:ext uri="{FF2B5EF4-FFF2-40B4-BE49-F238E27FC236}">
                <a16:creationId xmlns:a16="http://schemas.microsoft.com/office/drawing/2014/main" id="{FC64212A-B62B-B1A6-262E-05C080EF6589}"/>
              </a:ext>
            </a:extLst>
          </p:cNvPr>
          <p:cNvSpPr/>
          <p:nvPr/>
        </p:nvSpPr>
        <p:spPr>
          <a:xfrm>
            <a:off x="2563956" y="2512091"/>
            <a:ext cx="1883664" cy="301752"/>
          </a:xfrm>
          <a:prstGeom prst="rect">
            <a:avLst/>
          </a:prstGeom>
          <a:solidFill>
            <a:schemeClr val="bg2"/>
          </a:solidFill>
          <a:ln/>
        </p:spPr>
        <p:txBody>
          <a:bodyPr wrap="square" lIns="25400" tIns="25400" rIns="25400" bIns="25400" rtlCol="0" anchor="ctr"/>
          <a:lstStyle/>
          <a:p>
            <a:pPr algn="ctr"/>
            <a:r>
              <a:rPr lang="en-US" sz="750" b="1">
                <a:solidFill>
                  <a:schemeClr val="bg1">
                    <a:lumMod val="10000"/>
                  </a:schemeClr>
                </a:solidFill>
                <a:latin typeface="Calibri" pitchFamily="34" charset="0"/>
                <a:cs typeface="Calibri" pitchFamily="34" charset="-120"/>
              </a:rPr>
              <a:t>on_antibiotic = yes</a:t>
            </a:r>
          </a:p>
          <a:p>
            <a:pPr algn="ctr"/>
            <a:r>
              <a:rPr lang="en-US" sz="750" b="1">
                <a:solidFill>
                  <a:schemeClr val="bg1">
                    <a:lumMod val="10000"/>
                  </a:schemeClr>
                </a:solidFill>
                <a:latin typeface="Calibri" pitchFamily="34" charset="0"/>
                <a:cs typeface="Calibri" pitchFamily="34" charset="-120"/>
              </a:rPr>
              <a:t>if current_meds non-empty</a:t>
            </a:r>
          </a:p>
        </p:txBody>
      </p:sp>
      <p:sp>
        <p:nvSpPr>
          <p:cNvPr id="54" name="Text 40">
            <a:extLst>
              <a:ext uri="{FF2B5EF4-FFF2-40B4-BE49-F238E27FC236}">
                <a16:creationId xmlns:a16="http://schemas.microsoft.com/office/drawing/2014/main" id="{3F0BB098-720A-F2E2-3417-83FF455D999F}"/>
              </a:ext>
            </a:extLst>
          </p:cNvPr>
          <p:cNvSpPr/>
          <p:nvPr/>
        </p:nvSpPr>
        <p:spPr>
          <a:xfrm>
            <a:off x="2563956" y="2877976"/>
            <a:ext cx="1883664" cy="301752"/>
          </a:xfrm>
          <a:prstGeom prst="rect">
            <a:avLst/>
          </a:prstGeom>
          <a:solidFill>
            <a:schemeClr val="bg2"/>
          </a:solidFill>
          <a:ln/>
        </p:spPr>
        <p:txBody>
          <a:bodyPr wrap="square" lIns="25400" tIns="25400" rIns="25400" bIns="25400" rtlCol="0" anchor="ctr"/>
          <a:lstStyle/>
          <a:p>
            <a:pPr algn="ctr"/>
            <a:r>
              <a:rPr lang="en-US" sz="750" b="1">
                <a:solidFill>
                  <a:schemeClr val="bg1">
                    <a:lumMod val="10000"/>
                  </a:schemeClr>
                </a:solidFill>
                <a:latin typeface="Calibri" pitchFamily="34" charset="0"/>
                <a:cs typeface="Calibri" pitchFamily="34" charset="-120"/>
              </a:rPr>
              <a:t>cpg_infant_under_3mo_fever</a:t>
            </a:r>
          </a:p>
          <a:p>
            <a:pPr algn="ctr"/>
            <a:r>
              <a:rPr lang="en-US" sz="750" b="1">
                <a:solidFill>
                  <a:schemeClr val="bg1">
                    <a:lumMod val="10000"/>
                  </a:schemeClr>
                </a:solidFill>
                <a:latin typeface="Calibri" pitchFamily="34" charset="0"/>
                <a:cs typeface="Calibri" pitchFamily="34" charset="-120"/>
              </a:rPr>
              <a:t>age&lt;3mo + temp&gt;100.4</a:t>
            </a:r>
          </a:p>
        </p:txBody>
      </p:sp>
      <p:sp>
        <p:nvSpPr>
          <p:cNvPr id="56" name="Text 42">
            <a:extLst>
              <a:ext uri="{FF2B5EF4-FFF2-40B4-BE49-F238E27FC236}">
                <a16:creationId xmlns:a16="http://schemas.microsoft.com/office/drawing/2014/main" id="{49FCC339-9065-C547-8EC8-2481CD4EBF81}"/>
              </a:ext>
            </a:extLst>
          </p:cNvPr>
          <p:cNvSpPr/>
          <p:nvPr/>
        </p:nvSpPr>
        <p:spPr>
          <a:xfrm>
            <a:off x="2545668" y="3263170"/>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cpg_ibuprofen_contraind.</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age &lt; 6 months</a:t>
            </a:r>
            <a:endParaRPr lang="en-US" sz="750">
              <a:solidFill>
                <a:schemeClr val="bg1">
                  <a:lumMod val="10000"/>
                </a:schemeClr>
              </a:solidFill>
            </a:endParaRPr>
          </a:p>
        </p:txBody>
      </p:sp>
      <p:sp>
        <p:nvSpPr>
          <p:cNvPr id="58" name="Text 44">
            <a:extLst>
              <a:ext uri="{FF2B5EF4-FFF2-40B4-BE49-F238E27FC236}">
                <a16:creationId xmlns:a16="http://schemas.microsoft.com/office/drawing/2014/main" id="{114F29E1-399B-B502-2DCD-6340FE77E299}"/>
              </a:ext>
            </a:extLst>
          </p:cNvPr>
          <p:cNvSpPr/>
          <p:nvPr/>
        </p:nvSpPr>
        <p:spPr>
          <a:xfrm>
            <a:off x="2545668" y="3654501"/>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cpg_fever_duration_3_days</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hours ≥ 72</a:t>
            </a:r>
            <a:endParaRPr lang="en-US" sz="750">
              <a:solidFill>
                <a:schemeClr val="bg1">
                  <a:lumMod val="10000"/>
                </a:schemeClr>
              </a:solidFill>
            </a:endParaRPr>
          </a:p>
        </p:txBody>
      </p:sp>
      <p:sp>
        <p:nvSpPr>
          <p:cNvPr id="60" name="Text 46">
            <a:extLst>
              <a:ext uri="{FF2B5EF4-FFF2-40B4-BE49-F238E27FC236}">
                <a16:creationId xmlns:a16="http://schemas.microsoft.com/office/drawing/2014/main" id="{5B131F38-82A8-E76C-BE8F-237C3A7EE943}"/>
              </a:ext>
            </a:extLst>
          </p:cNvPr>
          <p:cNvSpPr/>
          <p:nvPr/>
        </p:nvSpPr>
        <p:spPr>
          <a:xfrm>
            <a:off x="2527380" y="4040792"/>
            <a:ext cx="1883664" cy="301752"/>
          </a:xfrm>
          <a:prstGeom prst="rect">
            <a:avLst/>
          </a:prstGeom>
          <a:solidFill>
            <a:schemeClr val="bg2"/>
          </a:solidFill>
          <a:ln/>
        </p:spPr>
        <p:txBody>
          <a:bodyPr wrap="square" lIns="25400" tIns="25400" rIns="25400" bIns="25400" rtlCol="0" anchor="ctr"/>
          <a:lstStyle/>
          <a:p>
            <a:pPr marL="0" indent="0" algn="ctr">
              <a:buNone/>
            </a:pPr>
            <a:r>
              <a:rPr lang="en-US" sz="750" b="1">
                <a:solidFill>
                  <a:schemeClr val="bg1">
                    <a:lumMod val="10000"/>
                  </a:schemeClr>
                </a:solidFill>
                <a:latin typeface="Calibri" pitchFamily="34" charset="0"/>
                <a:ea typeface="Calibri" pitchFamily="34" charset="-122"/>
                <a:cs typeface="Calibri" pitchFamily="34" charset="-120"/>
              </a:rPr>
              <a:t>temp_f = very_high</a:t>
            </a:r>
            <a:endParaRPr lang="en-US" sz="750">
              <a:solidFill>
                <a:schemeClr val="bg1">
                  <a:lumMod val="10000"/>
                </a:schemeClr>
              </a:solidFill>
            </a:endParaRPr>
          </a:p>
          <a:p>
            <a:pPr marL="0" indent="0" algn="ctr">
              <a:buNone/>
            </a:pPr>
            <a:r>
              <a:rPr lang="en-US" sz="650">
                <a:solidFill>
                  <a:schemeClr val="bg1">
                    <a:lumMod val="10000"/>
                  </a:schemeClr>
                </a:solidFill>
                <a:latin typeface="Calibri" pitchFamily="34" charset="0"/>
                <a:ea typeface="Calibri" pitchFamily="34" charset="-122"/>
                <a:cs typeface="Calibri" pitchFamily="34" charset="-120"/>
              </a:rPr>
              <a:t>temp ≥ 104°F</a:t>
            </a:r>
            <a:endParaRPr lang="en-US" sz="750">
              <a:solidFill>
                <a:schemeClr val="bg1">
                  <a:lumMod val="10000"/>
                </a:schemeClr>
              </a:solidFill>
            </a:endParaRPr>
          </a:p>
        </p:txBody>
      </p:sp>
      <p:sp>
        <p:nvSpPr>
          <p:cNvPr id="61" name="Shape 47">
            <a:extLst>
              <a:ext uri="{FF2B5EF4-FFF2-40B4-BE49-F238E27FC236}">
                <a16:creationId xmlns:a16="http://schemas.microsoft.com/office/drawing/2014/main" id="{8EA732EF-1849-5364-10A3-893A89385DE8}"/>
              </a:ext>
            </a:extLst>
          </p:cNvPr>
          <p:cNvSpPr/>
          <p:nvPr/>
        </p:nvSpPr>
        <p:spPr>
          <a:xfrm>
            <a:off x="4447620" y="2462477"/>
            <a:ext cx="228600" cy="0"/>
          </a:xfrm>
          <a:prstGeom prst="line">
            <a:avLst/>
          </a:prstGeom>
          <a:noFill/>
          <a:ln w="19050">
            <a:solidFill>
              <a:srgbClr val="475569"/>
            </a:solidFill>
            <a:prstDash val="solid"/>
            <a:tailEnd type="arrow"/>
          </a:ln>
        </p:spPr>
        <p:txBody>
          <a:bodyPr/>
          <a:lstStyle/>
          <a:p>
            <a:endParaRPr lang="en-US"/>
          </a:p>
        </p:txBody>
      </p:sp>
      <p:sp>
        <p:nvSpPr>
          <p:cNvPr id="63" name="Text 49">
            <a:extLst>
              <a:ext uri="{FF2B5EF4-FFF2-40B4-BE49-F238E27FC236}">
                <a16:creationId xmlns:a16="http://schemas.microsoft.com/office/drawing/2014/main" id="{4771183B-4FB2-63B2-3067-1343751F000D}"/>
              </a:ext>
            </a:extLst>
          </p:cNvPr>
          <p:cNvSpPr/>
          <p:nvPr/>
        </p:nvSpPr>
        <p:spPr>
          <a:xfrm>
            <a:off x="4676220" y="1127893"/>
            <a:ext cx="1600200" cy="375821"/>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er_now(S)</a:t>
            </a:r>
            <a:endParaRPr lang="en-US" sz="850">
              <a:solidFill>
                <a:schemeClr val="tx1"/>
              </a:solidFill>
            </a:endParaRPr>
          </a:p>
        </p:txBody>
      </p:sp>
      <p:sp>
        <p:nvSpPr>
          <p:cNvPr id="65" name="Text 51">
            <a:extLst>
              <a:ext uri="{FF2B5EF4-FFF2-40B4-BE49-F238E27FC236}">
                <a16:creationId xmlns:a16="http://schemas.microsoft.com/office/drawing/2014/main" id="{DFED5497-A546-56F4-7797-D7349B3894C0}"/>
              </a:ext>
            </a:extLst>
          </p:cNvPr>
          <p:cNvSpPr/>
          <p:nvPr/>
        </p:nvSpPr>
        <p:spPr>
          <a:xfrm>
            <a:off x="4676220" y="1622883"/>
            <a:ext cx="1600200" cy="530352"/>
          </a:xfrm>
          <a:prstGeom prst="rect">
            <a:avLst/>
          </a:prstGeom>
          <a:solidFill>
            <a:schemeClr val="tx2"/>
          </a:solidFill>
          <a:ln>
            <a:no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urgent_same_day(S)</a:t>
            </a:r>
            <a:endParaRPr lang="en-US" sz="850">
              <a:solidFill>
                <a:schemeClr val="tx1"/>
              </a:solidFill>
            </a:endParaRPr>
          </a:p>
        </p:txBody>
      </p:sp>
      <p:sp>
        <p:nvSpPr>
          <p:cNvPr id="67" name="Text 53">
            <a:extLst>
              <a:ext uri="{FF2B5EF4-FFF2-40B4-BE49-F238E27FC236}">
                <a16:creationId xmlns:a16="http://schemas.microsoft.com/office/drawing/2014/main" id="{E876993E-3F6F-76BC-4EE6-1EE421C9DEEB}"/>
              </a:ext>
            </a:extLst>
          </p:cNvPr>
          <p:cNvSpPr/>
          <p:nvPr/>
        </p:nvSpPr>
        <p:spPr>
          <a:xfrm>
            <a:off x="4668846" y="2254003"/>
            <a:ext cx="1600200" cy="530352"/>
          </a:xfrm>
          <a:prstGeom prst="rect">
            <a:avLst/>
          </a:prstGeom>
          <a:solidFill>
            <a:schemeClr val="tx2"/>
          </a:solidFill>
          <a:ln>
            <a:no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home_candidate(S)</a:t>
            </a:r>
            <a:endParaRPr lang="en-US" sz="850">
              <a:solidFill>
                <a:schemeClr val="tx1"/>
              </a:solidFill>
            </a:endParaRPr>
          </a:p>
        </p:txBody>
      </p:sp>
      <p:sp>
        <p:nvSpPr>
          <p:cNvPr id="69" name="Text 55">
            <a:extLst>
              <a:ext uri="{FF2B5EF4-FFF2-40B4-BE49-F238E27FC236}">
                <a16:creationId xmlns:a16="http://schemas.microsoft.com/office/drawing/2014/main" id="{1EC25748-4BB5-E8AF-8719-B081DB305E22}"/>
              </a:ext>
            </a:extLst>
          </p:cNvPr>
          <p:cNvSpPr/>
          <p:nvPr/>
        </p:nvSpPr>
        <p:spPr>
          <a:xfrm>
            <a:off x="4668846" y="2903524"/>
            <a:ext cx="1600200" cy="530352"/>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rule_fired(S, R)</a:t>
            </a:r>
            <a:endParaRPr lang="en-US" sz="850">
              <a:solidFill>
                <a:schemeClr val="tx1"/>
              </a:solidFill>
            </a:endParaRPr>
          </a:p>
        </p:txBody>
      </p:sp>
      <p:sp>
        <p:nvSpPr>
          <p:cNvPr id="71" name="Text 57">
            <a:extLst>
              <a:ext uri="{FF2B5EF4-FFF2-40B4-BE49-F238E27FC236}">
                <a16:creationId xmlns:a16="http://schemas.microsoft.com/office/drawing/2014/main" id="{AA41C1B4-8B97-9E50-256D-53B4B65FFB9E}"/>
              </a:ext>
            </a:extLst>
          </p:cNvPr>
          <p:cNvSpPr/>
          <p:nvPr/>
        </p:nvSpPr>
        <p:spPr>
          <a:xfrm>
            <a:off x="4676220" y="3564922"/>
            <a:ext cx="1600200" cy="530352"/>
          </a:xfrm>
          <a:prstGeom prst="rect">
            <a:avLst/>
          </a:prstGeom>
          <a:solidFill>
            <a:schemeClr val="tx2"/>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med_flag(S, M)</a:t>
            </a:r>
            <a:endParaRPr lang="en-US" sz="850">
              <a:solidFill>
                <a:schemeClr val="tx1"/>
              </a:solidFill>
            </a:endParaRPr>
          </a:p>
        </p:txBody>
      </p:sp>
      <p:sp>
        <p:nvSpPr>
          <p:cNvPr id="72" name="Shape 58">
            <a:extLst>
              <a:ext uri="{FF2B5EF4-FFF2-40B4-BE49-F238E27FC236}">
                <a16:creationId xmlns:a16="http://schemas.microsoft.com/office/drawing/2014/main" id="{E55ACEB5-1496-3615-24B7-7F6DB7433682}"/>
              </a:ext>
            </a:extLst>
          </p:cNvPr>
          <p:cNvSpPr/>
          <p:nvPr/>
        </p:nvSpPr>
        <p:spPr>
          <a:xfrm>
            <a:off x="6276420" y="1356053"/>
            <a:ext cx="137160" cy="0"/>
          </a:xfrm>
          <a:prstGeom prst="line">
            <a:avLst/>
          </a:prstGeom>
          <a:noFill/>
          <a:ln w="19050">
            <a:solidFill>
              <a:srgbClr val="475569"/>
            </a:solidFill>
            <a:prstDash val="solid"/>
            <a:tailEnd type="arrow"/>
          </a:ln>
        </p:spPr>
        <p:txBody>
          <a:bodyPr/>
          <a:lstStyle/>
          <a:p>
            <a:endParaRPr lang="en-US"/>
          </a:p>
        </p:txBody>
      </p:sp>
      <p:sp>
        <p:nvSpPr>
          <p:cNvPr id="73" name="Shape 59">
            <a:extLst>
              <a:ext uri="{FF2B5EF4-FFF2-40B4-BE49-F238E27FC236}">
                <a16:creationId xmlns:a16="http://schemas.microsoft.com/office/drawing/2014/main" id="{1F0882C5-D5BD-4FAC-32C0-FF686FA91279}"/>
              </a:ext>
            </a:extLst>
          </p:cNvPr>
          <p:cNvSpPr/>
          <p:nvPr/>
        </p:nvSpPr>
        <p:spPr>
          <a:xfrm>
            <a:off x="6269046" y="1913344"/>
            <a:ext cx="137160" cy="0"/>
          </a:xfrm>
          <a:prstGeom prst="line">
            <a:avLst/>
          </a:prstGeom>
          <a:noFill/>
          <a:ln w="19050">
            <a:solidFill>
              <a:srgbClr val="475569"/>
            </a:solidFill>
            <a:prstDash val="solid"/>
            <a:tailEnd type="arrow"/>
          </a:ln>
        </p:spPr>
        <p:txBody>
          <a:bodyPr/>
          <a:lstStyle/>
          <a:p>
            <a:endParaRPr lang="en-US"/>
          </a:p>
        </p:txBody>
      </p:sp>
      <p:sp>
        <p:nvSpPr>
          <p:cNvPr id="74" name="Shape 60">
            <a:extLst>
              <a:ext uri="{FF2B5EF4-FFF2-40B4-BE49-F238E27FC236}">
                <a16:creationId xmlns:a16="http://schemas.microsoft.com/office/drawing/2014/main" id="{452A2446-C650-BD04-9605-8B4CE91A16B3}"/>
              </a:ext>
            </a:extLst>
          </p:cNvPr>
          <p:cNvSpPr/>
          <p:nvPr/>
        </p:nvSpPr>
        <p:spPr>
          <a:xfrm>
            <a:off x="6276420" y="2571750"/>
            <a:ext cx="137160" cy="0"/>
          </a:xfrm>
          <a:prstGeom prst="line">
            <a:avLst/>
          </a:prstGeom>
          <a:noFill/>
          <a:ln w="19050">
            <a:solidFill>
              <a:srgbClr val="475569"/>
            </a:solidFill>
            <a:prstDash val="solid"/>
            <a:tailEnd type="arrow"/>
          </a:ln>
        </p:spPr>
        <p:txBody>
          <a:bodyPr/>
          <a:lstStyle/>
          <a:p>
            <a:endParaRPr lang="en-US"/>
          </a:p>
        </p:txBody>
      </p:sp>
      <p:sp>
        <p:nvSpPr>
          <p:cNvPr id="75" name="Shape 61">
            <a:extLst>
              <a:ext uri="{FF2B5EF4-FFF2-40B4-BE49-F238E27FC236}">
                <a16:creationId xmlns:a16="http://schemas.microsoft.com/office/drawing/2014/main" id="{62C3516F-C0BD-254A-4B0A-38183A7B2C4F}"/>
              </a:ext>
            </a:extLst>
          </p:cNvPr>
          <p:cNvSpPr/>
          <p:nvPr/>
        </p:nvSpPr>
        <p:spPr>
          <a:xfrm>
            <a:off x="6262942" y="3163490"/>
            <a:ext cx="137160" cy="0"/>
          </a:xfrm>
          <a:prstGeom prst="line">
            <a:avLst/>
          </a:prstGeom>
          <a:noFill/>
          <a:ln w="19050">
            <a:solidFill>
              <a:srgbClr val="475569"/>
            </a:solidFill>
            <a:prstDash val="solid"/>
            <a:tailEnd type="arrow"/>
          </a:ln>
        </p:spPr>
        <p:txBody>
          <a:bodyPr/>
          <a:lstStyle/>
          <a:p>
            <a:endParaRPr lang="en-US"/>
          </a:p>
        </p:txBody>
      </p:sp>
      <p:sp>
        <p:nvSpPr>
          <p:cNvPr id="76" name="Shape 62">
            <a:extLst>
              <a:ext uri="{FF2B5EF4-FFF2-40B4-BE49-F238E27FC236}">
                <a16:creationId xmlns:a16="http://schemas.microsoft.com/office/drawing/2014/main" id="{01C808AC-68C4-450C-E4A0-CC54C479C36A}"/>
              </a:ext>
            </a:extLst>
          </p:cNvPr>
          <p:cNvSpPr/>
          <p:nvPr/>
        </p:nvSpPr>
        <p:spPr>
          <a:xfrm>
            <a:off x="6256838" y="3816069"/>
            <a:ext cx="137160" cy="0"/>
          </a:xfrm>
          <a:prstGeom prst="line">
            <a:avLst/>
          </a:prstGeom>
          <a:noFill/>
          <a:ln w="19050">
            <a:solidFill>
              <a:srgbClr val="475569"/>
            </a:solidFill>
            <a:prstDash val="solid"/>
            <a:tailEnd type="arrow"/>
          </a:ln>
        </p:spPr>
        <p:txBody>
          <a:bodyPr/>
          <a:lstStyle/>
          <a:p>
            <a:endParaRPr lang="en-US"/>
          </a:p>
        </p:txBody>
      </p:sp>
      <p:sp>
        <p:nvSpPr>
          <p:cNvPr id="78" name="Text 64">
            <a:extLst>
              <a:ext uri="{FF2B5EF4-FFF2-40B4-BE49-F238E27FC236}">
                <a16:creationId xmlns:a16="http://schemas.microsoft.com/office/drawing/2014/main" id="{73499230-2FD9-BF4F-38CB-536558CEB13D}"/>
              </a:ext>
            </a:extLst>
          </p:cNvPr>
          <p:cNvSpPr/>
          <p:nvPr/>
        </p:nvSpPr>
        <p:spPr>
          <a:xfrm>
            <a:off x="6413580" y="1063616"/>
            <a:ext cx="1482588"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er_now(S)?</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ER_NOW</a:t>
            </a:r>
            <a:endParaRPr lang="en-US" sz="850">
              <a:solidFill>
                <a:schemeClr val="tx1"/>
              </a:solidFill>
            </a:endParaRPr>
          </a:p>
        </p:txBody>
      </p:sp>
      <p:sp>
        <p:nvSpPr>
          <p:cNvPr id="80" name="Text 66">
            <a:extLst>
              <a:ext uri="{FF2B5EF4-FFF2-40B4-BE49-F238E27FC236}">
                <a16:creationId xmlns:a16="http://schemas.microsoft.com/office/drawing/2014/main" id="{62A77853-919E-04A5-9071-4F428FADAAC5}"/>
              </a:ext>
            </a:extLst>
          </p:cNvPr>
          <p:cNvSpPr/>
          <p:nvPr/>
        </p:nvSpPr>
        <p:spPr>
          <a:xfrm>
            <a:off x="6400102" y="1653010"/>
            <a:ext cx="1508760"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urgent_same_day?</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URGENT_SAME_DAY</a:t>
            </a:r>
            <a:endParaRPr lang="en-US" sz="850">
              <a:solidFill>
                <a:schemeClr val="tx1"/>
              </a:solidFill>
            </a:endParaRPr>
          </a:p>
        </p:txBody>
      </p:sp>
      <p:sp>
        <p:nvSpPr>
          <p:cNvPr id="82" name="Text 68">
            <a:extLst>
              <a:ext uri="{FF2B5EF4-FFF2-40B4-BE49-F238E27FC236}">
                <a16:creationId xmlns:a16="http://schemas.microsoft.com/office/drawing/2014/main" id="{B92C92D3-6173-B81C-ECB2-2CF77FFAB481}"/>
              </a:ext>
            </a:extLst>
          </p:cNvPr>
          <p:cNvSpPr/>
          <p:nvPr/>
        </p:nvSpPr>
        <p:spPr>
          <a:xfrm>
            <a:off x="6412796" y="2290581"/>
            <a:ext cx="1483372" cy="530352"/>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home_candidate?</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HOME_MANAGEMENT</a:t>
            </a:r>
            <a:endParaRPr lang="en-US" sz="850">
              <a:solidFill>
                <a:schemeClr val="tx1"/>
              </a:solidFill>
            </a:endParaRPr>
          </a:p>
        </p:txBody>
      </p:sp>
      <p:sp>
        <p:nvSpPr>
          <p:cNvPr id="84" name="Text 70">
            <a:extLst>
              <a:ext uri="{FF2B5EF4-FFF2-40B4-BE49-F238E27FC236}">
                <a16:creationId xmlns:a16="http://schemas.microsoft.com/office/drawing/2014/main" id="{CD4920A1-8119-A8FE-2CBA-911D7DDCF60F}"/>
              </a:ext>
            </a:extLst>
          </p:cNvPr>
          <p:cNvSpPr/>
          <p:nvPr/>
        </p:nvSpPr>
        <p:spPr>
          <a:xfrm>
            <a:off x="6413580" y="2945492"/>
            <a:ext cx="1456936" cy="1157554"/>
          </a:xfrm>
          <a:prstGeom prst="rect">
            <a:avLst/>
          </a:prstGeom>
          <a:solidFill>
            <a:schemeClr val="accent1"/>
          </a:solidFill>
          <a:ln/>
        </p:spPr>
        <p:txBody>
          <a:bodyPr wrap="square" lIns="50800" tIns="50800" rIns="50800" bIns="50800" rtlCol="0" anchor="ctr"/>
          <a:lstStyle/>
          <a:p>
            <a:pPr marL="0" indent="0" algn="ctr">
              <a:buNone/>
            </a:pPr>
            <a:r>
              <a:rPr lang="en-US" sz="850" b="1">
                <a:solidFill>
                  <a:schemeClr val="tx1"/>
                </a:solidFill>
                <a:latin typeface="Calibri" pitchFamily="34" charset="0"/>
                <a:ea typeface="Calibri" pitchFamily="34" charset="-122"/>
                <a:cs typeface="Calibri" pitchFamily="34" charset="-120"/>
              </a:rPr>
              <a:t>else</a:t>
            </a:r>
            <a:endParaRPr lang="en-US" sz="850">
              <a:solidFill>
                <a:schemeClr val="tx1"/>
              </a:solidFill>
            </a:endParaRPr>
          </a:p>
          <a:p>
            <a:pPr marL="0" indent="0" algn="ctr">
              <a:buNone/>
            </a:pPr>
            <a:r>
              <a:rPr lang="en-US" sz="750">
                <a:solidFill>
                  <a:schemeClr val="tx1"/>
                </a:solidFill>
                <a:latin typeface="Calibri" pitchFamily="34" charset="0"/>
                <a:ea typeface="Calibri" pitchFamily="34" charset="-122"/>
                <a:cs typeface="Calibri" pitchFamily="34" charset="-120"/>
              </a:rPr>
              <a:t>→ OUT_OF_SCOPE</a:t>
            </a:r>
            <a:endParaRPr lang="en-US" sz="850">
              <a:solidFill>
                <a:schemeClr val="tx1"/>
              </a:solidFill>
            </a:endParaRPr>
          </a:p>
        </p:txBody>
      </p:sp>
      <p:sp>
        <p:nvSpPr>
          <p:cNvPr id="86" name="Text 72">
            <a:extLst>
              <a:ext uri="{FF2B5EF4-FFF2-40B4-BE49-F238E27FC236}">
                <a16:creationId xmlns:a16="http://schemas.microsoft.com/office/drawing/2014/main" id="{0DEAD440-5C09-434A-9467-BAA30A46373A}"/>
              </a:ext>
            </a:extLst>
          </p:cNvPr>
          <p:cNvSpPr/>
          <p:nvPr/>
        </p:nvSpPr>
        <p:spPr>
          <a:xfrm>
            <a:off x="8105220" y="1121267"/>
            <a:ext cx="926298" cy="411013"/>
          </a:xfrm>
          <a:prstGeom prst="rect">
            <a:avLst/>
          </a:prstGeom>
          <a:solidFill>
            <a:srgbClr val="FF0000"/>
          </a:solidFill>
          <a:ln/>
        </p:spPr>
        <p:txBody>
          <a:bodyPr wrap="square" lIns="50800" tIns="50800" rIns="50800" bIns="50800" rtlCol="0" anchor="ctr"/>
          <a:lstStyle/>
          <a:p>
            <a:pPr marL="0" indent="0" algn="ctr">
              <a:buNone/>
            </a:pPr>
            <a:r>
              <a:rPr lang="en-US" sz="900" b="1">
                <a:solidFill>
                  <a:srgbClr val="F8FAFC"/>
                </a:solidFill>
                <a:latin typeface="Calibri" pitchFamily="34" charset="0"/>
                <a:ea typeface="Calibri" pitchFamily="34" charset="-122"/>
                <a:cs typeface="Calibri" pitchFamily="34" charset="-120"/>
              </a:rPr>
              <a:t>ER_NOW</a:t>
            </a:r>
            <a:endParaRPr lang="en-US" sz="900"/>
          </a:p>
        </p:txBody>
      </p:sp>
      <p:sp>
        <p:nvSpPr>
          <p:cNvPr id="87" name="Shape 73">
            <a:extLst>
              <a:ext uri="{FF2B5EF4-FFF2-40B4-BE49-F238E27FC236}">
                <a16:creationId xmlns:a16="http://schemas.microsoft.com/office/drawing/2014/main" id="{B5AFF13F-E04C-9598-B123-A5886E7CA44F}"/>
              </a:ext>
            </a:extLst>
          </p:cNvPr>
          <p:cNvSpPr/>
          <p:nvPr/>
        </p:nvSpPr>
        <p:spPr>
          <a:xfrm>
            <a:off x="7891860" y="1356053"/>
            <a:ext cx="137160" cy="0"/>
          </a:xfrm>
          <a:prstGeom prst="line">
            <a:avLst/>
          </a:prstGeom>
          <a:noFill/>
          <a:ln w="19050">
            <a:solidFill>
              <a:srgbClr val="475569"/>
            </a:solidFill>
            <a:prstDash val="solid"/>
            <a:tailEnd type="arrow"/>
          </a:ln>
        </p:spPr>
        <p:txBody>
          <a:bodyPr/>
          <a:lstStyle/>
          <a:p>
            <a:endParaRPr lang="en-US"/>
          </a:p>
        </p:txBody>
      </p:sp>
      <p:sp>
        <p:nvSpPr>
          <p:cNvPr id="88" name="Shape 74">
            <a:extLst>
              <a:ext uri="{FF2B5EF4-FFF2-40B4-BE49-F238E27FC236}">
                <a16:creationId xmlns:a16="http://schemas.microsoft.com/office/drawing/2014/main" id="{8461DB22-934C-576E-7234-07B45CED8DE6}"/>
              </a:ext>
            </a:extLst>
          </p:cNvPr>
          <p:cNvSpPr/>
          <p:nvPr/>
        </p:nvSpPr>
        <p:spPr>
          <a:xfrm>
            <a:off x="8120754" y="1740281"/>
            <a:ext cx="926298" cy="408084"/>
          </a:xfrm>
          <a:prstGeom prst="rect">
            <a:avLst/>
          </a:prstGeom>
          <a:solidFill>
            <a:srgbClr val="0070C0"/>
          </a:solidFill>
          <a:ln w="5080">
            <a:solidFill>
              <a:srgbClr val="FFFFFF">
                <a:alpha val="40000"/>
              </a:srgbClr>
            </a:solidFill>
            <a:prstDash val="solid"/>
          </a:ln>
          <a:effectLst>
            <a:outerShdw blurRad="76200" dist="38100" dir="8100000" algn="bl" rotWithShape="0">
              <a:srgbClr val="000000">
                <a:alpha val="50000"/>
              </a:srgbClr>
            </a:outerShdw>
          </a:effectLst>
        </p:spPr>
        <p:txBody>
          <a:bodyPr/>
          <a:lstStyle/>
          <a:p>
            <a:endParaRPr lang="en-US"/>
          </a:p>
        </p:txBody>
      </p:sp>
      <p:sp>
        <p:nvSpPr>
          <p:cNvPr id="89" name="Text 75">
            <a:extLst>
              <a:ext uri="{FF2B5EF4-FFF2-40B4-BE49-F238E27FC236}">
                <a16:creationId xmlns:a16="http://schemas.microsoft.com/office/drawing/2014/main" id="{4E582AFD-6FBA-FAD4-CB49-BC82E66C4523}"/>
              </a:ext>
            </a:extLst>
          </p:cNvPr>
          <p:cNvSpPr/>
          <p:nvPr/>
        </p:nvSpPr>
        <p:spPr>
          <a:xfrm>
            <a:off x="8120752" y="1739250"/>
            <a:ext cx="1005840" cy="452853"/>
          </a:xfrm>
          <a:prstGeom prst="rect">
            <a:avLst/>
          </a:prstGeom>
          <a:noFill/>
          <a:ln/>
        </p:spPr>
        <p:txBody>
          <a:bodyPr wrap="square" lIns="50800" tIns="50800" rIns="50800" bIns="50800" rtlCol="0" anchor="ctr"/>
          <a:lstStyle/>
          <a:p>
            <a:pPr marL="0" indent="0">
              <a:buNone/>
            </a:pPr>
            <a:r>
              <a:rPr lang="en-US" sz="900" b="1">
                <a:solidFill>
                  <a:srgbClr val="F8FAFC"/>
                </a:solidFill>
                <a:latin typeface="Calibri" pitchFamily="34" charset="0"/>
                <a:ea typeface="Calibri" pitchFamily="34" charset="-122"/>
                <a:cs typeface="Calibri" pitchFamily="34" charset="-120"/>
              </a:rPr>
              <a:t>URGENT</a:t>
            </a:r>
            <a:endParaRPr lang="en-US" sz="900"/>
          </a:p>
          <a:p>
            <a:pPr marL="0" indent="0">
              <a:buNone/>
            </a:pPr>
            <a:r>
              <a:rPr lang="en-US" sz="900" b="1">
                <a:solidFill>
                  <a:srgbClr val="F8FAFC"/>
                </a:solidFill>
                <a:latin typeface="Calibri" pitchFamily="34" charset="0"/>
                <a:ea typeface="Calibri" pitchFamily="34" charset="-122"/>
                <a:cs typeface="Calibri" pitchFamily="34" charset="-120"/>
              </a:rPr>
              <a:t>SAME_DAY</a:t>
            </a:r>
            <a:endParaRPr lang="en-US" sz="900"/>
          </a:p>
        </p:txBody>
      </p:sp>
      <p:sp>
        <p:nvSpPr>
          <p:cNvPr id="90" name="Shape 76">
            <a:extLst>
              <a:ext uri="{FF2B5EF4-FFF2-40B4-BE49-F238E27FC236}">
                <a16:creationId xmlns:a16="http://schemas.microsoft.com/office/drawing/2014/main" id="{C1DBB966-6681-3814-5AE5-55E1B77BCFD1}"/>
              </a:ext>
            </a:extLst>
          </p:cNvPr>
          <p:cNvSpPr/>
          <p:nvPr/>
        </p:nvSpPr>
        <p:spPr>
          <a:xfrm>
            <a:off x="7937580" y="1956113"/>
            <a:ext cx="137160" cy="0"/>
          </a:xfrm>
          <a:prstGeom prst="line">
            <a:avLst/>
          </a:prstGeom>
          <a:noFill/>
          <a:ln w="19050">
            <a:solidFill>
              <a:srgbClr val="475569"/>
            </a:solidFill>
            <a:prstDash val="solid"/>
            <a:tailEnd type="arrow"/>
          </a:ln>
        </p:spPr>
        <p:txBody>
          <a:bodyPr/>
          <a:lstStyle/>
          <a:p>
            <a:endParaRPr lang="en-US"/>
          </a:p>
        </p:txBody>
      </p:sp>
      <p:sp>
        <p:nvSpPr>
          <p:cNvPr id="91" name="Shape 77">
            <a:extLst>
              <a:ext uri="{FF2B5EF4-FFF2-40B4-BE49-F238E27FC236}">
                <a16:creationId xmlns:a16="http://schemas.microsoft.com/office/drawing/2014/main" id="{D29C1DFB-C250-EE2F-855E-08635D6E0C15}"/>
              </a:ext>
            </a:extLst>
          </p:cNvPr>
          <p:cNvSpPr/>
          <p:nvPr/>
        </p:nvSpPr>
        <p:spPr>
          <a:xfrm>
            <a:off x="8110020" y="2305440"/>
            <a:ext cx="937032" cy="422103"/>
          </a:xfrm>
          <a:prstGeom prst="rect">
            <a:avLst/>
          </a:prstGeom>
          <a:solidFill>
            <a:srgbClr val="16A34A"/>
          </a:solidFill>
          <a:ln w="5080">
            <a:solidFill>
              <a:srgbClr val="FFFFFF">
                <a:alpha val="40000"/>
              </a:srgbClr>
            </a:solidFill>
            <a:prstDash val="solid"/>
          </a:ln>
          <a:effectLst>
            <a:outerShdw blurRad="76200" dist="38100" dir="8100000" algn="bl" rotWithShape="0">
              <a:srgbClr val="000000">
                <a:alpha val="50000"/>
              </a:srgbClr>
            </a:outerShdw>
          </a:effectLst>
        </p:spPr>
        <p:txBody>
          <a:bodyPr/>
          <a:lstStyle/>
          <a:p>
            <a:endParaRPr lang="en-US"/>
          </a:p>
        </p:txBody>
      </p:sp>
      <p:sp>
        <p:nvSpPr>
          <p:cNvPr id="92" name="Text 78">
            <a:extLst>
              <a:ext uri="{FF2B5EF4-FFF2-40B4-BE49-F238E27FC236}">
                <a16:creationId xmlns:a16="http://schemas.microsoft.com/office/drawing/2014/main" id="{FE20D0AC-BA03-440E-682C-CA67D477F824}"/>
              </a:ext>
            </a:extLst>
          </p:cNvPr>
          <p:cNvSpPr/>
          <p:nvPr/>
        </p:nvSpPr>
        <p:spPr>
          <a:xfrm>
            <a:off x="8135993" y="2422865"/>
            <a:ext cx="1188720" cy="248546"/>
          </a:xfrm>
          <a:prstGeom prst="rect">
            <a:avLst/>
          </a:prstGeom>
          <a:noFill/>
          <a:ln/>
        </p:spPr>
        <p:txBody>
          <a:bodyPr wrap="square" lIns="50800" tIns="50800" rIns="50800" bIns="50800" rtlCol="0" anchor="ctr"/>
          <a:lstStyle/>
          <a:p>
            <a:pPr marL="0" indent="0">
              <a:buNone/>
            </a:pPr>
            <a:r>
              <a:rPr lang="en-US" sz="900" b="1">
                <a:solidFill>
                  <a:srgbClr val="F8FAFC"/>
                </a:solidFill>
                <a:latin typeface="Calibri" pitchFamily="34" charset="0"/>
                <a:ea typeface="Calibri" pitchFamily="34" charset="-122"/>
                <a:cs typeface="Calibri" pitchFamily="34" charset="-120"/>
              </a:rPr>
              <a:t>HOME</a:t>
            </a:r>
            <a:endParaRPr lang="en-US" sz="900"/>
          </a:p>
          <a:p>
            <a:pPr marL="0" indent="0">
              <a:buNone/>
            </a:pPr>
            <a:r>
              <a:rPr lang="en-US" sz="900" b="1">
                <a:solidFill>
                  <a:srgbClr val="F8FAFC"/>
                </a:solidFill>
                <a:latin typeface="Calibri" pitchFamily="34" charset="0"/>
                <a:ea typeface="Calibri" pitchFamily="34" charset="-122"/>
                <a:cs typeface="Calibri" pitchFamily="34" charset="-120"/>
              </a:rPr>
              <a:t>MANAGEMENT</a:t>
            </a:r>
            <a:endParaRPr lang="en-US" sz="900"/>
          </a:p>
        </p:txBody>
      </p:sp>
      <p:sp>
        <p:nvSpPr>
          <p:cNvPr id="93" name="Shape 79">
            <a:extLst>
              <a:ext uri="{FF2B5EF4-FFF2-40B4-BE49-F238E27FC236}">
                <a16:creationId xmlns:a16="http://schemas.microsoft.com/office/drawing/2014/main" id="{B8E53680-6EA6-B5D5-D31D-E19AAA97D753}"/>
              </a:ext>
            </a:extLst>
          </p:cNvPr>
          <p:cNvSpPr/>
          <p:nvPr/>
        </p:nvSpPr>
        <p:spPr>
          <a:xfrm>
            <a:off x="7907392" y="2582832"/>
            <a:ext cx="137160" cy="0"/>
          </a:xfrm>
          <a:prstGeom prst="line">
            <a:avLst/>
          </a:prstGeom>
          <a:noFill/>
          <a:ln w="19050">
            <a:solidFill>
              <a:srgbClr val="475569"/>
            </a:solidFill>
            <a:prstDash val="solid"/>
            <a:tailEnd type="arrow"/>
          </a:ln>
        </p:spPr>
        <p:txBody>
          <a:bodyPr/>
          <a:lstStyle/>
          <a:p>
            <a:endParaRPr lang="en-US"/>
          </a:p>
        </p:txBody>
      </p:sp>
      <p:sp>
        <p:nvSpPr>
          <p:cNvPr id="95" name="Text 81">
            <a:extLst>
              <a:ext uri="{FF2B5EF4-FFF2-40B4-BE49-F238E27FC236}">
                <a16:creationId xmlns:a16="http://schemas.microsoft.com/office/drawing/2014/main" id="{330873B1-D3B5-4F48-B20C-EDDD375BF12E}"/>
              </a:ext>
            </a:extLst>
          </p:cNvPr>
          <p:cNvSpPr/>
          <p:nvPr/>
        </p:nvSpPr>
        <p:spPr>
          <a:xfrm>
            <a:off x="8105220" y="3389325"/>
            <a:ext cx="941832" cy="530352"/>
          </a:xfrm>
          <a:prstGeom prst="rect">
            <a:avLst/>
          </a:prstGeom>
          <a:solidFill>
            <a:schemeClr val="accent6">
              <a:lumMod val="65000"/>
            </a:schemeClr>
          </a:solidFill>
          <a:ln/>
        </p:spPr>
        <p:txBody>
          <a:bodyPr wrap="square" lIns="50800" tIns="50800" rIns="50800" bIns="50800" rtlCol="0" anchor="ctr"/>
          <a:lstStyle/>
          <a:p>
            <a:pPr marL="0" indent="0" algn="ctr">
              <a:buNone/>
            </a:pPr>
            <a:r>
              <a:rPr lang="en-US" sz="900" b="1">
                <a:solidFill>
                  <a:srgbClr val="F8FAFC"/>
                </a:solidFill>
                <a:latin typeface="Calibri" pitchFamily="34" charset="0"/>
                <a:ea typeface="Calibri" pitchFamily="34" charset="-122"/>
                <a:cs typeface="Calibri" pitchFamily="34" charset="-120"/>
              </a:rPr>
              <a:t>OUT_OF</a:t>
            </a:r>
            <a:endParaRPr lang="en-US" sz="900"/>
          </a:p>
          <a:p>
            <a:pPr marL="0" indent="0" algn="ctr">
              <a:buNone/>
            </a:pPr>
            <a:r>
              <a:rPr lang="en-US" sz="900" b="1">
                <a:solidFill>
                  <a:srgbClr val="F8FAFC"/>
                </a:solidFill>
                <a:latin typeface="Calibri" pitchFamily="34" charset="0"/>
                <a:ea typeface="Calibri" pitchFamily="34" charset="-122"/>
                <a:cs typeface="Calibri" pitchFamily="34" charset="-120"/>
              </a:rPr>
              <a:t>SCOPE</a:t>
            </a:r>
            <a:endParaRPr lang="en-US" sz="900"/>
          </a:p>
        </p:txBody>
      </p:sp>
      <p:sp>
        <p:nvSpPr>
          <p:cNvPr id="96" name="Shape 82">
            <a:extLst>
              <a:ext uri="{FF2B5EF4-FFF2-40B4-BE49-F238E27FC236}">
                <a16:creationId xmlns:a16="http://schemas.microsoft.com/office/drawing/2014/main" id="{BA1C0FA3-2149-EEFB-158D-D29C00B836EE}"/>
              </a:ext>
            </a:extLst>
          </p:cNvPr>
          <p:cNvSpPr/>
          <p:nvPr/>
        </p:nvSpPr>
        <p:spPr>
          <a:xfrm>
            <a:off x="7891860" y="3721405"/>
            <a:ext cx="137160" cy="0"/>
          </a:xfrm>
          <a:prstGeom prst="line">
            <a:avLst/>
          </a:prstGeom>
          <a:noFill/>
          <a:ln w="19050">
            <a:solidFill>
              <a:srgbClr val="475569"/>
            </a:solidFill>
            <a:prstDash val="solid"/>
            <a:tailEnd type="arrow"/>
          </a:ln>
        </p:spPr>
        <p:txBody>
          <a:bodyPr/>
          <a:lstStyle/>
          <a:p>
            <a:endParaRPr lang="en-US"/>
          </a:p>
        </p:txBody>
      </p:sp>
      <p:sp>
        <p:nvSpPr>
          <p:cNvPr id="97" name="Shape 83">
            <a:extLst>
              <a:ext uri="{FF2B5EF4-FFF2-40B4-BE49-F238E27FC236}">
                <a16:creationId xmlns:a16="http://schemas.microsoft.com/office/drawing/2014/main" id="{710C565F-E73A-1D2E-D34E-49C933598C4B}"/>
              </a:ext>
            </a:extLst>
          </p:cNvPr>
          <p:cNvSpPr/>
          <p:nvPr/>
        </p:nvSpPr>
        <p:spPr>
          <a:xfrm>
            <a:off x="1607820" y="4522745"/>
            <a:ext cx="7015852" cy="347472"/>
          </a:xfrm>
          <a:prstGeom prst="rect">
            <a:avLst/>
          </a:prstGeom>
          <a:solidFill>
            <a:schemeClr val="bg2">
              <a:lumMod val="20000"/>
              <a:lumOff val="80000"/>
            </a:schemeClr>
          </a:solidFill>
          <a:ln w="10160">
            <a:solidFill>
              <a:schemeClr val="bg1"/>
            </a:solidFill>
            <a:prstDash val="solid"/>
          </a:ln>
        </p:spPr>
        <p:txBody>
          <a:bodyPr/>
          <a:lstStyle/>
          <a:p>
            <a:endParaRPr lang="en-US">
              <a:solidFill>
                <a:schemeClr val="tx1"/>
              </a:solidFill>
            </a:endParaRPr>
          </a:p>
        </p:txBody>
      </p:sp>
      <p:sp>
        <p:nvSpPr>
          <p:cNvPr id="98" name="Text 84">
            <a:extLst>
              <a:ext uri="{FF2B5EF4-FFF2-40B4-BE49-F238E27FC236}">
                <a16:creationId xmlns:a16="http://schemas.microsoft.com/office/drawing/2014/main" id="{2C0C959C-05A9-EA11-6FFA-DE096EA9B35F}"/>
              </a:ext>
            </a:extLst>
          </p:cNvPr>
          <p:cNvSpPr/>
          <p:nvPr/>
        </p:nvSpPr>
        <p:spPr>
          <a:xfrm>
            <a:off x="1963793" y="4521535"/>
            <a:ext cx="7360920" cy="347472"/>
          </a:xfrm>
          <a:prstGeom prst="rect">
            <a:avLst/>
          </a:prstGeom>
          <a:noFill/>
          <a:ln/>
        </p:spPr>
        <p:txBody>
          <a:bodyPr wrap="square" lIns="50800" tIns="50800" rIns="50800" bIns="50800" rtlCol="0" anchor="ctr"/>
          <a:lstStyle/>
          <a:p>
            <a:pPr marL="0" indent="0">
              <a:buNone/>
            </a:pPr>
            <a:r>
              <a:rPr lang="en-US" sz="800" b="1">
                <a:solidFill>
                  <a:schemeClr val="tx1"/>
                </a:solidFill>
                <a:latin typeface="Calibri" pitchFamily="34" charset="0"/>
                <a:ea typeface="Calibri" pitchFamily="34" charset="-122"/>
                <a:cs typeface="Calibri" pitchFamily="34" charset="-120"/>
              </a:rPr>
              <a:t>🔔 med_flag predicates: </a:t>
            </a:r>
            <a:r>
              <a:rPr lang="en-US" sz="750">
                <a:solidFill>
                  <a:schemeClr val="tx1"/>
                </a:solidFill>
                <a:latin typeface="Calibri" pitchFamily="34" charset="0"/>
                <a:ea typeface="Calibri" pitchFamily="34" charset="-122"/>
                <a:cs typeface="Calibri" pitchFamily="34" charset="-120"/>
              </a:rPr>
              <a:t>dehydration_avoid_nsaid  ·  antibiotic_review_interactions  ·  ibuprofen_under_6mo  ·  no_routine_antipyretic_under_3mo</a:t>
            </a:r>
            <a:endParaRPr lang="en-US" sz="800">
              <a:solidFill>
                <a:schemeClr val="tx1"/>
              </a:solidFill>
            </a:endParaRPr>
          </a:p>
        </p:txBody>
      </p:sp>
      <p:sp>
        <p:nvSpPr>
          <p:cNvPr id="100" name="Text 86">
            <a:extLst>
              <a:ext uri="{FF2B5EF4-FFF2-40B4-BE49-F238E27FC236}">
                <a16:creationId xmlns:a16="http://schemas.microsoft.com/office/drawing/2014/main" id="{68F0DD30-4F0A-9CD2-BCE9-B3CCBFF6BE9E}"/>
              </a:ext>
            </a:extLst>
          </p:cNvPr>
          <p:cNvSpPr/>
          <p:nvPr/>
        </p:nvSpPr>
        <p:spPr>
          <a:xfrm>
            <a:off x="6596460" y="3520081"/>
            <a:ext cx="1188720" cy="728561"/>
          </a:xfrm>
          <a:prstGeom prst="rect">
            <a:avLst/>
          </a:prstGeom>
          <a:noFill/>
          <a:ln/>
        </p:spPr>
        <p:txBody>
          <a:bodyPr wrap="square" lIns="38100" tIns="38100" rIns="38100" bIns="38100" rtlCol="0" anchor="ctr"/>
          <a:lstStyle/>
          <a:p>
            <a:pPr marL="0" indent="0" algn="ctr">
              <a:buNone/>
            </a:pPr>
            <a:r>
              <a:rPr lang="en-US" sz="750" b="1">
                <a:solidFill>
                  <a:schemeClr val="tx1"/>
                </a:solidFill>
                <a:latin typeface="Calibri" pitchFamily="34" charset="0"/>
                <a:ea typeface="Calibri" pitchFamily="34" charset="-122"/>
                <a:cs typeface="Calibri" pitchFamily="34" charset="-120"/>
              </a:rPr>
              <a:t>required_missing()</a:t>
            </a:r>
            <a:endParaRPr lang="en-US" sz="750">
              <a:solidFill>
                <a:schemeClr val="tx1"/>
              </a:solidFill>
            </a:endParaRPr>
          </a:p>
          <a:p>
            <a:pPr marL="0" indent="0" algn="ctr">
              <a:buNone/>
            </a:pPr>
            <a:r>
              <a:rPr lang="en-US" sz="650">
                <a:solidFill>
                  <a:schemeClr val="tx1"/>
                </a:solidFill>
                <a:latin typeface="Calibri" pitchFamily="34" charset="0"/>
                <a:ea typeface="Calibri" pitchFamily="34" charset="-122"/>
                <a:cs typeface="Calibri" pitchFamily="34" charset="-120"/>
              </a:rPr>
              <a:t>→ OUT_OF_SCOPE</a:t>
            </a:r>
            <a:endParaRPr lang="en-US" sz="750">
              <a:solidFill>
                <a:schemeClr val="tx1"/>
              </a:solidFill>
            </a:endParaRPr>
          </a:p>
          <a:p>
            <a:pPr marL="0" indent="0" algn="ctr">
              <a:buNone/>
            </a:pPr>
            <a:r>
              <a:rPr lang="en-US" sz="650">
                <a:solidFill>
                  <a:schemeClr val="tx1"/>
                </a:solidFill>
                <a:latin typeface="Calibri" pitchFamily="34" charset="0"/>
                <a:ea typeface="Calibri" pitchFamily="34" charset="-122"/>
                <a:cs typeface="Calibri" pitchFamily="34" charset="-120"/>
              </a:rPr>
              <a:t>incomplete_intake</a:t>
            </a:r>
            <a:endParaRPr lang="en-US" sz="750">
              <a:solidFill>
                <a:schemeClr val="tx1"/>
              </a:solidFill>
            </a:endParaRPr>
          </a:p>
        </p:txBody>
      </p:sp>
      <p:sp>
        <p:nvSpPr>
          <p:cNvPr id="101" name="Text 87">
            <a:extLst>
              <a:ext uri="{FF2B5EF4-FFF2-40B4-BE49-F238E27FC236}">
                <a16:creationId xmlns:a16="http://schemas.microsoft.com/office/drawing/2014/main" id="{AA9A81CD-BAAE-3145-32C1-7B8ADDF3BC36}"/>
              </a:ext>
            </a:extLst>
          </p:cNvPr>
          <p:cNvSpPr/>
          <p:nvPr/>
        </p:nvSpPr>
        <p:spPr>
          <a:xfrm>
            <a:off x="424260" y="4381229"/>
            <a:ext cx="8686800" cy="91440"/>
          </a:xfrm>
          <a:prstGeom prst="rect">
            <a:avLst/>
          </a:prstGeom>
          <a:noFill/>
          <a:ln/>
        </p:spPr>
        <p:txBody>
          <a:bodyPr wrap="square" lIns="0" tIns="0" rIns="0" bIns="0" rtlCol="0" anchor="ctr"/>
          <a:lstStyle/>
          <a:p>
            <a:pPr marL="0" indent="0" algn="ctr">
              <a:buNone/>
            </a:pPr>
            <a:r>
              <a:rPr lang="en-US" sz="650">
                <a:solidFill>
                  <a:srgbClr val="475569"/>
                </a:solidFill>
                <a:latin typeface="Calibri" pitchFamily="34" charset="0"/>
                <a:ea typeface="Calibri" pitchFamily="34" charset="-122"/>
                <a:cs typeface="Calibri" pitchFamily="34" charset="-120"/>
              </a:rPr>
              <a:t>Session-scoped cf(S,name,val) facts · PyDatalog backward-chaining · Rules evaluated once per uuid session</a:t>
            </a:r>
            <a:endParaRPr lang="en-US" sz="650"/>
          </a:p>
        </p:txBody>
      </p:sp>
      <p:sp>
        <p:nvSpPr>
          <p:cNvPr id="103" name="Text 2">
            <a:extLst>
              <a:ext uri="{FF2B5EF4-FFF2-40B4-BE49-F238E27FC236}">
                <a16:creationId xmlns:a16="http://schemas.microsoft.com/office/drawing/2014/main" id="{56050E2E-D1E8-49C6-B9FD-3B0D28837FA0}"/>
              </a:ext>
            </a:extLst>
          </p:cNvPr>
          <p:cNvSpPr/>
          <p:nvPr/>
        </p:nvSpPr>
        <p:spPr>
          <a:xfrm>
            <a:off x="5346780" y="156671"/>
            <a:ext cx="2377440" cy="548640"/>
          </a:xfrm>
          <a:prstGeom prst="rect">
            <a:avLst/>
          </a:prstGeom>
          <a:noFill/>
          <a:ln/>
        </p:spPr>
        <p:txBody>
          <a:bodyPr wrap="square" lIns="0" tIns="0" rIns="0" bIns="0" rtlCol="0" anchor="ctr"/>
          <a:lstStyle/>
          <a:p>
            <a:pPr marL="0" indent="0" algn="r">
              <a:buNone/>
            </a:pPr>
            <a:r>
              <a:rPr lang="en-US" sz="1000">
                <a:solidFill>
                  <a:schemeClr val="tx1"/>
                </a:solidFill>
                <a:latin typeface="Calibri" pitchFamily="34" charset="0"/>
                <a:ea typeface="Calibri" pitchFamily="34" charset="-122"/>
                <a:cs typeface="Calibri" pitchFamily="34" charset="-120"/>
              </a:rPr>
              <a:t> [Deterministic Rule Evaluation Flow]</a:t>
            </a:r>
            <a:endParaRPr lang="en-US" sz="1000">
              <a:solidFill>
                <a:schemeClr val="tx1"/>
              </a:solidFill>
            </a:endParaRPr>
          </a:p>
        </p:txBody>
      </p:sp>
    </p:spTree>
    <p:extLst>
      <p:ext uri="{BB962C8B-B14F-4D97-AF65-F5344CB8AC3E}">
        <p14:creationId xmlns:p14="http://schemas.microsoft.com/office/powerpoint/2010/main" val="2109794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93CA-68BF-3BDF-E215-16ACDEA11BA1}"/>
              </a:ext>
            </a:extLst>
          </p:cNvPr>
          <p:cNvSpPr>
            <a:spLocks noGrp="1"/>
          </p:cNvSpPr>
          <p:nvPr>
            <p:ph type="title"/>
          </p:nvPr>
        </p:nvSpPr>
        <p:spPr>
          <a:xfrm>
            <a:off x="660281" y="139378"/>
            <a:ext cx="7713900" cy="572700"/>
          </a:xfrm>
        </p:spPr>
        <p:txBody>
          <a:bodyPr/>
          <a:lstStyle/>
          <a:p>
            <a:r>
              <a:rPr lang="en-US"/>
              <a:t>Conversational Flow</a:t>
            </a:r>
          </a:p>
        </p:txBody>
      </p:sp>
      <p:pic>
        <p:nvPicPr>
          <p:cNvPr id="3" name="Picture 2">
            <a:extLst>
              <a:ext uri="{FF2B5EF4-FFF2-40B4-BE49-F238E27FC236}">
                <a16:creationId xmlns:a16="http://schemas.microsoft.com/office/drawing/2014/main" id="{AF5E9602-A32C-843B-3C37-64F3D8472129}"/>
              </a:ext>
            </a:extLst>
          </p:cNvPr>
          <p:cNvPicPr>
            <a:picLocks noChangeAspect="1"/>
          </p:cNvPicPr>
          <p:nvPr/>
        </p:nvPicPr>
        <p:blipFill>
          <a:blip r:embed="rId2"/>
          <a:srcRect r="1" b="24093"/>
          <a:stretch>
            <a:fillRect/>
          </a:stretch>
        </p:blipFill>
        <p:spPr>
          <a:xfrm>
            <a:off x="736323" y="1167014"/>
            <a:ext cx="7713900" cy="3264408"/>
          </a:xfrm>
          <a:prstGeom prst="rect">
            <a:avLst/>
          </a:prstGeom>
          <a:noFill/>
          <a:ln>
            <a:noFill/>
          </a:ln>
        </p:spPr>
      </p:pic>
      <p:sp>
        <p:nvSpPr>
          <p:cNvPr id="7" name="Rectangle 6">
            <a:extLst>
              <a:ext uri="{FF2B5EF4-FFF2-40B4-BE49-F238E27FC236}">
                <a16:creationId xmlns:a16="http://schemas.microsoft.com/office/drawing/2014/main" id="{2D07694F-D7C5-CF9E-41FC-92DA73AE0F6B}"/>
              </a:ext>
            </a:extLst>
          </p:cNvPr>
          <p:cNvSpPr/>
          <p:nvPr/>
        </p:nvSpPr>
        <p:spPr>
          <a:xfrm>
            <a:off x="810638" y="1545029"/>
            <a:ext cx="237844" cy="30266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82C4C10-FCF1-C995-9A18-08031FF79A2F}"/>
              </a:ext>
            </a:extLst>
          </p:cNvPr>
          <p:cNvSpPr/>
          <p:nvPr/>
        </p:nvSpPr>
        <p:spPr>
          <a:xfrm>
            <a:off x="321858" y="1750468"/>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1</a:t>
            </a:r>
          </a:p>
        </p:txBody>
      </p:sp>
      <p:sp>
        <p:nvSpPr>
          <p:cNvPr id="5" name="Rounded Rectangle 4">
            <a:extLst>
              <a:ext uri="{FF2B5EF4-FFF2-40B4-BE49-F238E27FC236}">
                <a16:creationId xmlns:a16="http://schemas.microsoft.com/office/drawing/2014/main" id="{3200BF58-BF4C-2523-4092-38C5EB08D3FF}"/>
              </a:ext>
            </a:extLst>
          </p:cNvPr>
          <p:cNvSpPr/>
          <p:nvPr/>
        </p:nvSpPr>
        <p:spPr>
          <a:xfrm>
            <a:off x="321858" y="3058361"/>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2</a:t>
            </a:r>
          </a:p>
          <a:p>
            <a:pPr algn="ctr"/>
            <a:endParaRPr lang="en-US" sz="1100">
              <a:solidFill>
                <a:schemeClr val="dk1"/>
              </a:solidFill>
            </a:endParaRPr>
          </a:p>
        </p:txBody>
      </p:sp>
      <p:sp>
        <p:nvSpPr>
          <p:cNvPr id="6" name="Rounded Rectangle 5">
            <a:extLst>
              <a:ext uri="{FF2B5EF4-FFF2-40B4-BE49-F238E27FC236}">
                <a16:creationId xmlns:a16="http://schemas.microsoft.com/office/drawing/2014/main" id="{DFF4CE78-BD47-B44E-D148-692911569551}"/>
              </a:ext>
            </a:extLst>
          </p:cNvPr>
          <p:cNvSpPr/>
          <p:nvPr/>
        </p:nvSpPr>
        <p:spPr>
          <a:xfrm>
            <a:off x="321858" y="3982206"/>
            <a:ext cx="676848" cy="38404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100"/>
              <a:t>Turn 3</a:t>
            </a:r>
          </a:p>
          <a:p>
            <a:pPr algn="ctr"/>
            <a:endParaRPr lang="en-US" sz="1100">
              <a:solidFill>
                <a:schemeClr val="dk1"/>
              </a:solidFill>
            </a:endParaRPr>
          </a:p>
        </p:txBody>
      </p:sp>
      <p:sp>
        <p:nvSpPr>
          <p:cNvPr id="10" name="Rounded Rectangle 9">
            <a:extLst>
              <a:ext uri="{FF2B5EF4-FFF2-40B4-BE49-F238E27FC236}">
                <a16:creationId xmlns:a16="http://schemas.microsoft.com/office/drawing/2014/main" id="{CD661B89-8C36-9277-9EF8-B5C834E02269}"/>
              </a:ext>
            </a:extLst>
          </p:cNvPr>
          <p:cNvSpPr/>
          <p:nvPr/>
        </p:nvSpPr>
        <p:spPr>
          <a:xfrm>
            <a:off x="2604653" y="4714346"/>
            <a:ext cx="1399309" cy="235527"/>
          </a:xfrm>
          <a:prstGeom prst="roundRect">
            <a:avLst/>
          </a:prstGeom>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Final Disposition</a:t>
            </a:r>
          </a:p>
        </p:txBody>
      </p:sp>
      <p:cxnSp>
        <p:nvCxnSpPr>
          <p:cNvPr id="13" name="Straight Connector 12">
            <a:extLst>
              <a:ext uri="{FF2B5EF4-FFF2-40B4-BE49-F238E27FC236}">
                <a16:creationId xmlns:a16="http://schemas.microsoft.com/office/drawing/2014/main" id="{9A6DB09E-74BD-64EC-D66D-8EF5F90BCD79}"/>
              </a:ext>
            </a:extLst>
          </p:cNvPr>
          <p:cNvCxnSpPr/>
          <p:nvPr/>
        </p:nvCxnSpPr>
        <p:spPr>
          <a:xfrm>
            <a:off x="3366654" y="4426913"/>
            <a:ext cx="1641764"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497A68A3-DE84-A131-9A6D-C179FB42EF09}"/>
              </a:ext>
            </a:extLst>
          </p:cNvPr>
          <p:cNvCxnSpPr>
            <a:cxnSpLocks/>
          </p:cNvCxnSpPr>
          <p:nvPr/>
        </p:nvCxnSpPr>
        <p:spPr>
          <a:xfrm>
            <a:off x="5153890" y="4426913"/>
            <a:ext cx="1503219" cy="0"/>
          </a:xfrm>
          <a:prstGeom prst="line">
            <a:avLst/>
          </a:prstGeom>
        </p:spPr>
        <p:style>
          <a:lnRef idx="1">
            <a:schemeClr val="dk1"/>
          </a:lnRef>
          <a:fillRef idx="0">
            <a:schemeClr val="dk1"/>
          </a:fillRef>
          <a:effectRef idx="0">
            <a:schemeClr val="dk1"/>
          </a:effectRef>
          <a:fontRef idx="minor">
            <a:schemeClr val="tx1"/>
          </a:fontRef>
        </p:style>
      </p:cxnSp>
      <p:grpSp>
        <p:nvGrpSpPr>
          <p:cNvPr id="24" name="Google Shape;1318;p59">
            <a:extLst>
              <a:ext uri="{FF2B5EF4-FFF2-40B4-BE49-F238E27FC236}">
                <a16:creationId xmlns:a16="http://schemas.microsoft.com/office/drawing/2014/main" id="{A912AD04-B959-7140-4D01-5A8DAE2E91D0}"/>
              </a:ext>
            </a:extLst>
          </p:cNvPr>
          <p:cNvGrpSpPr/>
          <p:nvPr/>
        </p:nvGrpSpPr>
        <p:grpSpPr>
          <a:xfrm rot="5400000">
            <a:off x="3127147" y="4481352"/>
            <a:ext cx="166473" cy="141497"/>
            <a:chOff x="4660325" y="1866850"/>
            <a:chExt cx="68350" cy="58100"/>
          </a:xfrm>
          <a:solidFill>
            <a:schemeClr val="tx2"/>
          </a:solidFill>
        </p:grpSpPr>
        <p:sp>
          <p:nvSpPr>
            <p:cNvPr id="25" name="Google Shape;1319;p59">
              <a:extLst>
                <a:ext uri="{FF2B5EF4-FFF2-40B4-BE49-F238E27FC236}">
                  <a16:creationId xmlns:a16="http://schemas.microsoft.com/office/drawing/2014/main" id="{5518B48F-88C1-EBE2-EAE1-8E37AE1401E0}"/>
                </a:ext>
              </a:extLst>
            </p:cNvPr>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grp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1320;p59">
              <a:extLst>
                <a:ext uri="{FF2B5EF4-FFF2-40B4-BE49-F238E27FC236}">
                  <a16:creationId xmlns:a16="http://schemas.microsoft.com/office/drawing/2014/main" id="{C2452A1D-9E65-C5A7-F892-487100F86697}"/>
                </a:ext>
              </a:extLst>
            </p:cNvPr>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grp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703176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7279E-4842-CFC1-A90A-D54649D98EB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B2EC587-448E-C420-DEF3-B6E763926F36}"/>
              </a:ext>
            </a:extLst>
          </p:cNvPr>
          <p:cNvSpPr>
            <a:spLocks noGrp="1"/>
          </p:cNvSpPr>
          <p:nvPr>
            <p:ph type="body" idx="1"/>
          </p:nvPr>
        </p:nvSpPr>
        <p:spPr/>
        <p:txBody>
          <a:bodyPr/>
          <a:lstStyle/>
          <a:p>
            <a:r>
              <a:rPr lang="en-US"/>
              <a:t>Code structure </a:t>
            </a:r>
          </a:p>
          <a:p>
            <a:r>
              <a:rPr lang="en-US"/>
              <a:t>Our design :</a:t>
            </a:r>
            <a:r>
              <a:rPr lang="en-US" b="1"/>
              <a:t>chat-based interaction is enough</a:t>
            </a:r>
            <a:r>
              <a:rPr lang="en-US"/>
              <a:t>. Not a </a:t>
            </a:r>
            <a:r>
              <a:rPr lang="en-US" err="1"/>
              <a:t>Fruont</a:t>
            </a:r>
            <a:r>
              <a:rPr lang="en-US"/>
              <a:t> end based </a:t>
            </a:r>
            <a:r>
              <a:rPr lang="en-US" err="1"/>
              <a:t>ui</a:t>
            </a:r>
            <a:r>
              <a:rPr lang="en-US"/>
              <a:t> </a:t>
            </a:r>
          </a:p>
          <a:p>
            <a:r>
              <a:rPr lang="en-US" err="1"/>
              <a:t>Snowmed</a:t>
            </a:r>
            <a:r>
              <a:rPr lang="en-US"/>
              <a:t> IDS </a:t>
            </a:r>
          </a:p>
          <a:p>
            <a:r>
              <a:rPr lang="en-US"/>
              <a:t>Mini </a:t>
            </a:r>
            <a:r>
              <a:rPr lang="en-US" err="1"/>
              <a:t>Kn</a:t>
            </a:r>
            <a:r>
              <a:rPr lang="en-US"/>
              <a:t> </a:t>
            </a:r>
            <a:r>
              <a:rPr lang="en-US" err="1"/>
              <a:t>woledge</a:t>
            </a:r>
            <a:r>
              <a:rPr lang="en-US"/>
              <a:t> graph </a:t>
            </a:r>
          </a:p>
          <a:p>
            <a:r>
              <a:rPr lang="en-US"/>
              <a:t>Design,</a:t>
            </a:r>
          </a:p>
          <a:p>
            <a:r>
              <a:rPr lang="en-US"/>
              <a:t>Challenges</a:t>
            </a:r>
          </a:p>
          <a:p>
            <a:r>
              <a:rPr lang="en-US"/>
              <a:t>system behavior.</a:t>
            </a:r>
          </a:p>
          <a:p>
            <a:r>
              <a:rPr lang="en-US"/>
              <a:t>Emphasis on:</a:t>
            </a:r>
          </a:p>
          <a:p>
            <a:r>
              <a:rPr lang="en-US"/>
              <a:t>Safety and constraint handling </a:t>
            </a:r>
          </a:p>
          <a:p>
            <a:r>
              <a:rPr lang="en-US"/>
              <a:t>Reasoning quality </a:t>
            </a:r>
          </a:p>
          <a:p>
            <a:r>
              <a:rPr lang="en-US"/>
              <a:t>System integration (not “weak” or superficial connections)</a:t>
            </a:r>
          </a:p>
          <a:p>
            <a:br>
              <a:rPr lang="en-US"/>
            </a:br>
            <a:br>
              <a:rPr lang="en-US"/>
            </a:br>
            <a:endParaRPr lang="en-US"/>
          </a:p>
        </p:txBody>
      </p:sp>
      <p:sp>
        <p:nvSpPr>
          <p:cNvPr id="4" name="Picture Placeholder 3">
            <a:extLst>
              <a:ext uri="{FF2B5EF4-FFF2-40B4-BE49-F238E27FC236}">
                <a16:creationId xmlns:a16="http://schemas.microsoft.com/office/drawing/2014/main" id="{4E5C8691-4B6F-2C1F-434D-5B7B1147D495}"/>
              </a:ext>
            </a:extLst>
          </p:cNvPr>
          <p:cNvSpPr>
            <a:spLocks noGrp="1"/>
          </p:cNvSpPr>
          <p:nvPr>
            <p:ph type="pic" idx="2"/>
          </p:nvPr>
        </p:nvSpPr>
        <p:spPr/>
        <p:txBody>
          <a:bodyPr/>
          <a:lstStyle/>
          <a:p>
            <a:endParaRPr lang="en-US"/>
          </a:p>
        </p:txBody>
      </p:sp>
    </p:spTree>
    <p:extLst>
      <p:ext uri="{BB962C8B-B14F-4D97-AF65-F5344CB8AC3E}">
        <p14:creationId xmlns:p14="http://schemas.microsoft.com/office/powerpoint/2010/main" val="133463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45"/>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lvl="0"/>
            <a:r>
              <a:rPr lang="en"/>
              <a:t>Baseline Model Comparison</a:t>
            </a:r>
            <a:endParaRPr/>
          </a:p>
        </p:txBody>
      </p:sp>
      <p:graphicFrame>
        <p:nvGraphicFramePr>
          <p:cNvPr id="604" name="Google Shape;604;p45"/>
          <p:cNvGraphicFramePr/>
          <p:nvPr/>
        </p:nvGraphicFramePr>
        <p:xfrm>
          <a:off x="1012013" y="1237810"/>
          <a:ext cx="7120050" cy="3049725"/>
        </p:xfrm>
        <a:graphic>
          <a:graphicData uri="http://schemas.openxmlformats.org/drawingml/2006/table">
            <a:tbl>
              <a:tblPr>
                <a:noFill/>
                <a:tableStyleId>{C42C0323-8833-4557-A449-C071333AC308}</a:tableStyleId>
              </a:tblPr>
              <a:tblGrid>
                <a:gridCol w="1400925">
                  <a:extLst>
                    <a:ext uri="{9D8B030D-6E8A-4147-A177-3AD203B41FA5}">
                      <a16:colId xmlns:a16="http://schemas.microsoft.com/office/drawing/2014/main" val="20000"/>
                    </a:ext>
                  </a:extLst>
                </a:gridCol>
                <a:gridCol w="1143825">
                  <a:extLst>
                    <a:ext uri="{9D8B030D-6E8A-4147-A177-3AD203B41FA5}">
                      <a16:colId xmlns:a16="http://schemas.microsoft.com/office/drawing/2014/main" val="20001"/>
                    </a:ext>
                  </a:extLst>
                </a:gridCol>
                <a:gridCol w="1143825">
                  <a:extLst>
                    <a:ext uri="{9D8B030D-6E8A-4147-A177-3AD203B41FA5}">
                      <a16:colId xmlns:a16="http://schemas.microsoft.com/office/drawing/2014/main" val="20002"/>
                    </a:ext>
                  </a:extLst>
                </a:gridCol>
                <a:gridCol w="1143825">
                  <a:extLst>
                    <a:ext uri="{9D8B030D-6E8A-4147-A177-3AD203B41FA5}">
                      <a16:colId xmlns:a16="http://schemas.microsoft.com/office/drawing/2014/main" val="20003"/>
                    </a:ext>
                  </a:extLst>
                </a:gridCol>
                <a:gridCol w="1143825">
                  <a:extLst>
                    <a:ext uri="{9D8B030D-6E8A-4147-A177-3AD203B41FA5}">
                      <a16:colId xmlns:a16="http://schemas.microsoft.com/office/drawing/2014/main" val="20004"/>
                    </a:ext>
                  </a:extLst>
                </a:gridCol>
                <a:gridCol w="1143825">
                  <a:extLst>
                    <a:ext uri="{9D8B030D-6E8A-4147-A177-3AD203B41FA5}">
                      <a16:colId xmlns:a16="http://schemas.microsoft.com/office/drawing/2014/main" val="20005"/>
                    </a:ext>
                  </a:extLst>
                </a:gridCol>
              </a:tblGrid>
              <a:tr h="435675">
                <a:tc>
                  <a:txBody>
                    <a:bodyPr/>
                    <a:lstStyle/>
                    <a:p>
                      <a:pPr marL="0" marR="0" lvl="0" indent="0" algn="ctr" rtl="0">
                        <a:lnSpc>
                          <a:spcPct val="100000"/>
                        </a:lnSpc>
                        <a:spcBef>
                          <a:spcPts val="0"/>
                        </a:spcBef>
                        <a:spcAft>
                          <a:spcPts val="0"/>
                        </a:spcAft>
                        <a:buClr>
                          <a:srgbClr val="000000"/>
                        </a:buClr>
                        <a:buSzPts val="1300"/>
                        <a:buFont typeface="Arial"/>
                        <a:buNone/>
                      </a:pP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alpha val="0"/>
                        </a:schemeClr>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alpha val="0"/>
                        </a:scheme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Age</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Gender</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M. history</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Symptoms</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u="none" strike="noStrike" cap="none">
                          <a:solidFill>
                            <a:schemeClr val="dk1"/>
                          </a:solidFill>
                          <a:latin typeface="DM Sans Black"/>
                          <a:ea typeface="DM Sans Black"/>
                          <a:cs typeface="DM Sans Black"/>
                          <a:sym typeface="DM Sans Black"/>
                        </a:rPr>
                        <a:t>Diagnosis</a:t>
                      </a:r>
                      <a:endParaRPr sz="1300" u="none" strike="noStrike" cap="none">
                        <a:solidFill>
                          <a:schemeClr val="dk1"/>
                        </a:solidFill>
                        <a:latin typeface="DM Sans Black"/>
                        <a:ea typeface="DM Sans Black"/>
                        <a:cs typeface="DM Sans Black"/>
                        <a:sym typeface="DM Sans Black"/>
                      </a:endParaRPr>
                    </a:p>
                  </a:txBody>
                  <a:tcPr marL="91425" marR="91425" marT="68575" marB="6857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1</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45</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Hypertension</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1</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2</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32</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Asthma</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2</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3</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60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Diabetes</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3</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4</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50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4</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5</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28</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5</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35675">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chemeClr val="dk1"/>
                          </a:solidFill>
                          <a:latin typeface="Karla"/>
                          <a:ea typeface="Karla"/>
                          <a:cs typeface="Karla"/>
                          <a:sym typeface="Karla"/>
                        </a:rPr>
                        <a:t>Patient 6</a:t>
                      </a:r>
                      <a:endParaRPr sz="1400" b="1" u="none" strike="noStrike" cap="none">
                        <a:solidFill>
                          <a:schemeClr val="dk1"/>
                        </a:solidFill>
                        <a:latin typeface="Karla"/>
                        <a:ea typeface="Karla"/>
                        <a:cs typeface="Karla"/>
                        <a:sym typeface="Karla"/>
                      </a:endParaRPr>
                    </a:p>
                  </a:txBody>
                  <a:tcPr marL="91425" marR="91425"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70</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Osteoarthritis</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Symptom</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Diagnosis 6</a:t>
                      </a:r>
                      <a:endParaRPr sz="1200" u="none" strike="noStrike" cap="none">
                        <a:solidFill>
                          <a:schemeClr val="dk1"/>
                        </a:solidFill>
                        <a:latin typeface="Karla"/>
                        <a:ea typeface="Karla"/>
                        <a:cs typeface="Karla"/>
                        <a:sym typeface="Karla"/>
                      </a:endParaRPr>
                    </a:p>
                  </a:txBody>
                  <a:tcPr marL="0" marR="0" marT="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3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Baseline Model Comparison</a:t>
            </a:r>
            <a:endParaRPr/>
          </a:p>
        </p:txBody>
      </p:sp>
      <p:sp>
        <p:nvSpPr>
          <p:cNvPr id="477" name="Google Shape;477;p38"/>
          <p:cNvSpPr txBox="1">
            <a:spLocks noGrp="1"/>
          </p:cNvSpPr>
          <p:nvPr>
            <p:ph type="subTitle" idx="4"/>
          </p:nvPr>
        </p:nvSpPr>
        <p:spPr>
          <a:xfrm>
            <a:off x="977338" y="2163608"/>
            <a:ext cx="23322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Patient profile</a:t>
            </a:r>
            <a:endParaRPr/>
          </a:p>
        </p:txBody>
      </p:sp>
      <p:sp>
        <p:nvSpPr>
          <p:cNvPr id="478" name="Google Shape;478;p38"/>
          <p:cNvSpPr txBox="1">
            <a:spLocks noGrp="1"/>
          </p:cNvSpPr>
          <p:nvPr>
            <p:ph type="subTitle" idx="5"/>
          </p:nvPr>
        </p:nvSpPr>
        <p:spPr>
          <a:xfrm>
            <a:off x="3406650" y="2163609"/>
            <a:ext cx="23310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Clinical findings</a:t>
            </a:r>
            <a:endParaRPr/>
          </a:p>
        </p:txBody>
      </p:sp>
      <p:sp>
        <p:nvSpPr>
          <p:cNvPr id="479" name="Google Shape;479;p38"/>
          <p:cNvSpPr txBox="1">
            <a:spLocks noGrp="1"/>
          </p:cNvSpPr>
          <p:nvPr>
            <p:ph type="subTitle" idx="1"/>
          </p:nvPr>
        </p:nvSpPr>
        <p:spPr>
          <a:xfrm>
            <a:off x="977338" y="2685206"/>
            <a:ext cx="23322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Include essential demographic information such as age, gender, and medical history. Describe the patient's chief complaint and the timeline of symptoms leading to the diagnosis</a:t>
            </a:r>
            <a:endParaRPr/>
          </a:p>
        </p:txBody>
      </p:sp>
      <p:sp>
        <p:nvSpPr>
          <p:cNvPr id="480" name="Google Shape;480;p38"/>
          <p:cNvSpPr txBox="1">
            <a:spLocks noGrp="1"/>
          </p:cNvSpPr>
          <p:nvPr>
            <p:ph type="subTitle" idx="2"/>
          </p:nvPr>
        </p:nvSpPr>
        <p:spPr>
          <a:xfrm>
            <a:off x="3406800" y="2685203"/>
            <a:ext cx="23310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Present an overview of the patient's physical examination findings, laboratory test results and any imaging or diagnostic procedures. Highlight key abnormalities that aid in the diagnosis</a:t>
            </a:r>
            <a:endParaRPr/>
          </a:p>
        </p:txBody>
      </p:sp>
      <p:sp>
        <p:nvSpPr>
          <p:cNvPr id="481" name="Google Shape;481;p38"/>
          <p:cNvSpPr txBox="1">
            <a:spLocks noGrp="1"/>
          </p:cNvSpPr>
          <p:nvPr>
            <p:ph type="subTitle" idx="3"/>
          </p:nvPr>
        </p:nvSpPr>
        <p:spPr>
          <a:xfrm>
            <a:off x="5835062" y="2685203"/>
            <a:ext cx="2331000" cy="1570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Outline the diagnostic process, including the reasoning behind the chosen investigations and tests. Discuss the results, their interpretation and their contribution to reaching the final diagnosis</a:t>
            </a:r>
            <a:endParaRPr/>
          </a:p>
        </p:txBody>
      </p:sp>
      <p:sp>
        <p:nvSpPr>
          <p:cNvPr id="482" name="Google Shape;482;p38"/>
          <p:cNvSpPr txBox="1">
            <a:spLocks noGrp="1"/>
          </p:cNvSpPr>
          <p:nvPr>
            <p:ph type="subTitle" idx="6"/>
          </p:nvPr>
        </p:nvSpPr>
        <p:spPr>
          <a:xfrm>
            <a:off x="5834462" y="2163608"/>
            <a:ext cx="2332200" cy="5277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Diagnostic </a:t>
            </a:r>
            <a:endParaRPr/>
          </a:p>
        </p:txBody>
      </p:sp>
      <p:sp>
        <p:nvSpPr>
          <p:cNvPr id="483" name="Google Shape;483;p38"/>
          <p:cNvSpPr/>
          <p:nvPr/>
        </p:nvSpPr>
        <p:spPr>
          <a:xfrm>
            <a:off x="1849438"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38"/>
          <p:cNvSpPr/>
          <p:nvPr/>
        </p:nvSpPr>
        <p:spPr>
          <a:xfrm>
            <a:off x="4278150"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38"/>
          <p:cNvSpPr/>
          <p:nvPr/>
        </p:nvSpPr>
        <p:spPr>
          <a:xfrm>
            <a:off x="6706562" y="1645975"/>
            <a:ext cx="5880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6" name="Google Shape;486;p38"/>
          <p:cNvGrpSpPr/>
          <p:nvPr/>
        </p:nvGrpSpPr>
        <p:grpSpPr>
          <a:xfrm>
            <a:off x="1957930" y="1734836"/>
            <a:ext cx="371016" cy="371015"/>
            <a:chOff x="722807" y="3323461"/>
            <a:chExt cx="371016" cy="371015"/>
          </a:xfrm>
        </p:grpSpPr>
        <p:sp>
          <p:nvSpPr>
            <p:cNvPr id="487" name="Google Shape;487;p38"/>
            <p:cNvSpPr/>
            <p:nvPr/>
          </p:nvSpPr>
          <p:spPr>
            <a:xfrm>
              <a:off x="722807" y="3323461"/>
              <a:ext cx="371016" cy="371015"/>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8" name="Google Shape;488;p38"/>
            <p:cNvSpPr/>
            <p:nvPr/>
          </p:nvSpPr>
          <p:spPr>
            <a:xfrm>
              <a:off x="837304" y="3456674"/>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89" name="Google Shape;489;p38"/>
            <p:cNvSpPr/>
            <p:nvPr/>
          </p:nvSpPr>
          <p:spPr>
            <a:xfrm>
              <a:off x="918774" y="3521629"/>
              <a:ext cx="59451" cy="58350"/>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0" name="Google Shape;490;p38"/>
            <p:cNvSpPr/>
            <p:nvPr/>
          </p:nvSpPr>
          <p:spPr>
            <a:xfrm>
              <a:off x="837304" y="3529336"/>
              <a:ext cx="45139" cy="45138"/>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1" name="Google Shape;491;p38"/>
            <p:cNvSpPr/>
            <p:nvPr/>
          </p:nvSpPr>
          <p:spPr>
            <a:xfrm>
              <a:off x="931985" y="3443463"/>
              <a:ext cx="46239" cy="44037"/>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2" name="Google Shape;492;p38"/>
            <p:cNvSpPr/>
            <p:nvPr/>
          </p:nvSpPr>
          <p:spPr>
            <a:xfrm>
              <a:off x="858222" y="343795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3" name="Google Shape;493;p38"/>
            <p:cNvSpPr/>
            <p:nvPr/>
          </p:nvSpPr>
          <p:spPr>
            <a:xfrm>
              <a:off x="907764" y="3422545"/>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4" name="Google Shape;494;p38"/>
            <p:cNvSpPr/>
            <p:nvPr/>
          </p:nvSpPr>
          <p:spPr>
            <a:xfrm>
              <a:off x="905562" y="349520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5" name="Google Shape;495;p38"/>
            <p:cNvSpPr/>
            <p:nvPr/>
          </p:nvSpPr>
          <p:spPr>
            <a:xfrm>
              <a:off x="897856" y="358218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6" name="Google Shape;496;p38"/>
            <p:cNvSpPr/>
            <p:nvPr/>
          </p:nvSpPr>
          <p:spPr>
            <a:xfrm>
              <a:off x="987032" y="351172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97" name="Google Shape;497;p38"/>
            <p:cNvSpPr/>
            <p:nvPr/>
          </p:nvSpPr>
          <p:spPr>
            <a:xfrm>
              <a:off x="814184" y="350841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498" name="Google Shape;498;p38"/>
          <p:cNvGrpSpPr/>
          <p:nvPr/>
        </p:nvGrpSpPr>
        <p:grpSpPr>
          <a:xfrm>
            <a:off x="6813953" y="1760695"/>
            <a:ext cx="373218" cy="319270"/>
            <a:chOff x="7222746" y="3348783"/>
            <a:chExt cx="373218" cy="319270"/>
          </a:xfrm>
        </p:grpSpPr>
        <p:sp>
          <p:nvSpPr>
            <p:cNvPr id="499" name="Google Shape;499;p38"/>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0" name="Google Shape;500;p38"/>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1" name="Google Shape;501;p38"/>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02" name="Google Shape;502;p38"/>
          <p:cNvGrpSpPr/>
          <p:nvPr/>
        </p:nvGrpSpPr>
        <p:grpSpPr>
          <a:xfrm>
            <a:off x="4435083" y="1734837"/>
            <a:ext cx="274133" cy="371015"/>
            <a:chOff x="3141568" y="2705837"/>
            <a:chExt cx="274133" cy="371015"/>
          </a:xfrm>
        </p:grpSpPr>
        <p:sp>
          <p:nvSpPr>
            <p:cNvPr id="503" name="Google Shape;503;p38"/>
            <p:cNvSpPr/>
            <p:nvPr/>
          </p:nvSpPr>
          <p:spPr>
            <a:xfrm>
              <a:off x="3141568" y="2705837"/>
              <a:ext cx="274133" cy="371015"/>
            </a:xfrm>
            <a:custGeom>
              <a:avLst/>
              <a:gdLst/>
              <a:ahLst/>
              <a:cxnLst/>
              <a:rect l="l" t="t" r="r" b="b"/>
              <a:pathLst>
                <a:path w="105" h="142" extrusionOk="0">
                  <a:moveTo>
                    <a:pt x="97" y="11"/>
                  </a:moveTo>
                  <a:cubicBezTo>
                    <a:pt x="72" y="11"/>
                    <a:pt x="72" y="11"/>
                    <a:pt x="72" y="11"/>
                  </a:cubicBezTo>
                  <a:cubicBezTo>
                    <a:pt x="72" y="10"/>
                    <a:pt x="70" y="8"/>
                    <a:pt x="67" y="8"/>
                  </a:cubicBezTo>
                  <a:cubicBezTo>
                    <a:pt x="63" y="8"/>
                    <a:pt x="63" y="8"/>
                    <a:pt x="63" y="8"/>
                  </a:cubicBezTo>
                  <a:cubicBezTo>
                    <a:pt x="62" y="3"/>
                    <a:pt x="58" y="0"/>
                    <a:pt x="53" y="0"/>
                  </a:cubicBezTo>
                  <a:cubicBezTo>
                    <a:pt x="48" y="0"/>
                    <a:pt x="43" y="3"/>
                    <a:pt x="42" y="8"/>
                  </a:cubicBezTo>
                  <a:cubicBezTo>
                    <a:pt x="38" y="8"/>
                    <a:pt x="38" y="8"/>
                    <a:pt x="38" y="8"/>
                  </a:cubicBezTo>
                  <a:cubicBezTo>
                    <a:pt x="36" y="8"/>
                    <a:pt x="34" y="10"/>
                    <a:pt x="33" y="11"/>
                  </a:cubicBezTo>
                  <a:cubicBezTo>
                    <a:pt x="9" y="11"/>
                    <a:pt x="9" y="11"/>
                    <a:pt x="9" y="11"/>
                  </a:cubicBezTo>
                  <a:cubicBezTo>
                    <a:pt x="4" y="11"/>
                    <a:pt x="0" y="15"/>
                    <a:pt x="0" y="20"/>
                  </a:cubicBezTo>
                  <a:cubicBezTo>
                    <a:pt x="0" y="134"/>
                    <a:pt x="0" y="134"/>
                    <a:pt x="0" y="134"/>
                  </a:cubicBezTo>
                  <a:cubicBezTo>
                    <a:pt x="0" y="139"/>
                    <a:pt x="4" y="142"/>
                    <a:pt x="9" y="142"/>
                  </a:cubicBezTo>
                  <a:cubicBezTo>
                    <a:pt x="97" y="142"/>
                    <a:pt x="97" y="142"/>
                    <a:pt x="97" y="142"/>
                  </a:cubicBezTo>
                  <a:cubicBezTo>
                    <a:pt x="101" y="142"/>
                    <a:pt x="105" y="139"/>
                    <a:pt x="105" y="134"/>
                  </a:cubicBezTo>
                  <a:cubicBezTo>
                    <a:pt x="105" y="20"/>
                    <a:pt x="105" y="20"/>
                    <a:pt x="105" y="20"/>
                  </a:cubicBezTo>
                  <a:cubicBezTo>
                    <a:pt x="105" y="15"/>
                    <a:pt x="101" y="11"/>
                    <a:pt x="97" y="11"/>
                  </a:cubicBezTo>
                  <a:close/>
                  <a:moveTo>
                    <a:pt x="33" y="28"/>
                  </a:moveTo>
                  <a:cubicBezTo>
                    <a:pt x="34" y="30"/>
                    <a:pt x="36" y="31"/>
                    <a:pt x="39" y="31"/>
                  </a:cubicBezTo>
                  <a:cubicBezTo>
                    <a:pt x="67" y="31"/>
                    <a:pt x="67" y="31"/>
                    <a:pt x="67" y="31"/>
                  </a:cubicBezTo>
                  <a:cubicBezTo>
                    <a:pt x="70" y="31"/>
                    <a:pt x="71" y="30"/>
                    <a:pt x="72" y="28"/>
                  </a:cubicBezTo>
                  <a:cubicBezTo>
                    <a:pt x="89" y="28"/>
                    <a:pt x="89" y="28"/>
                    <a:pt x="89" y="28"/>
                  </a:cubicBezTo>
                  <a:cubicBezTo>
                    <a:pt x="89" y="126"/>
                    <a:pt x="89" y="126"/>
                    <a:pt x="89" y="126"/>
                  </a:cubicBezTo>
                  <a:cubicBezTo>
                    <a:pt x="17" y="126"/>
                    <a:pt x="17" y="126"/>
                    <a:pt x="17" y="126"/>
                  </a:cubicBezTo>
                  <a:cubicBezTo>
                    <a:pt x="17" y="28"/>
                    <a:pt x="17" y="28"/>
                    <a:pt x="17" y="28"/>
                  </a:cubicBezTo>
                  <a:cubicBezTo>
                    <a:pt x="33" y="28"/>
                    <a:pt x="33" y="28"/>
                    <a:pt x="33" y="28"/>
                  </a:cubicBezTo>
                  <a:close/>
                  <a:moveTo>
                    <a:pt x="45" y="14"/>
                  </a:moveTo>
                  <a:cubicBezTo>
                    <a:pt x="46" y="14"/>
                    <a:pt x="46" y="14"/>
                    <a:pt x="47" y="13"/>
                  </a:cubicBezTo>
                  <a:cubicBezTo>
                    <a:pt x="47" y="12"/>
                    <a:pt x="48" y="12"/>
                    <a:pt x="48" y="11"/>
                  </a:cubicBezTo>
                  <a:cubicBezTo>
                    <a:pt x="48" y="11"/>
                    <a:pt x="48" y="11"/>
                    <a:pt x="48" y="11"/>
                  </a:cubicBezTo>
                  <a:cubicBezTo>
                    <a:pt x="48" y="8"/>
                    <a:pt x="50" y="5"/>
                    <a:pt x="53" y="5"/>
                  </a:cubicBezTo>
                  <a:cubicBezTo>
                    <a:pt x="56" y="5"/>
                    <a:pt x="58" y="8"/>
                    <a:pt x="58" y="11"/>
                  </a:cubicBezTo>
                  <a:cubicBezTo>
                    <a:pt x="58" y="11"/>
                    <a:pt x="58" y="11"/>
                    <a:pt x="58" y="11"/>
                  </a:cubicBezTo>
                  <a:cubicBezTo>
                    <a:pt x="58" y="11"/>
                    <a:pt x="58" y="11"/>
                    <a:pt x="58" y="12"/>
                  </a:cubicBezTo>
                  <a:cubicBezTo>
                    <a:pt x="59" y="13"/>
                    <a:pt x="60" y="14"/>
                    <a:pt x="61" y="14"/>
                  </a:cubicBezTo>
                  <a:cubicBezTo>
                    <a:pt x="67" y="14"/>
                    <a:pt x="67" y="14"/>
                    <a:pt x="67" y="14"/>
                  </a:cubicBezTo>
                  <a:cubicBezTo>
                    <a:pt x="67" y="14"/>
                    <a:pt x="67" y="14"/>
                    <a:pt x="67" y="14"/>
                  </a:cubicBezTo>
                  <a:cubicBezTo>
                    <a:pt x="67" y="14"/>
                    <a:pt x="67" y="14"/>
                    <a:pt x="67" y="14"/>
                  </a:cubicBezTo>
                  <a:cubicBezTo>
                    <a:pt x="67" y="14"/>
                    <a:pt x="67" y="14"/>
                    <a:pt x="67" y="14"/>
                  </a:cubicBezTo>
                  <a:cubicBezTo>
                    <a:pt x="67" y="26"/>
                    <a:pt x="67" y="26"/>
                    <a:pt x="67" y="26"/>
                  </a:cubicBezTo>
                  <a:cubicBezTo>
                    <a:pt x="38" y="26"/>
                    <a:pt x="38" y="26"/>
                    <a:pt x="38" y="26"/>
                  </a:cubicBezTo>
                  <a:cubicBezTo>
                    <a:pt x="38" y="14"/>
                    <a:pt x="38" y="14"/>
                    <a:pt x="38" y="14"/>
                  </a:cubicBezTo>
                  <a:cubicBezTo>
                    <a:pt x="45" y="14"/>
                    <a:pt x="45" y="14"/>
                    <a:pt x="45" y="14"/>
                  </a:cubicBezTo>
                  <a:close/>
                  <a:moveTo>
                    <a:pt x="100" y="134"/>
                  </a:moveTo>
                  <a:cubicBezTo>
                    <a:pt x="100" y="136"/>
                    <a:pt x="98" y="137"/>
                    <a:pt x="97" y="137"/>
                  </a:cubicBezTo>
                  <a:cubicBezTo>
                    <a:pt x="9" y="137"/>
                    <a:pt x="9" y="137"/>
                    <a:pt x="9" y="137"/>
                  </a:cubicBezTo>
                  <a:cubicBezTo>
                    <a:pt x="7" y="137"/>
                    <a:pt x="6" y="136"/>
                    <a:pt x="6" y="134"/>
                  </a:cubicBezTo>
                  <a:cubicBezTo>
                    <a:pt x="6" y="20"/>
                    <a:pt x="6" y="20"/>
                    <a:pt x="6" y="20"/>
                  </a:cubicBezTo>
                  <a:cubicBezTo>
                    <a:pt x="6" y="18"/>
                    <a:pt x="7" y="17"/>
                    <a:pt x="9" y="17"/>
                  </a:cubicBezTo>
                  <a:cubicBezTo>
                    <a:pt x="33" y="17"/>
                    <a:pt x="33" y="17"/>
                    <a:pt x="33" y="17"/>
                  </a:cubicBezTo>
                  <a:cubicBezTo>
                    <a:pt x="33" y="22"/>
                    <a:pt x="33" y="22"/>
                    <a:pt x="33" y="22"/>
                  </a:cubicBezTo>
                  <a:cubicBezTo>
                    <a:pt x="17" y="22"/>
                    <a:pt x="17" y="22"/>
                    <a:pt x="17" y="22"/>
                  </a:cubicBezTo>
                  <a:cubicBezTo>
                    <a:pt x="14" y="22"/>
                    <a:pt x="12" y="25"/>
                    <a:pt x="12" y="28"/>
                  </a:cubicBezTo>
                  <a:cubicBezTo>
                    <a:pt x="12" y="126"/>
                    <a:pt x="12" y="126"/>
                    <a:pt x="12" y="126"/>
                  </a:cubicBezTo>
                  <a:cubicBezTo>
                    <a:pt x="12" y="129"/>
                    <a:pt x="14" y="131"/>
                    <a:pt x="17" y="131"/>
                  </a:cubicBezTo>
                  <a:cubicBezTo>
                    <a:pt x="89" y="131"/>
                    <a:pt x="89" y="131"/>
                    <a:pt x="89" y="131"/>
                  </a:cubicBezTo>
                  <a:cubicBezTo>
                    <a:pt x="92" y="131"/>
                    <a:pt x="94" y="129"/>
                    <a:pt x="94" y="126"/>
                  </a:cubicBezTo>
                  <a:cubicBezTo>
                    <a:pt x="94" y="28"/>
                    <a:pt x="94" y="28"/>
                    <a:pt x="94" y="28"/>
                  </a:cubicBezTo>
                  <a:cubicBezTo>
                    <a:pt x="94" y="25"/>
                    <a:pt x="92" y="22"/>
                    <a:pt x="89" y="22"/>
                  </a:cubicBezTo>
                  <a:cubicBezTo>
                    <a:pt x="73" y="22"/>
                    <a:pt x="73" y="22"/>
                    <a:pt x="73" y="22"/>
                  </a:cubicBezTo>
                  <a:cubicBezTo>
                    <a:pt x="73" y="17"/>
                    <a:pt x="73" y="17"/>
                    <a:pt x="73" y="17"/>
                  </a:cubicBezTo>
                  <a:cubicBezTo>
                    <a:pt x="97" y="17"/>
                    <a:pt x="97" y="17"/>
                    <a:pt x="97" y="17"/>
                  </a:cubicBezTo>
                  <a:cubicBezTo>
                    <a:pt x="98" y="17"/>
                    <a:pt x="100" y="18"/>
                    <a:pt x="100" y="20"/>
                  </a:cubicBezTo>
                  <a:lnTo>
                    <a:pt x="100" y="1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4" name="Google Shape;504;p38"/>
            <p:cNvSpPr/>
            <p:nvPr/>
          </p:nvSpPr>
          <p:spPr>
            <a:xfrm>
              <a:off x="3223037" y="2941437"/>
              <a:ext cx="114498" cy="15413"/>
            </a:xfrm>
            <a:custGeom>
              <a:avLst/>
              <a:gdLst/>
              <a:ahLst/>
              <a:cxnLst/>
              <a:rect l="l" t="t" r="r" b="b"/>
              <a:pathLst>
                <a:path w="44" h="6" extrusionOk="0">
                  <a:moveTo>
                    <a:pt x="3" y="6"/>
                  </a:moveTo>
                  <a:cubicBezTo>
                    <a:pt x="41" y="6"/>
                    <a:pt x="41" y="6"/>
                    <a:pt x="41" y="6"/>
                  </a:cubicBezTo>
                  <a:cubicBezTo>
                    <a:pt x="42" y="6"/>
                    <a:pt x="43" y="5"/>
                    <a:pt x="43" y="3"/>
                  </a:cubicBezTo>
                  <a:cubicBezTo>
                    <a:pt x="44" y="2"/>
                    <a:pt x="42" y="0"/>
                    <a:pt x="41" y="0"/>
                  </a:cubicBezTo>
                  <a:cubicBezTo>
                    <a:pt x="3" y="0"/>
                    <a:pt x="3" y="0"/>
                    <a:pt x="3" y="0"/>
                  </a:cubicBezTo>
                  <a:cubicBezTo>
                    <a:pt x="2" y="0"/>
                    <a:pt x="0" y="1"/>
                    <a:pt x="0" y="2"/>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5" name="Google Shape;505;p38"/>
            <p:cNvSpPr/>
            <p:nvPr/>
          </p:nvSpPr>
          <p:spPr>
            <a:xfrm>
              <a:off x="3223037" y="2972263"/>
              <a:ext cx="114498" cy="13211"/>
            </a:xfrm>
            <a:custGeom>
              <a:avLst/>
              <a:gdLst/>
              <a:ahLst/>
              <a:cxnLst/>
              <a:rect l="l" t="t" r="r" b="b"/>
              <a:pathLst>
                <a:path w="44" h="5" extrusionOk="0">
                  <a:moveTo>
                    <a:pt x="3" y="5"/>
                  </a:moveTo>
                  <a:cubicBezTo>
                    <a:pt x="41" y="5"/>
                    <a:pt x="41" y="5"/>
                    <a:pt x="41" y="5"/>
                  </a:cubicBezTo>
                  <a:cubicBezTo>
                    <a:pt x="42" y="5"/>
                    <a:pt x="43" y="4"/>
                    <a:pt x="43" y="3"/>
                  </a:cubicBezTo>
                  <a:cubicBezTo>
                    <a:pt x="44" y="1"/>
                    <a:pt x="42" y="0"/>
                    <a:pt x="41"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6" name="Google Shape;506;p38"/>
            <p:cNvSpPr/>
            <p:nvPr/>
          </p:nvSpPr>
          <p:spPr>
            <a:xfrm>
              <a:off x="3223037" y="3000887"/>
              <a:ext cx="80369" cy="15413"/>
            </a:xfrm>
            <a:custGeom>
              <a:avLst/>
              <a:gdLst/>
              <a:ahLst/>
              <a:cxnLst/>
              <a:rect l="l" t="t" r="r" b="b"/>
              <a:pathLst>
                <a:path w="31" h="6" extrusionOk="0">
                  <a:moveTo>
                    <a:pt x="28" y="0"/>
                  </a:moveTo>
                  <a:cubicBezTo>
                    <a:pt x="3" y="0"/>
                    <a:pt x="3" y="0"/>
                    <a:pt x="3" y="0"/>
                  </a:cubicBezTo>
                  <a:cubicBezTo>
                    <a:pt x="2" y="0"/>
                    <a:pt x="0" y="1"/>
                    <a:pt x="0" y="3"/>
                  </a:cubicBezTo>
                  <a:cubicBezTo>
                    <a:pt x="0" y="4"/>
                    <a:pt x="1" y="6"/>
                    <a:pt x="3" y="6"/>
                  </a:cubicBezTo>
                  <a:cubicBezTo>
                    <a:pt x="28" y="6"/>
                    <a:pt x="28" y="6"/>
                    <a:pt x="28" y="6"/>
                  </a:cubicBezTo>
                  <a:cubicBezTo>
                    <a:pt x="29" y="6"/>
                    <a:pt x="31" y="5"/>
                    <a:pt x="31" y="3"/>
                  </a:cubicBezTo>
                  <a:cubicBezTo>
                    <a:pt x="31" y="2"/>
                    <a:pt x="30" y="0"/>
                    <a:pt x="2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7" name="Google Shape;507;p38"/>
            <p:cNvSpPr/>
            <p:nvPr/>
          </p:nvSpPr>
          <p:spPr>
            <a:xfrm>
              <a:off x="3219734" y="2802719"/>
              <a:ext cx="121103" cy="120002"/>
            </a:xfrm>
            <a:custGeom>
              <a:avLst/>
              <a:gdLst/>
              <a:ahLst/>
              <a:cxnLst/>
              <a:rect l="l" t="t" r="r" b="b"/>
              <a:pathLst>
                <a:path w="46" h="46" extrusionOk="0">
                  <a:moveTo>
                    <a:pt x="4" y="32"/>
                  </a:moveTo>
                  <a:cubicBezTo>
                    <a:pt x="14" y="32"/>
                    <a:pt x="14" y="32"/>
                    <a:pt x="14" y="32"/>
                  </a:cubicBezTo>
                  <a:cubicBezTo>
                    <a:pt x="14" y="42"/>
                    <a:pt x="14" y="42"/>
                    <a:pt x="14" y="42"/>
                  </a:cubicBezTo>
                  <a:cubicBezTo>
                    <a:pt x="14" y="44"/>
                    <a:pt x="16" y="46"/>
                    <a:pt x="19" y="46"/>
                  </a:cubicBezTo>
                  <a:cubicBezTo>
                    <a:pt x="27" y="46"/>
                    <a:pt x="27" y="46"/>
                    <a:pt x="27" y="46"/>
                  </a:cubicBezTo>
                  <a:cubicBezTo>
                    <a:pt x="30" y="46"/>
                    <a:pt x="32" y="44"/>
                    <a:pt x="32" y="42"/>
                  </a:cubicBezTo>
                  <a:cubicBezTo>
                    <a:pt x="32" y="32"/>
                    <a:pt x="32" y="32"/>
                    <a:pt x="32" y="32"/>
                  </a:cubicBezTo>
                  <a:cubicBezTo>
                    <a:pt x="41" y="32"/>
                    <a:pt x="41" y="32"/>
                    <a:pt x="41" y="32"/>
                  </a:cubicBezTo>
                  <a:cubicBezTo>
                    <a:pt x="44" y="32"/>
                    <a:pt x="46" y="30"/>
                    <a:pt x="46" y="28"/>
                  </a:cubicBezTo>
                  <a:cubicBezTo>
                    <a:pt x="46" y="19"/>
                    <a:pt x="46" y="19"/>
                    <a:pt x="46" y="19"/>
                  </a:cubicBezTo>
                  <a:cubicBezTo>
                    <a:pt x="46" y="16"/>
                    <a:pt x="44" y="14"/>
                    <a:pt x="41" y="14"/>
                  </a:cubicBezTo>
                  <a:cubicBezTo>
                    <a:pt x="32" y="14"/>
                    <a:pt x="32" y="14"/>
                    <a:pt x="32" y="14"/>
                  </a:cubicBezTo>
                  <a:cubicBezTo>
                    <a:pt x="32" y="5"/>
                    <a:pt x="32" y="5"/>
                    <a:pt x="32" y="5"/>
                  </a:cubicBezTo>
                  <a:cubicBezTo>
                    <a:pt x="32" y="2"/>
                    <a:pt x="30" y="0"/>
                    <a:pt x="27" y="0"/>
                  </a:cubicBezTo>
                  <a:cubicBezTo>
                    <a:pt x="19" y="0"/>
                    <a:pt x="19" y="0"/>
                    <a:pt x="19" y="0"/>
                  </a:cubicBezTo>
                  <a:cubicBezTo>
                    <a:pt x="16" y="0"/>
                    <a:pt x="14" y="2"/>
                    <a:pt x="14" y="5"/>
                  </a:cubicBezTo>
                  <a:cubicBezTo>
                    <a:pt x="14" y="15"/>
                    <a:pt x="14" y="15"/>
                    <a:pt x="14"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7" y="20"/>
                    <a:pt x="17" y="20"/>
                    <a:pt x="17" y="20"/>
                  </a:cubicBezTo>
                  <a:cubicBezTo>
                    <a:pt x="18" y="20"/>
                    <a:pt x="20" y="19"/>
                    <a:pt x="20" y="17"/>
                  </a:cubicBezTo>
                  <a:cubicBezTo>
                    <a:pt x="20" y="6"/>
                    <a:pt x="20" y="6"/>
                    <a:pt x="20" y="6"/>
                  </a:cubicBezTo>
                  <a:cubicBezTo>
                    <a:pt x="26" y="6"/>
                    <a:pt x="26" y="6"/>
                    <a:pt x="26" y="6"/>
                  </a:cubicBezTo>
                  <a:cubicBezTo>
                    <a:pt x="26" y="17"/>
                    <a:pt x="26" y="17"/>
                    <a:pt x="26" y="17"/>
                  </a:cubicBezTo>
                  <a:cubicBezTo>
                    <a:pt x="26" y="19"/>
                    <a:pt x="27" y="20"/>
                    <a:pt x="29" y="20"/>
                  </a:cubicBezTo>
                  <a:cubicBezTo>
                    <a:pt x="40" y="20"/>
                    <a:pt x="40" y="20"/>
                    <a:pt x="40" y="20"/>
                  </a:cubicBezTo>
                  <a:cubicBezTo>
                    <a:pt x="40" y="27"/>
                    <a:pt x="40" y="27"/>
                    <a:pt x="40" y="27"/>
                  </a:cubicBezTo>
                  <a:cubicBezTo>
                    <a:pt x="29" y="27"/>
                    <a:pt x="29" y="27"/>
                    <a:pt x="29" y="27"/>
                  </a:cubicBezTo>
                  <a:cubicBezTo>
                    <a:pt x="27" y="27"/>
                    <a:pt x="26" y="28"/>
                    <a:pt x="26" y="29"/>
                  </a:cubicBezTo>
                  <a:cubicBezTo>
                    <a:pt x="26" y="41"/>
                    <a:pt x="26" y="41"/>
                    <a:pt x="26" y="41"/>
                  </a:cubicBezTo>
                  <a:cubicBezTo>
                    <a:pt x="20" y="41"/>
                    <a:pt x="20" y="41"/>
                    <a:pt x="20" y="41"/>
                  </a:cubicBezTo>
                  <a:cubicBezTo>
                    <a:pt x="20" y="29"/>
                    <a:pt x="20" y="29"/>
                    <a:pt x="20" y="29"/>
                  </a:cubicBezTo>
                  <a:cubicBezTo>
                    <a:pt x="20" y="28"/>
                    <a:pt x="18" y="27"/>
                    <a:pt x="17"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8" name="Google Shape;508;p38"/>
            <p:cNvSpPr/>
            <p:nvPr/>
          </p:nvSpPr>
          <p:spPr>
            <a:xfrm>
              <a:off x="3272579" y="272675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09" name="Google Shape;509;p38"/>
            <p:cNvSpPr/>
            <p:nvPr/>
          </p:nvSpPr>
          <p:spPr>
            <a:xfrm>
              <a:off x="3322122" y="3000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39"/>
          <p:cNvSpPr txBox="1">
            <a:spLocks noGrp="1"/>
          </p:cNvSpPr>
          <p:nvPr>
            <p:ph type="subTitle" idx="2"/>
          </p:nvPr>
        </p:nvSpPr>
        <p:spPr>
          <a:xfrm>
            <a:off x="1590485" y="1787170"/>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Explore potential diagnoses based on the patient's presentation and relevant findings. Discuss distinguishing features for each and reasons for inclusion/exclusion</a:t>
            </a:r>
            <a:endParaRPr/>
          </a:p>
        </p:txBody>
      </p:sp>
      <p:sp>
        <p:nvSpPr>
          <p:cNvPr id="515" name="Google Shape;515;p39"/>
          <p:cNvSpPr txBox="1">
            <a:spLocks noGrp="1"/>
          </p:cNvSpPr>
          <p:nvPr>
            <p:ph type="subTitle" idx="3"/>
          </p:nvPr>
        </p:nvSpPr>
        <p:spPr>
          <a:xfrm>
            <a:off x="5211410" y="1787170"/>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Present the confirmed diagnosis and explain diagnostic criteria. Outline the chosen treatment approach and rationale behind it</a:t>
            </a:r>
            <a:endParaRPr/>
          </a:p>
        </p:txBody>
      </p:sp>
      <p:sp>
        <p:nvSpPr>
          <p:cNvPr id="516" name="Google Shape;516;p39"/>
          <p:cNvSpPr txBox="1">
            <a:spLocks noGrp="1"/>
          </p:cNvSpPr>
          <p:nvPr>
            <p:ph type="subTitle" idx="4"/>
          </p:nvPr>
        </p:nvSpPr>
        <p:spPr>
          <a:xfrm>
            <a:off x="1590485" y="3351855"/>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Describe the patient's progression, treatment response and any significant events or complications. Summarize the final outcome</a:t>
            </a:r>
            <a:endParaRPr/>
          </a:p>
        </p:txBody>
      </p:sp>
      <p:sp>
        <p:nvSpPr>
          <p:cNvPr id="517" name="Google Shape;517;p39"/>
          <p:cNvSpPr txBox="1">
            <a:spLocks noGrp="1"/>
          </p:cNvSpPr>
          <p:nvPr>
            <p:ph type="subTitle" idx="5"/>
          </p:nvPr>
        </p:nvSpPr>
        <p:spPr>
          <a:xfrm>
            <a:off x="5211410" y="3351855"/>
            <a:ext cx="2967000" cy="1027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a:t>Discuss the case's educational value, highlighting unique aspects. Share insights gained, including diagnostic challenges, treatment considerations or disease mechanisms</a:t>
            </a:r>
            <a:endParaRPr/>
          </a:p>
        </p:txBody>
      </p:sp>
      <p:sp>
        <p:nvSpPr>
          <p:cNvPr id="518" name="Google Shape;518;p3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r>
              <a:rPr lang="en-US" b="1"/>
              <a:t>Evaluation</a:t>
            </a:r>
            <a:endParaRPr lang="en-US"/>
          </a:p>
        </p:txBody>
      </p:sp>
      <p:sp>
        <p:nvSpPr>
          <p:cNvPr id="519" name="Google Shape;519;p39"/>
          <p:cNvSpPr txBox="1">
            <a:spLocks noGrp="1"/>
          </p:cNvSpPr>
          <p:nvPr>
            <p:ph type="subTitle" idx="1"/>
          </p:nvPr>
        </p:nvSpPr>
        <p:spPr>
          <a:xfrm>
            <a:off x="1590483" y="1338395"/>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Differential diagnosis</a:t>
            </a:r>
            <a:endParaRPr/>
          </a:p>
        </p:txBody>
      </p:sp>
      <p:sp>
        <p:nvSpPr>
          <p:cNvPr id="520" name="Google Shape;520;p39"/>
          <p:cNvSpPr txBox="1">
            <a:spLocks noGrp="1"/>
          </p:cNvSpPr>
          <p:nvPr>
            <p:ph type="subTitle" idx="6"/>
          </p:nvPr>
        </p:nvSpPr>
        <p:spPr>
          <a:xfrm>
            <a:off x="1590483" y="2903080"/>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Clinical course</a:t>
            </a:r>
            <a:endParaRPr/>
          </a:p>
        </p:txBody>
      </p:sp>
      <p:sp>
        <p:nvSpPr>
          <p:cNvPr id="521" name="Google Shape;521;p39"/>
          <p:cNvSpPr txBox="1">
            <a:spLocks noGrp="1"/>
          </p:cNvSpPr>
          <p:nvPr>
            <p:ph type="subTitle" idx="7"/>
          </p:nvPr>
        </p:nvSpPr>
        <p:spPr>
          <a:xfrm>
            <a:off x="5211408" y="1338395"/>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Treatment</a:t>
            </a:r>
            <a:endParaRPr/>
          </a:p>
        </p:txBody>
      </p:sp>
      <p:sp>
        <p:nvSpPr>
          <p:cNvPr id="522" name="Google Shape;522;p39"/>
          <p:cNvSpPr txBox="1">
            <a:spLocks noGrp="1"/>
          </p:cNvSpPr>
          <p:nvPr>
            <p:ph type="subTitle" idx="8"/>
          </p:nvPr>
        </p:nvSpPr>
        <p:spPr>
          <a:xfrm>
            <a:off x="5211408" y="2903080"/>
            <a:ext cx="2967000" cy="5259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2400"/>
              <a:buNone/>
            </a:pPr>
            <a:r>
              <a:rPr lang="en"/>
              <a:t>Lesson learned</a:t>
            </a:r>
            <a:endParaRPr/>
          </a:p>
        </p:txBody>
      </p:sp>
      <p:sp>
        <p:nvSpPr>
          <p:cNvPr id="523" name="Google Shape;523;p39"/>
          <p:cNvSpPr/>
          <p:nvPr/>
        </p:nvSpPr>
        <p:spPr>
          <a:xfrm>
            <a:off x="965590" y="140318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39"/>
          <p:cNvSpPr/>
          <p:nvPr/>
        </p:nvSpPr>
        <p:spPr>
          <a:xfrm>
            <a:off x="4586515" y="140318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39"/>
          <p:cNvSpPr/>
          <p:nvPr/>
        </p:nvSpPr>
        <p:spPr>
          <a:xfrm>
            <a:off x="965590" y="2967863"/>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39"/>
          <p:cNvSpPr/>
          <p:nvPr/>
        </p:nvSpPr>
        <p:spPr>
          <a:xfrm>
            <a:off x="4586515" y="2967863"/>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27" name="Google Shape;527;p39"/>
          <p:cNvGrpSpPr/>
          <p:nvPr/>
        </p:nvGrpSpPr>
        <p:grpSpPr>
          <a:xfrm>
            <a:off x="1054432" y="3069366"/>
            <a:ext cx="371016" cy="345693"/>
            <a:chOff x="7201828" y="3922369"/>
            <a:chExt cx="371016" cy="345693"/>
          </a:xfrm>
        </p:grpSpPr>
        <p:sp>
          <p:nvSpPr>
            <p:cNvPr id="528" name="Google Shape;528;p39"/>
            <p:cNvSpPr/>
            <p:nvPr/>
          </p:nvSpPr>
          <p:spPr>
            <a:xfrm>
              <a:off x="7201828" y="3922369"/>
              <a:ext cx="371016" cy="345693"/>
            </a:xfrm>
            <a:custGeom>
              <a:avLst/>
              <a:gdLst/>
              <a:ahLst/>
              <a:cxnLst/>
              <a:rect l="l" t="t" r="r" b="b"/>
              <a:pathLst>
                <a:path w="142" h="132" extrusionOk="0">
                  <a:moveTo>
                    <a:pt x="134" y="0"/>
                  </a:moveTo>
                  <a:cubicBezTo>
                    <a:pt x="8" y="0"/>
                    <a:pt x="8" y="0"/>
                    <a:pt x="8" y="0"/>
                  </a:cubicBezTo>
                  <a:cubicBezTo>
                    <a:pt x="3" y="0"/>
                    <a:pt x="0" y="4"/>
                    <a:pt x="0" y="8"/>
                  </a:cubicBezTo>
                  <a:cubicBezTo>
                    <a:pt x="0" y="127"/>
                    <a:pt x="0" y="127"/>
                    <a:pt x="0" y="127"/>
                  </a:cubicBezTo>
                  <a:cubicBezTo>
                    <a:pt x="0" y="130"/>
                    <a:pt x="2" y="132"/>
                    <a:pt x="5" y="132"/>
                  </a:cubicBezTo>
                  <a:cubicBezTo>
                    <a:pt x="11" y="132"/>
                    <a:pt x="11" y="132"/>
                    <a:pt x="11" y="132"/>
                  </a:cubicBezTo>
                  <a:cubicBezTo>
                    <a:pt x="14" y="132"/>
                    <a:pt x="17" y="130"/>
                    <a:pt x="17" y="127"/>
                  </a:cubicBezTo>
                  <a:cubicBezTo>
                    <a:pt x="17" y="121"/>
                    <a:pt x="17" y="121"/>
                    <a:pt x="17" y="121"/>
                  </a:cubicBezTo>
                  <a:cubicBezTo>
                    <a:pt x="125" y="121"/>
                    <a:pt x="125" y="121"/>
                    <a:pt x="125" y="121"/>
                  </a:cubicBezTo>
                  <a:cubicBezTo>
                    <a:pt x="125" y="127"/>
                    <a:pt x="125" y="127"/>
                    <a:pt x="125" y="127"/>
                  </a:cubicBezTo>
                  <a:cubicBezTo>
                    <a:pt x="125" y="130"/>
                    <a:pt x="127" y="132"/>
                    <a:pt x="130" y="132"/>
                  </a:cubicBezTo>
                  <a:cubicBezTo>
                    <a:pt x="136" y="132"/>
                    <a:pt x="136" y="132"/>
                    <a:pt x="136" y="132"/>
                  </a:cubicBezTo>
                  <a:cubicBezTo>
                    <a:pt x="140" y="132"/>
                    <a:pt x="142" y="130"/>
                    <a:pt x="142" y="127"/>
                  </a:cubicBezTo>
                  <a:cubicBezTo>
                    <a:pt x="142" y="8"/>
                    <a:pt x="142" y="8"/>
                    <a:pt x="142" y="8"/>
                  </a:cubicBezTo>
                  <a:cubicBezTo>
                    <a:pt x="142" y="4"/>
                    <a:pt x="138" y="0"/>
                    <a:pt x="134" y="0"/>
                  </a:cubicBezTo>
                  <a:close/>
                  <a:moveTo>
                    <a:pt x="5" y="115"/>
                  </a:moveTo>
                  <a:cubicBezTo>
                    <a:pt x="5" y="89"/>
                    <a:pt x="5" y="89"/>
                    <a:pt x="5" y="89"/>
                  </a:cubicBezTo>
                  <a:cubicBezTo>
                    <a:pt x="136" y="89"/>
                    <a:pt x="136" y="89"/>
                    <a:pt x="136" y="89"/>
                  </a:cubicBezTo>
                  <a:cubicBezTo>
                    <a:pt x="136" y="115"/>
                    <a:pt x="136" y="115"/>
                    <a:pt x="136" y="115"/>
                  </a:cubicBezTo>
                  <a:lnTo>
                    <a:pt x="5" y="115"/>
                  </a:lnTo>
                  <a:close/>
                  <a:moveTo>
                    <a:pt x="8" y="6"/>
                  </a:moveTo>
                  <a:cubicBezTo>
                    <a:pt x="134" y="6"/>
                    <a:pt x="134" y="6"/>
                    <a:pt x="134" y="6"/>
                  </a:cubicBezTo>
                  <a:cubicBezTo>
                    <a:pt x="135" y="6"/>
                    <a:pt x="136" y="7"/>
                    <a:pt x="136" y="8"/>
                  </a:cubicBezTo>
                  <a:cubicBezTo>
                    <a:pt x="136" y="83"/>
                    <a:pt x="136" y="83"/>
                    <a:pt x="136" y="83"/>
                  </a:cubicBezTo>
                  <a:cubicBezTo>
                    <a:pt x="5" y="83"/>
                    <a:pt x="5" y="83"/>
                    <a:pt x="5" y="83"/>
                  </a:cubicBezTo>
                  <a:cubicBezTo>
                    <a:pt x="5" y="8"/>
                    <a:pt x="5" y="8"/>
                    <a:pt x="5" y="8"/>
                  </a:cubicBezTo>
                  <a:cubicBezTo>
                    <a:pt x="5" y="7"/>
                    <a:pt x="6" y="6"/>
                    <a:pt x="8" y="6"/>
                  </a:cubicBezTo>
                  <a:close/>
                  <a:moveTo>
                    <a:pt x="11" y="127"/>
                  </a:moveTo>
                  <a:cubicBezTo>
                    <a:pt x="11" y="127"/>
                    <a:pt x="11" y="127"/>
                    <a:pt x="11" y="127"/>
                  </a:cubicBezTo>
                  <a:cubicBezTo>
                    <a:pt x="5" y="127"/>
                    <a:pt x="5" y="127"/>
                    <a:pt x="5" y="127"/>
                  </a:cubicBezTo>
                  <a:cubicBezTo>
                    <a:pt x="5" y="121"/>
                    <a:pt x="5" y="121"/>
                    <a:pt x="5" y="121"/>
                  </a:cubicBezTo>
                  <a:cubicBezTo>
                    <a:pt x="11" y="121"/>
                    <a:pt x="11" y="121"/>
                    <a:pt x="11" y="121"/>
                  </a:cubicBezTo>
                  <a:lnTo>
                    <a:pt x="11" y="127"/>
                  </a:lnTo>
                  <a:close/>
                  <a:moveTo>
                    <a:pt x="136" y="127"/>
                  </a:moveTo>
                  <a:cubicBezTo>
                    <a:pt x="130" y="127"/>
                    <a:pt x="130" y="127"/>
                    <a:pt x="130" y="127"/>
                  </a:cubicBezTo>
                  <a:cubicBezTo>
                    <a:pt x="130" y="121"/>
                    <a:pt x="130" y="121"/>
                    <a:pt x="130" y="121"/>
                  </a:cubicBezTo>
                  <a:cubicBezTo>
                    <a:pt x="136" y="121"/>
                    <a:pt x="136" y="121"/>
                    <a:pt x="136" y="121"/>
                  </a:cubicBezTo>
                  <a:cubicBezTo>
                    <a:pt x="136" y="127"/>
                    <a:pt x="136" y="127"/>
                    <a:pt x="136" y="127"/>
                  </a:cubicBezTo>
                  <a:cubicBezTo>
                    <a:pt x="136" y="127"/>
                    <a:pt x="136" y="127"/>
                    <a:pt x="136" y="1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29" name="Google Shape;529;p39"/>
            <p:cNvSpPr/>
            <p:nvPr/>
          </p:nvSpPr>
          <p:spPr>
            <a:xfrm>
              <a:off x="7230452" y="3953195"/>
              <a:ext cx="310464" cy="170645"/>
            </a:xfrm>
            <a:custGeom>
              <a:avLst/>
              <a:gdLst/>
              <a:ahLst/>
              <a:cxnLst/>
              <a:rect l="l" t="t" r="r" b="b"/>
              <a:pathLst>
                <a:path w="119" h="65" extrusionOk="0">
                  <a:moveTo>
                    <a:pt x="114" y="0"/>
                  </a:moveTo>
                  <a:cubicBezTo>
                    <a:pt x="6" y="0"/>
                    <a:pt x="6" y="0"/>
                    <a:pt x="6" y="0"/>
                  </a:cubicBezTo>
                  <a:cubicBezTo>
                    <a:pt x="3" y="0"/>
                    <a:pt x="0" y="2"/>
                    <a:pt x="0" y="5"/>
                  </a:cubicBezTo>
                  <a:cubicBezTo>
                    <a:pt x="0" y="62"/>
                    <a:pt x="0" y="62"/>
                    <a:pt x="0" y="62"/>
                  </a:cubicBezTo>
                  <a:cubicBezTo>
                    <a:pt x="0" y="64"/>
                    <a:pt x="2" y="65"/>
                    <a:pt x="3" y="65"/>
                  </a:cubicBezTo>
                  <a:cubicBezTo>
                    <a:pt x="48" y="65"/>
                    <a:pt x="48" y="65"/>
                    <a:pt x="48" y="65"/>
                  </a:cubicBezTo>
                  <a:cubicBezTo>
                    <a:pt x="48" y="65"/>
                    <a:pt x="49" y="65"/>
                    <a:pt x="49" y="64"/>
                  </a:cubicBezTo>
                  <a:cubicBezTo>
                    <a:pt x="51" y="62"/>
                    <a:pt x="49" y="59"/>
                    <a:pt x="47" y="59"/>
                  </a:cubicBezTo>
                  <a:cubicBezTo>
                    <a:pt x="6" y="59"/>
                    <a:pt x="6" y="59"/>
                    <a:pt x="6" y="59"/>
                  </a:cubicBezTo>
                  <a:cubicBezTo>
                    <a:pt x="6" y="5"/>
                    <a:pt x="6" y="5"/>
                    <a:pt x="6" y="5"/>
                  </a:cubicBezTo>
                  <a:cubicBezTo>
                    <a:pt x="114" y="5"/>
                    <a:pt x="114" y="5"/>
                    <a:pt x="114" y="5"/>
                  </a:cubicBezTo>
                  <a:cubicBezTo>
                    <a:pt x="114" y="59"/>
                    <a:pt x="114" y="59"/>
                    <a:pt x="114" y="59"/>
                  </a:cubicBezTo>
                  <a:cubicBezTo>
                    <a:pt x="72" y="59"/>
                    <a:pt x="72" y="59"/>
                    <a:pt x="72" y="59"/>
                  </a:cubicBezTo>
                  <a:cubicBezTo>
                    <a:pt x="71" y="59"/>
                    <a:pt x="70" y="60"/>
                    <a:pt x="70" y="62"/>
                  </a:cubicBezTo>
                  <a:cubicBezTo>
                    <a:pt x="69" y="63"/>
                    <a:pt x="71" y="65"/>
                    <a:pt x="72" y="65"/>
                  </a:cubicBezTo>
                  <a:cubicBezTo>
                    <a:pt x="114" y="65"/>
                    <a:pt x="114" y="65"/>
                    <a:pt x="114" y="65"/>
                  </a:cubicBezTo>
                  <a:cubicBezTo>
                    <a:pt x="117" y="65"/>
                    <a:pt x="119" y="62"/>
                    <a:pt x="119" y="59"/>
                  </a:cubicBezTo>
                  <a:cubicBezTo>
                    <a:pt x="119" y="5"/>
                    <a:pt x="119" y="5"/>
                    <a:pt x="119" y="5"/>
                  </a:cubicBezTo>
                  <a:cubicBezTo>
                    <a:pt x="119" y="2"/>
                    <a:pt x="117" y="0"/>
                    <a:pt x="114"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0" name="Google Shape;530;p39"/>
            <p:cNvSpPr/>
            <p:nvPr/>
          </p:nvSpPr>
          <p:spPr>
            <a:xfrm>
              <a:off x="7230452" y="4165675"/>
              <a:ext cx="44038" cy="44037"/>
            </a:xfrm>
            <a:custGeom>
              <a:avLst/>
              <a:gdLst/>
              <a:ahLst/>
              <a:cxnLst/>
              <a:rect l="l" t="t" r="r" b="b"/>
              <a:pathLst>
                <a:path w="17" h="17" extrusionOk="0">
                  <a:moveTo>
                    <a:pt x="9" y="0"/>
                  </a:moveTo>
                  <a:cubicBezTo>
                    <a:pt x="4" y="0"/>
                    <a:pt x="0" y="4"/>
                    <a:pt x="0" y="9"/>
                  </a:cubicBezTo>
                  <a:cubicBezTo>
                    <a:pt x="0" y="13"/>
                    <a:pt x="4" y="17"/>
                    <a:pt x="9" y="17"/>
                  </a:cubicBezTo>
                  <a:cubicBezTo>
                    <a:pt x="13" y="17"/>
                    <a:pt x="17" y="13"/>
                    <a:pt x="17" y="9"/>
                  </a:cubicBezTo>
                  <a:cubicBezTo>
                    <a:pt x="17" y="4"/>
                    <a:pt x="13" y="0"/>
                    <a:pt x="9" y="0"/>
                  </a:cubicBezTo>
                  <a:close/>
                  <a:moveTo>
                    <a:pt x="9" y="12"/>
                  </a:moveTo>
                  <a:cubicBezTo>
                    <a:pt x="7" y="12"/>
                    <a:pt x="6" y="10"/>
                    <a:pt x="6" y="9"/>
                  </a:cubicBezTo>
                  <a:cubicBezTo>
                    <a:pt x="6" y="7"/>
                    <a:pt x="7" y="6"/>
                    <a:pt x="9" y="6"/>
                  </a:cubicBezTo>
                  <a:cubicBezTo>
                    <a:pt x="10" y="6"/>
                    <a:pt x="11" y="7"/>
                    <a:pt x="11" y="9"/>
                  </a:cubicBezTo>
                  <a:cubicBezTo>
                    <a:pt x="11" y="10"/>
                    <a:pt x="10" y="12"/>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1" name="Google Shape;531;p39"/>
            <p:cNvSpPr/>
            <p:nvPr/>
          </p:nvSpPr>
          <p:spPr>
            <a:xfrm>
              <a:off x="7289903" y="4165675"/>
              <a:ext cx="41836" cy="44037"/>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2"/>
                  </a:moveTo>
                  <a:cubicBezTo>
                    <a:pt x="6" y="12"/>
                    <a:pt x="5" y="10"/>
                    <a:pt x="5" y="9"/>
                  </a:cubicBezTo>
                  <a:cubicBezTo>
                    <a:pt x="5" y="7"/>
                    <a:pt x="6" y="6"/>
                    <a:pt x="8" y="6"/>
                  </a:cubicBezTo>
                  <a:cubicBezTo>
                    <a:pt x="9" y="6"/>
                    <a:pt x="11" y="7"/>
                    <a:pt x="11" y="9"/>
                  </a:cubicBezTo>
                  <a:cubicBezTo>
                    <a:pt x="11" y="10"/>
                    <a:pt x="9"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2" name="Google Shape;532;p39"/>
            <p:cNvSpPr/>
            <p:nvPr/>
          </p:nvSpPr>
          <p:spPr>
            <a:xfrm>
              <a:off x="7348252" y="4165675"/>
              <a:ext cx="44038" cy="44037"/>
            </a:xfrm>
            <a:custGeom>
              <a:avLst/>
              <a:gdLst/>
              <a:ahLst/>
              <a:cxnLst/>
              <a:rect l="l" t="t" r="r" b="b"/>
              <a:pathLst>
                <a:path w="17" h="17" extrusionOk="0">
                  <a:moveTo>
                    <a:pt x="8" y="0"/>
                  </a:moveTo>
                  <a:cubicBezTo>
                    <a:pt x="4" y="0"/>
                    <a:pt x="0" y="4"/>
                    <a:pt x="0" y="9"/>
                  </a:cubicBezTo>
                  <a:cubicBezTo>
                    <a:pt x="0" y="13"/>
                    <a:pt x="4" y="17"/>
                    <a:pt x="8" y="17"/>
                  </a:cubicBezTo>
                  <a:cubicBezTo>
                    <a:pt x="13" y="17"/>
                    <a:pt x="17" y="13"/>
                    <a:pt x="17" y="9"/>
                  </a:cubicBezTo>
                  <a:cubicBezTo>
                    <a:pt x="17" y="4"/>
                    <a:pt x="13" y="0"/>
                    <a:pt x="8" y="0"/>
                  </a:cubicBezTo>
                  <a:close/>
                  <a:moveTo>
                    <a:pt x="8" y="12"/>
                  </a:moveTo>
                  <a:cubicBezTo>
                    <a:pt x="7" y="12"/>
                    <a:pt x="5" y="10"/>
                    <a:pt x="5" y="9"/>
                  </a:cubicBezTo>
                  <a:cubicBezTo>
                    <a:pt x="5" y="7"/>
                    <a:pt x="7" y="6"/>
                    <a:pt x="8" y="6"/>
                  </a:cubicBezTo>
                  <a:cubicBezTo>
                    <a:pt x="10" y="6"/>
                    <a:pt x="11" y="7"/>
                    <a:pt x="11" y="9"/>
                  </a:cubicBezTo>
                  <a:cubicBezTo>
                    <a:pt x="11" y="10"/>
                    <a:pt x="10"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3" name="Google Shape;533;p39"/>
            <p:cNvSpPr/>
            <p:nvPr/>
          </p:nvSpPr>
          <p:spPr>
            <a:xfrm>
              <a:off x="7441832" y="4181088"/>
              <a:ext cx="102387" cy="13211"/>
            </a:xfrm>
            <a:custGeom>
              <a:avLst/>
              <a:gdLst/>
              <a:ahLst/>
              <a:cxnLst/>
              <a:rect l="l" t="t" r="r" b="b"/>
              <a:pathLst>
                <a:path w="39" h="5" extrusionOk="0">
                  <a:moveTo>
                    <a:pt x="36" y="0"/>
                  </a:moveTo>
                  <a:cubicBezTo>
                    <a:pt x="4" y="0"/>
                    <a:pt x="4" y="0"/>
                    <a:pt x="4" y="0"/>
                  </a:cubicBezTo>
                  <a:cubicBezTo>
                    <a:pt x="2" y="0"/>
                    <a:pt x="1" y="1"/>
                    <a:pt x="1" y="2"/>
                  </a:cubicBezTo>
                  <a:cubicBezTo>
                    <a:pt x="0" y="4"/>
                    <a:pt x="2" y="5"/>
                    <a:pt x="3" y="5"/>
                  </a:cubicBezTo>
                  <a:cubicBezTo>
                    <a:pt x="35" y="5"/>
                    <a:pt x="35" y="5"/>
                    <a:pt x="35" y="5"/>
                  </a:cubicBezTo>
                  <a:cubicBezTo>
                    <a:pt x="37" y="5"/>
                    <a:pt x="38" y="4"/>
                    <a:pt x="38" y="3"/>
                  </a:cubicBezTo>
                  <a:cubicBezTo>
                    <a:pt x="39" y="1"/>
                    <a:pt x="37" y="0"/>
                    <a:pt x="3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4" name="Google Shape;534;p39"/>
            <p:cNvSpPr/>
            <p:nvPr/>
          </p:nvSpPr>
          <p:spPr>
            <a:xfrm>
              <a:off x="7261278" y="3998333"/>
              <a:ext cx="94681" cy="80368"/>
            </a:xfrm>
            <a:custGeom>
              <a:avLst/>
              <a:gdLst/>
              <a:ahLst/>
              <a:cxnLst/>
              <a:rect l="l" t="t" r="r" b="b"/>
              <a:pathLst>
                <a:path w="36" h="31" extrusionOk="0">
                  <a:moveTo>
                    <a:pt x="23" y="0"/>
                  </a:moveTo>
                  <a:cubicBezTo>
                    <a:pt x="21" y="0"/>
                    <a:pt x="20" y="1"/>
                    <a:pt x="18" y="1"/>
                  </a:cubicBezTo>
                  <a:cubicBezTo>
                    <a:pt x="17" y="1"/>
                    <a:pt x="15" y="0"/>
                    <a:pt x="13" y="0"/>
                  </a:cubicBezTo>
                  <a:cubicBezTo>
                    <a:pt x="10" y="0"/>
                    <a:pt x="7" y="1"/>
                    <a:pt x="5" y="3"/>
                  </a:cubicBezTo>
                  <a:cubicBezTo>
                    <a:pt x="4" y="3"/>
                    <a:pt x="4" y="3"/>
                    <a:pt x="4" y="3"/>
                  </a:cubicBezTo>
                  <a:cubicBezTo>
                    <a:pt x="0" y="8"/>
                    <a:pt x="0" y="14"/>
                    <a:pt x="5" y="19"/>
                  </a:cubicBezTo>
                  <a:cubicBezTo>
                    <a:pt x="15" y="30"/>
                    <a:pt x="15" y="30"/>
                    <a:pt x="15" y="30"/>
                  </a:cubicBezTo>
                  <a:cubicBezTo>
                    <a:pt x="16" y="30"/>
                    <a:pt x="17" y="31"/>
                    <a:pt x="18" y="31"/>
                  </a:cubicBezTo>
                  <a:cubicBezTo>
                    <a:pt x="19" y="31"/>
                    <a:pt x="20" y="30"/>
                    <a:pt x="21" y="30"/>
                  </a:cubicBezTo>
                  <a:cubicBezTo>
                    <a:pt x="32" y="19"/>
                    <a:pt x="32" y="19"/>
                    <a:pt x="32" y="19"/>
                  </a:cubicBezTo>
                  <a:cubicBezTo>
                    <a:pt x="36" y="14"/>
                    <a:pt x="36" y="8"/>
                    <a:pt x="32" y="3"/>
                  </a:cubicBezTo>
                  <a:cubicBezTo>
                    <a:pt x="32" y="3"/>
                    <a:pt x="32" y="3"/>
                    <a:pt x="32" y="3"/>
                  </a:cubicBezTo>
                  <a:cubicBezTo>
                    <a:pt x="30" y="1"/>
                    <a:pt x="26" y="0"/>
                    <a:pt x="23" y="0"/>
                  </a:cubicBezTo>
                  <a:close/>
                  <a:moveTo>
                    <a:pt x="28" y="15"/>
                  </a:moveTo>
                  <a:cubicBezTo>
                    <a:pt x="18" y="24"/>
                    <a:pt x="18" y="24"/>
                    <a:pt x="18" y="24"/>
                  </a:cubicBezTo>
                  <a:cubicBezTo>
                    <a:pt x="8" y="15"/>
                    <a:pt x="8" y="15"/>
                    <a:pt x="8" y="15"/>
                  </a:cubicBezTo>
                  <a:cubicBezTo>
                    <a:pt x="6" y="13"/>
                    <a:pt x="6" y="9"/>
                    <a:pt x="8" y="7"/>
                  </a:cubicBezTo>
                  <a:cubicBezTo>
                    <a:pt x="8" y="7"/>
                    <a:pt x="8" y="7"/>
                    <a:pt x="8" y="7"/>
                  </a:cubicBezTo>
                  <a:cubicBezTo>
                    <a:pt x="10" y="6"/>
                    <a:pt x="11" y="5"/>
                    <a:pt x="12" y="5"/>
                  </a:cubicBezTo>
                  <a:cubicBezTo>
                    <a:pt x="12" y="5"/>
                    <a:pt x="13" y="5"/>
                    <a:pt x="13" y="5"/>
                  </a:cubicBezTo>
                  <a:cubicBezTo>
                    <a:pt x="14" y="5"/>
                    <a:pt x="15" y="6"/>
                    <a:pt x="16" y="7"/>
                  </a:cubicBezTo>
                  <a:cubicBezTo>
                    <a:pt x="17" y="8"/>
                    <a:pt x="19" y="8"/>
                    <a:pt x="20" y="7"/>
                  </a:cubicBezTo>
                  <a:cubicBezTo>
                    <a:pt x="21" y="6"/>
                    <a:pt x="22" y="5"/>
                    <a:pt x="24" y="5"/>
                  </a:cubicBezTo>
                  <a:cubicBezTo>
                    <a:pt x="25" y="5"/>
                    <a:pt x="27" y="6"/>
                    <a:pt x="28" y="7"/>
                  </a:cubicBezTo>
                  <a:cubicBezTo>
                    <a:pt x="28" y="7"/>
                    <a:pt x="28" y="7"/>
                    <a:pt x="28" y="7"/>
                  </a:cubicBezTo>
                  <a:cubicBezTo>
                    <a:pt x="30" y="9"/>
                    <a:pt x="30" y="13"/>
                    <a:pt x="2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5" name="Google Shape;535;p39"/>
            <p:cNvSpPr/>
            <p:nvPr/>
          </p:nvSpPr>
          <p:spPr>
            <a:xfrm>
              <a:off x="7371372" y="3998333"/>
              <a:ext cx="143122" cy="75964"/>
            </a:xfrm>
            <a:custGeom>
              <a:avLst/>
              <a:gdLst/>
              <a:ahLst/>
              <a:cxnLst/>
              <a:rect l="l" t="t" r="r" b="b"/>
              <a:pathLst>
                <a:path w="55" h="29" extrusionOk="0">
                  <a:moveTo>
                    <a:pt x="25" y="26"/>
                  </a:moveTo>
                  <a:cubicBezTo>
                    <a:pt x="26" y="28"/>
                    <a:pt x="27" y="29"/>
                    <a:pt x="29" y="29"/>
                  </a:cubicBezTo>
                  <a:cubicBezTo>
                    <a:pt x="29" y="29"/>
                    <a:pt x="29" y="29"/>
                    <a:pt x="29" y="29"/>
                  </a:cubicBezTo>
                  <a:cubicBezTo>
                    <a:pt x="31" y="29"/>
                    <a:pt x="33" y="28"/>
                    <a:pt x="33" y="26"/>
                  </a:cubicBezTo>
                  <a:cubicBezTo>
                    <a:pt x="39" y="12"/>
                    <a:pt x="39" y="12"/>
                    <a:pt x="39" y="12"/>
                  </a:cubicBezTo>
                  <a:cubicBezTo>
                    <a:pt x="41" y="15"/>
                    <a:pt x="41" y="15"/>
                    <a:pt x="41" y="15"/>
                  </a:cubicBezTo>
                  <a:cubicBezTo>
                    <a:pt x="41" y="16"/>
                    <a:pt x="43" y="17"/>
                    <a:pt x="43" y="17"/>
                  </a:cubicBezTo>
                  <a:cubicBezTo>
                    <a:pt x="52" y="17"/>
                    <a:pt x="52" y="17"/>
                    <a:pt x="52" y="17"/>
                  </a:cubicBezTo>
                  <a:cubicBezTo>
                    <a:pt x="53" y="17"/>
                    <a:pt x="54" y="17"/>
                    <a:pt x="55" y="15"/>
                  </a:cubicBezTo>
                  <a:cubicBezTo>
                    <a:pt x="55" y="13"/>
                    <a:pt x="54" y="11"/>
                    <a:pt x="52" y="11"/>
                  </a:cubicBezTo>
                  <a:cubicBezTo>
                    <a:pt x="45" y="11"/>
                    <a:pt x="45" y="11"/>
                    <a:pt x="45" y="11"/>
                  </a:cubicBezTo>
                  <a:cubicBezTo>
                    <a:pt x="43" y="6"/>
                    <a:pt x="43" y="6"/>
                    <a:pt x="43" y="6"/>
                  </a:cubicBezTo>
                  <a:cubicBezTo>
                    <a:pt x="42" y="5"/>
                    <a:pt x="41" y="4"/>
                    <a:pt x="39" y="4"/>
                  </a:cubicBezTo>
                  <a:cubicBezTo>
                    <a:pt x="39" y="4"/>
                    <a:pt x="39" y="4"/>
                    <a:pt x="39" y="4"/>
                  </a:cubicBezTo>
                  <a:cubicBezTo>
                    <a:pt x="37" y="4"/>
                    <a:pt x="36" y="5"/>
                    <a:pt x="35" y="7"/>
                  </a:cubicBezTo>
                  <a:cubicBezTo>
                    <a:pt x="30" y="21"/>
                    <a:pt x="30" y="21"/>
                    <a:pt x="30" y="21"/>
                  </a:cubicBezTo>
                  <a:cubicBezTo>
                    <a:pt x="24" y="3"/>
                    <a:pt x="24" y="3"/>
                    <a:pt x="24" y="3"/>
                  </a:cubicBezTo>
                  <a:cubicBezTo>
                    <a:pt x="23" y="1"/>
                    <a:pt x="22" y="0"/>
                    <a:pt x="20" y="0"/>
                  </a:cubicBezTo>
                  <a:cubicBezTo>
                    <a:pt x="18" y="0"/>
                    <a:pt x="17" y="1"/>
                    <a:pt x="16" y="2"/>
                  </a:cubicBezTo>
                  <a:cubicBezTo>
                    <a:pt x="11" y="12"/>
                    <a:pt x="11" y="12"/>
                    <a:pt x="11" y="12"/>
                  </a:cubicBezTo>
                  <a:cubicBezTo>
                    <a:pt x="2" y="12"/>
                    <a:pt x="2" y="12"/>
                    <a:pt x="2" y="12"/>
                  </a:cubicBezTo>
                  <a:cubicBezTo>
                    <a:pt x="1" y="12"/>
                    <a:pt x="0" y="13"/>
                    <a:pt x="0" y="14"/>
                  </a:cubicBezTo>
                  <a:cubicBezTo>
                    <a:pt x="0" y="16"/>
                    <a:pt x="1" y="17"/>
                    <a:pt x="2" y="17"/>
                  </a:cubicBezTo>
                  <a:cubicBezTo>
                    <a:pt x="13" y="17"/>
                    <a:pt x="13" y="17"/>
                    <a:pt x="13" y="17"/>
                  </a:cubicBezTo>
                  <a:cubicBezTo>
                    <a:pt x="13" y="17"/>
                    <a:pt x="15" y="17"/>
                    <a:pt x="15" y="16"/>
                  </a:cubicBezTo>
                  <a:cubicBezTo>
                    <a:pt x="19" y="8"/>
                    <a:pt x="19" y="8"/>
                    <a:pt x="19" y="8"/>
                  </a:cubicBezTo>
                  <a:lnTo>
                    <a:pt x="25" y="2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6" name="Google Shape;536;p39"/>
            <p:cNvSpPr/>
            <p:nvPr/>
          </p:nvSpPr>
          <p:spPr>
            <a:xfrm>
              <a:off x="7379079" y="410842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37" name="Google Shape;537;p39"/>
          <p:cNvGrpSpPr/>
          <p:nvPr/>
        </p:nvGrpSpPr>
        <p:grpSpPr>
          <a:xfrm>
            <a:off x="1042872" y="1508544"/>
            <a:ext cx="394136" cy="337987"/>
            <a:chOff x="7146781" y="2092617"/>
            <a:chExt cx="394136" cy="337987"/>
          </a:xfrm>
        </p:grpSpPr>
        <p:sp>
          <p:nvSpPr>
            <p:cNvPr id="538" name="Google Shape;538;p39"/>
            <p:cNvSpPr/>
            <p:nvPr/>
          </p:nvSpPr>
          <p:spPr>
            <a:xfrm>
              <a:off x="7146781" y="2092617"/>
              <a:ext cx="394136" cy="337987"/>
            </a:xfrm>
            <a:custGeom>
              <a:avLst/>
              <a:gdLst/>
              <a:ahLst/>
              <a:cxnLst/>
              <a:rect l="l" t="t" r="r" b="b"/>
              <a:pathLst>
                <a:path w="151" h="129" extrusionOk="0">
                  <a:moveTo>
                    <a:pt x="76" y="129"/>
                  </a:moveTo>
                  <a:cubicBezTo>
                    <a:pt x="74" y="129"/>
                    <a:pt x="72" y="129"/>
                    <a:pt x="70" y="127"/>
                  </a:cubicBezTo>
                  <a:cubicBezTo>
                    <a:pt x="17" y="74"/>
                    <a:pt x="17" y="74"/>
                    <a:pt x="17" y="74"/>
                  </a:cubicBezTo>
                  <a:cubicBezTo>
                    <a:pt x="1" y="58"/>
                    <a:pt x="0" y="32"/>
                    <a:pt x="16" y="15"/>
                  </a:cubicBezTo>
                  <a:cubicBezTo>
                    <a:pt x="16" y="14"/>
                    <a:pt x="17" y="14"/>
                    <a:pt x="17" y="13"/>
                  </a:cubicBezTo>
                  <a:cubicBezTo>
                    <a:pt x="26" y="5"/>
                    <a:pt x="38" y="0"/>
                    <a:pt x="51" y="1"/>
                  </a:cubicBezTo>
                  <a:cubicBezTo>
                    <a:pt x="60" y="2"/>
                    <a:pt x="69" y="6"/>
                    <a:pt x="76" y="12"/>
                  </a:cubicBezTo>
                  <a:cubicBezTo>
                    <a:pt x="83" y="5"/>
                    <a:pt x="92" y="2"/>
                    <a:pt x="101" y="1"/>
                  </a:cubicBezTo>
                  <a:cubicBezTo>
                    <a:pt x="114" y="0"/>
                    <a:pt x="126" y="5"/>
                    <a:pt x="134" y="13"/>
                  </a:cubicBezTo>
                  <a:cubicBezTo>
                    <a:pt x="135" y="14"/>
                    <a:pt x="135" y="14"/>
                    <a:pt x="136" y="15"/>
                  </a:cubicBezTo>
                  <a:cubicBezTo>
                    <a:pt x="151" y="32"/>
                    <a:pt x="151" y="58"/>
                    <a:pt x="134" y="74"/>
                  </a:cubicBezTo>
                  <a:cubicBezTo>
                    <a:pt x="120" y="89"/>
                    <a:pt x="120" y="89"/>
                    <a:pt x="120" y="89"/>
                  </a:cubicBezTo>
                  <a:cubicBezTo>
                    <a:pt x="119" y="90"/>
                    <a:pt x="117" y="90"/>
                    <a:pt x="116" y="89"/>
                  </a:cubicBezTo>
                  <a:cubicBezTo>
                    <a:pt x="115" y="88"/>
                    <a:pt x="115" y="86"/>
                    <a:pt x="116" y="85"/>
                  </a:cubicBezTo>
                  <a:cubicBezTo>
                    <a:pt x="130" y="70"/>
                    <a:pt x="130" y="70"/>
                    <a:pt x="130" y="70"/>
                  </a:cubicBezTo>
                  <a:cubicBezTo>
                    <a:pt x="145" y="56"/>
                    <a:pt x="145" y="33"/>
                    <a:pt x="132" y="19"/>
                  </a:cubicBezTo>
                  <a:cubicBezTo>
                    <a:pt x="131" y="18"/>
                    <a:pt x="131" y="18"/>
                    <a:pt x="130" y="17"/>
                  </a:cubicBezTo>
                  <a:cubicBezTo>
                    <a:pt x="123" y="10"/>
                    <a:pt x="112" y="6"/>
                    <a:pt x="102" y="7"/>
                  </a:cubicBezTo>
                  <a:cubicBezTo>
                    <a:pt x="93" y="7"/>
                    <a:pt x="84" y="11"/>
                    <a:pt x="78" y="17"/>
                  </a:cubicBezTo>
                  <a:cubicBezTo>
                    <a:pt x="77" y="18"/>
                    <a:pt x="75" y="18"/>
                    <a:pt x="74" y="17"/>
                  </a:cubicBezTo>
                  <a:cubicBezTo>
                    <a:pt x="68" y="11"/>
                    <a:pt x="59" y="7"/>
                    <a:pt x="51" y="7"/>
                  </a:cubicBezTo>
                  <a:cubicBezTo>
                    <a:pt x="40" y="6"/>
                    <a:pt x="29" y="10"/>
                    <a:pt x="21" y="17"/>
                  </a:cubicBezTo>
                  <a:cubicBezTo>
                    <a:pt x="21" y="18"/>
                    <a:pt x="20" y="18"/>
                    <a:pt x="20" y="19"/>
                  </a:cubicBezTo>
                  <a:cubicBezTo>
                    <a:pt x="6" y="33"/>
                    <a:pt x="7" y="56"/>
                    <a:pt x="21" y="70"/>
                  </a:cubicBezTo>
                  <a:cubicBezTo>
                    <a:pt x="74" y="123"/>
                    <a:pt x="74" y="123"/>
                    <a:pt x="74" y="123"/>
                  </a:cubicBezTo>
                  <a:cubicBezTo>
                    <a:pt x="75" y="124"/>
                    <a:pt x="77" y="124"/>
                    <a:pt x="78" y="123"/>
                  </a:cubicBezTo>
                  <a:cubicBezTo>
                    <a:pt x="98" y="103"/>
                    <a:pt x="98" y="103"/>
                    <a:pt x="98" y="103"/>
                  </a:cubicBezTo>
                  <a:cubicBezTo>
                    <a:pt x="99" y="101"/>
                    <a:pt x="101" y="101"/>
                    <a:pt x="102" y="103"/>
                  </a:cubicBezTo>
                  <a:cubicBezTo>
                    <a:pt x="103" y="104"/>
                    <a:pt x="103" y="105"/>
                    <a:pt x="102" y="106"/>
                  </a:cubicBezTo>
                  <a:cubicBezTo>
                    <a:pt x="82" y="127"/>
                    <a:pt x="82" y="127"/>
                    <a:pt x="82" y="127"/>
                  </a:cubicBezTo>
                  <a:cubicBezTo>
                    <a:pt x="80" y="129"/>
                    <a:pt x="78" y="129"/>
                    <a:pt x="76" y="1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39" name="Google Shape;539;p39"/>
            <p:cNvSpPr/>
            <p:nvPr/>
          </p:nvSpPr>
          <p:spPr>
            <a:xfrm>
              <a:off x="7287701" y="2160875"/>
              <a:ext cx="114498" cy="180553"/>
            </a:xfrm>
            <a:custGeom>
              <a:avLst/>
              <a:gdLst/>
              <a:ahLst/>
              <a:cxnLst/>
              <a:rect l="l" t="t" r="r" b="b"/>
              <a:pathLst>
                <a:path w="44" h="69" extrusionOk="0">
                  <a:moveTo>
                    <a:pt x="11" y="69"/>
                  </a:moveTo>
                  <a:cubicBezTo>
                    <a:pt x="11" y="69"/>
                    <a:pt x="10" y="69"/>
                    <a:pt x="9" y="69"/>
                  </a:cubicBezTo>
                  <a:cubicBezTo>
                    <a:pt x="8" y="68"/>
                    <a:pt x="7" y="66"/>
                    <a:pt x="7" y="64"/>
                  </a:cubicBezTo>
                  <a:cubicBezTo>
                    <a:pt x="12" y="38"/>
                    <a:pt x="12" y="38"/>
                    <a:pt x="12" y="38"/>
                  </a:cubicBezTo>
                  <a:cubicBezTo>
                    <a:pt x="5" y="38"/>
                    <a:pt x="5" y="38"/>
                    <a:pt x="5" y="38"/>
                  </a:cubicBezTo>
                  <a:cubicBezTo>
                    <a:pt x="3" y="38"/>
                    <a:pt x="2" y="37"/>
                    <a:pt x="1" y="36"/>
                  </a:cubicBezTo>
                  <a:cubicBezTo>
                    <a:pt x="0" y="34"/>
                    <a:pt x="0" y="32"/>
                    <a:pt x="1" y="30"/>
                  </a:cubicBezTo>
                  <a:cubicBezTo>
                    <a:pt x="29" y="2"/>
                    <a:pt x="29" y="2"/>
                    <a:pt x="29" y="2"/>
                  </a:cubicBezTo>
                  <a:cubicBezTo>
                    <a:pt x="30" y="0"/>
                    <a:pt x="32" y="0"/>
                    <a:pt x="34" y="1"/>
                  </a:cubicBezTo>
                  <a:cubicBezTo>
                    <a:pt x="36" y="2"/>
                    <a:pt x="37" y="3"/>
                    <a:pt x="36" y="5"/>
                  </a:cubicBezTo>
                  <a:cubicBezTo>
                    <a:pt x="32" y="32"/>
                    <a:pt x="32" y="32"/>
                    <a:pt x="32" y="32"/>
                  </a:cubicBezTo>
                  <a:cubicBezTo>
                    <a:pt x="39" y="32"/>
                    <a:pt x="39" y="32"/>
                    <a:pt x="39" y="32"/>
                  </a:cubicBezTo>
                  <a:cubicBezTo>
                    <a:pt x="40" y="32"/>
                    <a:pt x="42" y="33"/>
                    <a:pt x="43" y="34"/>
                  </a:cubicBezTo>
                  <a:cubicBezTo>
                    <a:pt x="44" y="36"/>
                    <a:pt x="44" y="38"/>
                    <a:pt x="42" y="39"/>
                  </a:cubicBezTo>
                  <a:cubicBezTo>
                    <a:pt x="15" y="68"/>
                    <a:pt x="15" y="68"/>
                    <a:pt x="15" y="68"/>
                  </a:cubicBezTo>
                  <a:cubicBezTo>
                    <a:pt x="14" y="69"/>
                    <a:pt x="13" y="69"/>
                    <a:pt x="11" y="69"/>
                  </a:cubicBezTo>
                  <a:close/>
                  <a:moveTo>
                    <a:pt x="7" y="32"/>
                  </a:moveTo>
                  <a:cubicBezTo>
                    <a:pt x="13" y="32"/>
                    <a:pt x="13" y="32"/>
                    <a:pt x="13" y="32"/>
                  </a:cubicBezTo>
                  <a:cubicBezTo>
                    <a:pt x="14" y="32"/>
                    <a:pt x="15" y="32"/>
                    <a:pt x="15" y="33"/>
                  </a:cubicBezTo>
                  <a:cubicBezTo>
                    <a:pt x="17" y="34"/>
                    <a:pt x="18" y="35"/>
                    <a:pt x="17" y="37"/>
                  </a:cubicBezTo>
                  <a:cubicBezTo>
                    <a:pt x="13" y="61"/>
                    <a:pt x="13" y="61"/>
                    <a:pt x="13" y="61"/>
                  </a:cubicBezTo>
                  <a:cubicBezTo>
                    <a:pt x="36" y="38"/>
                    <a:pt x="36" y="38"/>
                    <a:pt x="36" y="38"/>
                  </a:cubicBezTo>
                  <a:cubicBezTo>
                    <a:pt x="31" y="38"/>
                    <a:pt x="31" y="38"/>
                    <a:pt x="31" y="38"/>
                  </a:cubicBezTo>
                  <a:cubicBezTo>
                    <a:pt x="30" y="38"/>
                    <a:pt x="29" y="37"/>
                    <a:pt x="28" y="37"/>
                  </a:cubicBezTo>
                  <a:cubicBezTo>
                    <a:pt x="27" y="36"/>
                    <a:pt x="26" y="34"/>
                    <a:pt x="26" y="33"/>
                  </a:cubicBezTo>
                  <a:cubicBezTo>
                    <a:pt x="30" y="8"/>
                    <a:pt x="30" y="8"/>
                    <a:pt x="30" y="8"/>
                  </a:cubicBezTo>
                  <a:lnTo>
                    <a:pt x="7" y="32"/>
                  </a:lnTo>
                  <a:close/>
                  <a:moveTo>
                    <a:pt x="39" y="38"/>
                  </a:moveTo>
                  <a:cubicBezTo>
                    <a:pt x="39" y="38"/>
                    <a:pt x="39" y="38"/>
                    <a:pt x="3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0" name="Google Shape;540;p39"/>
            <p:cNvSpPr/>
            <p:nvPr/>
          </p:nvSpPr>
          <p:spPr>
            <a:xfrm>
              <a:off x="7423116" y="233592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1" name="Google Shape;541;p39"/>
          <p:cNvGrpSpPr/>
          <p:nvPr/>
        </p:nvGrpSpPr>
        <p:grpSpPr>
          <a:xfrm>
            <a:off x="4675357" y="3078731"/>
            <a:ext cx="371016" cy="326963"/>
            <a:chOff x="4745635" y="2101425"/>
            <a:chExt cx="371016" cy="326963"/>
          </a:xfrm>
        </p:grpSpPr>
        <p:sp>
          <p:nvSpPr>
            <p:cNvPr id="542" name="Google Shape;542;p39"/>
            <p:cNvSpPr/>
            <p:nvPr/>
          </p:nvSpPr>
          <p:spPr>
            <a:xfrm>
              <a:off x="4745635" y="2101425"/>
              <a:ext cx="371016" cy="323675"/>
            </a:xfrm>
            <a:custGeom>
              <a:avLst/>
              <a:gdLst/>
              <a:ahLst/>
              <a:cxnLst/>
              <a:rect l="l" t="t" r="r" b="b"/>
              <a:pathLst>
                <a:path w="142" h="124" extrusionOk="0">
                  <a:moveTo>
                    <a:pt x="131" y="15"/>
                  </a:moveTo>
                  <a:cubicBezTo>
                    <a:pt x="100" y="15"/>
                    <a:pt x="100" y="15"/>
                    <a:pt x="100" y="15"/>
                  </a:cubicBezTo>
                  <a:cubicBezTo>
                    <a:pt x="100" y="8"/>
                    <a:pt x="100" y="8"/>
                    <a:pt x="100" y="8"/>
                  </a:cubicBezTo>
                  <a:cubicBezTo>
                    <a:pt x="100" y="3"/>
                    <a:pt x="96" y="0"/>
                    <a:pt x="91" y="0"/>
                  </a:cubicBezTo>
                  <a:cubicBezTo>
                    <a:pt x="50" y="0"/>
                    <a:pt x="50" y="0"/>
                    <a:pt x="50" y="0"/>
                  </a:cubicBezTo>
                  <a:cubicBezTo>
                    <a:pt x="46" y="0"/>
                    <a:pt x="42" y="3"/>
                    <a:pt x="42" y="8"/>
                  </a:cubicBezTo>
                  <a:cubicBezTo>
                    <a:pt x="42" y="15"/>
                    <a:pt x="42" y="15"/>
                    <a:pt x="42" y="15"/>
                  </a:cubicBezTo>
                  <a:cubicBezTo>
                    <a:pt x="11" y="15"/>
                    <a:pt x="11" y="15"/>
                    <a:pt x="11" y="15"/>
                  </a:cubicBezTo>
                  <a:cubicBezTo>
                    <a:pt x="5" y="15"/>
                    <a:pt x="0" y="20"/>
                    <a:pt x="0" y="26"/>
                  </a:cubicBezTo>
                  <a:cubicBezTo>
                    <a:pt x="0" y="121"/>
                    <a:pt x="0" y="121"/>
                    <a:pt x="0" y="121"/>
                  </a:cubicBezTo>
                  <a:cubicBezTo>
                    <a:pt x="0" y="123"/>
                    <a:pt x="1" y="124"/>
                    <a:pt x="2" y="124"/>
                  </a:cubicBezTo>
                  <a:cubicBezTo>
                    <a:pt x="99" y="124"/>
                    <a:pt x="99" y="124"/>
                    <a:pt x="99" y="124"/>
                  </a:cubicBezTo>
                  <a:cubicBezTo>
                    <a:pt x="99" y="124"/>
                    <a:pt x="100" y="124"/>
                    <a:pt x="100" y="124"/>
                  </a:cubicBezTo>
                  <a:cubicBezTo>
                    <a:pt x="102" y="122"/>
                    <a:pt x="101" y="119"/>
                    <a:pt x="98" y="119"/>
                  </a:cubicBezTo>
                  <a:cubicBezTo>
                    <a:pt x="7" y="119"/>
                    <a:pt x="7" y="119"/>
                    <a:pt x="7" y="119"/>
                  </a:cubicBezTo>
                  <a:cubicBezTo>
                    <a:pt x="6" y="119"/>
                    <a:pt x="5" y="118"/>
                    <a:pt x="5" y="117"/>
                  </a:cubicBezTo>
                  <a:cubicBezTo>
                    <a:pt x="5" y="47"/>
                    <a:pt x="5" y="47"/>
                    <a:pt x="5" y="47"/>
                  </a:cubicBezTo>
                  <a:cubicBezTo>
                    <a:pt x="21" y="47"/>
                    <a:pt x="21" y="47"/>
                    <a:pt x="21" y="47"/>
                  </a:cubicBezTo>
                  <a:cubicBezTo>
                    <a:pt x="21" y="48"/>
                    <a:pt x="21" y="48"/>
                    <a:pt x="21" y="48"/>
                  </a:cubicBezTo>
                  <a:cubicBezTo>
                    <a:pt x="21" y="51"/>
                    <a:pt x="23" y="54"/>
                    <a:pt x="26" y="54"/>
                  </a:cubicBezTo>
                  <a:cubicBezTo>
                    <a:pt x="37" y="54"/>
                    <a:pt x="37" y="54"/>
                    <a:pt x="37" y="54"/>
                  </a:cubicBezTo>
                  <a:cubicBezTo>
                    <a:pt x="39" y="54"/>
                    <a:pt x="41" y="52"/>
                    <a:pt x="41" y="50"/>
                  </a:cubicBezTo>
                  <a:cubicBezTo>
                    <a:pt x="41" y="47"/>
                    <a:pt x="41" y="47"/>
                    <a:pt x="41" y="47"/>
                  </a:cubicBezTo>
                  <a:cubicBezTo>
                    <a:pt x="101" y="47"/>
                    <a:pt x="101" y="47"/>
                    <a:pt x="101" y="47"/>
                  </a:cubicBezTo>
                  <a:cubicBezTo>
                    <a:pt x="101" y="50"/>
                    <a:pt x="101" y="50"/>
                    <a:pt x="101" y="50"/>
                  </a:cubicBezTo>
                  <a:cubicBezTo>
                    <a:pt x="101" y="52"/>
                    <a:pt x="102" y="54"/>
                    <a:pt x="104" y="54"/>
                  </a:cubicBezTo>
                  <a:cubicBezTo>
                    <a:pt x="115" y="54"/>
                    <a:pt x="115" y="54"/>
                    <a:pt x="115" y="54"/>
                  </a:cubicBezTo>
                  <a:cubicBezTo>
                    <a:pt x="118" y="54"/>
                    <a:pt x="121" y="51"/>
                    <a:pt x="121" y="48"/>
                  </a:cubicBezTo>
                  <a:cubicBezTo>
                    <a:pt x="121" y="47"/>
                    <a:pt x="121" y="47"/>
                    <a:pt x="121" y="47"/>
                  </a:cubicBezTo>
                  <a:cubicBezTo>
                    <a:pt x="136" y="47"/>
                    <a:pt x="136" y="47"/>
                    <a:pt x="136" y="47"/>
                  </a:cubicBezTo>
                  <a:cubicBezTo>
                    <a:pt x="136" y="117"/>
                    <a:pt x="136" y="117"/>
                    <a:pt x="136" y="117"/>
                  </a:cubicBezTo>
                  <a:cubicBezTo>
                    <a:pt x="136" y="118"/>
                    <a:pt x="136" y="119"/>
                    <a:pt x="135" y="119"/>
                  </a:cubicBezTo>
                  <a:cubicBezTo>
                    <a:pt x="122" y="119"/>
                    <a:pt x="122" y="119"/>
                    <a:pt x="122" y="119"/>
                  </a:cubicBezTo>
                  <a:cubicBezTo>
                    <a:pt x="122" y="119"/>
                    <a:pt x="122" y="119"/>
                    <a:pt x="122" y="119"/>
                  </a:cubicBezTo>
                  <a:cubicBezTo>
                    <a:pt x="119" y="121"/>
                    <a:pt x="121" y="124"/>
                    <a:pt x="123" y="124"/>
                  </a:cubicBezTo>
                  <a:cubicBezTo>
                    <a:pt x="139" y="124"/>
                    <a:pt x="139" y="124"/>
                    <a:pt x="139" y="124"/>
                  </a:cubicBezTo>
                  <a:cubicBezTo>
                    <a:pt x="141" y="124"/>
                    <a:pt x="142" y="123"/>
                    <a:pt x="142" y="121"/>
                  </a:cubicBezTo>
                  <a:cubicBezTo>
                    <a:pt x="142" y="26"/>
                    <a:pt x="142" y="26"/>
                    <a:pt x="142" y="26"/>
                  </a:cubicBezTo>
                  <a:cubicBezTo>
                    <a:pt x="142" y="20"/>
                    <a:pt x="137" y="15"/>
                    <a:pt x="131" y="15"/>
                  </a:cubicBezTo>
                  <a:close/>
                  <a:moveTo>
                    <a:pt x="50" y="5"/>
                  </a:moveTo>
                  <a:cubicBezTo>
                    <a:pt x="91" y="5"/>
                    <a:pt x="91" y="5"/>
                    <a:pt x="91" y="5"/>
                  </a:cubicBezTo>
                  <a:cubicBezTo>
                    <a:pt x="93" y="5"/>
                    <a:pt x="94" y="7"/>
                    <a:pt x="94" y="8"/>
                  </a:cubicBezTo>
                  <a:cubicBezTo>
                    <a:pt x="94" y="15"/>
                    <a:pt x="94" y="15"/>
                    <a:pt x="94" y="15"/>
                  </a:cubicBezTo>
                  <a:cubicBezTo>
                    <a:pt x="47" y="15"/>
                    <a:pt x="47" y="15"/>
                    <a:pt x="47" y="15"/>
                  </a:cubicBezTo>
                  <a:cubicBezTo>
                    <a:pt x="47" y="8"/>
                    <a:pt x="47" y="8"/>
                    <a:pt x="47" y="8"/>
                  </a:cubicBezTo>
                  <a:cubicBezTo>
                    <a:pt x="47" y="7"/>
                    <a:pt x="49" y="5"/>
                    <a:pt x="50" y="5"/>
                  </a:cubicBezTo>
                  <a:close/>
                  <a:moveTo>
                    <a:pt x="35" y="48"/>
                  </a:moveTo>
                  <a:cubicBezTo>
                    <a:pt x="26" y="48"/>
                    <a:pt x="26" y="48"/>
                    <a:pt x="26" y="48"/>
                  </a:cubicBezTo>
                  <a:cubicBezTo>
                    <a:pt x="26" y="39"/>
                    <a:pt x="26" y="39"/>
                    <a:pt x="26" y="39"/>
                  </a:cubicBezTo>
                  <a:cubicBezTo>
                    <a:pt x="35" y="39"/>
                    <a:pt x="35" y="39"/>
                    <a:pt x="35" y="39"/>
                  </a:cubicBezTo>
                  <a:cubicBezTo>
                    <a:pt x="35" y="44"/>
                    <a:pt x="35" y="44"/>
                    <a:pt x="35" y="44"/>
                  </a:cubicBezTo>
                  <a:cubicBezTo>
                    <a:pt x="35" y="44"/>
                    <a:pt x="35" y="44"/>
                    <a:pt x="35" y="44"/>
                  </a:cubicBezTo>
                  <a:cubicBezTo>
                    <a:pt x="35" y="44"/>
                    <a:pt x="35" y="44"/>
                    <a:pt x="35" y="44"/>
                  </a:cubicBezTo>
                  <a:cubicBezTo>
                    <a:pt x="35" y="48"/>
                    <a:pt x="35" y="48"/>
                    <a:pt x="35" y="48"/>
                  </a:cubicBezTo>
                  <a:cubicBezTo>
                    <a:pt x="35" y="48"/>
                    <a:pt x="35" y="48"/>
                    <a:pt x="35" y="48"/>
                  </a:cubicBezTo>
                  <a:close/>
                  <a:moveTo>
                    <a:pt x="115" y="48"/>
                  </a:moveTo>
                  <a:cubicBezTo>
                    <a:pt x="106" y="48"/>
                    <a:pt x="106" y="48"/>
                    <a:pt x="106" y="48"/>
                  </a:cubicBezTo>
                  <a:cubicBezTo>
                    <a:pt x="106" y="39"/>
                    <a:pt x="106" y="39"/>
                    <a:pt x="106" y="39"/>
                  </a:cubicBezTo>
                  <a:cubicBezTo>
                    <a:pt x="115" y="39"/>
                    <a:pt x="115" y="39"/>
                    <a:pt x="115" y="39"/>
                  </a:cubicBezTo>
                  <a:cubicBezTo>
                    <a:pt x="115" y="44"/>
                    <a:pt x="115" y="44"/>
                    <a:pt x="115" y="44"/>
                  </a:cubicBezTo>
                  <a:cubicBezTo>
                    <a:pt x="115" y="44"/>
                    <a:pt x="115" y="44"/>
                    <a:pt x="115" y="44"/>
                  </a:cubicBezTo>
                  <a:cubicBezTo>
                    <a:pt x="115" y="44"/>
                    <a:pt x="115" y="44"/>
                    <a:pt x="116" y="44"/>
                  </a:cubicBezTo>
                  <a:cubicBezTo>
                    <a:pt x="116" y="48"/>
                    <a:pt x="116" y="48"/>
                    <a:pt x="116" y="48"/>
                  </a:cubicBezTo>
                  <a:cubicBezTo>
                    <a:pt x="115" y="48"/>
                    <a:pt x="115" y="48"/>
                    <a:pt x="115" y="48"/>
                  </a:cubicBezTo>
                  <a:close/>
                  <a:moveTo>
                    <a:pt x="121" y="41"/>
                  </a:moveTo>
                  <a:cubicBezTo>
                    <a:pt x="121" y="39"/>
                    <a:pt x="121" y="39"/>
                    <a:pt x="121" y="39"/>
                  </a:cubicBezTo>
                  <a:cubicBezTo>
                    <a:pt x="121" y="36"/>
                    <a:pt x="119" y="34"/>
                    <a:pt x="116" y="34"/>
                  </a:cubicBezTo>
                  <a:cubicBezTo>
                    <a:pt x="106" y="34"/>
                    <a:pt x="106" y="34"/>
                    <a:pt x="106" y="34"/>
                  </a:cubicBezTo>
                  <a:cubicBezTo>
                    <a:pt x="103" y="34"/>
                    <a:pt x="101" y="36"/>
                    <a:pt x="101" y="39"/>
                  </a:cubicBezTo>
                  <a:cubicBezTo>
                    <a:pt x="101" y="41"/>
                    <a:pt x="101" y="41"/>
                    <a:pt x="101" y="41"/>
                  </a:cubicBezTo>
                  <a:cubicBezTo>
                    <a:pt x="41" y="41"/>
                    <a:pt x="41" y="41"/>
                    <a:pt x="41" y="41"/>
                  </a:cubicBezTo>
                  <a:cubicBezTo>
                    <a:pt x="41" y="39"/>
                    <a:pt x="41" y="39"/>
                    <a:pt x="41" y="39"/>
                  </a:cubicBezTo>
                  <a:cubicBezTo>
                    <a:pt x="41" y="36"/>
                    <a:pt x="38" y="34"/>
                    <a:pt x="35" y="34"/>
                  </a:cubicBezTo>
                  <a:cubicBezTo>
                    <a:pt x="26" y="34"/>
                    <a:pt x="26" y="34"/>
                    <a:pt x="26" y="34"/>
                  </a:cubicBezTo>
                  <a:cubicBezTo>
                    <a:pt x="23" y="34"/>
                    <a:pt x="20" y="36"/>
                    <a:pt x="20" y="39"/>
                  </a:cubicBezTo>
                  <a:cubicBezTo>
                    <a:pt x="20" y="41"/>
                    <a:pt x="20" y="41"/>
                    <a:pt x="20" y="41"/>
                  </a:cubicBezTo>
                  <a:cubicBezTo>
                    <a:pt x="5" y="41"/>
                    <a:pt x="5" y="41"/>
                    <a:pt x="5" y="41"/>
                  </a:cubicBezTo>
                  <a:cubicBezTo>
                    <a:pt x="5" y="26"/>
                    <a:pt x="5" y="26"/>
                    <a:pt x="5" y="26"/>
                  </a:cubicBezTo>
                  <a:cubicBezTo>
                    <a:pt x="5" y="23"/>
                    <a:pt x="8" y="21"/>
                    <a:pt x="11" y="21"/>
                  </a:cubicBezTo>
                  <a:cubicBezTo>
                    <a:pt x="131" y="21"/>
                    <a:pt x="131" y="21"/>
                    <a:pt x="131" y="21"/>
                  </a:cubicBezTo>
                  <a:cubicBezTo>
                    <a:pt x="134" y="21"/>
                    <a:pt x="136" y="23"/>
                    <a:pt x="136" y="26"/>
                  </a:cubicBezTo>
                  <a:cubicBezTo>
                    <a:pt x="136" y="41"/>
                    <a:pt x="136" y="41"/>
                    <a:pt x="136" y="41"/>
                  </a:cubicBezTo>
                  <a:lnTo>
                    <a:pt x="121" y="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3" name="Google Shape;543;p39"/>
            <p:cNvSpPr/>
            <p:nvPr/>
          </p:nvSpPr>
          <p:spPr>
            <a:xfrm>
              <a:off x="4868940" y="2263262"/>
              <a:ext cx="125507" cy="123305"/>
            </a:xfrm>
            <a:custGeom>
              <a:avLst/>
              <a:gdLst/>
              <a:ahLst/>
              <a:cxnLst/>
              <a:rect l="l" t="t" r="r" b="b"/>
              <a:pathLst>
                <a:path w="48" h="47" extrusionOk="0">
                  <a:moveTo>
                    <a:pt x="19" y="47"/>
                  </a:move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ubicBezTo>
                    <a:pt x="15" y="32"/>
                    <a:pt x="15" y="32"/>
                    <a:pt x="15" y="32"/>
                  </a:cubicBezTo>
                  <a:cubicBezTo>
                    <a:pt x="15" y="43"/>
                    <a:pt x="15" y="43"/>
                    <a:pt x="15" y="43"/>
                  </a:cubicBezTo>
                  <a:cubicBezTo>
                    <a:pt x="15" y="45"/>
                    <a:pt x="17" y="47"/>
                    <a:pt x="19" y="47"/>
                  </a:cubicBezTo>
                  <a:close/>
                  <a:moveTo>
                    <a:pt x="5" y="27"/>
                  </a:moveTo>
                  <a:cubicBezTo>
                    <a:pt x="5" y="20"/>
                    <a:pt x="5" y="20"/>
                    <a:pt x="5" y="20"/>
                  </a:cubicBezTo>
                  <a:cubicBezTo>
                    <a:pt x="18" y="20"/>
                    <a:pt x="18" y="20"/>
                    <a:pt x="18" y="20"/>
                  </a:cubicBezTo>
                  <a:cubicBezTo>
                    <a:pt x="19" y="20"/>
                    <a:pt x="20" y="19"/>
                    <a:pt x="20" y="18"/>
                  </a:cubicBezTo>
                  <a:cubicBezTo>
                    <a:pt x="20" y="5"/>
                    <a:pt x="20" y="5"/>
                    <a:pt x="20"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30"/>
                  </a:cubicBezTo>
                  <a:cubicBezTo>
                    <a:pt x="27" y="42"/>
                    <a:pt x="27" y="42"/>
                    <a:pt x="27" y="42"/>
                  </a:cubicBezTo>
                  <a:cubicBezTo>
                    <a:pt x="20" y="42"/>
                    <a:pt x="20" y="42"/>
                    <a:pt x="20" y="42"/>
                  </a:cubicBezTo>
                  <a:cubicBezTo>
                    <a:pt x="20" y="30"/>
                    <a:pt x="20" y="30"/>
                    <a:pt x="20" y="30"/>
                  </a:cubicBezTo>
                  <a:cubicBezTo>
                    <a:pt x="20" y="28"/>
                    <a:pt x="19" y="27"/>
                    <a:pt x="18" y="27"/>
                  </a:cubicBezTo>
                  <a:lnTo>
                    <a:pt x="5" y="2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4" name="Google Shape;544;p39"/>
            <p:cNvSpPr/>
            <p:nvPr/>
          </p:nvSpPr>
          <p:spPr>
            <a:xfrm>
              <a:off x="5027475" y="241188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545" name="Google Shape;545;p39"/>
          <p:cNvGrpSpPr/>
          <p:nvPr/>
        </p:nvGrpSpPr>
        <p:grpSpPr>
          <a:xfrm>
            <a:off x="4707834" y="1492030"/>
            <a:ext cx="306061" cy="371015"/>
            <a:chOff x="6386032" y="1512425"/>
            <a:chExt cx="306061" cy="371015"/>
          </a:xfrm>
        </p:grpSpPr>
        <p:sp>
          <p:nvSpPr>
            <p:cNvPr id="546" name="Google Shape;546;p39"/>
            <p:cNvSpPr/>
            <p:nvPr/>
          </p:nvSpPr>
          <p:spPr>
            <a:xfrm>
              <a:off x="6386032" y="1512425"/>
              <a:ext cx="306061" cy="371015"/>
            </a:xfrm>
            <a:custGeom>
              <a:avLst/>
              <a:gdLst/>
              <a:ahLst/>
              <a:cxnLst/>
              <a:rect l="l" t="t" r="r" b="b"/>
              <a:pathLst>
                <a:path w="117" h="142" extrusionOk="0">
                  <a:moveTo>
                    <a:pt x="114" y="53"/>
                  </a:moveTo>
                  <a:cubicBezTo>
                    <a:pt x="117" y="47"/>
                    <a:pt x="117" y="40"/>
                    <a:pt x="114" y="34"/>
                  </a:cubicBezTo>
                  <a:cubicBezTo>
                    <a:pt x="106" y="19"/>
                    <a:pt x="106" y="19"/>
                    <a:pt x="106" y="19"/>
                  </a:cubicBezTo>
                  <a:cubicBezTo>
                    <a:pt x="104" y="16"/>
                    <a:pt x="101" y="14"/>
                    <a:pt x="97" y="14"/>
                  </a:cubicBezTo>
                  <a:cubicBezTo>
                    <a:pt x="94" y="14"/>
                    <a:pt x="91" y="16"/>
                    <a:pt x="89" y="19"/>
                  </a:cubicBezTo>
                  <a:cubicBezTo>
                    <a:pt x="85" y="26"/>
                    <a:pt x="85" y="26"/>
                    <a:pt x="85" y="26"/>
                  </a:cubicBezTo>
                  <a:cubicBezTo>
                    <a:pt x="77" y="12"/>
                    <a:pt x="77" y="12"/>
                    <a:pt x="77" y="12"/>
                  </a:cubicBezTo>
                  <a:cubicBezTo>
                    <a:pt x="72" y="4"/>
                    <a:pt x="65" y="0"/>
                    <a:pt x="56" y="0"/>
                  </a:cubicBezTo>
                  <a:cubicBezTo>
                    <a:pt x="56" y="0"/>
                    <a:pt x="56" y="0"/>
                    <a:pt x="56" y="0"/>
                  </a:cubicBezTo>
                  <a:cubicBezTo>
                    <a:pt x="48" y="0"/>
                    <a:pt x="40" y="4"/>
                    <a:pt x="36" y="12"/>
                  </a:cubicBezTo>
                  <a:cubicBezTo>
                    <a:pt x="24" y="32"/>
                    <a:pt x="24" y="32"/>
                    <a:pt x="24" y="32"/>
                  </a:cubicBezTo>
                  <a:cubicBezTo>
                    <a:pt x="24" y="33"/>
                    <a:pt x="24" y="35"/>
                    <a:pt x="25" y="35"/>
                  </a:cubicBezTo>
                  <a:cubicBezTo>
                    <a:pt x="26" y="36"/>
                    <a:pt x="26" y="36"/>
                    <a:pt x="27" y="36"/>
                  </a:cubicBezTo>
                  <a:cubicBezTo>
                    <a:pt x="28" y="36"/>
                    <a:pt x="29" y="35"/>
                    <a:pt x="29" y="34"/>
                  </a:cubicBezTo>
                  <a:cubicBezTo>
                    <a:pt x="41" y="15"/>
                    <a:pt x="41" y="15"/>
                    <a:pt x="41" y="15"/>
                  </a:cubicBezTo>
                  <a:cubicBezTo>
                    <a:pt x="44" y="9"/>
                    <a:pt x="50" y="6"/>
                    <a:pt x="56" y="6"/>
                  </a:cubicBezTo>
                  <a:cubicBezTo>
                    <a:pt x="56" y="6"/>
                    <a:pt x="56" y="6"/>
                    <a:pt x="56" y="6"/>
                  </a:cubicBezTo>
                  <a:cubicBezTo>
                    <a:pt x="63" y="6"/>
                    <a:pt x="69" y="9"/>
                    <a:pt x="72" y="15"/>
                  </a:cubicBezTo>
                  <a:cubicBezTo>
                    <a:pt x="82" y="32"/>
                    <a:pt x="82" y="32"/>
                    <a:pt x="82" y="32"/>
                  </a:cubicBezTo>
                  <a:cubicBezTo>
                    <a:pt x="81" y="34"/>
                    <a:pt x="81" y="34"/>
                    <a:pt x="81" y="34"/>
                  </a:cubicBezTo>
                  <a:cubicBezTo>
                    <a:pt x="77" y="40"/>
                    <a:pt x="77" y="47"/>
                    <a:pt x="81" y="53"/>
                  </a:cubicBezTo>
                  <a:cubicBezTo>
                    <a:pt x="84" y="59"/>
                    <a:pt x="91" y="62"/>
                    <a:pt x="97" y="62"/>
                  </a:cubicBezTo>
                  <a:cubicBezTo>
                    <a:pt x="98" y="62"/>
                    <a:pt x="99" y="62"/>
                    <a:pt x="99" y="62"/>
                  </a:cubicBezTo>
                  <a:cubicBezTo>
                    <a:pt x="104" y="70"/>
                    <a:pt x="106" y="78"/>
                    <a:pt x="106" y="87"/>
                  </a:cubicBezTo>
                  <a:cubicBezTo>
                    <a:pt x="106" y="100"/>
                    <a:pt x="101" y="112"/>
                    <a:pt x="92" y="122"/>
                  </a:cubicBezTo>
                  <a:cubicBezTo>
                    <a:pt x="83" y="131"/>
                    <a:pt x="70" y="137"/>
                    <a:pt x="56" y="137"/>
                  </a:cubicBezTo>
                  <a:cubicBezTo>
                    <a:pt x="43" y="137"/>
                    <a:pt x="30" y="131"/>
                    <a:pt x="21" y="122"/>
                  </a:cubicBezTo>
                  <a:cubicBezTo>
                    <a:pt x="13" y="114"/>
                    <a:pt x="9" y="104"/>
                    <a:pt x="7" y="94"/>
                  </a:cubicBezTo>
                  <a:cubicBezTo>
                    <a:pt x="5" y="83"/>
                    <a:pt x="8" y="72"/>
                    <a:pt x="13" y="62"/>
                  </a:cubicBezTo>
                  <a:cubicBezTo>
                    <a:pt x="17" y="56"/>
                    <a:pt x="17" y="56"/>
                    <a:pt x="17" y="56"/>
                  </a:cubicBezTo>
                  <a:cubicBezTo>
                    <a:pt x="18" y="55"/>
                    <a:pt x="17" y="53"/>
                    <a:pt x="16" y="52"/>
                  </a:cubicBezTo>
                  <a:cubicBezTo>
                    <a:pt x="14" y="51"/>
                    <a:pt x="13" y="52"/>
                    <a:pt x="12" y="53"/>
                  </a:cubicBezTo>
                  <a:cubicBezTo>
                    <a:pt x="8" y="59"/>
                    <a:pt x="8" y="59"/>
                    <a:pt x="8" y="59"/>
                  </a:cubicBezTo>
                  <a:cubicBezTo>
                    <a:pt x="2" y="70"/>
                    <a:pt x="0" y="82"/>
                    <a:pt x="2" y="95"/>
                  </a:cubicBezTo>
                  <a:cubicBezTo>
                    <a:pt x="3" y="106"/>
                    <a:pt x="9" y="117"/>
                    <a:pt x="17" y="125"/>
                  </a:cubicBezTo>
                  <a:cubicBezTo>
                    <a:pt x="27" y="136"/>
                    <a:pt x="41" y="142"/>
                    <a:pt x="56" y="142"/>
                  </a:cubicBezTo>
                  <a:cubicBezTo>
                    <a:pt x="71" y="142"/>
                    <a:pt x="86" y="136"/>
                    <a:pt x="96" y="125"/>
                  </a:cubicBezTo>
                  <a:cubicBezTo>
                    <a:pt x="106" y="115"/>
                    <a:pt x="112" y="101"/>
                    <a:pt x="112" y="87"/>
                  </a:cubicBezTo>
                  <a:cubicBezTo>
                    <a:pt x="112" y="78"/>
                    <a:pt x="109" y="69"/>
                    <a:pt x="105" y="61"/>
                  </a:cubicBezTo>
                  <a:cubicBezTo>
                    <a:pt x="109" y="59"/>
                    <a:pt x="112" y="57"/>
                    <a:pt x="114" y="53"/>
                  </a:cubicBezTo>
                  <a:close/>
                  <a:moveTo>
                    <a:pt x="98" y="57"/>
                  </a:moveTo>
                  <a:cubicBezTo>
                    <a:pt x="93" y="57"/>
                    <a:pt x="88" y="54"/>
                    <a:pt x="86" y="50"/>
                  </a:cubicBezTo>
                  <a:cubicBezTo>
                    <a:pt x="83" y="46"/>
                    <a:pt x="83" y="41"/>
                    <a:pt x="86" y="37"/>
                  </a:cubicBezTo>
                  <a:cubicBezTo>
                    <a:pt x="94" y="22"/>
                    <a:pt x="94" y="22"/>
                    <a:pt x="94" y="22"/>
                  </a:cubicBezTo>
                  <a:cubicBezTo>
                    <a:pt x="95" y="20"/>
                    <a:pt x="97" y="20"/>
                    <a:pt x="98" y="20"/>
                  </a:cubicBezTo>
                  <a:cubicBezTo>
                    <a:pt x="98" y="20"/>
                    <a:pt x="100" y="20"/>
                    <a:pt x="101" y="22"/>
                  </a:cubicBezTo>
                  <a:cubicBezTo>
                    <a:pt x="109" y="37"/>
                    <a:pt x="109" y="37"/>
                    <a:pt x="109" y="37"/>
                  </a:cubicBezTo>
                  <a:cubicBezTo>
                    <a:pt x="112" y="41"/>
                    <a:pt x="112" y="46"/>
                    <a:pt x="109" y="50"/>
                  </a:cubicBezTo>
                  <a:cubicBezTo>
                    <a:pt x="107" y="54"/>
                    <a:pt x="102" y="57"/>
                    <a:pt x="98" y="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7" name="Google Shape;547;p39"/>
            <p:cNvSpPr/>
            <p:nvPr/>
          </p:nvSpPr>
          <p:spPr>
            <a:xfrm>
              <a:off x="6473006" y="1658850"/>
              <a:ext cx="122205" cy="125506"/>
            </a:xfrm>
            <a:custGeom>
              <a:avLst/>
              <a:gdLst/>
              <a:ahLst/>
              <a:cxnLst/>
              <a:rect l="l" t="t" r="r" b="b"/>
              <a:pathLst>
                <a:path w="47" h="48" extrusionOk="0">
                  <a:moveTo>
                    <a:pt x="28" y="0"/>
                  </a:move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9"/>
                    <a:pt x="0" y="29"/>
                    <a:pt x="0" y="29"/>
                  </a:cubicBezTo>
                  <a:cubicBezTo>
                    <a:pt x="0" y="31"/>
                    <a:pt x="2" y="33"/>
                    <a:pt x="4" y="33"/>
                  </a:cubicBezTo>
                  <a:cubicBezTo>
                    <a:pt x="15" y="33"/>
                    <a:pt x="15" y="33"/>
                    <a:pt x="15" y="33"/>
                  </a:cubicBezTo>
                  <a:cubicBezTo>
                    <a:pt x="15" y="44"/>
                    <a:pt x="15" y="44"/>
                    <a:pt x="15" y="44"/>
                  </a:cubicBezTo>
                  <a:cubicBezTo>
                    <a:pt x="15" y="46"/>
                    <a:pt x="17" y="48"/>
                    <a:pt x="19" y="48"/>
                  </a:cubicBezTo>
                  <a:cubicBezTo>
                    <a:pt x="28" y="48"/>
                    <a:pt x="28" y="48"/>
                    <a:pt x="28" y="48"/>
                  </a:cubicBezTo>
                  <a:cubicBezTo>
                    <a:pt x="30" y="48"/>
                    <a:pt x="32" y="46"/>
                    <a:pt x="32" y="44"/>
                  </a:cubicBezTo>
                  <a:cubicBezTo>
                    <a:pt x="32" y="33"/>
                    <a:pt x="32" y="33"/>
                    <a:pt x="32" y="33"/>
                  </a:cubicBezTo>
                  <a:cubicBezTo>
                    <a:pt x="43" y="33"/>
                    <a:pt x="43" y="33"/>
                    <a:pt x="43" y="33"/>
                  </a:cubicBezTo>
                  <a:cubicBezTo>
                    <a:pt x="45" y="33"/>
                    <a:pt x="47" y="31"/>
                    <a:pt x="47" y="29"/>
                  </a:cubicBezTo>
                  <a:cubicBezTo>
                    <a:pt x="47" y="20"/>
                    <a:pt x="47" y="20"/>
                    <a:pt x="47" y="20"/>
                  </a:cubicBezTo>
                  <a:cubicBezTo>
                    <a:pt x="47" y="17"/>
                    <a:pt x="45" y="15"/>
                    <a:pt x="43" y="15"/>
                  </a:cubicBezTo>
                  <a:cubicBezTo>
                    <a:pt x="32" y="15"/>
                    <a:pt x="32" y="15"/>
                    <a:pt x="32" y="15"/>
                  </a:cubicBezTo>
                  <a:cubicBezTo>
                    <a:pt x="32" y="5"/>
                    <a:pt x="32" y="5"/>
                    <a:pt x="32" y="5"/>
                  </a:cubicBezTo>
                  <a:cubicBezTo>
                    <a:pt x="32" y="2"/>
                    <a:pt x="30" y="0"/>
                    <a:pt x="28" y="0"/>
                  </a:cubicBezTo>
                  <a:close/>
                  <a:moveTo>
                    <a:pt x="42" y="21"/>
                  </a:moveTo>
                  <a:cubicBezTo>
                    <a:pt x="42" y="28"/>
                    <a:pt x="42" y="28"/>
                    <a:pt x="42" y="28"/>
                  </a:cubicBezTo>
                  <a:cubicBezTo>
                    <a:pt x="29" y="28"/>
                    <a:pt x="29" y="28"/>
                    <a:pt x="29" y="28"/>
                  </a:cubicBezTo>
                  <a:cubicBezTo>
                    <a:pt x="28" y="28"/>
                    <a:pt x="27" y="29"/>
                    <a:pt x="27" y="30"/>
                  </a:cubicBezTo>
                  <a:cubicBezTo>
                    <a:pt x="27" y="43"/>
                    <a:pt x="27" y="43"/>
                    <a:pt x="27" y="43"/>
                  </a:cubicBezTo>
                  <a:cubicBezTo>
                    <a:pt x="20" y="43"/>
                    <a:pt x="20" y="43"/>
                    <a:pt x="20" y="43"/>
                  </a:cubicBezTo>
                  <a:cubicBezTo>
                    <a:pt x="20" y="30"/>
                    <a:pt x="20" y="30"/>
                    <a:pt x="20" y="30"/>
                  </a:cubicBezTo>
                  <a:cubicBezTo>
                    <a:pt x="20" y="29"/>
                    <a:pt x="19" y="28"/>
                    <a:pt x="17" y="28"/>
                  </a:cubicBezTo>
                  <a:cubicBezTo>
                    <a:pt x="5" y="28"/>
                    <a:pt x="5" y="28"/>
                    <a:pt x="5" y="28"/>
                  </a:cubicBezTo>
                  <a:cubicBezTo>
                    <a:pt x="5" y="21"/>
                    <a:pt x="5" y="21"/>
                    <a:pt x="5" y="21"/>
                  </a:cubicBezTo>
                  <a:cubicBezTo>
                    <a:pt x="17" y="21"/>
                    <a:pt x="17" y="21"/>
                    <a:pt x="17" y="21"/>
                  </a:cubicBezTo>
                  <a:cubicBezTo>
                    <a:pt x="19" y="21"/>
                    <a:pt x="20" y="20"/>
                    <a:pt x="20" y="18"/>
                  </a:cubicBezTo>
                  <a:cubicBezTo>
                    <a:pt x="20" y="6"/>
                    <a:pt x="20" y="6"/>
                    <a:pt x="20" y="6"/>
                  </a:cubicBezTo>
                  <a:cubicBezTo>
                    <a:pt x="27" y="6"/>
                    <a:pt x="27" y="6"/>
                    <a:pt x="27" y="6"/>
                  </a:cubicBezTo>
                  <a:cubicBezTo>
                    <a:pt x="27" y="18"/>
                    <a:pt x="27" y="18"/>
                    <a:pt x="27" y="18"/>
                  </a:cubicBezTo>
                  <a:cubicBezTo>
                    <a:pt x="27" y="20"/>
                    <a:pt x="28" y="21"/>
                    <a:pt x="29" y="21"/>
                  </a:cubicBezTo>
                  <a:lnTo>
                    <a:pt x="42"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548" name="Google Shape;548;p39"/>
            <p:cNvSpPr/>
            <p:nvPr/>
          </p:nvSpPr>
          <p:spPr>
            <a:xfrm>
              <a:off x="6433372" y="1619216"/>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Conclusion</a:t>
            </a:r>
            <a:endParaRPr/>
          </a:p>
        </p:txBody>
      </p:sp>
      <p:sp>
        <p:nvSpPr>
          <p:cNvPr id="554" name="Google Shape;554;p40"/>
          <p:cNvSpPr txBox="1">
            <a:spLocks noGrp="1"/>
          </p:cNvSpPr>
          <p:nvPr>
            <p:ph type="subTitle" idx="1"/>
          </p:nvPr>
        </p:nvSpPr>
        <p:spPr>
          <a:xfrm>
            <a:off x="1172875"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Address any diagnostic challenges, emphasizing the importance of thorough and detailed investigation with clinical reasoning</a:t>
            </a:r>
            <a:endParaRPr/>
          </a:p>
        </p:txBody>
      </p:sp>
      <p:sp>
        <p:nvSpPr>
          <p:cNvPr id="555" name="Google Shape;555;p40"/>
          <p:cNvSpPr txBox="1">
            <a:spLocks noGrp="1"/>
          </p:cNvSpPr>
          <p:nvPr>
            <p:ph type="subTitle" idx="2"/>
          </p:nvPr>
        </p:nvSpPr>
        <p:spPr>
          <a:xfrm>
            <a:off x="3515706"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Highlight successful outcomes achieved through the chosen treatment approach, showcasing effectiveness</a:t>
            </a:r>
            <a:endParaRPr/>
          </a:p>
        </p:txBody>
      </p:sp>
      <p:sp>
        <p:nvSpPr>
          <p:cNvPr id="556" name="Google Shape;556;p40"/>
          <p:cNvSpPr txBox="1">
            <a:spLocks noGrp="1"/>
          </p:cNvSpPr>
          <p:nvPr>
            <p:ph type="subTitle" idx="3"/>
          </p:nvPr>
        </p:nvSpPr>
        <p:spPr>
          <a:xfrm>
            <a:off x="1171254" y="3259800"/>
            <a:ext cx="21126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Emphasize the case's educational value, impact on medical knowledge, professional development, and learning</a:t>
            </a:r>
            <a:endParaRPr/>
          </a:p>
        </p:txBody>
      </p:sp>
      <p:sp>
        <p:nvSpPr>
          <p:cNvPr id="557" name="Google Shape;557;p40"/>
          <p:cNvSpPr txBox="1">
            <a:spLocks noGrp="1"/>
          </p:cNvSpPr>
          <p:nvPr>
            <p:ph type="subTitle" idx="4"/>
          </p:nvPr>
        </p:nvSpPr>
        <p:spPr>
          <a:xfrm>
            <a:off x="3514885" y="3259800"/>
            <a:ext cx="21126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Identify areas for future investigation that have emerged from the case, stimulating advancements </a:t>
            </a:r>
            <a:endParaRPr/>
          </a:p>
        </p:txBody>
      </p:sp>
      <p:sp>
        <p:nvSpPr>
          <p:cNvPr id="558" name="Google Shape;558;p40"/>
          <p:cNvSpPr txBox="1">
            <a:spLocks noGrp="1"/>
          </p:cNvSpPr>
          <p:nvPr>
            <p:ph type="subTitle" idx="7"/>
          </p:nvPr>
        </p:nvSpPr>
        <p:spPr>
          <a:xfrm>
            <a:off x="1172875"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Challenge</a:t>
            </a:r>
            <a:endParaRPr/>
          </a:p>
        </p:txBody>
      </p:sp>
      <p:sp>
        <p:nvSpPr>
          <p:cNvPr id="559" name="Google Shape;559;p40"/>
          <p:cNvSpPr txBox="1">
            <a:spLocks noGrp="1"/>
          </p:cNvSpPr>
          <p:nvPr>
            <p:ph type="subTitle" idx="8"/>
          </p:nvPr>
        </p:nvSpPr>
        <p:spPr>
          <a:xfrm>
            <a:off x="3515710"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Success</a:t>
            </a:r>
            <a:endParaRPr/>
          </a:p>
        </p:txBody>
      </p:sp>
      <p:sp>
        <p:nvSpPr>
          <p:cNvPr id="560" name="Google Shape;560;p40"/>
          <p:cNvSpPr txBox="1">
            <a:spLocks noGrp="1"/>
          </p:cNvSpPr>
          <p:nvPr>
            <p:ph type="subTitle" idx="9"/>
          </p:nvPr>
        </p:nvSpPr>
        <p:spPr>
          <a:xfrm>
            <a:off x="5860146" y="1359925"/>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Lessons</a:t>
            </a:r>
            <a:endParaRPr/>
          </a:p>
        </p:txBody>
      </p:sp>
      <p:sp>
        <p:nvSpPr>
          <p:cNvPr id="561" name="Google Shape;561;p40"/>
          <p:cNvSpPr txBox="1">
            <a:spLocks noGrp="1"/>
          </p:cNvSpPr>
          <p:nvPr>
            <p:ph type="subTitle" idx="5"/>
          </p:nvPr>
        </p:nvSpPr>
        <p:spPr>
          <a:xfrm>
            <a:off x="5860138" y="1668951"/>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Summarize valuable lessons learned, providing insights to guide future clinical decision-making and enhance care</a:t>
            </a:r>
            <a:endParaRPr/>
          </a:p>
        </p:txBody>
      </p:sp>
      <p:sp>
        <p:nvSpPr>
          <p:cNvPr id="562" name="Google Shape;562;p40"/>
          <p:cNvSpPr txBox="1">
            <a:spLocks noGrp="1"/>
          </p:cNvSpPr>
          <p:nvPr>
            <p:ph type="subTitle" idx="6"/>
          </p:nvPr>
        </p:nvSpPr>
        <p:spPr>
          <a:xfrm>
            <a:off x="5858517" y="3259800"/>
            <a:ext cx="2111100" cy="10290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End with a concise concluding statement, summarizing the overall significance of the case</a:t>
            </a:r>
            <a:endParaRPr/>
          </a:p>
        </p:txBody>
      </p:sp>
      <p:sp>
        <p:nvSpPr>
          <p:cNvPr id="563" name="Google Shape;563;p40"/>
          <p:cNvSpPr txBox="1">
            <a:spLocks noGrp="1"/>
          </p:cNvSpPr>
          <p:nvPr>
            <p:ph type="subTitle" idx="13"/>
          </p:nvPr>
        </p:nvSpPr>
        <p:spPr>
          <a:xfrm>
            <a:off x="1171254"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Significance</a:t>
            </a:r>
            <a:endParaRPr/>
          </a:p>
        </p:txBody>
      </p:sp>
      <p:sp>
        <p:nvSpPr>
          <p:cNvPr id="564" name="Google Shape;564;p40"/>
          <p:cNvSpPr txBox="1">
            <a:spLocks noGrp="1"/>
          </p:cNvSpPr>
          <p:nvPr>
            <p:ph type="subTitle" idx="14"/>
          </p:nvPr>
        </p:nvSpPr>
        <p:spPr>
          <a:xfrm>
            <a:off x="3514089"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Research</a:t>
            </a:r>
            <a:endParaRPr/>
          </a:p>
        </p:txBody>
      </p:sp>
      <p:sp>
        <p:nvSpPr>
          <p:cNvPr id="565" name="Google Shape;565;p40"/>
          <p:cNvSpPr txBox="1">
            <a:spLocks noGrp="1"/>
          </p:cNvSpPr>
          <p:nvPr>
            <p:ph type="subTitle" idx="15"/>
          </p:nvPr>
        </p:nvSpPr>
        <p:spPr>
          <a:xfrm>
            <a:off x="5858525" y="2947553"/>
            <a:ext cx="2112600" cy="3771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2400"/>
              <a:buNone/>
            </a:pPr>
            <a:r>
              <a:rPr lang="en"/>
              <a:t>Summary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7E328-A012-857F-9300-1119DF1DF7E0}"/>
              </a:ext>
            </a:extLst>
          </p:cNvPr>
          <p:cNvSpPr>
            <a:spLocks noGrp="1"/>
          </p:cNvSpPr>
          <p:nvPr>
            <p:ph type="title"/>
          </p:nvPr>
        </p:nvSpPr>
        <p:spPr/>
        <p:txBody>
          <a:bodyPr/>
          <a:lstStyle/>
          <a:p>
            <a:r>
              <a:rPr lang="en-US"/>
              <a:t>Thank you</a:t>
            </a:r>
          </a:p>
        </p:txBody>
      </p:sp>
      <p:sp>
        <p:nvSpPr>
          <p:cNvPr id="3" name="Subtitle 2">
            <a:extLst>
              <a:ext uri="{FF2B5EF4-FFF2-40B4-BE49-F238E27FC236}">
                <a16:creationId xmlns:a16="http://schemas.microsoft.com/office/drawing/2014/main" id="{70F494A7-7CF5-CDEB-3049-96DD86615505}"/>
              </a:ext>
            </a:extLst>
          </p:cNvPr>
          <p:cNvSpPr>
            <a:spLocks noGrp="1"/>
          </p:cNvSpPr>
          <p:nvPr>
            <p:ph type="subTitle" idx="1"/>
          </p:nvPr>
        </p:nvSpPr>
        <p:spPr/>
        <p:txBody>
          <a:bodyPr/>
          <a:lstStyle/>
          <a:p>
            <a:r>
              <a:rPr lang="en-US"/>
              <a:t>Q&amp;A</a:t>
            </a:r>
          </a:p>
        </p:txBody>
      </p:sp>
    </p:spTree>
    <p:extLst>
      <p:ext uri="{BB962C8B-B14F-4D97-AF65-F5344CB8AC3E}">
        <p14:creationId xmlns:p14="http://schemas.microsoft.com/office/powerpoint/2010/main" val="943799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8BBC0-1BEA-3097-D4F6-CE1241632B96}"/>
              </a:ext>
            </a:extLst>
          </p:cNvPr>
          <p:cNvSpPr>
            <a:spLocks noGrp="1"/>
          </p:cNvSpPr>
          <p:nvPr>
            <p:ph type="title"/>
          </p:nvPr>
        </p:nvSpPr>
        <p:spPr/>
        <p:txBody>
          <a:bodyPr/>
          <a:lstStyle/>
          <a:p>
            <a:r>
              <a:rPr lang="en-US"/>
              <a:t>Appendix</a:t>
            </a:r>
          </a:p>
        </p:txBody>
      </p:sp>
    </p:spTree>
    <p:extLst>
      <p:ext uri="{BB962C8B-B14F-4D97-AF65-F5344CB8AC3E}">
        <p14:creationId xmlns:p14="http://schemas.microsoft.com/office/powerpoint/2010/main" val="445785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C98C-A705-2266-7782-8C36805FC2D7}"/>
              </a:ext>
            </a:extLst>
          </p:cNvPr>
          <p:cNvSpPr>
            <a:spLocks noGrp="1"/>
          </p:cNvSpPr>
          <p:nvPr>
            <p:ph type="title"/>
          </p:nvPr>
        </p:nvSpPr>
        <p:spPr>
          <a:xfrm>
            <a:off x="0" y="2249805"/>
            <a:ext cx="3695700" cy="827434"/>
          </a:xfrm>
        </p:spPr>
        <p:txBody>
          <a:bodyPr/>
          <a:lstStyle/>
          <a:p>
            <a:r>
              <a:rPr lang="en-US" sz="800">
                <a:latin typeface="+mj-lt"/>
                <a:hlinkClick r:id="rId2"/>
              </a:rPr>
              <a:t>Illustration and Slide Source</a:t>
            </a:r>
            <a:endParaRPr lang="en-US" sz="800">
              <a:latin typeface="+mj-lt"/>
            </a:endParaRPr>
          </a:p>
        </p:txBody>
      </p:sp>
      <p:pic>
        <p:nvPicPr>
          <p:cNvPr id="4" name="Picture 3">
            <a:extLst>
              <a:ext uri="{FF2B5EF4-FFF2-40B4-BE49-F238E27FC236}">
                <a16:creationId xmlns:a16="http://schemas.microsoft.com/office/drawing/2014/main" id="{281D0CB3-7EF1-95E9-A154-E2C5CDB4BD09}"/>
              </a:ext>
            </a:extLst>
          </p:cNvPr>
          <p:cNvPicPr>
            <a:picLocks noChangeAspect="1"/>
          </p:cNvPicPr>
          <p:nvPr/>
        </p:nvPicPr>
        <p:blipFill>
          <a:blip r:embed="rId3"/>
          <a:stretch>
            <a:fillRect/>
          </a:stretch>
        </p:blipFill>
        <p:spPr>
          <a:xfrm>
            <a:off x="1137202" y="1438275"/>
            <a:ext cx="971550" cy="971550"/>
          </a:xfrm>
          <a:prstGeom prst="rect">
            <a:avLst/>
          </a:prstGeom>
        </p:spPr>
      </p:pic>
      <p:sp>
        <p:nvSpPr>
          <p:cNvPr id="5" name="Title 1">
            <a:extLst>
              <a:ext uri="{FF2B5EF4-FFF2-40B4-BE49-F238E27FC236}">
                <a16:creationId xmlns:a16="http://schemas.microsoft.com/office/drawing/2014/main" id="{3C7E8A32-B22F-8647-E7A0-711F2A0B3D02}"/>
              </a:ext>
            </a:extLst>
          </p:cNvPr>
          <p:cNvSpPr txBox="1">
            <a:spLocks/>
          </p:cNvSpPr>
          <p:nvPr/>
        </p:nvSpPr>
        <p:spPr>
          <a:xfrm>
            <a:off x="617055" y="630103"/>
            <a:ext cx="3695700" cy="61228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000"/>
              <a:buFont typeface="DM Sans Black"/>
              <a:buNone/>
              <a:defRPr sz="5000" b="0" i="0" u="none" strike="noStrike" cap="none">
                <a:solidFill>
                  <a:schemeClr val="dk1"/>
                </a:solidFill>
                <a:latin typeface="DM Sans Black"/>
                <a:ea typeface="DM Sans Black"/>
                <a:cs typeface="DM Sans Black"/>
                <a:sym typeface="DM Sans Black"/>
              </a:defRPr>
            </a:lvl1pPr>
            <a:lvl2pPr marR="0" lvl="1"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2pPr>
            <a:lvl3pPr marR="0" lvl="2"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3pPr>
            <a:lvl4pPr marR="0" lvl="3"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4pPr>
            <a:lvl5pPr marR="0" lvl="4"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5pPr>
            <a:lvl6pPr marR="0" lvl="5"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6pPr>
            <a:lvl7pPr marR="0" lvl="6"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7pPr>
            <a:lvl8pPr marR="0" lvl="7"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8pPr>
            <a:lvl9pPr marR="0" lvl="8" algn="ctr" rtl="0">
              <a:lnSpc>
                <a:spcPct val="100000"/>
              </a:lnSpc>
              <a:spcBef>
                <a:spcPts val="0"/>
              </a:spcBef>
              <a:spcAft>
                <a:spcPts val="0"/>
              </a:spcAft>
              <a:buClr>
                <a:schemeClr val="dk1"/>
              </a:buClr>
              <a:buSzPts val="6000"/>
              <a:buFont typeface="DM Sans ExtraBold"/>
              <a:buNone/>
              <a:defRPr sz="6000" b="0" i="0" u="none" strike="noStrike" cap="none">
                <a:solidFill>
                  <a:schemeClr val="dk1"/>
                </a:solidFill>
                <a:latin typeface="DM Sans ExtraBold"/>
                <a:ea typeface="DM Sans ExtraBold"/>
                <a:cs typeface="DM Sans ExtraBold"/>
                <a:sym typeface="DM Sans ExtraBold"/>
              </a:defRPr>
            </a:lvl9pPr>
          </a:lstStyle>
          <a:p>
            <a:r>
              <a:rPr lang="en-US" sz="2000"/>
              <a:t>Acknowledgment</a:t>
            </a:r>
          </a:p>
        </p:txBody>
      </p:sp>
    </p:spTree>
    <p:extLst>
      <p:ext uri="{BB962C8B-B14F-4D97-AF65-F5344CB8AC3E}">
        <p14:creationId xmlns:p14="http://schemas.microsoft.com/office/powerpoint/2010/main" val="1537073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Contents of this template</a:t>
            </a:r>
            <a:endParaRPr/>
          </a:p>
        </p:txBody>
      </p:sp>
      <p:sp>
        <p:nvSpPr>
          <p:cNvPr id="412" name="Google Shape;412;p34"/>
          <p:cNvSpPr txBox="1">
            <a:spLocks noGrp="1"/>
          </p:cNvSpPr>
          <p:nvPr>
            <p:ph type="body" idx="1"/>
          </p:nvPr>
        </p:nvSpPr>
        <p:spPr>
          <a:xfrm>
            <a:off x="720000" y="1096350"/>
            <a:ext cx="7704000" cy="3801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400"/>
              <a:buNone/>
            </a:pPr>
            <a:r>
              <a:rPr lang="en"/>
              <a:t>You can delete this slide when you’re done editing the presentation</a:t>
            </a:r>
            <a:endParaRPr/>
          </a:p>
        </p:txBody>
      </p:sp>
      <p:sp>
        <p:nvSpPr>
          <p:cNvPr id="413" name="Google Shape;413;p34"/>
          <p:cNvSpPr txBox="1"/>
          <p:nvPr/>
        </p:nvSpPr>
        <p:spPr>
          <a:xfrm>
            <a:off x="1098025" y="3971250"/>
            <a:ext cx="2144100" cy="46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For more info:</a:t>
            </a:r>
            <a:br>
              <a:rPr lang="en" sz="800" b="0" i="0" u="none" strike="noStrike" cap="none">
                <a:solidFill>
                  <a:schemeClr val="dk1"/>
                </a:solidFill>
                <a:latin typeface="Karla"/>
                <a:ea typeface="Karla"/>
                <a:cs typeface="Karla"/>
                <a:sym typeface="Karla"/>
              </a:rPr>
            </a:br>
            <a:r>
              <a:rPr lang="en" sz="1000" b="1" i="0" u="sng" strike="noStrike" cap="none">
                <a:solidFill>
                  <a:schemeClr val="dk1"/>
                </a:solidFill>
                <a:latin typeface="Karla"/>
                <a:ea typeface="Karla"/>
                <a:cs typeface="Karla"/>
                <a:sym typeface="Karla"/>
                <a:hlinkClick r:id="rId3">
                  <a:extLst>
                    <a:ext uri="{A12FA001-AC4F-418D-AE19-62706E023703}">
                      <ahyp:hlinkClr xmlns:ahyp="http://schemas.microsoft.com/office/drawing/2018/hyperlinkcolor" val="tx"/>
                    </a:ext>
                  </a:extLst>
                </a:hlinkClick>
              </a:rPr>
              <a:t>Slidesgo</a:t>
            </a:r>
            <a:r>
              <a:rPr lang="en" sz="1000" b="0" i="0" u="none" strike="noStrike" cap="none">
                <a:solidFill>
                  <a:schemeClr val="dk1"/>
                </a:solidFill>
                <a:uFill>
                  <a:noFill/>
                </a:uFill>
                <a:latin typeface="Karla"/>
                <a:ea typeface="Karla"/>
                <a:cs typeface="Karla"/>
                <a:sym typeface="Karla"/>
                <a:hlinkClick r:id="rId3">
                  <a:extLst>
                    <a:ext uri="{A12FA001-AC4F-418D-AE19-62706E023703}">
                      <ahyp:hlinkClr xmlns:ahyp="http://schemas.microsoft.com/office/drawing/2018/hyperlinkcolor" val="tx"/>
                    </a:ext>
                  </a:extLst>
                </a:hlinkClick>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4">
                  <a:extLst>
                    <a:ext uri="{A12FA001-AC4F-418D-AE19-62706E023703}">
                      <ahyp:hlinkClr xmlns:ahyp="http://schemas.microsoft.com/office/drawing/2018/hyperlinkcolor" val="tx"/>
                    </a:ext>
                  </a:extLst>
                </a:hlinkClick>
              </a:rPr>
              <a:t>Blog</a:t>
            </a:r>
            <a:r>
              <a:rPr lang="en" sz="1000" b="0" i="0" u="none" strike="noStrike" cap="none">
                <a:solidFill>
                  <a:schemeClr val="dk1"/>
                </a:solidFill>
                <a:latin typeface="Karla"/>
                <a:ea typeface="Karla"/>
                <a:cs typeface="Karla"/>
                <a:sym typeface="Karla"/>
              </a:rPr>
              <a:t> |</a:t>
            </a:r>
            <a:r>
              <a:rPr lang="en" sz="1000" b="1"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5">
                  <a:extLst>
                    <a:ext uri="{A12FA001-AC4F-418D-AE19-62706E023703}">
                      <ahyp:hlinkClr xmlns:ahyp="http://schemas.microsoft.com/office/drawing/2018/hyperlinkcolor" val="tx"/>
                    </a:ext>
                  </a:extLst>
                </a:hlinkClick>
              </a:rPr>
              <a:t>FA</a:t>
            </a:r>
            <a:r>
              <a:rPr lang="en" sz="1000" b="1" i="0" u="sng" strike="noStrike" cap="none">
                <a:solidFill>
                  <a:schemeClr val="dk1"/>
                </a:solidFill>
                <a:latin typeface="Karla"/>
                <a:ea typeface="Karla"/>
                <a:cs typeface="Karla"/>
                <a:sym typeface="Karla"/>
              </a:rPr>
              <a:t>Qs</a:t>
            </a:r>
            <a:endParaRPr sz="1000" b="1" i="0" u="sng" strike="noStrike" cap="none">
              <a:solidFill>
                <a:schemeClr val="dk1"/>
              </a:solidFill>
              <a:latin typeface="Karla"/>
              <a:ea typeface="Karla"/>
              <a:cs typeface="Karla"/>
              <a:sym typeface="Karla"/>
            </a:endParaRPr>
          </a:p>
        </p:txBody>
      </p:sp>
      <p:sp>
        <p:nvSpPr>
          <p:cNvPr id="414" name="Google Shape;414;p34"/>
          <p:cNvSpPr txBox="1"/>
          <p:nvPr/>
        </p:nvSpPr>
        <p:spPr>
          <a:xfrm>
            <a:off x="3388350" y="3971250"/>
            <a:ext cx="4653300" cy="4617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You can visit our sister projects:</a:t>
            </a:r>
            <a:br>
              <a:rPr lang="en" sz="1000" b="0" i="0" u="none" strike="noStrike" cap="none">
                <a:solidFill>
                  <a:schemeClr val="dk1"/>
                </a:solidFill>
                <a:latin typeface="Karla"/>
                <a:ea typeface="Karla"/>
                <a:cs typeface="Karla"/>
                <a:sym typeface="Karla"/>
              </a:rPr>
            </a:br>
            <a:r>
              <a:rPr lang="en" sz="1000" b="1" i="0" u="sng" strike="noStrike" cap="none">
                <a:solidFill>
                  <a:schemeClr val="dk1"/>
                </a:solidFill>
                <a:latin typeface="Karla"/>
                <a:ea typeface="Karla"/>
                <a:cs typeface="Karla"/>
                <a:sym typeface="Karla"/>
                <a:hlinkClick r:id="rId6">
                  <a:extLst>
                    <a:ext uri="{A12FA001-AC4F-418D-AE19-62706E023703}">
                      <ahyp:hlinkClr xmlns:ahyp="http://schemas.microsoft.com/office/drawing/2018/hyperlinkcolor" val="tx"/>
                    </a:ext>
                  </a:extLst>
                </a:hlinkClick>
              </a:rPr>
              <a:t>Freepik</a:t>
            </a:r>
            <a:r>
              <a:rPr lang="en" sz="1000" b="1" i="0" u="none" strike="noStrike" cap="none">
                <a:solidFill>
                  <a:schemeClr val="dk1"/>
                </a:solidFill>
                <a:latin typeface="Karla"/>
                <a:ea typeface="Karla"/>
                <a:cs typeface="Karla"/>
                <a:sym typeface="Karla"/>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7">
                  <a:extLst>
                    <a:ext uri="{A12FA001-AC4F-418D-AE19-62706E023703}">
                      <ahyp:hlinkClr xmlns:ahyp="http://schemas.microsoft.com/office/drawing/2018/hyperlinkcolor" val="tx"/>
                    </a:ext>
                  </a:extLst>
                </a:hlinkClick>
              </a:rPr>
              <a:t>Flaticon</a:t>
            </a:r>
            <a:r>
              <a:rPr lang="en" sz="1000" b="0" i="0" u="none" strike="noStrike" cap="none">
                <a:solidFill>
                  <a:schemeClr val="dk1"/>
                </a:solidFill>
                <a:latin typeface="Karla"/>
                <a:ea typeface="Karla"/>
                <a:cs typeface="Karla"/>
                <a:sym typeface="Karla"/>
              </a:rPr>
              <a:t> | </a:t>
            </a:r>
            <a:r>
              <a:rPr lang="en" sz="1000" b="1" i="0" u="sng" strike="noStrike" cap="none">
                <a:solidFill>
                  <a:schemeClr val="dk1"/>
                </a:solidFill>
                <a:latin typeface="Karla"/>
                <a:ea typeface="Karla"/>
                <a:cs typeface="Karla"/>
                <a:sym typeface="Karla"/>
                <a:hlinkClick r:id="rId8">
                  <a:extLst>
                    <a:ext uri="{A12FA001-AC4F-418D-AE19-62706E023703}">
                      <ahyp:hlinkClr xmlns:ahyp="http://schemas.microsoft.com/office/drawing/2018/hyperlinkcolor" val="tx"/>
                    </a:ext>
                  </a:extLst>
                </a:hlinkClick>
              </a:rPr>
              <a:t>Storyset</a:t>
            </a:r>
            <a:r>
              <a:rPr lang="en" sz="1000" b="0" i="0" u="none" strike="noStrike" cap="none">
                <a:solidFill>
                  <a:schemeClr val="dk1"/>
                </a:solidFill>
                <a:latin typeface="Karla"/>
                <a:ea typeface="Karla"/>
                <a:cs typeface="Karla"/>
                <a:sym typeface="Karla"/>
              </a:rPr>
              <a:t> | </a:t>
            </a:r>
            <a:r>
              <a:rPr lang="en" sz="1000" b="1" i="0" u="sng" strike="noStrike" cap="none">
                <a:solidFill>
                  <a:schemeClr val="dk1"/>
                </a:solidFill>
                <a:latin typeface="Karla"/>
                <a:ea typeface="Karla"/>
                <a:cs typeface="Karla"/>
                <a:sym typeface="Karla"/>
                <a:hlinkClick r:id="rId9">
                  <a:extLst>
                    <a:ext uri="{A12FA001-AC4F-418D-AE19-62706E023703}">
                      <ahyp:hlinkClr xmlns:ahyp="http://schemas.microsoft.com/office/drawing/2018/hyperlinkcolor" val="tx"/>
                    </a:ext>
                  </a:extLst>
                </a:hlinkClick>
              </a:rPr>
              <a:t>Wepik</a:t>
            </a:r>
            <a:r>
              <a:rPr lang="en" sz="1000" b="0" i="0" u="none" strike="noStrike" cap="none">
                <a:solidFill>
                  <a:schemeClr val="dk1"/>
                </a:solidFill>
                <a:uFill>
                  <a:noFill/>
                </a:uFill>
                <a:latin typeface="Karla"/>
                <a:ea typeface="Karla"/>
                <a:cs typeface="Karla"/>
                <a:sym typeface="Karla"/>
                <a:hlinkClick r:id="rId9">
                  <a:extLst>
                    <a:ext uri="{A12FA001-AC4F-418D-AE19-62706E023703}">
                      <ahyp:hlinkClr xmlns:ahyp="http://schemas.microsoft.com/office/drawing/2018/hyperlinkcolor" val="tx"/>
                    </a:ext>
                  </a:extLst>
                </a:hlinkClick>
              </a:rPr>
              <a:t> </a:t>
            </a:r>
            <a:r>
              <a:rPr lang="en" sz="1000" b="0" i="0" u="none" strike="noStrike" cap="none">
                <a:solidFill>
                  <a:schemeClr val="dk1"/>
                </a:solidFill>
                <a:latin typeface="Karla"/>
                <a:ea typeface="Karla"/>
                <a:cs typeface="Karla"/>
                <a:sym typeface="Karla"/>
              </a:rPr>
              <a:t>| </a:t>
            </a:r>
            <a:r>
              <a:rPr lang="en" sz="1000" b="1" i="0" u="sng" strike="noStrike" cap="none">
                <a:solidFill>
                  <a:schemeClr val="dk1"/>
                </a:solidFill>
                <a:latin typeface="Karla"/>
                <a:ea typeface="Karla"/>
                <a:cs typeface="Karla"/>
                <a:sym typeface="Karla"/>
                <a:hlinkClick r:id="rId10">
                  <a:extLst>
                    <a:ext uri="{A12FA001-AC4F-418D-AE19-62706E023703}">
                      <ahyp:hlinkClr xmlns:ahyp="http://schemas.microsoft.com/office/drawing/2018/hyperlinkcolor" val="tx"/>
                    </a:ext>
                  </a:extLst>
                </a:hlinkClick>
              </a:rPr>
              <a:t>Videvo</a:t>
            </a:r>
            <a:endParaRPr sz="1000" b="1" i="0" u="sng" strike="noStrike" cap="none">
              <a:solidFill>
                <a:schemeClr val="dk1"/>
              </a:solidFill>
              <a:latin typeface="Karla"/>
              <a:ea typeface="Karla"/>
              <a:cs typeface="Karla"/>
              <a:sym typeface="Karla"/>
            </a:endParaRPr>
          </a:p>
        </p:txBody>
      </p:sp>
      <p:graphicFrame>
        <p:nvGraphicFramePr>
          <p:cNvPr id="415" name="Google Shape;415;p34"/>
          <p:cNvGraphicFramePr/>
          <p:nvPr/>
        </p:nvGraphicFramePr>
        <p:xfrm>
          <a:off x="1098025" y="1652235"/>
          <a:ext cx="6943700" cy="2219450"/>
        </p:xfrm>
        <a:graphic>
          <a:graphicData uri="http://schemas.openxmlformats.org/drawingml/2006/table">
            <a:tbl>
              <a:tblPr>
                <a:noFill/>
                <a:tableStyleId>{9ADE6C8D-0B5B-4D6E-B7D1-A40846E0EC63}</a:tableStyleId>
              </a:tblPr>
              <a:tblGrid>
                <a:gridCol w="2255275">
                  <a:extLst>
                    <a:ext uri="{9D8B030D-6E8A-4147-A177-3AD203B41FA5}">
                      <a16:colId xmlns:a16="http://schemas.microsoft.com/office/drawing/2014/main" val="20000"/>
                    </a:ext>
                  </a:extLst>
                </a:gridCol>
                <a:gridCol w="4688425">
                  <a:extLst>
                    <a:ext uri="{9D8B030D-6E8A-4147-A177-3AD203B41FA5}">
                      <a16:colId xmlns:a16="http://schemas.microsoft.com/office/drawing/2014/main" val="20001"/>
                    </a:ext>
                  </a:extLst>
                </a:gridCol>
              </a:tblGrid>
              <a:tr h="36870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1" action="ppaction://hlinksldjump">
                            <a:extLst>
                              <a:ext uri="{A12FA001-AC4F-418D-AE19-62706E023703}">
                                <ahyp:hlinkClr xmlns:ahyp="http://schemas.microsoft.com/office/drawing/2018/hyperlinkcolor" val="tx"/>
                              </a:ext>
                            </a:extLst>
                          </a:hlinkClick>
                        </a:rPr>
                        <a:t>Fonts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To view this template correctly in PowerPoint, download and install the fonts we used</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2" action="ppaction://hlinksldjump">
                            <a:extLst>
                              <a:ext uri="{A12FA001-AC4F-418D-AE19-62706E023703}">
                                <ahyp:hlinkClr xmlns:ahyp="http://schemas.microsoft.com/office/drawing/2018/hyperlinkcolor" val="tx"/>
                              </a:ext>
                            </a:extLst>
                          </a:hlinkClick>
                        </a:rPr>
                        <a:t>Used</a:t>
                      </a:r>
                      <a:r>
                        <a:rPr lang="en" sz="1000" u="none" strike="noStrike" cap="none">
                          <a:solidFill>
                            <a:schemeClr val="dk1"/>
                          </a:solidFill>
                          <a:latin typeface="DM Sans ExtraBold"/>
                          <a:ea typeface="DM Sans ExtraBold"/>
                          <a:cs typeface="DM Sans ExtraBold"/>
                          <a:sym typeface="DM Sans ExtraBold"/>
                        </a:rPr>
                        <a:t> and </a:t>
                      </a:r>
                      <a:r>
                        <a:rPr lang="en" sz="1000" u="sng" strike="noStrike" cap="none">
                          <a:solidFill>
                            <a:schemeClr val="dk1"/>
                          </a:solidFill>
                          <a:latin typeface="DM Sans ExtraBold"/>
                          <a:ea typeface="DM Sans ExtraBold"/>
                          <a:cs typeface="DM Sans ExtraBold"/>
                          <a:sym typeface="DM Sans ExtraBold"/>
                          <a:hlinkClick r:id="rId13" action="ppaction://hlinksldjump">
                            <a:extLst>
                              <a:ext uri="{A12FA001-AC4F-418D-AE19-62706E023703}">
                                <ahyp:hlinkClr xmlns:ahyp="http://schemas.microsoft.com/office/drawing/2018/hyperlinkcolor" val="tx"/>
                              </a:ext>
                            </a:extLst>
                          </a:hlinkClick>
                        </a:rPr>
                        <a:t>alternative resources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An assortment of graphic resources that are suitable for use in this presentation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4" action="ppaction://hlinksldjump">
                            <a:extLst>
                              <a:ext uri="{A12FA001-AC4F-418D-AE19-62706E023703}">
                                <ahyp:hlinkClr xmlns:ahyp="http://schemas.microsoft.com/office/drawing/2018/hyperlinkcolor" val="tx"/>
                              </a:ext>
                            </a:extLst>
                          </a:hlinkClick>
                        </a:rPr>
                        <a:t>Thanks slide</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You must keep it so that proper credits for our design are given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rId11" action="ppaction://hlinksldjump">
                            <a:extLst>
                              <a:ext uri="{A12FA001-AC4F-418D-AE19-62706E023703}">
                                <ahyp:hlinkClr xmlns:ahyp="http://schemas.microsoft.com/office/drawing/2018/hyperlinkcolor" val="tx"/>
                              </a:ext>
                            </a:extLst>
                          </a:hlinkClick>
                        </a:rPr>
                        <a:t>Colors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All the colors used in this presentation</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sng" strike="noStrike" cap="none">
                          <a:solidFill>
                            <a:schemeClr val="dk1"/>
                          </a:solidFill>
                          <a:latin typeface="DM Sans ExtraBold"/>
                          <a:ea typeface="DM Sans ExtraBold"/>
                          <a:cs typeface="DM Sans ExtraBold"/>
                          <a:sym typeface="DM Sans ExtraBold"/>
                          <a:hlinkClick r:id="" action="ppaction://noaction">
                            <a:extLst>
                              <a:ext uri="{A12FA001-AC4F-418D-AE19-62706E023703}">
                                <ahyp:hlinkClr xmlns:ahyp="http://schemas.microsoft.com/office/drawing/2018/hyperlinkcolor" val="tx"/>
                              </a:ext>
                            </a:extLst>
                          </a:hlinkClick>
                        </a:rPr>
                        <a:t>Icons</a:t>
                      </a:r>
                      <a:r>
                        <a:rPr lang="en" sz="1000" u="none" strike="noStrike" cap="none">
                          <a:solidFill>
                            <a:schemeClr val="dk1"/>
                          </a:solidFill>
                          <a:latin typeface="DM Sans ExtraBold"/>
                          <a:ea typeface="DM Sans ExtraBold"/>
                          <a:cs typeface="DM Sans ExtraBold"/>
                          <a:sym typeface="DM Sans ExtraBold"/>
                        </a:rPr>
                        <a:t> and </a:t>
                      </a:r>
                      <a:r>
                        <a:rPr lang="en" sz="1000" u="sng" strike="noStrike" cap="none">
                          <a:solidFill>
                            <a:schemeClr val="dk1"/>
                          </a:solidFill>
                          <a:latin typeface="DM Sans ExtraBold"/>
                          <a:ea typeface="DM Sans ExtraBold"/>
                          <a:cs typeface="DM Sans ExtraBold"/>
                          <a:sym typeface="DM Sans ExtraBold"/>
                          <a:hlinkClick r:id="" action="ppaction://noaction">
                            <a:extLst>
                              <a:ext uri="{A12FA001-AC4F-418D-AE19-62706E023703}">
                                <ahyp:hlinkClr xmlns:ahyp="http://schemas.microsoft.com/office/drawing/2018/hyperlinkcolor" val="tx"/>
                              </a:ext>
                            </a:extLst>
                          </a:hlinkClick>
                        </a:rPr>
                        <a:t>infographic resources</a:t>
                      </a:r>
                      <a:endParaRPr sz="1000" u="sng"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These can be used in the template, and their size and color can be edited</a:t>
                      </a:r>
                      <a:endParaRPr sz="9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70150">
                <a:tc>
                  <a:txBody>
                    <a:bodyPr/>
                    <a:lstStyle/>
                    <a:p>
                      <a:pPr marL="0" marR="0" lvl="0" indent="0" algn="l" rtl="0">
                        <a:lnSpc>
                          <a:spcPct val="100000"/>
                        </a:lnSpc>
                        <a:spcBef>
                          <a:spcPts val="0"/>
                        </a:spcBef>
                        <a:spcAft>
                          <a:spcPts val="0"/>
                        </a:spcAft>
                        <a:buClr>
                          <a:srgbClr val="000000"/>
                        </a:buClr>
                        <a:buSzPts val="1000"/>
                        <a:buFont typeface="Arial"/>
                        <a:buNone/>
                      </a:pPr>
                      <a:r>
                        <a:rPr lang="en" sz="1000" u="none" strike="noStrike" cap="none">
                          <a:solidFill>
                            <a:schemeClr val="dk1"/>
                          </a:solidFill>
                          <a:latin typeface="DM Sans ExtraBold"/>
                          <a:ea typeface="DM Sans ExtraBold"/>
                          <a:cs typeface="DM Sans ExtraBold"/>
                          <a:sym typeface="DM Sans ExtraBold"/>
                        </a:rPr>
                        <a:t>Editable presentation theme </a:t>
                      </a:r>
                      <a:endParaRPr sz="1000" u="none" strike="noStrike" cap="none">
                        <a:solidFill>
                          <a:schemeClr val="dk1"/>
                        </a:solidFill>
                        <a:latin typeface="DM Sans ExtraBold"/>
                        <a:ea typeface="DM Sans ExtraBold"/>
                        <a:cs typeface="DM Sans ExtraBold"/>
                        <a:sym typeface="DM Sa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 sz="900" u="none" strike="noStrike" cap="none">
                          <a:solidFill>
                            <a:schemeClr val="dk1"/>
                          </a:solidFill>
                          <a:latin typeface="Karla"/>
                          <a:ea typeface="Karla"/>
                          <a:cs typeface="Karla"/>
                          <a:sym typeface="Karla"/>
                        </a:rPr>
                        <a:t>You can edit the master slides easily. For more info, click</a:t>
                      </a:r>
                      <a:r>
                        <a:rPr lang="en" sz="900" u="none" strike="noStrike" cap="none">
                          <a:solidFill>
                            <a:schemeClr val="dk1"/>
                          </a:solidFill>
                          <a:latin typeface="Karla Light"/>
                          <a:ea typeface="Karla Light"/>
                          <a:cs typeface="Karla Light"/>
                          <a:sym typeface="Karla Light"/>
                        </a:rPr>
                        <a:t> </a:t>
                      </a:r>
                      <a:r>
                        <a:rPr lang="en" sz="900" b="1" u="sng" strike="noStrike" cap="none">
                          <a:solidFill>
                            <a:schemeClr val="dk1"/>
                          </a:solidFill>
                          <a:latin typeface="Karla"/>
                          <a:ea typeface="Karla"/>
                          <a:cs typeface="Karla"/>
                          <a:sym typeface="Karla"/>
                          <a:hlinkClick r:id="rId15">
                            <a:extLst>
                              <a:ext uri="{A12FA001-AC4F-418D-AE19-62706E023703}">
                                <ahyp:hlinkClr xmlns:ahyp="http://schemas.microsoft.com/office/drawing/2018/hyperlinkcolor" val="tx"/>
                              </a:ext>
                            </a:extLst>
                          </a:hlinkClick>
                        </a:rPr>
                        <a:t>here</a:t>
                      </a:r>
                      <a:endParaRPr sz="900" b="1" u="sng"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12354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1"/>
          <p:cNvSpPr txBox="1">
            <a:spLocks noGrp="1"/>
          </p:cNvSpPr>
          <p:nvPr>
            <p:ph type="subTitle" idx="3"/>
          </p:nvPr>
        </p:nvSpPr>
        <p:spPr>
          <a:xfrm>
            <a:off x="3032689" y="1961399"/>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Patients on the study</a:t>
            </a:r>
            <a:endParaRPr/>
          </a:p>
        </p:txBody>
      </p:sp>
      <p:sp>
        <p:nvSpPr>
          <p:cNvPr id="571" name="Google Shape;571;p41"/>
          <p:cNvSpPr txBox="1">
            <a:spLocks noGrp="1"/>
          </p:cNvSpPr>
          <p:nvPr>
            <p:ph type="title"/>
          </p:nvPr>
        </p:nvSpPr>
        <p:spPr>
          <a:xfrm>
            <a:off x="1245780" y="2734025"/>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20,000</a:t>
            </a:r>
            <a:endParaRPr/>
          </a:p>
        </p:txBody>
      </p:sp>
      <p:sp>
        <p:nvSpPr>
          <p:cNvPr id="572" name="Google Shape;572;p41"/>
          <p:cNvSpPr txBox="1">
            <a:spLocks noGrp="1"/>
          </p:cNvSpPr>
          <p:nvPr>
            <p:ph type="subTitle" idx="1"/>
          </p:nvPr>
        </p:nvSpPr>
        <p:spPr>
          <a:xfrm>
            <a:off x="1245780" y="3711050"/>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Received placebo treatment</a:t>
            </a:r>
            <a:endParaRPr/>
          </a:p>
        </p:txBody>
      </p:sp>
      <p:sp>
        <p:nvSpPr>
          <p:cNvPr id="573" name="Google Shape;573;p41"/>
          <p:cNvSpPr txBox="1">
            <a:spLocks noGrp="1"/>
          </p:cNvSpPr>
          <p:nvPr>
            <p:ph type="title" idx="2"/>
          </p:nvPr>
        </p:nvSpPr>
        <p:spPr>
          <a:xfrm>
            <a:off x="3032700" y="984500"/>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50,000</a:t>
            </a:r>
            <a:endParaRPr/>
          </a:p>
        </p:txBody>
      </p:sp>
      <p:sp>
        <p:nvSpPr>
          <p:cNvPr id="574" name="Google Shape;574;p41"/>
          <p:cNvSpPr txBox="1">
            <a:spLocks noGrp="1"/>
          </p:cNvSpPr>
          <p:nvPr>
            <p:ph type="title" idx="4"/>
          </p:nvPr>
        </p:nvSpPr>
        <p:spPr>
          <a:xfrm>
            <a:off x="4819620" y="2734025"/>
            <a:ext cx="3078600" cy="910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6000"/>
              <a:buNone/>
            </a:pPr>
            <a:r>
              <a:rPr lang="en"/>
              <a:t>5,000</a:t>
            </a:r>
            <a:endParaRPr/>
          </a:p>
        </p:txBody>
      </p:sp>
      <p:sp>
        <p:nvSpPr>
          <p:cNvPr id="575" name="Google Shape;575;p41"/>
          <p:cNvSpPr txBox="1">
            <a:spLocks noGrp="1"/>
          </p:cNvSpPr>
          <p:nvPr>
            <p:ph type="subTitle" idx="5"/>
          </p:nvPr>
        </p:nvSpPr>
        <p:spPr>
          <a:xfrm>
            <a:off x="4819620" y="3711050"/>
            <a:ext cx="3078600" cy="3882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200"/>
              <a:buNone/>
            </a:pPr>
            <a:r>
              <a:rPr lang="en"/>
              <a:t>Had secondary effects</a:t>
            </a:r>
            <a:endParaRPr/>
          </a:p>
        </p:txBody>
      </p:sp>
      <p:sp>
        <p:nvSpPr>
          <p:cNvPr id="576" name="Google Shape;576;p41"/>
          <p:cNvSpPr/>
          <p:nvPr/>
        </p:nvSpPr>
        <p:spPr>
          <a:xfrm rot="-5400000" flipH="1">
            <a:off x="1301275" y="828800"/>
            <a:ext cx="100200" cy="2112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2"/>
          <p:cNvSpPr txBox="1">
            <a:spLocks noGrp="1"/>
          </p:cNvSpPr>
          <p:nvPr>
            <p:ph type="subTitle" idx="1"/>
          </p:nvPr>
        </p:nvSpPr>
        <p:spPr>
          <a:xfrm>
            <a:off x="2393400" y="2962927"/>
            <a:ext cx="4357200" cy="960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600"/>
              <a:buNone/>
            </a:pPr>
            <a:r>
              <a:rPr lang="en"/>
              <a:t>Use percentages in your case report to quantify and communicate the frequency or proportion of important findings or outcomes</a:t>
            </a:r>
            <a:endParaRPr/>
          </a:p>
        </p:txBody>
      </p:sp>
      <p:sp>
        <p:nvSpPr>
          <p:cNvPr id="582" name="Google Shape;582;p42"/>
          <p:cNvSpPr txBox="1">
            <a:spLocks noGrp="1"/>
          </p:cNvSpPr>
          <p:nvPr>
            <p:ph type="title"/>
          </p:nvPr>
        </p:nvSpPr>
        <p:spPr>
          <a:xfrm>
            <a:off x="2393400" y="1709976"/>
            <a:ext cx="4357200" cy="11505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9600"/>
              <a:buNone/>
            </a:pPr>
            <a:r>
              <a:rPr lang="en"/>
              <a:t>95%</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3"/>
          <p:cNvSpPr txBox="1">
            <a:spLocks noGrp="1"/>
          </p:cNvSpPr>
          <p:nvPr>
            <p:ph type="title"/>
          </p:nvPr>
        </p:nvSpPr>
        <p:spPr>
          <a:xfrm>
            <a:off x="4554925" y="1358975"/>
            <a:ext cx="3501900" cy="1478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A picture is worth a thousand words</a:t>
            </a:r>
            <a:endParaRPr/>
          </a:p>
        </p:txBody>
      </p:sp>
      <p:pic>
        <p:nvPicPr>
          <p:cNvPr id="588" name="Google Shape;588;p43"/>
          <p:cNvPicPr preferRelativeResize="0">
            <a:picLocks noGrp="1"/>
          </p:cNvPicPr>
          <p:nvPr>
            <p:ph type="pic" idx="2"/>
          </p:nvPr>
        </p:nvPicPr>
        <p:blipFill rotWithShape="1">
          <a:blip r:embed="rId3">
            <a:alphaModFix/>
          </a:blip>
          <a:srcRect l="20756" r="5666"/>
          <a:stretch/>
        </p:blipFill>
        <p:spPr>
          <a:xfrm>
            <a:off x="853144" y="1140525"/>
            <a:ext cx="3391500" cy="3072300"/>
          </a:xfrm>
          <a:prstGeom prst="roundRect">
            <a:avLst>
              <a:gd name="adj" fmla="val 16667"/>
            </a:avLst>
          </a:prstGeom>
          <a:noFill/>
          <a:ln>
            <a:noFill/>
          </a:ln>
        </p:spPr>
      </p:pic>
      <p:sp>
        <p:nvSpPr>
          <p:cNvPr id="589" name="Google Shape;589;p43"/>
          <p:cNvSpPr txBox="1">
            <a:spLocks noGrp="1"/>
          </p:cNvSpPr>
          <p:nvPr>
            <p:ph type="subTitle" idx="1"/>
          </p:nvPr>
        </p:nvSpPr>
        <p:spPr>
          <a:xfrm>
            <a:off x="4554925" y="2898497"/>
            <a:ext cx="3501900" cy="86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a:t>Using an image in your case report enhances visual representation and provides a concise and impactful way to present key findings or illustrate important aspects of the case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4"/>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This is a graph</a:t>
            </a:r>
            <a:endParaRPr/>
          </a:p>
        </p:txBody>
      </p:sp>
      <p:sp>
        <p:nvSpPr>
          <p:cNvPr id="595" name="Google Shape;595;p44"/>
          <p:cNvSpPr txBox="1"/>
          <p:nvPr/>
        </p:nvSpPr>
        <p:spPr>
          <a:xfrm>
            <a:off x="853725" y="4346225"/>
            <a:ext cx="7436700" cy="231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Karla"/>
                <a:ea typeface="Karla"/>
                <a:cs typeface="Karla"/>
                <a:sym typeface="Karla"/>
              </a:rPr>
              <a:t>Follow the link in the graph to modify its data and then paste the new one here. </a:t>
            </a:r>
            <a:r>
              <a:rPr lang="en" sz="1000" b="1" i="0" u="sng" strike="noStrike" cap="none">
                <a:solidFill>
                  <a:schemeClr val="dk1"/>
                </a:solidFill>
                <a:latin typeface="Karla"/>
                <a:ea typeface="Karla"/>
                <a:cs typeface="Karla"/>
                <a:sym typeface="Karla"/>
                <a:hlinkClick r:id="rId3">
                  <a:extLst>
                    <a:ext uri="{A12FA001-AC4F-418D-AE19-62706E023703}">
                      <ahyp:hlinkClr xmlns:ahyp="http://schemas.microsoft.com/office/drawing/2018/hyperlinkcolor" val="tx"/>
                    </a:ext>
                  </a:extLst>
                </a:hlinkClick>
              </a:rPr>
              <a:t>For more info, click here</a:t>
            </a:r>
            <a:endParaRPr sz="1000" b="1" i="0" u="sng" strike="noStrike" cap="none">
              <a:solidFill>
                <a:schemeClr val="dk1"/>
              </a:solidFill>
              <a:latin typeface="Karla"/>
              <a:ea typeface="Karla"/>
              <a:cs typeface="Karla"/>
              <a:sym typeface="Karla"/>
            </a:endParaRPr>
          </a:p>
        </p:txBody>
      </p:sp>
      <p:sp>
        <p:nvSpPr>
          <p:cNvPr id="596" name="Google Shape;596;p44"/>
          <p:cNvSpPr txBox="1"/>
          <p:nvPr/>
        </p:nvSpPr>
        <p:spPr>
          <a:xfrm>
            <a:off x="1148700" y="1184925"/>
            <a:ext cx="2243100" cy="8172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Understanding the numbers</a:t>
            </a:r>
            <a:endParaRPr sz="1800" b="0" i="0" u="none" strike="noStrike" cap="none">
              <a:solidFill>
                <a:schemeClr val="dk1"/>
              </a:solidFill>
              <a:latin typeface="DM Sans Black"/>
              <a:ea typeface="DM Sans Black"/>
              <a:cs typeface="DM Sans Black"/>
              <a:sym typeface="DM Sans Black"/>
            </a:endParaRPr>
          </a:p>
        </p:txBody>
      </p:sp>
      <p:sp>
        <p:nvSpPr>
          <p:cNvPr id="597" name="Google Shape;597;p44"/>
          <p:cNvSpPr txBox="1"/>
          <p:nvPr/>
        </p:nvSpPr>
        <p:spPr>
          <a:xfrm>
            <a:off x="1148700" y="1937234"/>
            <a:ext cx="2243100" cy="2080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Karla"/>
                <a:ea typeface="Karla"/>
                <a:cs typeface="Karla"/>
                <a:sym typeface="Karla"/>
              </a:rPr>
              <a:t>Incorporating a graph in your case report offers several advantages. It allows for the clear visualization and concise representation of data trends, comparisons, or correlations. By presenting information in a visual format, graphs enable readers to quickly grasp and interpret complex findings</a:t>
            </a:r>
            <a:endParaRPr sz="1200" b="0" i="0" u="none" strike="noStrike" cap="none">
              <a:solidFill>
                <a:schemeClr val="dk1"/>
              </a:solidFill>
              <a:latin typeface="Karla"/>
              <a:ea typeface="Karla"/>
              <a:cs typeface="Karla"/>
              <a:sym typeface="Karla"/>
            </a:endParaRPr>
          </a:p>
        </p:txBody>
      </p:sp>
      <p:pic>
        <p:nvPicPr>
          <p:cNvPr id="598" name="Google Shape;598;p44" title="Gráfico">
            <a:hlinkClick r:id="rId4"/>
          </p:cNvPr>
          <p:cNvPicPr preferRelativeResize="0"/>
          <p:nvPr/>
        </p:nvPicPr>
        <p:blipFill rotWithShape="1">
          <a:blip r:embed="rId5">
            <a:alphaModFix/>
          </a:blip>
          <a:srcRect/>
          <a:stretch/>
        </p:blipFill>
        <p:spPr>
          <a:xfrm>
            <a:off x="3502550" y="1349088"/>
            <a:ext cx="4459350" cy="2736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47"/>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Case presentation: medical history</a:t>
            </a:r>
            <a:endParaRPr/>
          </a:p>
        </p:txBody>
      </p:sp>
      <p:graphicFrame>
        <p:nvGraphicFramePr>
          <p:cNvPr id="698" name="Google Shape;698;p47"/>
          <p:cNvGraphicFramePr/>
          <p:nvPr/>
        </p:nvGraphicFramePr>
        <p:xfrm>
          <a:off x="796700" y="1166720"/>
          <a:ext cx="3661550" cy="3316490"/>
        </p:xfrm>
        <a:graphic>
          <a:graphicData uri="http://schemas.openxmlformats.org/drawingml/2006/table">
            <a:tbl>
              <a:tblPr>
                <a:noFill/>
                <a:tableStyleId>{9ADE6C8D-0B5B-4D6E-B7D1-A40846E0EC63}</a:tableStyleId>
              </a:tblPr>
              <a:tblGrid>
                <a:gridCol w="1127475">
                  <a:extLst>
                    <a:ext uri="{9D8B030D-6E8A-4147-A177-3AD203B41FA5}">
                      <a16:colId xmlns:a16="http://schemas.microsoft.com/office/drawing/2014/main" val="20000"/>
                    </a:ext>
                  </a:extLst>
                </a:gridCol>
                <a:gridCol w="2534075">
                  <a:extLst>
                    <a:ext uri="{9D8B030D-6E8A-4147-A177-3AD203B41FA5}">
                      <a16:colId xmlns:a16="http://schemas.microsoft.com/office/drawing/2014/main" val="20001"/>
                    </a:ext>
                  </a:extLst>
                </a:gridCol>
              </a:tblGrid>
              <a:tr h="425850">
                <a:tc gridSpan="2">
                  <a:txBody>
                    <a:bodyPr/>
                    <a:lstStyle/>
                    <a:p>
                      <a:pPr marL="0" marR="0" lvl="0" indent="0" algn="l" rtl="0">
                        <a:lnSpc>
                          <a:spcPct val="100000"/>
                        </a:lnSpc>
                        <a:spcBef>
                          <a:spcPts val="0"/>
                        </a:spcBef>
                        <a:spcAft>
                          <a:spcPts val="0"/>
                        </a:spcAft>
                        <a:buClr>
                          <a:srgbClr val="000000"/>
                        </a:buClr>
                        <a:buSzPts val="1800"/>
                        <a:buFont typeface="Arial"/>
                        <a:buNone/>
                      </a:pPr>
                      <a:r>
                        <a:rPr lang="en" sz="1800" u="none" strike="noStrike" cap="none">
                          <a:solidFill>
                            <a:schemeClr val="dk1"/>
                          </a:solidFill>
                          <a:latin typeface="DM Sans Black"/>
                          <a:ea typeface="DM Sans Black"/>
                          <a:cs typeface="DM Sans Black"/>
                          <a:sym typeface="DM Sans Black"/>
                        </a:rPr>
                        <a:t>About the patient</a:t>
                      </a:r>
                      <a:endParaRPr sz="1400" b="1" u="none" strike="noStrike" cap="none">
                        <a:solidFill>
                          <a:schemeClr val="dk1"/>
                        </a:solidFill>
                        <a:latin typeface="Open Sans"/>
                        <a:ea typeface="Open Sans"/>
                        <a:cs typeface="Open Sans"/>
                        <a:sym typeface="Open Sa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hMerge="1">
                  <a:txBody>
                    <a:bodyPr/>
                    <a:lstStyle/>
                    <a:p>
                      <a:endParaRPr lang="en-US"/>
                    </a:p>
                  </a:txBody>
                  <a:tcPr/>
                </a:tc>
                <a:extLst>
                  <a:ext uri="{0D108BD9-81ED-4DB2-BD59-A6C34878D82A}">
                    <a16:rowId xmlns:a16="http://schemas.microsoft.com/office/drawing/2014/main" val="10000"/>
                  </a:ext>
                </a:extLst>
              </a:tr>
              <a:tr h="48200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Patient’s age</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42 years old</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40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Gender</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Female</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531075">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Medical conditions</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Chest pain, shortness of breath</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31075">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Previous treatments</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None reported</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885150">
                <a:tc>
                  <a:txBody>
                    <a:bodyPr/>
                    <a:lstStyle/>
                    <a:p>
                      <a:pPr marL="0" marR="0" lvl="0" indent="0" algn="l" rtl="0">
                        <a:lnSpc>
                          <a:spcPct val="100000"/>
                        </a:lnSpc>
                        <a:spcBef>
                          <a:spcPts val="0"/>
                        </a:spcBef>
                        <a:spcAft>
                          <a:spcPts val="0"/>
                        </a:spcAft>
                        <a:buClr>
                          <a:srgbClr val="000000"/>
                        </a:buClr>
                        <a:buSzPts val="1200"/>
                        <a:buFont typeface="Arial"/>
                        <a:buNone/>
                      </a:pPr>
                      <a:r>
                        <a:rPr lang="en" sz="1200" b="1" u="none" strike="noStrike" cap="none">
                          <a:solidFill>
                            <a:schemeClr val="dk1"/>
                          </a:solidFill>
                          <a:latin typeface="Karla"/>
                          <a:ea typeface="Karla"/>
                          <a:cs typeface="Karla"/>
                          <a:sym typeface="Karla"/>
                        </a:rPr>
                        <a:t>Introduction</a:t>
                      </a:r>
                      <a:endParaRPr sz="1200" b="1"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solidFill>
                            <a:schemeClr val="dk1"/>
                          </a:solidFill>
                          <a:latin typeface="Karla"/>
                          <a:ea typeface="Karla"/>
                          <a:cs typeface="Karla"/>
                          <a:sym typeface="Karla"/>
                        </a:rPr>
                        <a:t>She has been experiencing these symptoms for the past 2 days, with the pain increasing in intensity and frequency</a:t>
                      </a:r>
                      <a:endParaRPr sz="1200" u="none" strike="noStrike" cap="none">
                        <a:solidFill>
                          <a:schemeClr val="dk1"/>
                        </a:solidFill>
                        <a:latin typeface="Karla"/>
                        <a:ea typeface="Karla"/>
                        <a:cs typeface="Karla"/>
                        <a:sym typeface="Karla"/>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699" name="Google Shape;699;p47"/>
          <p:cNvSpPr txBox="1">
            <a:spLocks noGrp="1"/>
          </p:cNvSpPr>
          <p:nvPr>
            <p:ph type="subTitle" idx="4294967295"/>
          </p:nvPr>
        </p:nvSpPr>
        <p:spPr>
          <a:xfrm>
            <a:off x="4677825" y="1190050"/>
            <a:ext cx="3746400" cy="426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1200"/>
              <a:buFont typeface="Karla"/>
              <a:buNone/>
            </a:pPr>
            <a:r>
              <a:rPr lang="en" sz="1800" b="0" i="0" u="none" strike="noStrike" cap="none">
                <a:solidFill>
                  <a:schemeClr val="dk1"/>
                </a:solidFill>
                <a:latin typeface="DM Sans Black"/>
                <a:ea typeface="DM Sans Black"/>
                <a:cs typeface="DM Sans Black"/>
                <a:sym typeface="DM Sans Black"/>
              </a:rPr>
              <a:t>Key findings</a:t>
            </a:r>
            <a:endParaRPr sz="1800" b="0" i="0" u="none" strike="noStrike" cap="none">
              <a:solidFill>
                <a:schemeClr val="dk1"/>
              </a:solidFill>
              <a:latin typeface="DM Sans Black"/>
              <a:ea typeface="DM Sans Black"/>
              <a:cs typeface="DM Sans Black"/>
              <a:sym typeface="DM Sans Black"/>
            </a:endParaRPr>
          </a:p>
        </p:txBody>
      </p:sp>
      <p:sp>
        <p:nvSpPr>
          <p:cNvPr id="700" name="Google Shape;700;p47"/>
          <p:cNvSpPr txBox="1">
            <a:spLocks noGrp="1"/>
          </p:cNvSpPr>
          <p:nvPr>
            <p:ph type="subTitle" idx="4294967295"/>
          </p:nvPr>
        </p:nvSpPr>
        <p:spPr>
          <a:xfrm>
            <a:off x="4677825" y="1609875"/>
            <a:ext cx="3746400" cy="1064700"/>
          </a:xfrm>
          <a:prstGeom prst="rect">
            <a:avLst/>
          </a:prstGeom>
          <a:noFill/>
          <a:ln>
            <a:noFill/>
          </a:ln>
        </p:spPr>
        <p:txBody>
          <a:bodyPr spcFirstLastPara="1" wrap="square" lIns="91425" tIns="91425" rIns="91425" bIns="91425" anchor="t" anchorCtr="0">
            <a:noAutofit/>
          </a:bodyPr>
          <a:lstStyle/>
          <a:p>
            <a:pPr marL="342900" marR="0" lvl="0" indent="-304800" algn="l" rtl="0">
              <a:lnSpc>
                <a:spcPct val="100000"/>
              </a:lnSpc>
              <a:spcBef>
                <a:spcPts val="0"/>
              </a:spcBef>
              <a:spcAft>
                <a:spcPts val="0"/>
              </a:spcAft>
              <a:buClr>
                <a:schemeClr val="lt2"/>
              </a:buClr>
              <a:buSzPts val="1200"/>
              <a:buFont typeface="Karla"/>
              <a:buChar char="●"/>
            </a:pPr>
            <a:r>
              <a:rPr lang="en" sz="1200" b="0" i="0" u="none" strike="noStrike" cap="none">
                <a:solidFill>
                  <a:schemeClr val="dk1"/>
                </a:solidFill>
                <a:latin typeface="Karla"/>
                <a:ea typeface="Karla"/>
                <a:cs typeface="Karla"/>
                <a:sym typeface="Karla"/>
              </a:rPr>
              <a:t>Summarize the most important or relevant aspects of the patient's medical history</a:t>
            </a:r>
            <a:endParaRPr sz="1200" b="0" i="0" u="none" strike="noStrike" cap="none">
              <a:solidFill>
                <a:schemeClr val="dk1"/>
              </a:solidFill>
              <a:latin typeface="Karla"/>
              <a:ea typeface="Karla"/>
              <a:cs typeface="Karla"/>
              <a:sym typeface="Karla"/>
            </a:endParaRPr>
          </a:p>
          <a:p>
            <a:pPr marL="342900" marR="0" lvl="0" indent="-304800" algn="l" rtl="0">
              <a:lnSpc>
                <a:spcPct val="100000"/>
              </a:lnSpc>
              <a:spcBef>
                <a:spcPts val="1000"/>
              </a:spcBef>
              <a:spcAft>
                <a:spcPts val="0"/>
              </a:spcAft>
              <a:buClr>
                <a:schemeClr val="lt2"/>
              </a:buClr>
              <a:buSzPts val="1200"/>
              <a:buFont typeface="Karla"/>
              <a:buChar char="●"/>
            </a:pPr>
            <a:r>
              <a:rPr lang="en" sz="1200" b="0" i="0" u="none" strike="noStrike" cap="none">
                <a:solidFill>
                  <a:schemeClr val="dk1"/>
                </a:solidFill>
                <a:latin typeface="Karla"/>
                <a:ea typeface="Karla"/>
                <a:cs typeface="Karla"/>
                <a:sym typeface="Karla"/>
              </a:rPr>
              <a:t>Use bullet points to present the key findings in a clear and organized manner</a:t>
            </a:r>
            <a:endParaRPr sz="1200" b="0" i="0" u="none" strike="noStrike" cap="none">
              <a:solidFill>
                <a:schemeClr val="dk1"/>
              </a:solidFill>
              <a:latin typeface="Karla"/>
              <a:ea typeface="Karla"/>
              <a:cs typeface="Karla"/>
              <a:sym typeface="Karla"/>
            </a:endParaRPr>
          </a:p>
        </p:txBody>
      </p:sp>
      <p:sp>
        <p:nvSpPr>
          <p:cNvPr id="701" name="Google Shape;701;p47"/>
          <p:cNvSpPr txBox="1">
            <a:spLocks noGrp="1"/>
          </p:cNvSpPr>
          <p:nvPr>
            <p:ph type="subTitle" idx="4294967295"/>
          </p:nvPr>
        </p:nvSpPr>
        <p:spPr>
          <a:xfrm>
            <a:off x="4677825" y="2753438"/>
            <a:ext cx="3746400" cy="4266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1200"/>
              <a:buFont typeface="Karla"/>
              <a:buNone/>
            </a:pPr>
            <a:r>
              <a:rPr lang="en" sz="1800" b="0" i="0" u="none" strike="noStrike" cap="none">
                <a:solidFill>
                  <a:schemeClr val="dk1"/>
                </a:solidFill>
                <a:latin typeface="DM Sans Black"/>
                <a:ea typeface="DM Sans Black"/>
                <a:cs typeface="DM Sans Black"/>
                <a:sym typeface="DM Sans Black"/>
              </a:rPr>
              <a:t>Conclusions</a:t>
            </a:r>
            <a:endParaRPr sz="1800" b="0" i="0" u="none" strike="noStrike" cap="none">
              <a:solidFill>
                <a:schemeClr val="dk1"/>
              </a:solidFill>
              <a:latin typeface="DM Sans Black"/>
              <a:ea typeface="DM Sans Black"/>
              <a:cs typeface="DM Sans Black"/>
              <a:sym typeface="DM Sans Black"/>
            </a:endParaRPr>
          </a:p>
        </p:txBody>
      </p:sp>
      <p:sp>
        <p:nvSpPr>
          <p:cNvPr id="702" name="Google Shape;702;p47"/>
          <p:cNvSpPr txBox="1">
            <a:spLocks noGrp="1"/>
          </p:cNvSpPr>
          <p:nvPr>
            <p:ph type="subTitle" idx="4294967295"/>
          </p:nvPr>
        </p:nvSpPr>
        <p:spPr>
          <a:xfrm>
            <a:off x="5226525" y="3258900"/>
            <a:ext cx="3202500" cy="54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1200"/>
              <a:buFont typeface="Karla"/>
              <a:buNone/>
            </a:pPr>
            <a:r>
              <a:rPr lang="en" sz="1200" b="0" i="0" u="none" strike="noStrike" cap="none">
                <a:solidFill>
                  <a:schemeClr val="dk1"/>
                </a:solidFill>
                <a:latin typeface="Karla"/>
                <a:ea typeface="Karla"/>
                <a:cs typeface="Karla"/>
                <a:sym typeface="Karla"/>
              </a:rPr>
              <a:t>In this section, summarize the key findings from the medical history</a:t>
            </a:r>
            <a:endParaRPr sz="1200" b="0" i="0" u="none" strike="noStrike" cap="none">
              <a:solidFill>
                <a:schemeClr val="dk1"/>
              </a:solidFill>
              <a:latin typeface="Karla"/>
              <a:ea typeface="Karla"/>
              <a:cs typeface="Karla"/>
              <a:sym typeface="Karla"/>
            </a:endParaRPr>
          </a:p>
        </p:txBody>
      </p:sp>
      <p:sp>
        <p:nvSpPr>
          <p:cNvPr id="703" name="Google Shape;703;p47"/>
          <p:cNvSpPr txBox="1">
            <a:spLocks noGrp="1"/>
          </p:cNvSpPr>
          <p:nvPr>
            <p:ph type="subTitle" idx="4294967295"/>
          </p:nvPr>
        </p:nvSpPr>
        <p:spPr>
          <a:xfrm>
            <a:off x="5226525" y="3868499"/>
            <a:ext cx="3202500" cy="581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lt1"/>
              </a:buClr>
              <a:buSzPts val="1200"/>
              <a:buFont typeface="Karla"/>
              <a:buNone/>
            </a:pPr>
            <a:r>
              <a:rPr lang="en" sz="1200" b="0" i="0" u="none" strike="noStrike" cap="none">
                <a:solidFill>
                  <a:schemeClr val="dk1"/>
                </a:solidFill>
                <a:latin typeface="Karla"/>
                <a:ea typeface="Karla"/>
                <a:cs typeface="Karla"/>
                <a:sym typeface="Karla"/>
              </a:rPr>
              <a:t>Provide an overview of the implications for the current diagnosis and treatment plan</a:t>
            </a:r>
            <a:endParaRPr sz="1200" b="0" i="0" u="none" strike="noStrike" cap="none">
              <a:solidFill>
                <a:schemeClr val="dk1"/>
              </a:solidFill>
              <a:latin typeface="Karla"/>
              <a:ea typeface="Karla"/>
              <a:cs typeface="Karla"/>
              <a:sym typeface="Karla"/>
            </a:endParaRPr>
          </a:p>
        </p:txBody>
      </p:sp>
      <p:sp>
        <p:nvSpPr>
          <p:cNvPr id="704" name="Google Shape;704;p47"/>
          <p:cNvSpPr/>
          <p:nvPr/>
        </p:nvSpPr>
        <p:spPr>
          <a:xfrm>
            <a:off x="4677825" y="3258900"/>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1</a:t>
            </a:r>
            <a:endParaRPr sz="1800" b="0" i="0" u="none" strike="noStrike" cap="none">
              <a:solidFill>
                <a:schemeClr val="dk1"/>
              </a:solidFill>
              <a:latin typeface="DM Sans Black"/>
              <a:ea typeface="DM Sans Black"/>
              <a:cs typeface="DM Sans Black"/>
              <a:sym typeface="DM Sans Black"/>
            </a:endParaRPr>
          </a:p>
        </p:txBody>
      </p:sp>
      <p:sp>
        <p:nvSpPr>
          <p:cNvPr id="705" name="Google Shape;705;p47"/>
          <p:cNvSpPr/>
          <p:nvPr/>
        </p:nvSpPr>
        <p:spPr>
          <a:xfrm>
            <a:off x="4677825" y="3884998"/>
            <a:ext cx="548700" cy="548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2</a:t>
            </a:r>
            <a:endParaRPr sz="1800" b="0" i="0" u="none" strike="noStrike" cap="none">
              <a:solidFill>
                <a:schemeClr val="dk1"/>
              </a:solidFill>
              <a:latin typeface="DM Sans Black"/>
              <a:ea typeface="DM Sans Black"/>
              <a:cs typeface="DM Sans Black"/>
              <a:sym typeface="DM Sans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48"/>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Discussion</a:t>
            </a:r>
            <a:endParaRPr/>
          </a:p>
        </p:txBody>
      </p:sp>
      <p:sp>
        <p:nvSpPr>
          <p:cNvPr id="711" name="Google Shape;711;p48"/>
          <p:cNvSpPr txBox="1">
            <a:spLocks noGrp="1"/>
          </p:cNvSpPr>
          <p:nvPr>
            <p:ph type="subTitle" idx="1"/>
          </p:nvPr>
        </p:nvSpPr>
        <p:spPr>
          <a:xfrm>
            <a:off x="1585650" y="1094275"/>
            <a:ext cx="5972700" cy="99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b="1"/>
              <a:t>Introduction:</a:t>
            </a:r>
            <a:endParaRPr b="1"/>
          </a:p>
          <a:p>
            <a:pPr marL="457200" lvl="0" indent="-304800" algn="l" rtl="0">
              <a:lnSpc>
                <a:spcPct val="100000"/>
              </a:lnSpc>
              <a:spcBef>
                <a:spcPts val="1000"/>
              </a:spcBef>
              <a:spcAft>
                <a:spcPts val="0"/>
              </a:spcAft>
              <a:buSzPts val="1200"/>
              <a:buChar char="●"/>
            </a:pPr>
            <a:r>
              <a:rPr lang="en"/>
              <a:t>Briefly summarize the main findings and results of the case report</a:t>
            </a:r>
            <a:endParaRPr/>
          </a:p>
          <a:p>
            <a:pPr marL="457200" lvl="0" indent="-304800" algn="l" rtl="0">
              <a:lnSpc>
                <a:spcPct val="100000"/>
              </a:lnSpc>
              <a:spcBef>
                <a:spcPts val="0"/>
              </a:spcBef>
              <a:spcAft>
                <a:spcPts val="0"/>
              </a:spcAft>
              <a:buSzPts val="1200"/>
              <a:buChar char="●"/>
            </a:pPr>
            <a:r>
              <a:rPr lang="en"/>
              <a:t>Mention the purpose of the discussion and what will be covered</a:t>
            </a:r>
            <a:endParaRPr/>
          </a:p>
        </p:txBody>
      </p:sp>
      <p:sp>
        <p:nvSpPr>
          <p:cNvPr id="712" name="Google Shape;712;p48"/>
          <p:cNvSpPr txBox="1">
            <a:spLocks noGrp="1"/>
          </p:cNvSpPr>
          <p:nvPr>
            <p:ph type="subTitle" idx="2"/>
          </p:nvPr>
        </p:nvSpPr>
        <p:spPr>
          <a:xfrm>
            <a:off x="1585650" y="2015571"/>
            <a:ext cx="5972700" cy="1476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b="1"/>
              <a:t>Main discussion:</a:t>
            </a:r>
            <a:endParaRPr/>
          </a:p>
          <a:p>
            <a:pPr marL="457200" lvl="0" indent="-304800" algn="l" rtl="0">
              <a:lnSpc>
                <a:spcPct val="100000"/>
              </a:lnSpc>
              <a:spcBef>
                <a:spcPts val="1000"/>
              </a:spcBef>
              <a:spcAft>
                <a:spcPts val="0"/>
              </a:spcAft>
              <a:buSzPts val="1200"/>
              <a:buChar char="●"/>
            </a:pPr>
            <a:r>
              <a:rPr lang="en"/>
              <a:t>Present different perspectives and opinions on the findings, based on the literature and other relevant sources</a:t>
            </a:r>
            <a:endParaRPr/>
          </a:p>
          <a:p>
            <a:pPr marL="457200" lvl="0" indent="-304800" algn="l" rtl="0">
              <a:lnSpc>
                <a:spcPct val="100000"/>
              </a:lnSpc>
              <a:spcBef>
                <a:spcPts val="0"/>
              </a:spcBef>
              <a:spcAft>
                <a:spcPts val="0"/>
              </a:spcAft>
              <a:buSzPts val="1200"/>
              <a:buChar char="●"/>
            </a:pPr>
            <a:r>
              <a:rPr lang="en"/>
              <a:t>Use bullet points to highlight key arguments and counterarguments</a:t>
            </a:r>
            <a:endParaRPr/>
          </a:p>
          <a:p>
            <a:pPr marL="457200" lvl="0" indent="-304800" algn="l" rtl="0">
              <a:lnSpc>
                <a:spcPct val="100000"/>
              </a:lnSpc>
              <a:spcBef>
                <a:spcPts val="0"/>
              </a:spcBef>
              <a:spcAft>
                <a:spcPts val="0"/>
              </a:spcAft>
              <a:buSzPts val="1200"/>
              <a:buChar char="●"/>
            </a:pPr>
            <a:r>
              <a:rPr lang="en"/>
              <a:t>Address any limitations or weaknesses of the study and suggest potential solutions or areas for further research</a:t>
            </a:r>
            <a:endParaRPr/>
          </a:p>
        </p:txBody>
      </p:sp>
      <p:sp>
        <p:nvSpPr>
          <p:cNvPr id="713" name="Google Shape;713;p48"/>
          <p:cNvSpPr txBox="1">
            <a:spLocks noGrp="1"/>
          </p:cNvSpPr>
          <p:nvPr>
            <p:ph type="subTitle" idx="3"/>
          </p:nvPr>
        </p:nvSpPr>
        <p:spPr>
          <a:xfrm>
            <a:off x="1585650" y="3415475"/>
            <a:ext cx="5972700" cy="997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r>
              <a:rPr lang="en" b="1"/>
              <a:t>Conclusions:</a:t>
            </a:r>
            <a:endParaRPr/>
          </a:p>
          <a:p>
            <a:pPr marL="457200" lvl="0" indent="-317500" algn="l" rtl="0">
              <a:lnSpc>
                <a:spcPct val="100000"/>
              </a:lnSpc>
              <a:spcBef>
                <a:spcPts val="1000"/>
              </a:spcBef>
              <a:spcAft>
                <a:spcPts val="0"/>
              </a:spcAft>
              <a:buSzPts val="1400"/>
              <a:buChar char="●"/>
            </a:pPr>
            <a:r>
              <a:rPr lang="en"/>
              <a:t>Summarize the key points of the discussion and their implications for clinical practice or future research</a:t>
            </a:r>
            <a:endParaRPr/>
          </a:p>
          <a:p>
            <a:pPr marL="457200" lvl="0" indent="-317500" algn="l" rtl="0">
              <a:lnSpc>
                <a:spcPct val="100000"/>
              </a:lnSpc>
              <a:spcBef>
                <a:spcPts val="0"/>
              </a:spcBef>
              <a:spcAft>
                <a:spcPts val="0"/>
              </a:spcAft>
              <a:buSzPts val="1400"/>
              <a:buChar char="●"/>
            </a:pPr>
            <a:r>
              <a:rPr lang="en"/>
              <a:t>Offer any final recommendations or take-home messages for the audience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49"/>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Outcomes and recommendations</a:t>
            </a:r>
            <a:endParaRPr/>
          </a:p>
        </p:txBody>
      </p:sp>
      <p:sp>
        <p:nvSpPr>
          <p:cNvPr id="719" name="Google Shape;719;p49"/>
          <p:cNvSpPr/>
          <p:nvPr/>
        </p:nvSpPr>
        <p:spPr>
          <a:xfrm>
            <a:off x="3616650" y="1211175"/>
            <a:ext cx="1910700" cy="5178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Start</a:t>
            </a:r>
            <a:endParaRPr sz="1800" b="0" i="0" u="none" strike="noStrike" cap="none">
              <a:solidFill>
                <a:schemeClr val="dk1"/>
              </a:solidFill>
              <a:latin typeface="DM Sans Black"/>
              <a:ea typeface="DM Sans Black"/>
              <a:cs typeface="DM Sans Black"/>
              <a:sym typeface="DM Sans Black"/>
            </a:endParaRPr>
          </a:p>
        </p:txBody>
      </p:sp>
      <p:sp>
        <p:nvSpPr>
          <p:cNvPr id="720" name="Google Shape;720;p49"/>
          <p:cNvSpPr/>
          <p:nvPr/>
        </p:nvSpPr>
        <p:spPr>
          <a:xfrm>
            <a:off x="3616650"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1" name="Google Shape;721;p49"/>
          <p:cNvSpPr/>
          <p:nvPr/>
        </p:nvSpPr>
        <p:spPr>
          <a:xfrm>
            <a:off x="1071075"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2" name="Google Shape;722;p49"/>
          <p:cNvSpPr/>
          <p:nvPr/>
        </p:nvSpPr>
        <p:spPr>
          <a:xfrm>
            <a:off x="6162225" y="2477675"/>
            <a:ext cx="1910700" cy="408900"/>
          </a:xfrm>
          <a:prstGeom prst="rect">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DM Sans Black"/>
                <a:ea typeface="DM Sans Black"/>
                <a:cs typeface="DM Sans Black"/>
                <a:sym typeface="DM Sans Black"/>
              </a:rPr>
              <a:t>Outcome </a:t>
            </a:r>
            <a:endParaRPr sz="1800" b="0" i="0" u="none" strike="noStrike" cap="none">
              <a:solidFill>
                <a:schemeClr val="dk1"/>
              </a:solidFill>
              <a:latin typeface="DM Sans Black"/>
              <a:ea typeface="DM Sans Black"/>
              <a:cs typeface="DM Sans Black"/>
              <a:sym typeface="DM Sans Black"/>
            </a:endParaRPr>
          </a:p>
        </p:txBody>
      </p:sp>
      <p:sp>
        <p:nvSpPr>
          <p:cNvPr id="723" name="Google Shape;723;p49"/>
          <p:cNvSpPr/>
          <p:nvPr/>
        </p:nvSpPr>
        <p:spPr>
          <a:xfrm>
            <a:off x="1850475"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1</a:t>
            </a:r>
            <a:endParaRPr sz="1600" b="0" i="0" u="none" strike="noStrike" cap="none">
              <a:solidFill>
                <a:schemeClr val="dk1"/>
              </a:solidFill>
              <a:latin typeface="DM Sans Black"/>
              <a:ea typeface="DM Sans Black"/>
              <a:cs typeface="DM Sans Black"/>
              <a:sym typeface="DM Sans Black"/>
            </a:endParaRPr>
          </a:p>
        </p:txBody>
      </p:sp>
      <p:sp>
        <p:nvSpPr>
          <p:cNvPr id="724" name="Google Shape;724;p49"/>
          <p:cNvSpPr/>
          <p:nvPr/>
        </p:nvSpPr>
        <p:spPr>
          <a:xfrm>
            <a:off x="4396050"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2</a:t>
            </a:r>
            <a:endParaRPr sz="1600" b="0" i="0" u="none" strike="noStrike" cap="none">
              <a:solidFill>
                <a:schemeClr val="dk1"/>
              </a:solidFill>
              <a:latin typeface="DM Sans Black"/>
              <a:ea typeface="DM Sans Black"/>
              <a:cs typeface="DM Sans Black"/>
              <a:sym typeface="DM Sans Black"/>
            </a:endParaRPr>
          </a:p>
        </p:txBody>
      </p:sp>
      <p:sp>
        <p:nvSpPr>
          <p:cNvPr id="725" name="Google Shape;725;p49"/>
          <p:cNvSpPr/>
          <p:nvPr/>
        </p:nvSpPr>
        <p:spPr>
          <a:xfrm>
            <a:off x="6941625" y="2000975"/>
            <a:ext cx="351900" cy="351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DM Sans Black"/>
                <a:ea typeface="DM Sans Black"/>
                <a:cs typeface="DM Sans Black"/>
                <a:sym typeface="DM Sans Black"/>
              </a:rPr>
              <a:t>3</a:t>
            </a:r>
            <a:endParaRPr sz="1600" b="0" i="0" u="none" strike="noStrike" cap="none">
              <a:solidFill>
                <a:schemeClr val="dk1"/>
              </a:solidFill>
              <a:latin typeface="DM Sans Black"/>
              <a:ea typeface="DM Sans Black"/>
              <a:cs typeface="DM Sans Black"/>
              <a:sym typeface="DM Sans Black"/>
            </a:endParaRPr>
          </a:p>
        </p:txBody>
      </p:sp>
      <p:sp>
        <p:nvSpPr>
          <p:cNvPr id="726" name="Google Shape;726;p49"/>
          <p:cNvSpPr/>
          <p:nvPr/>
        </p:nvSpPr>
        <p:spPr>
          <a:xfrm>
            <a:off x="1071075"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cxnSp>
        <p:nvCxnSpPr>
          <p:cNvPr id="727" name="Google Shape;727;p49"/>
          <p:cNvCxnSpPr>
            <a:stCxn id="719" idx="2"/>
            <a:endCxn id="723" idx="0"/>
          </p:cNvCxnSpPr>
          <p:nvPr/>
        </p:nvCxnSpPr>
        <p:spPr>
          <a:xfrm rot="5400000">
            <a:off x="3163200" y="592275"/>
            <a:ext cx="272100" cy="25455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28" name="Google Shape;728;p49"/>
          <p:cNvCxnSpPr>
            <a:stCxn id="719" idx="2"/>
            <a:endCxn id="725" idx="0"/>
          </p:cNvCxnSpPr>
          <p:nvPr/>
        </p:nvCxnSpPr>
        <p:spPr>
          <a:xfrm rot="-5400000" flipH="1">
            <a:off x="5708700" y="592275"/>
            <a:ext cx="272100" cy="25455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29" name="Google Shape;729;p49"/>
          <p:cNvCxnSpPr>
            <a:stCxn id="719" idx="2"/>
            <a:endCxn id="724" idx="0"/>
          </p:cNvCxnSpPr>
          <p:nvPr/>
        </p:nvCxnSpPr>
        <p:spPr>
          <a:xfrm rot="-5400000" flipH="1">
            <a:off x="4436250" y="1864725"/>
            <a:ext cx="272100" cy="600"/>
          </a:xfrm>
          <a:prstGeom prst="bentConnector3">
            <a:avLst>
              <a:gd name="adj1" fmla="val 49982"/>
            </a:avLst>
          </a:prstGeom>
          <a:noFill/>
          <a:ln w="9525" cap="flat" cmpd="sng">
            <a:solidFill>
              <a:schemeClr val="dk1"/>
            </a:solidFill>
            <a:prstDash val="solid"/>
            <a:round/>
            <a:headEnd type="none" w="sm" len="sm"/>
            <a:tailEnd type="oval" w="med" len="med"/>
          </a:ln>
        </p:spPr>
      </p:cxnSp>
      <p:cxnSp>
        <p:nvCxnSpPr>
          <p:cNvPr id="730" name="Google Shape;730;p49"/>
          <p:cNvCxnSpPr>
            <a:stCxn id="723" idx="2"/>
            <a:endCxn id="721" idx="0"/>
          </p:cNvCxnSpPr>
          <p:nvPr/>
        </p:nvCxnSpPr>
        <p:spPr>
          <a:xfrm rot="-5400000" flipH="1">
            <a:off x="1964325"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1" name="Google Shape;731;p49"/>
          <p:cNvCxnSpPr>
            <a:stCxn id="724" idx="2"/>
            <a:endCxn id="720" idx="0"/>
          </p:cNvCxnSpPr>
          <p:nvPr/>
        </p:nvCxnSpPr>
        <p:spPr>
          <a:xfrm rot="-5400000" flipH="1">
            <a:off x="4509900"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2" name="Google Shape;732;p49"/>
          <p:cNvCxnSpPr>
            <a:stCxn id="725" idx="2"/>
            <a:endCxn id="722" idx="0"/>
          </p:cNvCxnSpPr>
          <p:nvPr/>
        </p:nvCxnSpPr>
        <p:spPr>
          <a:xfrm rot="-5400000" flipH="1">
            <a:off x="7055475" y="2414975"/>
            <a:ext cx="124800" cy="600"/>
          </a:xfrm>
          <a:prstGeom prst="bentConnector3">
            <a:avLst>
              <a:gd name="adj1" fmla="val 50000"/>
            </a:avLst>
          </a:prstGeom>
          <a:noFill/>
          <a:ln w="9525" cap="flat" cmpd="sng">
            <a:solidFill>
              <a:schemeClr val="dk1"/>
            </a:solidFill>
            <a:prstDash val="solid"/>
            <a:round/>
            <a:headEnd type="none" w="sm" len="sm"/>
            <a:tailEnd type="none" w="sm" len="sm"/>
          </a:ln>
        </p:spPr>
      </p:cxnSp>
      <p:cxnSp>
        <p:nvCxnSpPr>
          <p:cNvPr id="733" name="Google Shape;733;p49"/>
          <p:cNvCxnSpPr>
            <a:stCxn id="721" idx="2"/>
            <a:endCxn id="726" idx="0"/>
          </p:cNvCxnSpPr>
          <p:nvPr/>
        </p:nvCxnSpPr>
        <p:spPr>
          <a:xfrm rot="-5400000" flipH="1">
            <a:off x="1963725" y="2949275"/>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cxnSp>
        <p:nvCxnSpPr>
          <p:cNvPr id="734" name="Google Shape;734;p49"/>
          <p:cNvCxnSpPr>
            <a:stCxn id="735" idx="0"/>
            <a:endCxn id="722" idx="2"/>
          </p:cNvCxnSpPr>
          <p:nvPr/>
        </p:nvCxnSpPr>
        <p:spPr>
          <a:xfrm rot="-5400000">
            <a:off x="7054875" y="2949200"/>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cxnSp>
        <p:nvCxnSpPr>
          <p:cNvPr id="736" name="Google Shape;736;p49"/>
          <p:cNvCxnSpPr>
            <a:stCxn id="720" idx="2"/>
            <a:endCxn id="737" idx="0"/>
          </p:cNvCxnSpPr>
          <p:nvPr/>
        </p:nvCxnSpPr>
        <p:spPr>
          <a:xfrm rot="-5400000" flipH="1">
            <a:off x="4509300" y="2949275"/>
            <a:ext cx="126000" cy="600"/>
          </a:xfrm>
          <a:prstGeom prst="bentConnector3">
            <a:avLst>
              <a:gd name="adj1" fmla="val 49970"/>
            </a:avLst>
          </a:prstGeom>
          <a:noFill/>
          <a:ln w="9525" cap="flat" cmpd="sng">
            <a:solidFill>
              <a:schemeClr val="dk1"/>
            </a:solidFill>
            <a:prstDash val="solid"/>
            <a:round/>
            <a:headEnd type="none" w="sm" len="sm"/>
            <a:tailEnd type="none" w="sm" len="sm"/>
          </a:ln>
        </p:spPr>
      </p:cxnSp>
      <p:sp>
        <p:nvSpPr>
          <p:cNvPr id="737" name="Google Shape;737;p49"/>
          <p:cNvSpPr/>
          <p:nvPr/>
        </p:nvSpPr>
        <p:spPr>
          <a:xfrm>
            <a:off x="3616650"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sp>
        <p:nvSpPr>
          <p:cNvPr id="735" name="Google Shape;735;p49"/>
          <p:cNvSpPr/>
          <p:nvPr/>
        </p:nvSpPr>
        <p:spPr>
          <a:xfrm>
            <a:off x="6162225" y="3012500"/>
            <a:ext cx="1910700" cy="1596000"/>
          </a:xfrm>
          <a:prstGeom prst="rect">
            <a:avLst/>
          </a:prstGeom>
          <a:solidFill>
            <a:schemeClr val="accent2"/>
          </a:solidFill>
          <a:ln>
            <a:noFill/>
          </a:ln>
        </p:spPr>
        <p:txBody>
          <a:bodyPr spcFirstLastPara="1" wrap="square" lIns="91425" tIns="91425" rIns="91425" bIns="91425" anchor="t" anchorCtr="0">
            <a:noAutofit/>
          </a:bodyPr>
          <a:lstStyle/>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a:p>
            <a:pPr marL="285750" marR="0" lvl="0" indent="-247650" algn="l" rtl="0">
              <a:lnSpc>
                <a:spcPct val="100000"/>
              </a:lnSpc>
              <a:spcBef>
                <a:spcPts val="0"/>
              </a:spcBef>
              <a:spcAft>
                <a:spcPts val="0"/>
              </a:spcAft>
              <a:buClr>
                <a:schemeClr val="dk1"/>
              </a:buClr>
              <a:buSzPts val="1200"/>
              <a:buFont typeface="Karla"/>
              <a:buAutoNum type="alphaUcPeriod"/>
            </a:pPr>
            <a:r>
              <a:rPr lang="en" sz="1200" b="0" i="0" u="none" strike="noStrike" cap="none">
                <a:solidFill>
                  <a:schemeClr val="dk1"/>
                </a:solidFill>
                <a:latin typeface="Karla"/>
                <a:ea typeface="Karla"/>
                <a:cs typeface="Karla"/>
                <a:sym typeface="Karla"/>
              </a:rPr>
              <a:t>Write your recommendation</a:t>
            </a:r>
            <a:endParaRPr sz="1200" b="0" i="0" u="none" strike="noStrike" cap="none">
              <a:solidFill>
                <a:schemeClr val="dk1"/>
              </a:solidFill>
              <a:latin typeface="Karla"/>
              <a:ea typeface="Karla"/>
              <a:cs typeface="Karla"/>
              <a:sym typeface="Karl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50"/>
          <p:cNvSpPr txBox="1">
            <a:spLocks noGrp="1"/>
          </p:cNvSpPr>
          <p:nvPr>
            <p:ph type="title"/>
          </p:nvPr>
        </p:nvSpPr>
        <p:spPr>
          <a:xfrm>
            <a:off x="821000" y="2905338"/>
            <a:ext cx="3325800" cy="7521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3000"/>
              <a:buNone/>
            </a:pPr>
            <a:r>
              <a:rPr lang="en"/>
              <a:t>Photo showcase</a:t>
            </a:r>
            <a:endParaRPr/>
          </a:p>
        </p:txBody>
      </p:sp>
      <p:sp>
        <p:nvSpPr>
          <p:cNvPr id="743" name="Google Shape;743;p50"/>
          <p:cNvSpPr txBox="1">
            <a:spLocks noGrp="1"/>
          </p:cNvSpPr>
          <p:nvPr>
            <p:ph type="subTitle" idx="1"/>
          </p:nvPr>
        </p:nvSpPr>
        <p:spPr>
          <a:xfrm>
            <a:off x="821000" y="3541870"/>
            <a:ext cx="3325800" cy="798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a:t>You can replace the images on the screen with your own work. Just right-click on any of them and select “Replace image”</a:t>
            </a:r>
            <a:endParaRPr/>
          </a:p>
        </p:txBody>
      </p:sp>
      <p:pic>
        <p:nvPicPr>
          <p:cNvPr id="744" name="Google Shape;744;p50"/>
          <p:cNvPicPr preferRelativeResize="0">
            <a:picLocks noGrp="1"/>
          </p:cNvPicPr>
          <p:nvPr>
            <p:ph type="pic" idx="2"/>
          </p:nvPr>
        </p:nvPicPr>
        <p:blipFill rotWithShape="1">
          <a:blip r:embed="rId3">
            <a:alphaModFix/>
          </a:blip>
          <a:srcRect t="2525" b="2535"/>
          <a:stretch/>
        </p:blipFill>
        <p:spPr>
          <a:xfrm>
            <a:off x="4473225" y="612525"/>
            <a:ext cx="3262200" cy="2064300"/>
          </a:xfrm>
          <a:prstGeom prst="roundRect">
            <a:avLst>
              <a:gd name="adj" fmla="val 16667"/>
            </a:avLst>
          </a:prstGeom>
          <a:noFill/>
          <a:ln>
            <a:noFill/>
          </a:ln>
        </p:spPr>
      </p:pic>
      <p:pic>
        <p:nvPicPr>
          <p:cNvPr id="745" name="Google Shape;745;p50"/>
          <p:cNvPicPr preferRelativeResize="0">
            <a:picLocks noGrp="1"/>
          </p:cNvPicPr>
          <p:nvPr>
            <p:ph type="pic" idx="3"/>
          </p:nvPr>
        </p:nvPicPr>
        <p:blipFill rotWithShape="1">
          <a:blip r:embed="rId4">
            <a:alphaModFix/>
          </a:blip>
          <a:srcRect l="16555" t="24557" b="24557"/>
          <a:stretch/>
        </p:blipFill>
        <p:spPr>
          <a:xfrm>
            <a:off x="4421275" y="2872750"/>
            <a:ext cx="2008200" cy="1834800"/>
          </a:xfrm>
          <a:prstGeom prst="roundRect">
            <a:avLst>
              <a:gd name="adj" fmla="val 16667"/>
            </a:avLst>
          </a:prstGeom>
          <a:noFill/>
          <a:ln>
            <a:noFill/>
          </a:ln>
        </p:spPr>
      </p:pic>
      <p:pic>
        <p:nvPicPr>
          <p:cNvPr id="746" name="Google Shape;746;p50"/>
          <p:cNvPicPr preferRelativeResize="0">
            <a:picLocks noGrp="1"/>
          </p:cNvPicPr>
          <p:nvPr>
            <p:ph type="pic" idx="4"/>
          </p:nvPr>
        </p:nvPicPr>
        <p:blipFill rotWithShape="1">
          <a:blip r:embed="rId5">
            <a:alphaModFix/>
          </a:blip>
          <a:srcRect l="11089" r="11089"/>
          <a:stretch/>
        </p:blipFill>
        <p:spPr>
          <a:xfrm>
            <a:off x="1862275" y="612525"/>
            <a:ext cx="2406600" cy="2064300"/>
          </a:xfrm>
          <a:prstGeom prst="roundRect">
            <a:avLst>
              <a:gd name="adj" fmla="val 16667"/>
            </a:avLst>
          </a:prstGeom>
          <a:noFill/>
          <a:ln>
            <a:noFill/>
          </a:ln>
        </p:spPr>
      </p:pic>
      <p:pic>
        <p:nvPicPr>
          <p:cNvPr id="747" name="Google Shape;747;p50"/>
          <p:cNvPicPr preferRelativeResize="0">
            <a:picLocks noGrp="1"/>
          </p:cNvPicPr>
          <p:nvPr>
            <p:ph type="pic" idx="5"/>
          </p:nvPr>
        </p:nvPicPr>
        <p:blipFill rotWithShape="1">
          <a:blip r:embed="rId6">
            <a:alphaModFix/>
          </a:blip>
          <a:srcRect l="26624" r="29817"/>
          <a:stretch/>
        </p:blipFill>
        <p:spPr>
          <a:xfrm>
            <a:off x="6581925" y="2872750"/>
            <a:ext cx="1153500" cy="1806600"/>
          </a:xfrm>
          <a:prstGeom prst="roundRect">
            <a:avLst>
              <a:gd name="adj" fmla="val 16667"/>
            </a:avLst>
          </a:prstGeom>
          <a:noFill/>
          <a:ln>
            <a:noFill/>
          </a:ln>
        </p:spPr>
      </p:pic>
      <p:pic>
        <p:nvPicPr>
          <p:cNvPr id="748" name="Google Shape;748;p50"/>
          <p:cNvPicPr preferRelativeResize="0"/>
          <p:nvPr/>
        </p:nvPicPr>
        <p:blipFill rotWithShape="1">
          <a:blip r:embed="rId7">
            <a:alphaModFix/>
          </a:blip>
          <a:srcRect/>
          <a:stretch/>
        </p:blipFill>
        <p:spPr>
          <a:xfrm rot="5400000">
            <a:off x="-251002" y="225373"/>
            <a:ext cx="2229714" cy="177897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26"/>
        <p:cNvGrpSpPr/>
        <p:nvPr/>
      </p:nvGrpSpPr>
      <p:grpSpPr>
        <a:xfrm>
          <a:off x="0" y="0"/>
          <a:ext cx="0" cy="0"/>
          <a:chOff x="0" y="0"/>
          <a:chExt cx="0" cy="0"/>
        </a:xfrm>
      </p:grpSpPr>
      <p:sp>
        <p:nvSpPr>
          <p:cNvPr id="1127" name="Google Shape;1127;p57"/>
          <p:cNvSpPr txBox="1"/>
          <p:nvPr/>
        </p:nvSpPr>
        <p:spPr>
          <a:xfrm>
            <a:off x="716700" y="1188000"/>
            <a:ext cx="7710600" cy="1425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This presentation has been made using the following fonts:</a:t>
            </a: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1000"/>
              </a:spcBef>
              <a:spcAft>
                <a:spcPts val="0"/>
              </a:spcAft>
              <a:buClr>
                <a:schemeClr val="dk1"/>
              </a:buClr>
              <a:buSzPts val="1100"/>
              <a:buFont typeface="Arial"/>
              <a:buNone/>
            </a:pPr>
            <a:r>
              <a:rPr lang="en" sz="1100" b="1" i="0" u="none" strike="noStrike" cap="none">
                <a:solidFill>
                  <a:schemeClr val="lt1"/>
                </a:solidFill>
                <a:latin typeface="Arial"/>
                <a:ea typeface="Arial"/>
                <a:cs typeface="Arial"/>
                <a:sym typeface="Arial"/>
              </a:rPr>
              <a:t>DM Sans</a:t>
            </a:r>
            <a:endParaRPr sz="11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a:t>
            </a:r>
            <a:r>
              <a:rPr lang="en" sz="1100" b="0" i="0" u="sng" strike="noStrike" cap="none">
                <a:solidFill>
                  <a:schemeClr val="lt1"/>
                </a:solidFill>
                <a:latin typeface="Arial"/>
                <a:ea typeface="Arial"/>
                <a:cs typeface="Arial"/>
                <a:sym typeface="Arial"/>
                <a:hlinkClick r:id="rId3">
                  <a:extLst>
                    <a:ext uri="{A12FA001-AC4F-418D-AE19-62706E023703}">
                      <ahyp:hlinkClr xmlns:ahyp="http://schemas.microsoft.com/office/drawing/2018/hyperlinkcolor" val="tx"/>
                    </a:ext>
                  </a:extLst>
                </a:hlinkClick>
              </a:rPr>
              <a:t>https://fonts.google.com/specimen/DM+Sans</a:t>
            </a:r>
            <a:r>
              <a:rPr lang="en" sz="1100" b="0" i="0" u="none" strike="noStrike" cap="none">
                <a:solidFill>
                  <a:schemeClr val="lt1"/>
                </a:solidFill>
                <a:latin typeface="Arial"/>
                <a:ea typeface="Arial"/>
                <a:cs typeface="Arial"/>
                <a:sym typeface="Arial"/>
              </a:rPr>
              <a:t>)</a:t>
            </a: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endParaRPr sz="1100" b="0"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1" i="0" u="none" strike="noStrike" cap="none">
                <a:solidFill>
                  <a:schemeClr val="lt1"/>
                </a:solidFill>
                <a:latin typeface="Arial"/>
                <a:ea typeface="Arial"/>
                <a:cs typeface="Arial"/>
                <a:sym typeface="Arial"/>
              </a:rPr>
              <a:t>Karla</a:t>
            </a:r>
            <a:endParaRPr sz="11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1100"/>
              <a:buFont typeface="Arial"/>
              <a:buNone/>
            </a:pPr>
            <a:r>
              <a:rPr lang="en" sz="1100" b="0" i="0" u="none" strike="noStrike" cap="none">
                <a:solidFill>
                  <a:schemeClr val="lt1"/>
                </a:solidFill>
                <a:latin typeface="Arial"/>
                <a:ea typeface="Arial"/>
                <a:cs typeface="Arial"/>
                <a:sym typeface="Arial"/>
              </a:rPr>
              <a:t>(</a:t>
            </a:r>
            <a:r>
              <a:rPr lang="en" sz="1100" b="0" i="0" u="sng" strike="noStrike" cap="none">
                <a:solidFill>
                  <a:schemeClr val="lt1"/>
                </a:solidFill>
                <a:latin typeface="Arial"/>
                <a:ea typeface="Arial"/>
                <a:cs typeface="Arial"/>
                <a:sym typeface="Arial"/>
                <a:hlinkClick r:id="rId4">
                  <a:extLst>
                    <a:ext uri="{A12FA001-AC4F-418D-AE19-62706E023703}">
                      <ahyp:hlinkClr xmlns:ahyp="http://schemas.microsoft.com/office/drawing/2018/hyperlinkcolor" val="tx"/>
                    </a:ext>
                  </a:extLst>
                </a:hlinkClick>
              </a:rPr>
              <a:t>https://fonts.google.com/specimen/Karla</a:t>
            </a:r>
            <a:r>
              <a:rPr lang="en" sz="1100" b="0" i="0" u="none" strike="noStrike" cap="none">
                <a:solidFill>
                  <a:schemeClr val="lt1"/>
                </a:solidFill>
                <a:latin typeface="Arial"/>
                <a:ea typeface="Arial"/>
                <a:cs typeface="Arial"/>
                <a:sym typeface="Arial"/>
              </a:rPr>
              <a:t>)</a:t>
            </a:r>
            <a:endParaRPr sz="1100" b="0" i="0" u="none" strike="noStrike" cap="none">
              <a:solidFill>
                <a:schemeClr val="lt1"/>
              </a:solidFill>
              <a:latin typeface="Arial"/>
              <a:ea typeface="Arial"/>
              <a:cs typeface="Arial"/>
              <a:sym typeface="Arial"/>
            </a:endParaRPr>
          </a:p>
        </p:txBody>
      </p:sp>
      <p:sp>
        <p:nvSpPr>
          <p:cNvPr id="1128" name="Google Shape;1128;p57"/>
          <p:cNvSpPr/>
          <p:nvPr/>
        </p:nvSpPr>
        <p:spPr>
          <a:xfrm>
            <a:off x="3114443" y="2947800"/>
            <a:ext cx="791400" cy="754200"/>
          </a:xfrm>
          <a:prstGeom prst="roundRect">
            <a:avLst>
              <a:gd name="adj" fmla="val 16667"/>
            </a:avLst>
          </a:prstGeom>
          <a:solidFill>
            <a:srgbClr val="435D74"/>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9" name="Google Shape;1129;p57"/>
          <p:cNvSpPr/>
          <p:nvPr/>
        </p:nvSpPr>
        <p:spPr>
          <a:xfrm>
            <a:off x="4176263" y="2947800"/>
            <a:ext cx="791400" cy="754200"/>
          </a:xfrm>
          <a:prstGeom prst="roundRect">
            <a:avLst>
              <a:gd name="adj" fmla="val 16667"/>
            </a:avLst>
          </a:prstGeom>
          <a:solidFill>
            <a:srgbClr val="FDFDFD"/>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0" name="Google Shape;1130;p57"/>
          <p:cNvSpPr/>
          <p:nvPr/>
        </p:nvSpPr>
        <p:spPr>
          <a:xfrm>
            <a:off x="3114432" y="3878900"/>
            <a:ext cx="791400" cy="754200"/>
          </a:xfrm>
          <a:prstGeom prst="roundRect">
            <a:avLst>
              <a:gd name="adj" fmla="val 16667"/>
            </a:avLst>
          </a:prstGeom>
          <a:solidFill>
            <a:srgbClr val="7ECCB9"/>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57"/>
          <p:cNvSpPr txBox="1"/>
          <p:nvPr/>
        </p:nvSpPr>
        <p:spPr>
          <a:xfrm>
            <a:off x="3114443"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#435d74</a:t>
            </a:r>
            <a:endParaRPr sz="1000" b="0" i="0" u="none" strike="noStrike" cap="none">
              <a:solidFill>
                <a:srgbClr val="FFFFFF"/>
              </a:solidFill>
              <a:latin typeface="Arial"/>
              <a:ea typeface="Arial"/>
              <a:cs typeface="Arial"/>
              <a:sym typeface="Arial"/>
            </a:endParaRPr>
          </a:p>
        </p:txBody>
      </p:sp>
      <p:sp>
        <p:nvSpPr>
          <p:cNvPr id="1132" name="Google Shape;1132;p57"/>
          <p:cNvSpPr txBox="1"/>
          <p:nvPr/>
        </p:nvSpPr>
        <p:spPr>
          <a:xfrm>
            <a:off x="4176268"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#fdfdfd</a:t>
            </a:r>
            <a:endParaRPr sz="1000" b="0" i="0" u="none" strike="noStrike" cap="none">
              <a:solidFill>
                <a:srgbClr val="40566D"/>
              </a:solidFill>
              <a:latin typeface="Arial"/>
              <a:ea typeface="Arial"/>
              <a:cs typeface="Arial"/>
              <a:sym typeface="Arial"/>
            </a:endParaRPr>
          </a:p>
        </p:txBody>
      </p:sp>
      <p:sp>
        <p:nvSpPr>
          <p:cNvPr id="1133" name="Google Shape;1133;p57"/>
          <p:cNvSpPr txBox="1"/>
          <p:nvPr/>
        </p:nvSpPr>
        <p:spPr>
          <a:xfrm>
            <a:off x="3114443"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FFFFFF"/>
                </a:solidFill>
                <a:latin typeface="Arial"/>
                <a:ea typeface="Arial"/>
                <a:cs typeface="Arial"/>
                <a:sym typeface="Arial"/>
              </a:rPr>
              <a:t>#7eccb9</a:t>
            </a:r>
            <a:endParaRPr sz="1000" b="0" i="0" u="none" strike="noStrike" cap="none">
              <a:solidFill>
                <a:srgbClr val="FFFFFF"/>
              </a:solidFill>
              <a:latin typeface="Arial"/>
              <a:ea typeface="Arial"/>
              <a:cs typeface="Arial"/>
              <a:sym typeface="Arial"/>
            </a:endParaRPr>
          </a:p>
        </p:txBody>
      </p:sp>
      <p:sp>
        <p:nvSpPr>
          <p:cNvPr id="1134" name="Google Shape;1134;p57"/>
          <p:cNvSpPr/>
          <p:nvPr/>
        </p:nvSpPr>
        <p:spPr>
          <a:xfrm>
            <a:off x="5238093" y="2947800"/>
            <a:ext cx="791400" cy="754200"/>
          </a:xfrm>
          <a:prstGeom prst="roundRect">
            <a:avLst>
              <a:gd name="adj" fmla="val 16667"/>
            </a:avLst>
          </a:prstGeom>
          <a:solidFill>
            <a:srgbClr val="91C9F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57"/>
          <p:cNvSpPr txBox="1"/>
          <p:nvPr/>
        </p:nvSpPr>
        <p:spPr>
          <a:xfrm>
            <a:off x="5238093" y="31048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chemeClr val="dk1"/>
                </a:solidFill>
                <a:latin typeface="Arial"/>
                <a:ea typeface="Arial"/>
                <a:cs typeface="Arial"/>
                <a:sym typeface="Arial"/>
              </a:rPr>
              <a:t>#91c9fb</a:t>
            </a:r>
            <a:endParaRPr sz="1000" b="0" i="0" u="none" strike="noStrike" cap="none">
              <a:solidFill>
                <a:schemeClr val="dk1"/>
              </a:solidFill>
              <a:latin typeface="Arial"/>
              <a:ea typeface="Arial"/>
              <a:cs typeface="Arial"/>
              <a:sym typeface="Arial"/>
            </a:endParaRPr>
          </a:p>
        </p:txBody>
      </p:sp>
      <p:sp>
        <p:nvSpPr>
          <p:cNvPr id="1136" name="Google Shape;1136;p57"/>
          <p:cNvSpPr/>
          <p:nvPr/>
        </p:nvSpPr>
        <p:spPr>
          <a:xfrm>
            <a:off x="5238168" y="3878900"/>
            <a:ext cx="791400" cy="754200"/>
          </a:xfrm>
          <a:prstGeom prst="roundRect">
            <a:avLst>
              <a:gd name="adj" fmla="val 16667"/>
            </a:avLst>
          </a:prstGeom>
          <a:solidFill>
            <a:srgbClr val="E4ECEC"/>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57"/>
          <p:cNvSpPr txBox="1"/>
          <p:nvPr/>
        </p:nvSpPr>
        <p:spPr>
          <a:xfrm>
            <a:off x="5238168"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#e4ecec</a:t>
            </a:r>
            <a:endParaRPr sz="1000" b="0" i="0" u="none" strike="noStrike" cap="none">
              <a:solidFill>
                <a:srgbClr val="40566D"/>
              </a:solidFill>
              <a:latin typeface="Arial"/>
              <a:ea typeface="Arial"/>
              <a:cs typeface="Arial"/>
              <a:sym typeface="Arial"/>
            </a:endParaRPr>
          </a:p>
        </p:txBody>
      </p:sp>
      <p:sp>
        <p:nvSpPr>
          <p:cNvPr id="1138" name="Google Shape;1138;p57"/>
          <p:cNvSpPr/>
          <p:nvPr/>
        </p:nvSpPr>
        <p:spPr>
          <a:xfrm>
            <a:off x="4176268" y="3878900"/>
            <a:ext cx="791400" cy="754200"/>
          </a:xfrm>
          <a:prstGeom prst="roundRect">
            <a:avLst>
              <a:gd name="adj" fmla="val 16667"/>
            </a:avLst>
          </a:prstGeom>
          <a:solidFill>
            <a:srgbClr val="B9CCCB"/>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57"/>
          <p:cNvSpPr txBox="1"/>
          <p:nvPr/>
        </p:nvSpPr>
        <p:spPr>
          <a:xfrm>
            <a:off x="4176268" y="4035950"/>
            <a:ext cx="791400" cy="440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000" b="0" i="0" u="none" strike="noStrike" cap="none">
                <a:solidFill>
                  <a:srgbClr val="40566D"/>
                </a:solidFill>
                <a:latin typeface="Arial"/>
                <a:ea typeface="Arial"/>
                <a:cs typeface="Arial"/>
                <a:sym typeface="Arial"/>
              </a:rPr>
              <a:t>#b9cccb</a:t>
            </a:r>
            <a:endParaRPr sz="1000" b="0" i="0" u="none" strike="noStrike" cap="none">
              <a:solidFill>
                <a:srgbClr val="40566D"/>
              </a:solidFill>
              <a:latin typeface="Arial"/>
              <a:ea typeface="Arial"/>
              <a:cs typeface="Arial"/>
              <a:sym typeface="Arial"/>
            </a:endParaRPr>
          </a:p>
        </p:txBody>
      </p:sp>
      <p:sp>
        <p:nvSpPr>
          <p:cNvPr id="1140" name="Google Shape;1140;p57"/>
          <p:cNvSpPr txBox="1">
            <a:spLocks noGrp="1"/>
          </p:cNvSpPr>
          <p:nvPr>
            <p:ph type="title"/>
          </p:nvPr>
        </p:nvSpPr>
        <p:spPr>
          <a:xfrm>
            <a:off x="716775" y="510900"/>
            <a:ext cx="7710600" cy="482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400"/>
              <a:buNone/>
            </a:pPr>
            <a:r>
              <a:rPr lang="en">
                <a:solidFill>
                  <a:schemeClr val="lt1"/>
                </a:solidFill>
              </a:rPr>
              <a:t>Fonts &amp; colors used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2"/>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3000"/>
              <a:buNone/>
            </a:pPr>
            <a:r>
              <a:rPr lang="en"/>
              <a:t>Icon pack</a:t>
            </a:r>
            <a:endParaRPr/>
          </a:p>
        </p:txBody>
      </p:sp>
      <p:grpSp>
        <p:nvGrpSpPr>
          <p:cNvPr id="773" name="Google Shape;773;p52"/>
          <p:cNvGrpSpPr/>
          <p:nvPr/>
        </p:nvGrpSpPr>
        <p:grpSpPr>
          <a:xfrm>
            <a:off x="813843" y="3835331"/>
            <a:ext cx="364186" cy="363110"/>
            <a:chOff x="720605" y="3909158"/>
            <a:chExt cx="373218" cy="372116"/>
          </a:xfrm>
        </p:grpSpPr>
        <p:sp>
          <p:nvSpPr>
            <p:cNvPr id="774" name="Google Shape;774;p52"/>
            <p:cNvSpPr/>
            <p:nvPr/>
          </p:nvSpPr>
          <p:spPr>
            <a:xfrm>
              <a:off x="720605" y="3909158"/>
              <a:ext cx="373218" cy="372116"/>
            </a:xfrm>
            <a:custGeom>
              <a:avLst/>
              <a:gdLst/>
              <a:ahLst/>
              <a:cxnLst/>
              <a:rect l="l" t="t" r="r" b="b"/>
              <a:pathLst>
                <a:path w="143" h="142" extrusionOk="0">
                  <a:moveTo>
                    <a:pt x="142" y="27"/>
                  </a:moveTo>
                  <a:cubicBezTo>
                    <a:pt x="116" y="1"/>
                    <a:pt x="116" y="1"/>
                    <a:pt x="116" y="1"/>
                  </a:cubicBezTo>
                  <a:cubicBezTo>
                    <a:pt x="115" y="0"/>
                    <a:pt x="113" y="0"/>
                    <a:pt x="112" y="1"/>
                  </a:cubicBezTo>
                  <a:cubicBezTo>
                    <a:pt x="111" y="2"/>
                    <a:pt x="111" y="4"/>
                    <a:pt x="112" y="5"/>
                  </a:cubicBezTo>
                  <a:cubicBezTo>
                    <a:pt x="117" y="9"/>
                    <a:pt x="117" y="9"/>
                    <a:pt x="117" y="9"/>
                  </a:cubicBezTo>
                  <a:cubicBezTo>
                    <a:pt x="101" y="25"/>
                    <a:pt x="101" y="25"/>
                    <a:pt x="101" y="25"/>
                  </a:cubicBezTo>
                  <a:cubicBezTo>
                    <a:pt x="98" y="23"/>
                    <a:pt x="94" y="23"/>
                    <a:pt x="91" y="26"/>
                  </a:cubicBezTo>
                  <a:cubicBezTo>
                    <a:pt x="26" y="92"/>
                    <a:pt x="26" y="92"/>
                    <a:pt x="26" y="92"/>
                  </a:cubicBezTo>
                  <a:cubicBezTo>
                    <a:pt x="24" y="94"/>
                    <a:pt x="23" y="96"/>
                    <a:pt x="23" y="98"/>
                  </a:cubicBezTo>
                  <a:cubicBezTo>
                    <a:pt x="23" y="100"/>
                    <a:pt x="24" y="101"/>
                    <a:pt x="25" y="103"/>
                  </a:cubicBezTo>
                  <a:cubicBezTo>
                    <a:pt x="23" y="105"/>
                    <a:pt x="23" y="105"/>
                    <a:pt x="23" y="105"/>
                  </a:cubicBezTo>
                  <a:cubicBezTo>
                    <a:pt x="20" y="108"/>
                    <a:pt x="19" y="113"/>
                    <a:pt x="22" y="116"/>
                  </a:cubicBezTo>
                  <a:cubicBezTo>
                    <a:pt x="1" y="138"/>
                    <a:pt x="1" y="138"/>
                    <a:pt x="1" y="138"/>
                  </a:cubicBezTo>
                  <a:cubicBezTo>
                    <a:pt x="0" y="139"/>
                    <a:pt x="0" y="140"/>
                    <a:pt x="1" y="142"/>
                  </a:cubicBezTo>
                  <a:cubicBezTo>
                    <a:pt x="2" y="142"/>
                    <a:pt x="3" y="142"/>
                    <a:pt x="3" y="142"/>
                  </a:cubicBezTo>
                  <a:cubicBezTo>
                    <a:pt x="4" y="142"/>
                    <a:pt x="5" y="142"/>
                    <a:pt x="5" y="142"/>
                  </a:cubicBezTo>
                  <a:cubicBezTo>
                    <a:pt x="26" y="120"/>
                    <a:pt x="26" y="120"/>
                    <a:pt x="26" y="120"/>
                  </a:cubicBezTo>
                  <a:cubicBezTo>
                    <a:pt x="28" y="122"/>
                    <a:pt x="30" y="123"/>
                    <a:pt x="32" y="123"/>
                  </a:cubicBezTo>
                  <a:cubicBezTo>
                    <a:pt x="34" y="123"/>
                    <a:pt x="36" y="122"/>
                    <a:pt x="38" y="120"/>
                  </a:cubicBezTo>
                  <a:cubicBezTo>
                    <a:pt x="40" y="118"/>
                    <a:pt x="40" y="118"/>
                    <a:pt x="40" y="118"/>
                  </a:cubicBezTo>
                  <a:cubicBezTo>
                    <a:pt x="41" y="119"/>
                    <a:pt x="43" y="120"/>
                    <a:pt x="45" y="120"/>
                  </a:cubicBezTo>
                  <a:cubicBezTo>
                    <a:pt x="47" y="120"/>
                    <a:pt x="49" y="119"/>
                    <a:pt x="51" y="117"/>
                  </a:cubicBezTo>
                  <a:cubicBezTo>
                    <a:pt x="75" y="93"/>
                    <a:pt x="75" y="93"/>
                    <a:pt x="75" y="93"/>
                  </a:cubicBezTo>
                  <a:cubicBezTo>
                    <a:pt x="76" y="92"/>
                    <a:pt x="76" y="91"/>
                    <a:pt x="75" y="89"/>
                  </a:cubicBezTo>
                  <a:cubicBezTo>
                    <a:pt x="74" y="88"/>
                    <a:pt x="72" y="88"/>
                    <a:pt x="71" y="89"/>
                  </a:cubicBezTo>
                  <a:cubicBezTo>
                    <a:pt x="47" y="113"/>
                    <a:pt x="47" y="113"/>
                    <a:pt x="47" y="113"/>
                  </a:cubicBezTo>
                  <a:cubicBezTo>
                    <a:pt x="47" y="114"/>
                    <a:pt x="46" y="114"/>
                    <a:pt x="45" y="114"/>
                  </a:cubicBezTo>
                  <a:cubicBezTo>
                    <a:pt x="44" y="114"/>
                    <a:pt x="44" y="114"/>
                    <a:pt x="43" y="113"/>
                  </a:cubicBezTo>
                  <a:cubicBezTo>
                    <a:pt x="29" y="100"/>
                    <a:pt x="29" y="100"/>
                    <a:pt x="29" y="100"/>
                  </a:cubicBezTo>
                  <a:cubicBezTo>
                    <a:pt x="29" y="99"/>
                    <a:pt x="29" y="99"/>
                    <a:pt x="29" y="98"/>
                  </a:cubicBezTo>
                  <a:cubicBezTo>
                    <a:pt x="29" y="97"/>
                    <a:pt x="29" y="96"/>
                    <a:pt x="29" y="96"/>
                  </a:cubicBezTo>
                  <a:cubicBezTo>
                    <a:pt x="38" y="87"/>
                    <a:pt x="38" y="87"/>
                    <a:pt x="38" y="87"/>
                  </a:cubicBezTo>
                  <a:cubicBezTo>
                    <a:pt x="47" y="96"/>
                    <a:pt x="47" y="96"/>
                    <a:pt x="47" y="96"/>
                  </a:cubicBezTo>
                  <a:cubicBezTo>
                    <a:pt x="47" y="97"/>
                    <a:pt x="48" y="97"/>
                    <a:pt x="49" y="97"/>
                  </a:cubicBezTo>
                  <a:cubicBezTo>
                    <a:pt x="49" y="97"/>
                    <a:pt x="50" y="97"/>
                    <a:pt x="51" y="96"/>
                  </a:cubicBezTo>
                  <a:cubicBezTo>
                    <a:pt x="52" y="95"/>
                    <a:pt x="52" y="93"/>
                    <a:pt x="51" y="92"/>
                  </a:cubicBezTo>
                  <a:cubicBezTo>
                    <a:pt x="42" y="83"/>
                    <a:pt x="42" y="83"/>
                    <a:pt x="42" y="83"/>
                  </a:cubicBezTo>
                  <a:cubicBezTo>
                    <a:pt x="49" y="76"/>
                    <a:pt x="49" y="76"/>
                    <a:pt x="49" y="76"/>
                  </a:cubicBezTo>
                  <a:cubicBezTo>
                    <a:pt x="53" y="80"/>
                    <a:pt x="53" y="80"/>
                    <a:pt x="53" y="80"/>
                  </a:cubicBezTo>
                  <a:cubicBezTo>
                    <a:pt x="53" y="80"/>
                    <a:pt x="54" y="81"/>
                    <a:pt x="55" y="81"/>
                  </a:cubicBezTo>
                  <a:cubicBezTo>
                    <a:pt x="56" y="81"/>
                    <a:pt x="56" y="80"/>
                    <a:pt x="57" y="80"/>
                  </a:cubicBezTo>
                  <a:cubicBezTo>
                    <a:pt x="58" y="79"/>
                    <a:pt x="58" y="77"/>
                    <a:pt x="57" y="76"/>
                  </a:cubicBezTo>
                  <a:cubicBezTo>
                    <a:pt x="53" y="72"/>
                    <a:pt x="53" y="72"/>
                    <a:pt x="53" y="72"/>
                  </a:cubicBezTo>
                  <a:cubicBezTo>
                    <a:pt x="60" y="65"/>
                    <a:pt x="60" y="65"/>
                    <a:pt x="60" y="65"/>
                  </a:cubicBezTo>
                  <a:cubicBezTo>
                    <a:pt x="69" y="74"/>
                    <a:pt x="69" y="74"/>
                    <a:pt x="69" y="74"/>
                  </a:cubicBezTo>
                  <a:cubicBezTo>
                    <a:pt x="70" y="74"/>
                    <a:pt x="70" y="75"/>
                    <a:pt x="71" y="75"/>
                  </a:cubicBezTo>
                  <a:cubicBezTo>
                    <a:pt x="72" y="75"/>
                    <a:pt x="73" y="74"/>
                    <a:pt x="73" y="74"/>
                  </a:cubicBezTo>
                  <a:cubicBezTo>
                    <a:pt x="74" y="73"/>
                    <a:pt x="74" y="71"/>
                    <a:pt x="73" y="70"/>
                  </a:cubicBezTo>
                  <a:cubicBezTo>
                    <a:pt x="64" y="61"/>
                    <a:pt x="64" y="61"/>
                    <a:pt x="64" y="61"/>
                  </a:cubicBezTo>
                  <a:cubicBezTo>
                    <a:pt x="72" y="54"/>
                    <a:pt x="72" y="54"/>
                    <a:pt x="72" y="54"/>
                  </a:cubicBezTo>
                  <a:cubicBezTo>
                    <a:pt x="75" y="58"/>
                    <a:pt x="75" y="58"/>
                    <a:pt x="75" y="58"/>
                  </a:cubicBezTo>
                  <a:cubicBezTo>
                    <a:pt x="76" y="58"/>
                    <a:pt x="77" y="58"/>
                    <a:pt x="77" y="58"/>
                  </a:cubicBezTo>
                  <a:cubicBezTo>
                    <a:pt x="78" y="58"/>
                    <a:pt x="79" y="58"/>
                    <a:pt x="79" y="58"/>
                  </a:cubicBezTo>
                  <a:cubicBezTo>
                    <a:pt x="80" y="56"/>
                    <a:pt x="80" y="55"/>
                    <a:pt x="79" y="54"/>
                  </a:cubicBezTo>
                  <a:cubicBezTo>
                    <a:pt x="75" y="50"/>
                    <a:pt x="75" y="50"/>
                    <a:pt x="75" y="50"/>
                  </a:cubicBezTo>
                  <a:cubicBezTo>
                    <a:pt x="83" y="43"/>
                    <a:pt x="83" y="43"/>
                    <a:pt x="83" y="43"/>
                  </a:cubicBezTo>
                  <a:cubicBezTo>
                    <a:pt x="92" y="51"/>
                    <a:pt x="92" y="51"/>
                    <a:pt x="92" y="51"/>
                  </a:cubicBezTo>
                  <a:cubicBezTo>
                    <a:pt x="92" y="52"/>
                    <a:pt x="93" y="52"/>
                    <a:pt x="94" y="52"/>
                  </a:cubicBezTo>
                  <a:cubicBezTo>
                    <a:pt x="94" y="52"/>
                    <a:pt x="95" y="52"/>
                    <a:pt x="95" y="51"/>
                  </a:cubicBezTo>
                  <a:cubicBezTo>
                    <a:pt x="97" y="50"/>
                    <a:pt x="97" y="49"/>
                    <a:pt x="95" y="47"/>
                  </a:cubicBezTo>
                  <a:cubicBezTo>
                    <a:pt x="87" y="39"/>
                    <a:pt x="87" y="39"/>
                    <a:pt x="87" y="39"/>
                  </a:cubicBezTo>
                  <a:cubicBezTo>
                    <a:pt x="95" y="30"/>
                    <a:pt x="95" y="30"/>
                    <a:pt x="95" y="30"/>
                  </a:cubicBezTo>
                  <a:cubicBezTo>
                    <a:pt x="96" y="29"/>
                    <a:pt x="98" y="29"/>
                    <a:pt x="99" y="30"/>
                  </a:cubicBezTo>
                  <a:cubicBezTo>
                    <a:pt x="113" y="44"/>
                    <a:pt x="113" y="44"/>
                    <a:pt x="113" y="44"/>
                  </a:cubicBezTo>
                  <a:cubicBezTo>
                    <a:pt x="114" y="45"/>
                    <a:pt x="114" y="47"/>
                    <a:pt x="113" y="48"/>
                  </a:cubicBezTo>
                  <a:cubicBezTo>
                    <a:pt x="89" y="72"/>
                    <a:pt x="89" y="72"/>
                    <a:pt x="89" y="72"/>
                  </a:cubicBezTo>
                  <a:cubicBezTo>
                    <a:pt x="88" y="73"/>
                    <a:pt x="88" y="75"/>
                    <a:pt x="89" y="76"/>
                  </a:cubicBezTo>
                  <a:cubicBezTo>
                    <a:pt x="90" y="77"/>
                    <a:pt x="92" y="77"/>
                    <a:pt x="93" y="76"/>
                  </a:cubicBezTo>
                  <a:cubicBezTo>
                    <a:pt x="117" y="52"/>
                    <a:pt x="117" y="52"/>
                    <a:pt x="117" y="52"/>
                  </a:cubicBezTo>
                  <a:cubicBezTo>
                    <a:pt x="119" y="49"/>
                    <a:pt x="120" y="45"/>
                    <a:pt x="118" y="42"/>
                  </a:cubicBezTo>
                  <a:cubicBezTo>
                    <a:pt x="134" y="26"/>
                    <a:pt x="134" y="26"/>
                    <a:pt x="134" y="26"/>
                  </a:cubicBezTo>
                  <a:cubicBezTo>
                    <a:pt x="138" y="31"/>
                    <a:pt x="138" y="31"/>
                    <a:pt x="138" y="31"/>
                  </a:cubicBezTo>
                  <a:cubicBezTo>
                    <a:pt x="139" y="31"/>
                    <a:pt x="140" y="31"/>
                    <a:pt x="140" y="31"/>
                  </a:cubicBezTo>
                  <a:cubicBezTo>
                    <a:pt x="141" y="31"/>
                    <a:pt x="142" y="31"/>
                    <a:pt x="142" y="31"/>
                  </a:cubicBezTo>
                  <a:cubicBezTo>
                    <a:pt x="143" y="30"/>
                    <a:pt x="143" y="28"/>
                    <a:pt x="142" y="27"/>
                  </a:cubicBezTo>
                  <a:close/>
                  <a:moveTo>
                    <a:pt x="32" y="117"/>
                  </a:moveTo>
                  <a:cubicBezTo>
                    <a:pt x="31" y="117"/>
                    <a:pt x="31" y="117"/>
                    <a:pt x="30" y="116"/>
                  </a:cubicBezTo>
                  <a:cubicBezTo>
                    <a:pt x="27" y="113"/>
                    <a:pt x="27" y="113"/>
                    <a:pt x="27" y="113"/>
                  </a:cubicBezTo>
                  <a:cubicBezTo>
                    <a:pt x="26" y="112"/>
                    <a:pt x="26" y="110"/>
                    <a:pt x="27" y="109"/>
                  </a:cubicBezTo>
                  <a:cubicBezTo>
                    <a:pt x="29" y="107"/>
                    <a:pt x="29" y="107"/>
                    <a:pt x="29" y="107"/>
                  </a:cubicBezTo>
                  <a:cubicBezTo>
                    <a:pt x="36" y="114"/>
                    <a:pt x="36" y="114"/>
                    <a:pt x="36" y="114"/>
                  </a:cubicBezTo>
                  <a:cubicBezTo>
                    <a:pt x="34" y="116"/>
                    <a:pt x="34" y="116"/>
                    <a:pt x="34" y="116"/>
                  </a:cubicBezTo>
                  <a:cubicBezTo>
                    <a:pt x="34" y="117"/>
                    <a:pt x="33" y="117"/>
                    <a:pt x="32" y="117"/>
                  </a:cubicBezTo>
                  <a:close/>
                  <a:moveTo>
                    <a:pt x="114" y="37"/>
                  </a:moveTo>
                  <a:cubicBezTo>
                    <a:pt x="106" y="29"/>
                    <a:pt x="106" y="29"/>
                    <a:pt x="106" y="29"/>
                  </a:cubicBezTo>
                  <a:cubicBezTo>
                    <a:pt x="121" y="13"/>
                    <a:pt x="121" y="13"/>
                    <a:pt x="121" y="13"/>
                  </a:cubicBezTo>
                  <a:cubicBezTo>
                    <a:pt x="130" y="22"/>
                    <a:pt x="130" y="22"/>
                    <a:pt x="130" y="22"/>
                  </a:cubicBezTo>
                  <a:lnTo>
                    <a:pt x="114" y="3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5" name="Google Shape;775;p52"/>
            <p:cNvSpPr/>
            <p:nvPr/>
          </p:nvSpPr>
          <p:spPr>
            <a:xfrm>
              <a:off x="926480" y="4118335"/>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76" name="Google Shape;776;p52"/>
          <p:cNvGrpSpPr/>
          <p:nvPr/>
        </p:nvGrpSpPr>
        <p:grpSpPr>
          <a:xfrm>
            <a:off x="7963815" y="3835331"/>
            <a:ext cx="362038" cy="363110"/>
            <a:chOff x="8016522" y="3909158"/>
            <a:chExt cx="371016" cy="372116"/>
          </a:xfrm>
        </p:grpSpPr>
        <p:sp>
          <p:nvSpPr>
            <p:cNvPr id="777" name="Google Shape;777;p52"/>
            <p:cNvSpPr/>
            <p:nvPr/>
          </p:nvSpPr>
          <p:spPr>
            <a:xfrm>
              <a:off x="8016522" y="3909158"/>
              <a:ext cx="371016" cy="372116"/>
            </a:xfrm>
            <a:custGeom>
              <a:avLst/>
              <a:gdLst/>
              <a:ahLst/>
              <a:cxnLst/>
              <a:rect l="l" t="t" r="r" b="b"/>
              <a:pathLst>
                <a:path w="142" h="142" extrusionOk="0">
                  <a:moveTo>
                    <a:pt x="138" y="25"/>
                  </a:moveTo>
                  <a:cubicBezTo>
                    <a:pt x="117" y="4"/>
                    <a:pt x="117" y="4"/>
                    <a:pt x="117" y="4"/>
                  </a:cubicBezTo>
                  <a:cubicBezTo>
                    <a:pt x="114" y="1"/>
                    <a:pt x="111" y="0"/>
                    <a:pt x="107" y="0"/>
                  </a:cubicBezTo>
                  <a:cubicBezTo>
                    <a:pt x="103" y="0"/>
                    <a:pt x="100" y="1"/>
                    <a:pt x="97" y="4"/>
                  </a:cubicBezTo>
                  <a:cubicBezTo>
                    <a:pt x="4" y="97"/>
                    <a:pt x="4" y="97"/>
                    <a:pt x="4" y="97"/>
                  </a:cubicBezTo>
                  <a:cubicBezTo>
                    <a:pt x="1" y="100"/>
                    <a:pt x="0" y="104"/>
                    <a:pt x="0" y="107"/>
                  </a:cubicBezTo>
                  <a:cubicBezTo>
                    <a:pt x="0" y="111"/>
                    <a:pt x="1" y="115"/>
                    <a:pt x="4" y="117"/>
                  </a:cubicBezTo>
                  <a:cubicBezTo>
                    <a:pt x="25" y="138"/>
                    <a:pt x="25" y="138"/>
                    <a:pt x="25" y="138"/>
                  </a:cubicBezTo>
                  <a:cubicBezTo>
                    <a:pt x="27" y="141"/>
                    <a:pt x="31" y="142"/>
                    <a:pt x="35" y="142"/>
                  </a:cubicBezTo>
                  <a:cubicBezTo>
                    <a:pt x="38" y="142"/>
                    <a:pt x="42" y="141"/>
                    <a:pt x="45" y="138"/>
                  </a:cubicBezTo>
                  <a:cubicBezTo>
                    <a:pt x="82" y="100"/>
                    <a:pt x="82" y="100"/>
                    <a:pt x="82" y="100"/>
                  </a:cubicBezTo>
                  <a:cubicBezTo>
                    <a:pt x="83" y="99"/>
                    <a:pt x="83" y="98"/>
                    <a:pt x="82" y="96"/>
                  </a:cubicBezTo>
                  <a:cubicBezTo>
                    <a:pt x="81" y="95"/>
                    <a:pt x="79" y="95"/>
                    <a:pt x="78" y="96"/>
                  </a:cubicBezTo>
                  <a:cubicBezTo>
                    <a:pt x="41" y="134"/>
                    <a:pt x="41" y="134"/>
                    <a:pt x="41" y="134"/>
                  </a:cubicBezTo>
                  <a:cubicBezTo>
                    <a:pt x="39" y="136"/>
                    <a:pt x="37" y="137"/>
                    <a:pt x="35" y="137"/>
                  </a:cubicBezTo>
                  <a:cubicBezTo>
                    <a:pt x="32" y="137"/>
                    <a:pt x="30" y="136"/>
                    <a:pt x="29" y="134"/>
                  </a:cubicBezTo>
                  <a:cubicBezTo>
                    <a:pt x="8" y="113"/>
                    <a:pt x="8" y="113"/>
                    <a:pt x="8" y="113"/>
                  </a:cubicBezTo>
                  <a:cubicBezTo>
                    <a:pt x="6" y="112"/>
                    <a:pt x="5" y="110"/>
                    <a:pt x="5" y="107"/>
                  </a:cubicBezTo>
                  <a:cubicBezTo>
                    <a:pt x="5" y="105"/>
                    <a:pt x="6" y="103"/>
                    <a:pt x="8" y="101"/>
                  </a:cubicBezTo>
                  <a:cubicBezTo>
                    <a:pt x="101" y="8"/>
                    <a:pt x="101" y="8"/>
                    <a:pt x="101" y="8"/>
                  </a:cubicBezTo>
                  <a:cubicBezTo>
                    <a:pt x="103" y="6"/>
                    <a:pt x="105" y="5"/>
                    <a:pt x="107" y="5"/>
                  </a:cubicBezTo>
                  <a:cubicBezTo>
                    <a:pt x="109" y="5"/>
                    <a:pt x="111" y="6"/>
                    <a:pt x="113" y="8"/>
                  </a:cubicBezTo>
                  <a:cubicBezTo>
                    <a:pt x="134" y="29"/>
                    <a:pt x="134" y="29"/>
                    <a:pt x="134" y="29"/>
                  </a:cubicBezTo>
                  <a:cubicBezTo>
                    <a:pt x="136" y="31"/>
                    <a:pt x="136" y="33"/>
                    <a:pt x="136" y="35"/>
                  </a:cubicBezTo>
                  <a:cubicBezTo>
                    <a:pt x="136" y="37"/>
                    <a:pt x="136" y="39"/>
                    <a:pt x="134" y="41"/>
                  </a:cubicBezTo>
                  <a:cubicBezTo>
                    <a:pt x="96" y="79"/>
                    <a:pt x="96" y="79"/>
                    <a:pt x="96" y="79"/>
                  </a:cubicBezTo>
                  <a:cubicBezTo>
                    <a:pt x="95" y="80"/>
                    <a:pt x="95" y="82"/>
                    <a:pt x="96" y="83"/>
                  </a:cubicBezTo>
                  <a:cubicBezTo>
                    <a:pt x="97" y="84"/>
                    <a:pt x="99" y="84"/>
                    <a:pt x="100" y="83"/>
                  </a:cubicBezTo>
                  <a:cubicBezTo>
                    <a:pt x="138" y="45"/>
                    <a:pt x="138" y="45"/>
                    <a:pt x="138" y="45"/>
                  </a:cubicBezTo>
                  <a:cubicBezTo>
                    <a:pt x="141" y="42"/>
                    <a:pt x="142" y="39"/>
                    <a:pt x="142" y="35"/>
                  </a:cubicBezTo>
                  <a:cubicBezTo>
                    <a:pt x="142" y="31"/>
                    <a:pt x="141" y="28"/>
                    <a:pt x="138"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8" name="Google Shape;778;p52"/>
            <p:cNvSpPr/>
            <p:nvPr/>
          </p:nvSpPr>
          <p:spPr>
            <a:xfrm>
              <a:off x="8131020" y="4024756"/>
              <a:ext cx="142021" cy="140919"/>
            </a:xfrm>
            <a:custGeom>
              <a:avLst/>
              <a:gdLst/>
              <a:ahLst/>
              <a:cxnLst/>
              <a:rect l="l" t="t" r="r" b="b"/>
              <a:pathLst>
                <a:path w="54" h="54" extrusionOk="0">
                  <a:moveTo>
                    <a:pt x="18" y="54"/>
                  </a:moveTo>
                  <a:cubicBezTo>
                    <a:pt x="20" y="54"/>
                    <a:pt x="22" y="53"/>
                    <a:pt x="24" y="52"/>
                  </a:cubicBezTo>
                  <a:cubicBezTo>
                    <a:pt x="51" y="24"/>
                    <a:pt x="51" y="24"/>
                    <a:pt x="51" y="24"/>
                  </a:cubicBezTo>
                  <a:cubicBezTo>
                    <a:pt x="53" y="22"/>
                    <a:pt x="54" y="20"/>
                    <a:pt x="54" y="18"/>
                  </a:cubicBezTo>
                  <a:cubicBezTo>
                    <a:pt x="54" y="16"/>
                    <a:pt x="53" y="14"/>
                    <a:pt x="51" y="12"/>
                  </a:cubicBezTo>
                  <a:cubicBezTo>
                    <a:pt x="42" y="2"/>
                    <a:pt x="42" y="2"/>
                    <a:pt x="42" y="2"/>
                  </a:cubicBezTo>
                  <a:cubicBezTo>
                    <a:pt x="40" y="1"/>
                    <a:pt x="38" y="0"/>
                    <a:pt x="36" y="0"/>
                  </a:cubicBezTo>
                  <a:cubicBezTo>
                    <a:pt x="34" y="0"/>
                    <a:pt x="32" y="1"/>
                    <a:pt x="30" y="2"/>
                  </a:cubicBezTo>
                  <a:cubicBezTo>
                    <a:pt x="2" y="30"/>
                    <a:pt x="2" y="30"/>
                    <a:pt x="2" y="30"/>
                  </a:cubicBezTo>
                  <a:cubicBezTo>
                    <a:pt x="1" y="32"/>
                    <a:pt x="0" y="34"/>
                    <a:pt x="0" y="36"/>
                  </a:cubicBezTo>
                  <a:cubicBezTo>
                    <a:pt x="0" y="39"/>
                    <a:pt x="1" y="41"/>
                    <a:pt x="2" y="42"/>
                  </a:cubicBezTo>
                  <a:cubicBezTo>
                    <a:pt x="12" y="52"/>
                    <a:pt x="12" y="52"/>
                    <a:pt x="12" y="52"/>
                  </a:cubicBezTo>
                  <a:cubicBezTo>
                    <a:pt x="13" y="53"/>
                    <a:pt x="15" y="54"/>
                    <a:pt x="18" y="54"/>
                  </a:cubicBezTo>
                  <a:close/>
                  <a:moveTo>
                    <a:pt x="5" y="36"/>
                  </a:moveTo>
                  <a:cubicBezTo>
                    <a:pt x="5" y="36"/>
                    <a:pt x="6" y="35"/>
                    <a:pt x="6" y="34"/>
                  </a:cubicBezTo>
                  <a:cubicBezTo>
                    <a:pt x="34" y="6"/>
                    <a:pt x="34" y="6"/>
                    <a:pt x="34" y="6"/>
                  </a:cubicBezTo>
                  <a:cubicBezTo>
                    <a:pt x="35" y="6"/>
                    <a:pt x="35" y="6"/>
                    <a:pt x="36" y="6"/>
                  </a:cubicBezTo>
                  <a:cubicBezTo>
                    <a:pt x="37" y="6"/>
                    <a:pt x="37" y="6"/>
                    <a:pt x="38" y="6"/>
                  </a:cubicBezTo>
                  <a:cubicBezTo>
                    <a:pt x="48" y="16"/>
                    <a:pt x="48" y="16"/>
                    <a:pt x="48" y="16"/>
                  </a:cubicBezTo>
                  <a:cubicBezTo>
                    <a:pt x="48" y="17"/>
                    <a:pt x="48" y="17"/>
                    <a:pt x="48" y="18"/>
                  </a:cubicBezTo>
                  <a:cubicBezTo>
                    <a:pt x="48" y="19"/>
                    <a:pt x="48" y="19"/>
                    <a:pt x="48" y="20"/>
                  </a:cubicBezTo>
                  <a:cubicBezTo>
                    <a:pt x="20" y="48"/>
                    <a:pt x="20" y="48"/>
                    <a:pt x="20" y="48"/>
                  </a:cubicBezTo>
                  <a:cubicBezTo>
                    <a:pt x="19" y="48"/>
                    <a:pt x="18" y="49"/>
                    <a:pt x="18" y="49"/>
                  </a:cubicBezTo>
                  <a:cubicBezTo>
                    <a:pt x="17" y="49"/>
                    <a:pt x="16" y="48"/>
                    <a:pt x="16" y="48"/>
                  </a:cubicBezTo>
                  <a:cubicBezTo>
                    <a:pt x="6" y="38"/>
                    <a:pt x="6" y="38"/>
                    <a:pt x="6" y="38"/>
                  </a:cubicBezTo>
                  <a:cubicBezTo>
                    <a:pt x="6" y="38"/>
                    <a:pt x="5" y="37"/>
                    <a:pt x="5" y="3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79" name="Google Shape;779;p52"/>
            <p:cNvSpPr/>
            <p:nvPr/>
          </p:nvSpPr>
          <p:spPr>
            <a:xfrm>
              <a:off x="8241113" y="413705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0" name="Google Shape;780;p52"/>
            <p:cNvSpPr/>
            <p:nvPr/>
          </p:nvSpPr>
          <p:spPr>
            <a:xfrm>
              <a:off x="8102395" y="413925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1" name="Google Shape;781;p52"/>
            <p:cNvSpPr/>
            <p:nvPr/>
          </p:nvSpPr>
          <p:spPr>
            <a:xfrm>
              <a:off x="8123313" y="415796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2" name="Google Shape;782;p52"/>
            <p:cNvSpPr/>
            <p:nvPr/>
          </p:nvSpPr>
          <p:spPr>
            <a:xfrm>
              <a:off x="8144231" y="41788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3" name="Google Shape;783;p52"/>
            <p:cNvSpPr/>
            <p:nvPr/>
          </p:nvSpPr>
          <p:spPr>
            <a:xfrm>
              <a:off x="8079275" y="4163473"/>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4" name="Google Shape;784;p52"/>
            <p:cNvSpPr/>
            <p:nvPr/>
          </p:nvSpPr>
          <p:spPr>
            <a:xfrm>
              <a:off x="8100193" y="4184391"/>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5" name="Google Shape;785;p52"/>
            <p:cNvSpPr/>
            <p:nvPr/>
          </p:nvSpPr>
          <p:spPr>
            <a:xfrm>
              <a:off x="8121111" y="4205309"/>
              <a:ext cx="13500" cy="123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6" name="Google Shape;786;p52"/>
            <p:cNvSpPr/>
            <p:nvPr/>
          </p:nvSpPr>
          <p:spPr>
            <a:xfrm>
              <a:off x="8052853" y="4186593"/>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7" name="Google Shape;787;p52"/>
            <p:cNvSpPr/>
            <p:nvPr/>
          </p:nvSpPr>
          <p:spPr>
            <a:xfrm>
              <a:off x="8073771" y="420751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8" name="Google Shape;788;p52"/>
            <p:cNvSpPr/>
            <p:nvPr/>
          </p:nvSpPr>
          <p:spPr>
            <a:xfrm>
              <a:off x="8094689" y="422842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89" name="Google Shape;789;p52"/>
            <p:cNvSpPr/>
            <p:nvPr/>
          </p:nvSpPr>
          <p:spPr>
            <a:xfrm>
              <a:off x="8293958" y="3948791"/>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0" name="Google Shape;790;p52"/>
            <p:cNvSpPr/>
            <p:nvPr/>
          </p:nvSpPr>
          <p:spPr>
            <a:xfrm>
              <a:off x="8314876" y="3969709"/>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1" name="Google Shape;791;p52"/>
            <p:cNvSpPr/>
            <p:nvPr/>
          </p:nvSpPr>
          <p:spPr>
            <a:xfrm>
              <a:off x="8335794" y="3990627"/>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2" name="Google Shape;792;p52"/>
            <p:cNvSpPr/>
            <p:nvPr/>
          </p:nvSpPr>
          <p:spPr>
            <a:xfrm>
              <a:off x="8267536" y="397191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3" name="Google Shape;793;p52"/>
            <p:cNvSpPr/>
            <p:nvPr/>
          </p:nvSpPr>
          <p:spPr>
            <a:xfrm>
              <a:off x="8288454" y="3992829"/>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4" name="Google Shape;794;p52"/>
            <p:cNvSpPr/>
            <p:nvPr/>
          </p:nvSpPr>
          <p:spPr>
            <a:xfrm>
              <a:off x="8309371" y="401374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5" name="Google Shape;795;p52"/>
            <p:cNvSpPr/>
            <p:nvPr/>
          </p:nvSpPr>
          <p:spPr>
            <a:xfrm>
              <a:off x="8243315" y="3995031"/>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6" name="Google Shape;796;p52"/>
            <p:cNvSpPr/>
            <p:nvPr/>
          </p:nvSpPr>
          <p:spPr>
            <a:xfrm>
              <a:off x="8264233" y="401594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97" name="Google Shape;797;p52"/>
            <p:cNvSpPr/>
            <p:nvPr/>
          </p:nvSpPr>
          <p:spPr>
            <a:xfrm>
              <a:off x="8285151" y="4036866"/>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798" name="Google Shape;798;p52"/>
          <p:cNvGrpSpPr/>
          <p:nvPr/>
        </p:nvGrpSpPr>
        <p:grpSpPr>
          <a:xfrm>
            <a:off x="7122643" y="3848223"/>
            <a:ext cx="362038" cy="337327"/>
            <a:chOff x="7201828" y="3922369"/>
            <a:chExt cx="371016" cy="345693"/>
          </a:xfrm>
        </p:grpSpPr>
        <p:sp>
          <p:nvSpPr>
            <p:cNvPr id="799" name="Google Shape;799;p52"/>
            <p:cNvSpPr/>
            <p:nvPr/>
          </p:nvSpPr>
          <p:spPr>
            <a:xfrm>
              <a:off x="7201828" y="3922369"/>
              <a:ext cx="371016" cy="345693"/>
            </a:xfrm>
            <a:custGeom>
              <a:avLst/>
              <a:gdLst/>
              <a:ahLst/>
              <a:cxnLst/>
              <a:rect l="l" t="t" r="r" b="b"/>
              <a:pathLst>
                <a:path w="142" h="132" extrusionOk="0">
                  <a:moveTo>
                    <a:pt x="134" y="0"/>
                  </a:moveTo>
                  <a:cubicBezTo>
                    <a:pt x="8" y="0"/>
                    <a:pt x="8" y="0"/>
                    <a:pt x="8" y="0"/>
                  </a:cubicBezTo>
                  <a:cubicBezTo>
                    <a:pt x="3" y="0"/>
                    <a:pt x="0" y="4"/>
                    <a:pt x="0" y="8"/>
                  </a:cubicBezTo>
                  <a:cubicBezTo>
                    <a:pt x="0" y="127"/>
                    <a:pt x="0" y="127"/>
                    <a:pt x="0" y="127"/>
                  </a:cubicBezTo>
                  <a:cubicBezTo>
                    <a:pt x="0" y="130"/>
                    <a:pt x="2" y="132"/>
                    <a:pt x="5" y="132"/>
                  </a:cubicBezTo>
                  <a:cubicBezTo>
                    <a:pt x="11" y="132"/>
                    <a:pt x="11" y="132"/>
                    <a:pt x="11" y="132"/>
                  </a:cubicBezTo>
                  <a:cubicBezTo>
                    <a:pt x="14" y="132"/>
                    <a:pt x="17" y="130"/>
                    <a:pt x="17" y="127"/>
                  </a:cubicBezTo>
                  <a:cubicBezTo>
                    <a:pt x="17" y="121"/>
                    <a:pt x="17" y="121"/>
                    <a:pt x="17" y="121"/>
                  </a:cubicBezTo>
                  <a:cubicBezTo>
                    <a:pt x="125" y="121"/>
                    <a:pt x="125" y="121"/>
                    <a:pt x="125" y="121"/>
                  </a:cubicBezTo>
                  <a:cubicBezTo>
                    <a:pt x="125" y="127"/>
                    <a:pt x="125" y="127"/>
                    <a:pt x="125" y="127"/>
                  </a:cubicBezTo>
                  <a:cubicBezTo>
                    <a:pt x="125" y="130"/>
                    <a:pt x="127" y="132"/>
                    <a:pt x="130" y="132"/>
                  </a:cubicBezTo>
                  <a:cubicBezTo>
                    <a:pt x="136" y="132"/>
                    <a:pt x="136" y="132"/>
                    <a:pt x="136" y="132"/>
                  </a:cubicBezTo>
                  <a:cubicBezTo>
                    <a:pt x="140" y="132"/>
                    <a:pt x="142" y="130"/>
                    <a:pt x="142" y="127"/>
                  </a:cubicBezTo>
                  <a:cubicBezTo>
                    <a:pt x="142" y="8"/>
                    <a:pt x="142" y="8"/>
                    <a:pt x="142" y="8"/>
                  </a:cubicBezTo>
                  <a:cubicBezTo>
                    <a:pt x="142" y="4"/>
                    <a:pt x="138" y="0"/>
                    <a:pt x="134" y="0"/>
                  </a:cubicBezTo>
                  <a:close/>
                  <a:moveTo>
                    <a:pt x="5" y="115"/>
                  </a:moveTo>
                  <a:cubicBezTo>
                    <a:pt x="5" y="89"/>
                    <a:pt x="5" y="89"/>
                    <a:pt x="5" y="89"/>
                  </a:cubicBezTo>
                  <a:cubicBezTo>
                    <a:pt x="136" y="89"/>
                    <a:pt x="136" y="89"/>
                    <a:pt x="136" y="89"/>
                  </a:cubicBezTo>
                  <a:cubicBezTo>
                    <a:pt x="136" y="115"/>
                    <a:pt x="136" y="115"/>
                    <a:pt x="136" y="115"/>
                  </a:cubicBezTo>
                  <a:lnTo>
                    <a:pt x="5" y="115"/>
                  </a:lnTo>
                  <a:close/>
                  <a:moveTo>
                    <a:pt x="8" y="6"/>
                  </a:moveTo>
                  <a:cubicBezTo>
                    <a:pt x="134" y="6"/>
                    <a:pt x="134" y="6"/>
                    <a:pt x="134" y="6"/>
                  </a:cubicBezTo>
                  <a:cubicBezTo>
                    <a:pt x="135" y="6"/>
                    <a:pt x="136" y="7"/>
                    <a:pt x="136" y="8"/>
                  </a:cubicBezTo>
                  <a:cubicBezTo>
                    <a:pt x="136" y="83"/>
                    <a:pt x="136" y="83"/>
                    <a:pt x="136" y="83"/>
                  </a:cubicBezTo>
                  <a:cubicBezTo>
                    <a:pt x="5" y="83"/>
                    <a:pt x="5" y="83"/>
                    <a:pt x="5" y="83"/>
                  </a:cubicBezTo>
                  <a:cubicBezTo>
                    <a:pt x="5" y="8"/>
                    <a:pt x="5" y="8"/>
                    <a:pt x="5" y="8"/>
                  </a:cubicBezTo>
                  <a:cubicBezTo>
                    <a:pt x="5" y="7"/>
                    <a:pt x="6" y="6"/>
                    <a:pt x="8" y="6"/>
                  </a:cubicBezTo>
                  <a:close/>
                  <a:moveTo>
                    <a:pt x="11" y="127"/>
                  </a:moveTo>
                  <a:cubicBezTo>
                    <a:pt x="11" y="127"/>
                    <a:pt x="11" y="127"/>
                    <a:pt x="11" y="127"/>
                  </a:cubicBezTo>
                  <a:cubicBezTo>
                    <a:pt x="5" y="127"/>
                    <a:pt x="5" y="127"/>
                    <a:pt x="5" y="127"/>
                  </a:cubicBezTo>
                  <a:cubicBezTo>
                    <a:pt x="5" y="121"/>
                    <a:pt x="5" y="121"/>
                    <a:pt x="5" y="121"/>
                  </a:cubicBezTo>
                  <a:cubicBezTo>
                    <a:pt x="11" y="121"/>
                    <a:pt x="11" y="121"/>
                    <a:pt x="11" y="121"/>
                  </a:cubicBezTo>
                  <a:lnTo>
                    <a:pt x="11" y="127"/>
                  </a:lnTo>
                  <a:close/>
                  <a:moveTo>
                    <a:pt x="136" y="127"/>
                  </a:moveTo>
                  <a:cubicBezTo>
                    <a:pt x="130" y="127"/>
                    <a:pt x="130" y="127"/>
                    <a:pt x="130" y="127"/>
                  </a:cubicBezTo>
                  <a:cubicBezTo>
                    <a:pt x="130" y="121"/>
                    <a:pt x="130" y="121"/>
                    <a:pt x="130" y="121"/>
                  </a:cubicBezTo>
                  <a:cubicBezTo>
                    <a:pt x="136" y="121"/>
                    <a:pt x="136" y="121"/>
                    <a:pt x="136" y="121"/>
                  </a:cubicBezTo>
                  <a:cubicBezTo>
                    <a:pt x="136" y="127"/>
                    <a:pt x="136" y="127"/>
                    <a:pt x="136" y="127"/>
                  </a:cubicBezTo>
                  <a:cubicBezTo>
                    <a:pt x="136" y="127"/>
                    <a:pt x="136" y="127"/>
                    <a:pt x="136" y="1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0" name="Google Shape;800;p52"/>
            <p:cNvSpPr/>
            <p:nvPr/>
          </p:nvSpPr>
          <p:spPr>
            <a:xfrm>
              <a:off x="7230452" y="3953195"/>
              <a:ext cx="310464" cy="170645"/>
            </a:xfrm>
            <a:custGeom>
              <a:avLst/>
              <a:gdLst/>
              <a:ahLst/>
              <a:cxnLst/>
              <a:rect l="l" t="t" r="r" b="b"/>
              <a:pathLst>
                <a:path w="119" h="65" extrusionOk="0">
                  <a:moveTo>
                    <a:pt x="114" y="0"/>
                  </a:moveTo>
                  <a:cubicBezTo>
                    <a:pt x="6" y="0"/>
                    <a:pt x="6" y="0"/>
                    <a:pt x="6" y="0"/>
                  </a:cubicBezTo>
                  <a:cubicBezTo>
                    <a:pt x="3" y="0"/>
                    <a:pt x="0" y="2"/>
                    <a:pt x="0" y="5"/>
                  </a:cubicBezTo>
                  <a:cubicBezTo>
                    <a:pt x="0" y="62"/>
                    <a:pt x="0" y="62"/>
                    <a:pt x="0" y="62"/>
                  </a:cubicBezTo>
                  <a:cubicBezTo>
                    <a:pt x="0" y="64"/>
                    <a:pt x="2" y="65"/>
                    <a:pt x="3" y="65"/>
                  </a:cubicBezTo>
                  <a:cubicBezTo>
                    <a:pt x="48" y="65"/>
                    <a:pt x="48" y="65"/>
                    <a:pt x="48" y="65"/>
                  </a:cubicBezTo>
                  <a:cubicBezTo>
                    <a:pt x="48" y="65"/>
                    <a:pt x="49" y="65"/>
                    <a:pt x="49" y="64"/>
                  </a:cubicBezTo>
                  <a:cubicBezTo>
                    <a:pt x="51" y="62"/>
                    <a:pt x="49" y="59"/>
                    <a:pt x="47" y="59"/>
                  </a:cubicBezTo>
                  <a:cubicBezTo>
                    <a:pt x="6" y="59"/>
                    <a:pt x="6" y="59"/>
                    <a:pt x="6" y="59"/>
                  </a:cubicBezTo>
                  <a:cubicBezTo>
                    <a:pt x="6" y="5"/>
                    <a:pt x="6" y="5"/>
                    <a:pt x="6" y="5"/>
                  </a:cubicBezTo>
                  <a:cubicBezTo>
                    <a:pt x="114" y="5"/>
                    <a:pt x="114" y="5"/>
                    <a:pt x="114" y="5"/>
                  </a:cubicBezTo>
                  <a:cubicBezTo>
                    <a:pt x="114" y="59"/>
                    <a:pt x="114" y="59"/>
                    <a:pt x="114" y="59"/>
                  </a:cubicBezTo>
                  <a:cubicBezTo>
                    <a:pt x="72" y="59"/>
                    <a:pt x="72" y="59"/>
                    <a:pt x="72" y="59"/>
                  </a:cubicBezTo>
                  <a:cubicBezTo>
                    <a:pt x="71" y="59"/>
                    <a:pt x="70" y="60"/>
                    <a:pt x="70" y="62"/>
                  </a:cubicBezTo>
                  <a:cubicBezTo>
                    <a:pt x="69" y="63"/>
                    <a:pt x="71" y="65"/>
                    <a:pt x="72" y="65"/>
                  </a:cubicBezTo>
                  <a:cubicBezTo>
                    <a:pt x="114" y="65"/>
                    <a:pt x="114" y="65"/>
                    <a:pt x="114" y="65"/>
                  </a:cubicBezTo>
                  <a:cubicBezTo>
                    <a:pt x="117" y="65"/>
                    <a:pt x="119" y="62"/>
                    <a:pt x="119" y="59"/>
                  </a:cubicBezTo>
                  <a:cubicBezTo>
                    <a:pt x="119" y="5"/>
                    <a:pt x="119" y="5"/>
                    <a:pt x="119" y="5"/>
                  </a:cubicBezTo>
                  <a:cubicBezTo>
                    <a:pt x="119" y="2"/>
                    <a:pt x="117" y="0"/>
                    <a:pt x="114"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1" name="Google Shape;801;p52"/>
            <p:cNvSpPr/>
            <p:nvPr/>
          </p:nvSpPr>
          <p:spPr>
            <a:xfrm>
              <a:off x="7230452" y="4165675"/>
              <a:ext cx="44038" cy="44037"/>
            </a:xfrm>
            <a:custGeom>
              <a:avLst/>
              <a:gdLst/>
              <a:ahLst/>
              <a:cxnLst/>
              <a:rect l="l" t="t" r="r" b="b"/>
              <a:pathLst>
                <a:path w="17" h="17" extrusionOk="0">
                  <a:moveTo>
                    <a:pt x="9" y="0"/>
                  </a:moveTo>
                  <a:cubicBezTo>
                    <a:pt x="4" y="0"/>
                    <a:pt x="0" y="4"/>
                    <a:pt x="0" y="9"/>
                  </a:cubicBezTo>
                  <a:cubicBezTo>
                    <a:pt x="0" y="13"/>
                    <a:pt x="4" y="17"/>
                    <a:pt x="9" y="17"/>
                  </a:cubicBezTo>
                  <a:cubicBezTo>
                    <a:pt x="13" y="17"/>
                    <a:pt x="17" y="13"/>
                    <a:pt x="17" y="9"/>
                  </a:cubicBezTo>
                  <a:cubicBezTo>
                    <a:pt x="17" y="4"/>
                    <a:pt x="13" y="0"/>
                    <a:pt x="9" y="0"/>
                  </a:cubicBezTo>
                  <a:close/>
                  <a:moveTo>
                    <a:pt x="9" y="12"/>
                  </a:moveTo>
                  <a:cubicBezTo>
                    <a:pt x="7" y="12"/>
                    <a:pt x="6" y="10"/>
                    <a:pt x="6" y="9"/>
                  </a:cubicBezTo>
                  <a:cubicBezTo>
                    <a:pt x="6" y="7"/>
                    <a:pt x="7" y="6"/>
                    <a:pt x="9" y="6"/>
                  </a:cubicBezTo>
                  <a:cubicBezTo>
                    <a:pt x="10" y="6"/>
                    <a:pt x="11" y="7"/>
                    <a:pt x="11" y="9"/>
                  </a:cubicBezTo>
                  <a:cubicBezTo>
                    <a:pt x="11" y="10"/>
                    <a:pt x="10" y="12"/>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2" name="Google Shape;802;p52"/>
            <p:cNvSpPr/>
            <p:nvPr/>
          </p:nvSpPr>
          <p:spPr>
            <a:xfrm>
              <a:off x="7289903" y="4165675"/>
              <a:ext cx="41836" cy="44037"/>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2"/>
                  </a:moveTo>
                  <a:cubicBezTo>
                    <a:pt x="6" y="12"/>
                    <a:pt x="5" y="10"/>
                    <a:pt x="5" y="9"/>
                  </a:cubicBezTo>
                  <a:cubicBezTo>
                    <a:pt x="5" y="7"/>
                    <a:pt x="6" y="6"/>
                    <a:pt x="8" y="6"/>
                  </a:cubicBezTo>
                  <a:cubicBezTo>
                    <a:pt x="9" y="6"/>
                    <a:pt x="11" y="7"/>
                    <a:pt x="11" y="9"/>
                  </a:cubicBezTo>
                  <a:cubicBezTo>
                    <a:pt x="11" y="10"/>
                    <a:pt x="9"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3" name="Google Shape;803;p52"/>
            <p:cNvSpPr/>
            <p:nvPr/>
          </p:nvSpPr>
          <p:spPr>
            <a:xfrm>
              <a:off x="7348252" y="4165675"/>
              <a:ext cx="44038" cy="44037"/>
            </a:xfrm>
            <a:custGeom>
              <a:avLst/>
              <a:gdLst/>
              <a:ahLst/>
              <a:cxnLst/>
              <a:rect l="l" t="t" r="r" b="b"/>
              <a:pathLst>
                <a:path w="17" h="17" extrusionOk="0">
                  <a:moveTo>
                    <a:pt x="8" y="0"/>
                  </a:moveTo>
                  <a:cubicBezTo>
                    <a:pt x="4" y="0"/>
                    <a:pt x="0" y="4"/>
                    <a:pt x="0" y="9"/>
                  </a:cubicBezTo>
                  <a:cubicBezTo>
                    <a:pt x="0" y="13"/>
                    <a:pt x="4" y="17"/>
                    <a:pt x="8" y="17"/>
                  </a:cubicBezTo>
                  <a:cubicBezTo>
                    <a:pt x="13" y="17"/>
                    <a:pt x="17" y="13"/>
                    <a:pt x="17" y="9"/>
                  </a:cubicBezTo>
                  <a:cubicBezTo>
                    <a:pt x="17" y="4"/>
                    <a:pt x="13" y="0"/>
                    <a:pt x="8" y="0"/>
                  </a:cubicBezTo>
                  <a:close/>
                  <a:moveTo>
                    <a:pt x="8" y="12"/>
                  </a:moveTo>
                  <a:cubicBezTo>
                    <a:pt x="7" y="12"/>
                    <a:pt x="5" y="10"/>
                    <a:pt x="5" y="9"/>
                  </a:cubicBezTo>
                  <a:cubicBezTo>
                    <a:pt x="5" y="7"/>
                    <a:pt x="7" y="6"/>
                    <a:pt x="8" y="6"/>
                  </a:cubicBezTo>
                  <a:cubicBezTo>
                    <a:pt x="10" y="6"/>
                    <a:pt x="11" y="7"/>
                    <a:pt x="11" y="9"/>
                  </a:cubicBezTo>
                  <a:cubicBezTo>
                    <a:pt x="11" y="10"/>
                    <a:pt x="10" y="12"/>
                    <a:pt x="8"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4" name="Google Shape;804;p52"/>
            <p:cNvSpPr/>
            <p:nvPr/>
          </p:nvSpPr>
          <p:spPr>
            <a:xfrm>
              <a:off x="7441832" y="4181088"/>
              <a:ext cx="102387" cy="13211"/>
            </a:xfrm>
            <a:custGeom>
              <a:avLst/>
              <a:gdLst/>
              <a:ahLst/>
              <a:cxnLst/>
              <a:rect l="l" t="t" r="r" b="b"/>
              <a:pathLst>
                <a:path w="39" h="5" extrusionOk="0">
                  <a:moveTo>
                    <a:pt x="36" y="0"/>
                  </a:moveTo>
                  <a:cubicBezTo>
                    <a:pt x="4" y="0"/>
                    <a:pt x="4" y="0"/>
                    <a:pt x="4" y="0"/>
                  </a:cubicBezTo>
                  <a:cubicBezTo>
                    <a:pt x="2" y="0"/>
                    <a:pt x="1" y="1"/>
                    <a:pt x="1" y="2"/>
                  </a:cubicBezTo>
                  <a:cubicBezTo>
                    <a:pt x="0" y="4"/>
                    <a:pt x="2" y="5"/>
                    <a:pt x="3" y="5"/>
                  </a:cubicBezTo>
                  <a:cubicBezTo>
                    <a:pt x="35" y="5"/>
                    <a:pt x="35" y="5"/>
                    <a:pt x="35" y="5"/>
                  </a:cubicBezTo>
                  <a:cubicBezTo>
                    <a:pt x="37" y="5"/>
                    <a:pt x="38" y="4"/>
                    <a:pt x="38" y="3"/>
                  </a:cubicBezTo>
                  <a:cubicBezTo>
                    <a:pt x="39" y="1"/>
                    <a:pt x="37" y="0"/>
                    <a:pt x="36"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5" name="Google Shape;805;p52"/>
            <p:cNvSpPr/>
            <p:nvPr/>
          </p:nvSpPr>
          <p:spPr>
            <a:xfrm>
              <a:off x="7261278" y="3998333"/>
              <a:ext cx="94681" cy="80368"/>
            </a:xfrm>
            <a:custGeom>
              <a:avLst/>
              <a:gdLst/>
              <a:ahLst/>
              <a:cxnLst/>
              <a:rect l="l" t="t" r="r" b="b"/>
              <a:pathLst>
                <a:path w="36" h="31" extrusionOk="0">
                  <a:moveTo>
                    <a:pt x="23" y="0"/>
                  </a:moveTo>
                  <a:cubicBezTo>
                    <a:pt x="21" y="0"/>
                    <a:pt x="20" y="1"/>
                    <a:pt x="18" y="1"/>
                  </a:cubicBezTo>
                  <a:cubicBezTo>
                    <a:pt x="17" y="1"/>
                    <a:pt x="15" y="0"/>
                    <a:pt x="13" y="0"/>
                  </a:cubicBezTo>
                  <a:cubicBezTo>
                    <a:pt x="10" y="0"/>
                    <a:pt x="7" y="1"/>
                    <a:pt x="5" y="3"/>
                  </a:cubicBezTo>
                  <a:cubicBezTo>
                    <a:pt x="4" y="3"/>
                    <a:pt x="4" y="3"/>
                    <a:pt x="4" y="3"/>
                  </a:cubicBezTo>
                  <a:cubicBezTo>
                    <a:pt x="0" y="8"/>
                    <a:pt x="0" y="14"/>
                    <a:pt x="5" y="19"/>
                  </a:cubicBezTo>
                  <a:cubicBezTo>
                    <a:pt x="15" y="30"/>
                    <a:pt x="15" y="30"/>
                    <a:pt x="15" y="30"/>
                  </a:cubicBezTo>
                  <a:cubicBezTo>
                    <a:pt x="16" y="30"/>
                    <a:pt x="17" y="31"/>
                    <a:pt x="18" y="31"/>
                  </a:cubicBezTo>
                  <a:cubicBezTo>
                    <a:pt x="19" y="31"/>
                    <a:pt x="20" y="30"/>
                    <a:pt x="21" y="30"/>
                  </a:cubicBezTo>
                  <a:cubicBezTo>
                    <a:pt x="32" y="19"/>
                    <a:pt x="32" y="19"/>
                    <a:pt x="32" y="19"/>
                  </a:cubicBezTo>
                  <a:cubicBezTo>
                    <a:pt x="36" y="14"/>
                    <a:pt x="36" y="8"/>
                    <a:pt x="32" y="3"/>
                  </a:cubicBezTo>
                  <a:cubicBezTo>
                    <a:pt x="32" y="3"/>
                    <a:pt x="32" y="3"/>
                    <a:pt x="32" y="3"/>
                  </a:cubicBezTo>
                  <a:cubicBezTo>
                    <a:pt x="30" y="1"/>
                    <a:pt x="26" y="0"/>
                    <a:pt x="23" y="0"/>
                  </a:cubicBezTo>
                  <a:close/>
                  <a:moveTo>
                    <a:pt x="28" y="15"/>
                  </a:moveTo>
                  <a:cubicBezTo>
                    <a:pt x="18" y="24"/>
                    <a:pt x="18" y="24"/>
                    <a:pt x="18" y="24"/>
                  </a:cubicBezTo>
                  <a:cubicBezTo>
                    <a:pt x="8" y="15"/>
                    <a:pt x="8" y="15"/>
                    <a:pt x="8" y="15"/>
                  </a:cubicBezTo>
                  <a:cubicBezTo>
                    <a:pt x="6" y="13"/>
                    <a:pt x="6" y="9"/>
                    <a:pt x="8" y="7"/>
                  </a:cubicBezTo>
                  <a:cubicBezTo>
                    <a:pt x="8" y="7"/>
                    <a:pt x="8" y="7"/>
                    <a:pt x="8" y="7"/>
                  </a:cubicBezTo>
                  <a:cubicBezTo>
                    <a:pt x="10" y="6"/>
                    <a:pt x="11" y="5"/>
                    <a:pt x="12" y="5"/>
                  </a:cubicBezTo>
                  <a:cubicBezTo>
                    <a:pt x="12" y="5"/>
                    <a:pt x="13" y="5"/>
                    <a:pt x="13" y="5"/>
                  </a:cubicBezTo>
                  <a:cubicBezTo>
                    <a:pt x="14" y="5"/>
                    <a:pt x="15" y="6"/>
                    <a:pt x="16" y="7"/>
                  </a:cubicBezTo>
                  <a:cubicBezTo>
                    <a:pt x="17" y="8"/>
                    <a:pt x="19" y="8"/>
                    <a:pt x="20" y="7"/>
                  </a:cubicBezTo>
                  <a:cubicBezTo>
                    <a:pt x="21" y="6"/>
                    <a:pt x="22" y="5"/>
                    <a:pt x="24" y="5"/>
                  </a:cubicBezTo>
                  <a:cubicBezTo>
                    <a:pt x="25" y="5"/>
                    <a:pt x="27" y="6"/>
                    <a:pt x="28" y="7"/>
                  </a:cubicBezTo>
                  <a:cubicBezTo>
                    <a:pt x="28" y="7"/>
                    <a:pt x="28" y="7"/>
                    <a:pt x="28" y="7"/>
                  </a:cubicBezTo>
                  <a:cubicBezTo>
                    <a:pt x="30" y="9"/>
                    <a:pt x="30" y="13"/>
                    <a:pt x="2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6" name="Google Shape;806;p52"/>
            <p:cNvSpPr/>
            <p:nvPr/>
          </p:nvSpPr>
          <p:spPr>
            <a:xfrm>
              <a:off x="7371372" y="3998333"/>
              <a:ext cx="143122" cy="75964"/>
            </a:xfrm>
            <a:custGeom>
              <a:avLst/>
              <a:gdLst/>
              <a:ahLst/>
              <a:cxnLst/>
              <a:rect l="l" t="t" r="r" b="b"/>
              <a:pathLst>
                <a:path w="55" h="29" extrusionOk="0">
                  <a:moveTo>
                    <a:pt x="25" y="26"/>
                  </a:moveTo>
                  <a:cubicBezTo>
                    <a:pt x="26" y="28"/>
                    <a:pt x="27" y="29"/>
                    <a:pt x="29" y="29"/>
                  </a:cubicBezTo>
                  <a:cubicBezTo>
                    <a:pt x="29" y="29"/>
                    <a:pt x="29" y="29"/>
                    <a:pt x="29" y="29"/>
                  </a:cubicBezTo>
                  <a:cubicBezTo>
                    <a:pt x="31" y="29"/>
                    <a:pt x="33" y="28"/>
                    <a:pt x="33" y="26"/>
                  </a:cubicBezTo>
                  <a:cubicBezTo>
                    <a:pt x="39" y="12"/>
                    <a:pt x="39" y="12"/>
                    <a:pt x="39" y="12"/>
                  </a:cubicBezTo>
                  <a:cubicBezTo>
                    <a:pt x="41" y="15"/>
                    <a:pt x="41" y="15"/>
                    <a:pt x="41" y="15"/>
                  </a:cubicBezTo>
                  <a:cubicBezTo>
                    <a:pt x="41" y="16"/>
                    <a:pt x="43" y="17"/>
                    <a:pt x="43" y="17"/>
                  </a:cubicBezTo>
                  <a:cubicBezTo>
                    <a:pt x="52" y="17"/>
                    <a:pt x="52" y="17"/>
                    <a:pt x="52" y="17"/>
                  </a:cubicBezTo>
                  <a:cubicBezTo>
                    <a:pt x="53" y="17"/>
                    <a:pt x="54" y="17"/>
                    <a:pt x="55" y="15"/>
                  </a:cubicBezTo>
                  <a:cubicBezTo>
                    <a:pt x="55" y="13"/>
                    <a:pt x="54" y="11"/>
                    <a:pt x="52" y="11"/>
                  </a:cubicBezTo>
                  <a:cubicBezTo>
                    <a:pt x="45" y="11"/>
                    <a:pt x="45" y="11"/>
                    <a:pt x="45" y="11"/>
                  </a:cubicBezTo>
                  <a:cubicBezTo>
                    <a:pt x="43" y="6"/>
                    <a:pt x="43" y="6"/>
                    <a:pt x="43" y="6"/>
                  </a:cubicBezTo>
                  <a:cubicBezTo>
                    <a:pt x="42" y="5"/>
                    <a:pt x="41" y="4"/>
                    <a:pt x="39" y="4"/>
                  </a:cubicBezTo>
                  <a:cubicBezTo>
                    <a:pt x="39" y="4"/>
                    <a:pt x="39" y="4"/>
                    <a:pt x="39" y="4"/>
                  </a:cubicBezTo>
                  <a:cubicBezTo>
                    <a:pt x="37" y="4"/>
                    <a:pt x="36" y="5"/>
                    <a:pt x="35" y="7"/>
                  </a:cubicBezTo>
                  <a:cubicBezTo>
                    <a:pt x="30" y="21"/>
                    <a:pt x="30" y="21"/>
                    <a:pt x="30" y="21"/>
                  </a:cubicBezTo>
                  <a:cubicBezTo>
                    <a:pt x="24" y="3"/>
                    <a:pt x="24" y="3"/>
                    <a:pt x="24" y="3"/>
                  </a:cubicBezTo>
                  <a:cubicBezTo>
                    <a:pt x="23" y="1"/>
                    <a:pt x="22" y="0"/>
                    <a:pt x="20" y="0"/>
                  </a:cubicBezTo>
                  <a:cubicBezTo>
                    <a:pt x="18" y="0"/>
                    <a:pt x="17" y="1"/>
                    <a:pt x="16" y="2"/>
                  </a:cubicBezTo>
                  <a:cubicBezTo>
                    <a:pt x="11" y="12"/>
                    <a:pt x="11" y="12"/>
                    <a:pt x="11" y="12"/>
                  </a:cubicBezTo>
                  <a:cubicBezTo>
                    <a:pt x="2" y="12"/>
                    <a:pt x="2" y="12"/>
                    <a:pt x="2" y="12"/>
                  </a:cubicBezTo>
                  <a:cubicBezTo>
                    <a:pt x="1" y="12"/>
                    <a:pt x="0" y="13"/>
                    <a:pt x="0" y="14"/>
                  </a:cubicBezTo>
                  <a:cubicBezTo>
                    <a:pt x="0" y="16"/>
                    <a:pt x="1" y="17"/>
                    <a:pt x="2" y="17"/>
                  </a:cubicBezTo>
                  <a:cubicBezTo>
                    <a:pt x="13" y="17"/>
                    <a:pt x="13" y="17"/>
                    <a:pt x="13" y="17"/>
                  </a:cubicBezTo>
                  <a:cubicBezTo>
                    <a:pt x="13" y="17"/>
                    <a:pt x="15" y="17"/>
                    <a:pt x="15" y="16"/>
                  </a:cubicBezTo>
                  <a:cubicBezTo>
                    <a:pt x="19" y="8"/>
                    <a:pt x="19" y="8"/>
                    <a:pt x="19" y="8"/>
                  </a:cubicBezTo>
                  <a:lnTo>
                    <a:pt x="25" y="2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07" name="Google Shape;807;p52"/>
            <p:cNvSpPr/>
            <p:nvPr/>
          </p:nvSpPr>
          <p:spPr>
            <a:xfrm>
              <a:off x="7379079" y="410842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08" name="Google Shape;808;p52"/>
          <p:cNvGrpSpPr/>
          <p:nvPr/>
        </p:nvGrpSpPr>
        <p:grpSpPr>
          <a:xfrm>
            <a:off x="6357207" y="3835331"/>
            <a:ext cx="365260" cy="363110"/>
            <a:chOff x="6414657" y="3909158"/>
            <a:chExt cx="374319" cy="372116"/>
          </a:xfrm>
        </p:grpSpPr>
        <p:sp>
          <p:nvSpPr>
            <p:cNvPr id="809" name="Google Shape;809;p52"/>
            <p:cNvSpPr/>
            <p:nvPr/>
          </p:nvSpPr>
          <p:spPr>
            <a:xfrm>
              <a:off x="6414657" y="3909158"/>
              <a:ext cx="374319" cy="372116"/>
            </a:xfrm>
            <a:custGeom>
              <a:avLst/>
              <a:gdLst/>
              <a:ahLst/>
              <a:cxnLst/>
              <a:rect l="l" t="t" r="r" b="b"/>
              <a:pathLst>
                <a:path w="143" h="142" extrusionOk="0">
                  <a:moveTo>
                    <a:pt x="140" y="3"/>
                  </a:moveTo>
                  <a:cubicBezTo>
                    <a:pt x="138" y="1"/>
                    <a:pt x="136" y="0"/>
                    <a:pt x="133" y="0"/>
                  </a:cubicBezTo>
                  <a:cubicBezTo>
                    <a:pt x="131" y="0"/>
                    <a:pt x="128" y="1"/>
                    <a:pt x="127" y="3"/>
                  </a:cubicBezTo>
                  <a:cubicBezTo>
                    <a:pt x="116" y="14"/>
                    <a:pt x="116" y="14"/>
                    <a:pt x="116" y="14"/>
                  </a:cubicBezTo>
                  <a:cubicBezTo>
                    <a:pt x="112" y="17"/>
                    <a:pt x="107" y="19"/>
                    <a:pt x="102" y="20"/>
                  </a:cubicBezTo>
                  <a:cubicBezTo>
                    <a:pt x="97" y="20"/>
                    <a:pt x="92" y="22"/>
                    <a:pt x="88" y="26"/>
                  </a:cubicBezTo>
                  <a:cubicBezTo>
                    <a:pt x="84" y="30"/>
                    <a:pt x="83" y="35"/>
                    <a:pt x="82" y="40"/>
                  </a:cubicBezTo>
                  <a:cubicBezTo>
                    <a:pt x="74" y="48"/>
                    <a:pt x="74" y="48"/>
                    <a:pt x="74" y="48"/>
                  </a:cubicBezTo>
                  <a:cubicBezTo>
                    <a:pt x="72" y="50"/>
                    <a:pt x="69" y="52"/>
                    <a:pt x="66" y="53"/>
                  </a:cubicBezTo>
                  <a:cubicBezTo>
                    <a:pt x="61" y="55"/>
                    <a:pt x="61" y="55"/>
                    <a:pt x="61" y="55"/>
                  </a:cubicBezTo>
                  <a:cubicBezTo>
                    <a:pt x="57" y="57"/>
                    <a:pt x="54" y="59"/>
                    <a:pt x="51" y="61"/>
                  </a:cubicBezTo>
                  <a:cubicBezTo>
                    <a:pt x="3" y="109"/>
                    <a:pt x="3" y="109"/>
                    <a:pt x="3" y="109"/>
                  </a:cubicBezTo>
                  <a:cubicBezTo>
                    <a:pt x="0" y="113"/>
                    <a:pt x="0" y="119"/>
                    <a:pt x="3" y="123"/>
                  </a:cubicBezTo>
                  <a:cubicBezTo>
                    <a:pt x="20" y="140"/>
                    <a:pt x="20" y="140"/>
                    <a:pt x="20" y="140"/>
                  </a:cubicBezTo>
                  <a:cubicBezTo>
                    <a:pt x="22" y="141"/>
                    <a:pt x="25" y="142"/>
                    <a:pt x="27" y="142"/>
                  </a:cubicBezTo>
                  <a:cubicBezTo>
                    <a:pt x="30" y="142"/>
                    <a:pt x="32" y="141"/>
                    <a:pt x="34" y="140"/>
                  </a:cubicBezTo>
                  <a:cubicBezTo>
                    <a:pt x="53" y="120"/>
                    <a:pt x="53" y="120"/>
                    <a:pt x="53" y="120"/>
                  </a:cubicBezTo>
                  <a:cubicBezTo>
                    <a:pt x="53" y="120"/>
                    <a:pt x="53" y="120"/>
                    <a:pt x="53" y="120"/>
                  </a:cubicBezTo>
                  <a:cubicBezTo>
                    <a:pt x="53" y="120"/>
                    <a:pt x="53" y="120"/>
                    <a:pt x="53" y="120"/>
                  </a:cubicBezTo>
                  <a:cubicBezTo>
                    <a:pt x="56" y="117"/>
                    <a:pt x="56" y="117"/>
                    <a:pt x="56" y="117"/>
                  </a:cubicBezTo>
                  <a:cubicBezTo>
                    <a:pt x="58" y="116"/>
                    <a:pt x="58" y="114"/>
                    <a:pt x="56" y="113"/>
                  </a:cubicBezTo>
                  <a:cubicBezTo>
                    <a:pt x="55" y="112"/>
                    <a:pt x="54" y="112"/>
                    <a:pt x="53" y="113"/>
                  </a:cubicBezTo>
                  <a:cubicBezTo>
                    <a:pt x="51" y="114"/>
                    <a:pt x="51" y="114"/>
                    <a:pt x="51" y="114"/>
                  </a:cubicBezTo>
                  <a:cubicBezTo>
                    <a:pt x="29" y="92"/>
                    <a:pt x="29" y="92"/>
                    <a:pt x="29" y="92"/>
                  </a:cubicBezTo>
                  <a:cubicBezTo>
                    <a:pt x="49" y="71"/>
                    <a:pt x="49" y="71"/>
                    <a:pt x="49" y="71"/>
                  </a:cubicBezTo>
                  <a:cubicBezTo>
                    <a:pt x="71" y="94"/>
                    <a:pt x="71" y="94"/>
                    <a:pt x="71" y="94"/>
                  </a:cubicBezTo>
                  <a:cubicBezTo>
                    <a:pt x="70" y="95"/>
                    <a:pt x="70" y="95"/>
                    <a:pt x="70" y="95"/>
                  </a:cubicBezTo>
                  <a:cubicBezTo>
                    <a:pt x="69" y="96"/>
                    <a:pt x="69" y="98"/>
                    <a:pt x="70" y="99"/>
                  </a:cubicBezTo>
                  <a:cubicBezTo>
                    <a:pt x="71" y="100"/>
                    <a:pt x="73" y="100"/>
                    <a:pt x="74" y="99"/>
                  </a:cubicBezTo>
                  <a:cubicBezTo>
                    <a:pt x="82" y="92"/>
                    <a:pt x="82" y="92"/>
                    <a:pt x="82" y="92"/>
                  </a:cubicBezTo>
                  <a:cubicBezTo>
                    <a:pt x="84" y="89"/>
                    <a:pt x="86" y="86"/>
                    <a:pt x="88" y="82"/>
                  </a:cubicBezTo>
                  <a:cubicBezTo>
                    <a:pt x="90" y="77"/>
                    <a:pt x="90" y="77"/>
                    <a:pt x="90" y="77"/>
                  </a:cubicBezTo>
                  <a:cubicBezTo>
                    <a:pt x="91" y="74"/>
                    <a:pt x="93" y="71"/>
                    <a:pt x="95" y="69"/>
                  </a:cubicBezTo>
                  <a:cubicBezTo>
                    <a:pt x="103" y="61"/>
                    <a:pt x="103" y="61"/>
                    <a:pt x="103" y="61"/>
                  </a:cubicBezTo>
                  <a:cubicBezTo>
                    <a:pt x="109" y="60"/>
                    <a:pt x="114" y="58"/>
                    <a:pt x="117" y="54"/>
                  </a:cubicBezTo>
                  <a:cubicBezTo>
                    <a:pt x="121" y="51"/>
                    <a:pt x="123" y="46"/>
                    <a:pt x="123" y="41"/>
                  </a:cubicBezTo>
                  <a:cubicBezTo>
                    <a:pt x="124" y="36"/>
                    <a:pt x="126" y="31"/>
                    <a:pt x="129" y="27"/>
                  </a:cubicBezTo>
                  <a:cubicBezTo>
                    <a:pt x="140" y="16"/>
                    <a:pt x="140" y="16"/>
                    <a:pt x="140" y="16"/>
                  </a:cubicBezTo>
                  <a:cubicBezTo>
                    <a:pt x="142" y="15"/>
                    <a:pt x="143" y="12"/>
                    <a:pt x="143" y="10"/>
                  </a:cubicBezTo>
                  <a:cubicBezTo>
                    <a:pt x="143" y="7"/>
                    <a:pt x="142" y="5"/>
                    <a:pt x="140" y="3"/>
                  </a:cubicBezTo>
                  <a:close/>
                  <a:moveTo>
                    <a:pt x="93" y="63"/>
                  </a:moveTo>
                  <a:cubicBezTo>
                    <a:pt x="80" y="50"/>
                    <a:pt x="80" y="50"/>
                    <a:pt x="80" y="50"/>
                  </a:cubicBezTo>
                  <a:cubicBezTo>
                    <a:pt x="85" y="45"/>
                    <a:pt x="85" y="45"/>
                    <a:pt x="85" y="45"/>
                  </a:cubicBezTo>
                  <a:cubicBezTo>
                    <a:pt x="98" y="58"/>
                    <a:pt x="98" y="58"/>
                    <a:pt x="98" y="58"/>
                  </a:cubicBezTo>
                  <a:lnTo>
                    <a:pt x="93" y="63"/>
                  </a:lnTo>
                  <a:close/>
                  <a:moveTo>
                    <a:pt x="47" y="118"/>
                  </a:moveTo>
                  <a:cubicBezTo>
                    <a:pt x="30" y="136"/>
                    <a:pt x="30" y="136"/>
                    <a:pt x="30" y="136"/>
                  </a:cubicBezTo>
                  <a:cubicBezTo>
                    <a:pt x="28" y="137"/>
                    <a:pt x="26" y="137"/>
                    <a:pt x="24" y="136"/>
                  </a:cubicBezTo>
                  <a:cubicBezTo>
                    <a:pt x="7" y="119"/>
                    <a:pt x="7" y="119"/>
                    <a:pt x="7" y="119"/>
                  </a:cubicBezTo>
                  <a:cubicBezTo>
                    <a:pt x="6" y="117"/>
                    <a:pt x="6" y="115"/>
                    <a:pt x="7" y="113"/>
                  </a:cubicBezTo>
                  <a:cubicBezTo>
                    <a:pt x="25" y="96"/>
                    <a:pt x="25" y="96"/>
                    <a:pt x="25" y="96"/>
                  </a:cubicBezTo>
                  <a:lnTo>
                    <a:pt x="47" y="118"/>
                  </a:lnTo>
                  <a:close/>
                  <a:moveTo>
                    <a:pt x="84" y="75"/>
                  </a:moveTo>
                  <a:cubicBezTo>
                    <a:pt x="83" y="80"/>
                    <a:pt x="83" y="80"/>
                    <a:pt x="83" y="80"/>
                  </a:cubicBezTo>
                  <a:cubicBezTo>
                    <a:pt x="81" y="83"/>
                    <a:pt x="80" y="86"/>
                    <a:pt x="78" y="88"/>
                  </a:cubicBezTo>
                  <a:cubicBezTo>
                    <a:pt x="75" y="90"/>
                    <a:pt x="75" y="90"/>
                    <a:pt x="75" y="90"/>
                  </a:cubicBezTo>
                  <a:cubicBezTo>
                    <a:pt x="53" y="68"/>
                    <a:pt x="53" y="68"/>
                    <a:pt x="53" y="68"/>
                  </a:cubicBezTo>
                  <a:cubicBezTo>
                    <a:pt x="55" y="65"/>
                    <a:pt x="55" y="65"/>
                    <a:pt x="55" y="65"/>
                  </a:cubicBezTo>
                  <a:cubicBezTo>
                    <a:pt x="57" y="63"/>
                    <a:pt x="60" y="61"/>
                    <a:pt x="63" y="60"/>
                  </a:cubicBezTo>
                  <a:cubicBezTo>
                    <a:pt x="68" y="59"/>
                    <a:pt x="68" y="59"/>
                    <a:pt x="68" y="59"/>
                  </a:cubicBezTo>
                  <a:cubicBezTo>
                    <a:pt x="71" y="57"/>
                    <a:pt x="74" y="56"/>
                    <a:pt x="76" y="54"/>
                  </a:cubicBezTo>
                  <a:cubicBezTo>
                    <a:pt x="89" y="67"/>
                    <a:pt x="89" y="67"/>
                    <a:pt x="89" y="67"/>
                  </a:cubicBezTo>
                  <a:cubicBezTo>
                    <a:pt x="87" y="69"/>
                    <a:pt x="85" y="72"/>
                    <a:pt x="84" y="75"/>
                  </a:cubicBezTo>
                  <a:close/>
                  <a:moveTo>
                    <a:pt x="136" y="12"/>
                  </a:moveTo>
                  <a:cubicBezTo>
                    <a:pt x="125" y="23"/>
                    <a:pt x="125" y="23"/>
                    <a:pt x="125" y="23"/>
                  </a:cubicBezTo>
                  <a:cubicBezTo>
                    <a:pt x="121" y="28"/>
                    <a:pt x="118" y="34"/>
                    <a:pt x="118" y="41"/>
                  </a:cubicBezTo>
                  <a:cubicBezTo>
                    <a:pt x="118" y="44"/>
                    <a:pt x="116" y="48"/>
                    <a:pt x="113" y="51"/>
                  </a:cubicBezTo>
                  <a:cubicBezTo>
                    <a:pt x="111" y="53"/>
                    <a:pt x="107" y="55"/>
                    <a:pt x="103" y="55"/>
                  </a:cubicBezTo>
                  <a:cubicBezTo>
                    <a:pt x="88" y="40"/>
                    <a:pt x="88" y="40"/>
                    <a:pt x="88" y="40"/>
                  </a:cubicBezTo>
                  <a:cubicBezTo>
                    <a:pt x="88" y="36"/>
                    <a:pt x="89" y="33"/>
                    <a:pt x="92" y="30"/>
                  </a:cubicBezTo>
                  <a:cubicBezTo>
                    <a:pt x="95" y="27"/>
                    <a:pt x="98" y="25"/>
                    <a:pt x="102" y="25"/>
                  </a:cubicBezTo>
                  <a:cubicBezTo>
                    <a:pt x="109" y="25"/>
                    <a:pt x="115" y="22"/>
                    <a:pt x="120" y="17"/>
                  </a:cubicBezTo>
                  <a:cubicBezTo>
                    <a:pt x="131" y="7"/>
                    <a:pt x="131" y="7"/>
                    <a:pt x="131" y="7"/>
                  </a:cubicBezTo>
                  <a:cubicBezTo>
                    <a:pt x="131" y="6"/>
                    <a:pt x="132" y="5"/>
                    <a:pt x="133" y="5"/>
                  </a:cubicBezTo>
                  <a:cubicBezTo>
                    <a:pt x="134" y="5"/>
                    <a:pt x="135" y="6"/>
                    <a:pt x="136" y="7"/>
                  </a:cubicBezTo>
                  <a:cubicBezTo>
                    <a:pt x="137" y="7"/>
                    <a:pt x="137" y="8"/>
                    <a:pt x="137" y="10"/>
                  </a:cubicBezTo>
                  <a:cubicBezTo>
                    <a:pt x="137" y="11"/>
                    <a:pt x="137" y="12"/>
                    <a:pt x="136"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0" name="Google Shape;810;p52"/>
            <p:cNvSpPr/>
            <p:nvPr/>
          </p:nvSpPr>
          <p:spPr>
            <a:xfrm>
              <a:off x="6526953" y="4133748"/>
              <a:ext cx="37432" cy="37432"/>
            </a:xfrm>
            <a:custGeom>
              <a:avLst/>
              <a:gdLst/>
              <a:ahLst/>
              <a:cxnLst/>
              <a:rect l="l" t="t" r="r" b="b"/>
              <a:pathLst>
                <a:path w="14" h="14" extrusionOk="0">
                  <a:moveTo>
                    <a:pt x="1" y="1"/>
                  </a:moveTo>
                  <a:cubicBezTo>
                    <a:pt x="0" y="2"/>
                    <a:pt x="0" y="4"/>
                    <a:pt x="1" y="5"/>
                  </a:cubicBezTo>
                  <a:cubicBezTo>
                    <a:pt x="9" y="13"/>
                    <a:pt x="9" y="13"/>
                    <a:pt x="9" y="13"/>
                  </a:cubicBezTo>
                  <a:cubicBezTo>
                    <a:pt x="10" y="14"/>
                    <a:pt x="11" y="14"/>
                    <a:pt x="11" y="14"/>
                  </a:cubicBezTo>
                  <a:cubicBezTo>
                    <a:pt x="12" y="14"/>
                    <a:pt x="13" y="14"/>
                    <a:pt x="13" y="13"/>
                  </a:cubicBezTo>
                  <a:cubicBezTo>
                    <a:pt x="14" y="12"/>
                    <a:pt x="14" y="10"/>
                    <a:pt x="13" y="9"/>
                  </a:cubicBezTo>
                  <a:cubicBezTo>
                    <a:pt x="5" y="1"/>
                    <a:pt x="5" y="1"/>
                    <a:pt x="5" y="1"/>
                  </a:cubicBezTo>
                  <a:cubicBezTo>
                    <a:pt x="4" y="0"/>
                    <a:pt x="2" y="0"/>
                    <a:pt x="1"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1" name="Google Shape;811;p52"/>
            <p:cNvSpPr/>
            <p:nvPr/>
          </p:nvSpPr>
          <p:spPr>
            <a:xfrm>
              <a:off x="6572091" y="4178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2" name="Google Shape;812;p52"/>
          <p:cNvGrpSpPr/>
          <p:nvPr/>
        </p:nvGrpSpPr>
        <p:grpSpPr>
          <a:xfrm>
            <a:off x="3969586" y="3835331"/>
            <a:ext cx="377078" cy="363110"/>
            <a:chOff x="3954060" y="3909158"/>
            <a:chExt cx="386429" cy="372115"/>
          </a:xfrm>
        </p:grpSpPr>
        <p:sp>
          <p:nvSpPr>
            <p:cNvPr id="813" name="Google Shape;813;p52"/>
            <p:cNvSpPr/>
            <p:nvPr/>
          </p:nvSpPr>
          <p:spPr>
            <a:xfrm>
              <a:off x="3954060" y="3909158"/>
              <a:ext cx="269730" cy="262022"/>
            </a:xfrm>
            <a:custGeom>
              <a:avLst/>
              <a:gdLst/>
              <a:ahLst/>
              <a:cxnLst/>
              <a:rect l="l" t="t" r="r" b="b"/>
              <a:pathLst>
                <a:path w="103" h="100" extrusionOk="0">
                  <a:moveTo>
                    <a:pt x="95" y="46"/>
                  </a:moveTo>
                  <a:cubicBezTo>
                    <a:pt x="100" y="41"/>
                    <a:pt x="103" y="34"/>
                    <a:pt x="103" y="27"/>
                  </a:cubicBezTo>
                  <a:cubicBezTo>
                    <a:pt x="103" y="20"/>
                    <a:pt x="100" y="13"/>
                    <a:pt x="95" y="8"/>
                  </a:cubicBezTo>
                  <a:cubicBezTo>
                    <a:pt x="90" y="3"/>
                    <a:pt x="83" y="0"/>
                    <a:pt x="76" y="0"/>
                  </a:cubicBezTo>
                  <a:cubicBezTo>
                    <a:pt x="69" y="0"/>
                    <a:pt x="62" y="3"/>
                    <a:pt x="57" y="8"/>
                  </a:cubicBezTo>
                  <a:cubicBezTo>
                    <a:pt x="10" y="54"/>
                    <a:pt x="10" y="54"/>
                    <a:pt x="10" y="54"/>
                  </a:cubicBezTo>
                  <a:cubicBezTo>
                    <a:pt x="0" y="65"/>
                    <a:pt x="0" y="82"/>
                    <a:pt x="10" y="92"/>
                  </a:cubicBezTo>
                  <a:cubicBezTo>
                    <a:pt x="16" y="97"/>
                    <a:pt x="22" y="100"/>
                    <a:pt x="29" y="100"/>
                  </a:cubicBezTo>
                  <a:cubicBezTo>
                    <a:pt x="37" y="100"/>
                    <a:pt x="43" y="97"/>
                    <a:pt x="48" y="92"/>
                  </a:cubicBezTo>
                  <a:lnTo>
                    <a:pt x="95" y="46"/>
                  </a:lnTo>
                  <a:close/>
                  <a:moveTo>
                    <a:pt x="61" y="12"/>
                  </a:moveTo>
                  <a:cubicBezTo>
                    <a:pt x="65" y="8"/>
                    <a:pt x="70" y="5"/>
                    <a:pt x="76" y="5"/>
                  </a:cubicBezTo>
                  <a:cubicBezTo>
                    <a:pt x="82" y="5"/>
                    <a:pt x="87" y="8"/>
                    <a:pt x="91" y="12"/>
                  </a:cubicBezTo>
                  <a:cubicBezTo>
                    <a:pt x="95" y="16"/>
                    <a:pt x="97" y="21"/>
                    <a:pt x="97" y="27"/>
                  </a:cubicBezTo>
                  <a:cubicBezTo>
                    <a:pt x="97" y="33"/>
                    <a:pt x="95" y="38"/>
                    <a:pt x="91" y="42"/>
                  </a:cubicBezTo>
                  <a:cubicBezTo>
                    <a:pt x="70" y="63"/>
                    <a:pt x="70" y="63"/>
                    <a:pt x="70" y="63"/>
                  </a:cubicBezTo>
                  <a:cubicBezTo>
                    <a:pt x="40" y="33"/>
                    <a:pt x="40" y="33"/>
                    <a:pt x="40" y="33"/>
                  </a:cubicBezTo>
                  <a:lnTo>
                    <a:pt x="61" y="12"/>
                  </a:lnTo>
                  <a:close/>
                  <a:moveTo>
                    <a:pt x="29" y="95"/>
                  </a:moveTo>
                  <a:cubicBezTo>
                    <a:pt x="24" y="95"/>
                    <a:pt x="18" y="92"/>
                    <a:pt x="14" y="88"/>
                  </a:cubicBezTo>
                  <a:cubicBezTo>
                    <a:pt x="6" y="80"/>
                    <a:pt x="6" y="66"/>
                    <a:pt x="14" y="58"/>
                  </a:cubicBezTo>
                  <a:cubicBezTo>
                    <a:pt x="36" y="37"/>
                    <a:pt x="36" y="37"/>
                    <a:pt x="36" y="37"/>
                  </a:cubicBezTo>
                  <a:cubicBezTo>
                    <a:pt x="66" y="67"/>
                    <a:pt x="66" y="67"/>
                    <a:pt x="66" y="67"/>
                  </a:cubicBezTo>
                  <a:cubicBezTo>
                    <a:pt x="45" y="88"/>
                    <a:pt x="45" y="88"/>
                    <a:pt x="45" y="88"/>
                  </a:cubicBezTo>
                  <a:cubicBezTo>
                    <a:pt x="41" y="92"/>
                    <a:pt x="35" y="95"/>
                    <a:pt x="29" y="9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4" name="Google Shape;814;p52"/>
            <p:cNvSpPr/>
            <p:nvPr/>
          </p:nvSpPr>
          <p:spPr>
            <a:xfrm>
              <a:off x="4071860" y="4019251"/>
              <a:ext cx="268629" cy="262022"/>
            </a:xfrm>
            <a:custGeom>
              <a:avLst/>
              <a:gdLst/>
              <a:ahLst/>
              <a:cxnLst/>
              <a:rect l="l" t="t" r="r" b="b"/>
              <a:pathLst>
                <a:path w="103" h="100" extrusionOk="0">
                  <a:moveTo>
                    <a:pt x="92" y="8"/>
                  </a:moveTo>
                  <a:cubicBezTo>
                    <a:pt x="87" y="3"/>
                    <a:pt x="80" y="0"/>
                    <a:pt x="73" y="0"/>
                  </a:cubicBezTo>
                  <a:cubicBezTo>
                    <a:pt x="66" y="0"/>
                    <a:pt x="59" y="3"/>
                    <a:pt x="54" y="8"/>
                  </a:cubicBezTo>
                  <a:cubicBezTo>
                    <a:pt x="8" y="54"/>
                    <a:pt x="8" y="54"/>
                    <a:pt x="8" y="54"/>
                  </a:cubicBezTo>
                  <a:cubicBezTo>
                    <a:pt x="3" y="60"/>
                    <a:pt x="0" y="66"/>
                    <a:pt x="0" y="73"/>
                  </a:cubicBezTo>
                  <a:cubicBezTo>
                    <a:pt x="0" y="81"/>
                    <a:pt x="3" y="87"/>
                    <a:pt x="8" y="92"/>
                  </a:cubicBezTo>
                  <a:cubicBezTo>
                    <a:pt x="13" y="98"/>
                    <a:pt x="20" y="100"/>
                    <a:pt x="27" y="100"/>
                  </a:cubicBezTo>
                  <a:cubicBezTo>
                    <a:pt x="34" y="100"/>
                    <a:pt x="41" y="98"/>
                    <a:pt x="46" y="92"/>
                  </a:cubicBezTo>
                  <a:cubicBezTo>
                    <a:pt x="47" y="91"/>
                    <a:pt x="47" y="91"/>
                    <a:pt x="47" y="91"/>
                  </a:cubicBezTo>
                  <a:cubicBezTo>
                    <a:pt x="48" y="90"/>
                    <a:pt x="48" y="89"/>
                    <a:pt x="47" y="87"/>
                  </a:cubicBezTo>
                  <a:cubicBezTo>
                    <a:pt x="46" y="86"/>
                    <a:pt x="44" y="86"/>
                    <a:pt x="43" y="87"/>
                  </a:cubicBezTo>
                  <a:cubicBezTo>
                    <a:pt x="42" y="89"/>
                    <a:pt x="42" y="89"/>
                    <a:pt x="42" y="89"/>
                  </a:cubicBezTo>
                  <a:cubicBezTo>
                    <a:pt x="38" y="93"/>
                    <a:pt x="32" y="95"/>
                    <a:pt x="27" y="95"/>
                  </a:cubicBezTo>
                  <a:cubicBezTo>
                    <a:pt x="21" y="95"/>
                    <a:pt x="16" y="93"/>
                    <a:pt x="12" y="89"/>
                  </a:cubicBezTo>
                  <a:cubicBezTo>
                    <a:pt x="8" y="84"/>
                    <a:pt x="5" y="79"/>
                    <a:pt x="5" y="73"/>
                  </a:cubicBezTo>
                  <a:cubicBezTo>
                    <a:pt x="5" y="68"/>
                    <a:pt x="8" y="62"/>
                    <a:pt x="12" y="58"/>
                  </a:cubicBezTo>
                  <a:cubicBezTo>
                    <a:pt x="33" y="37"/>
                    <a:pt x="33" y="37"/>
                    <a:pt x="33" y="37"/>
                  </a:cubicBezTo>
                  <a:cubicBezTo>
                    <a:pt x="63" y="67"/>
                    <a:pt x="63" y="67"/>
                    <a:pt x="63" y="67"/>
                  </a:cubicBezTo>
                  <a:cubicBezTo>
                    <a:pt x="61" y="70"/>
                    <a:pt x="61" y="70"/>
                    <a:pt x="61" y="70"/>
                  </a:cubicBezTo>
                  <a:cubicBezTo>
                    <a:pt x="59" y="71"/>
                    <a:pt x="59" y="73"/>
                    <a:pt x="61" y="74"/>
                  </a:cubicBezTo>
                  <a:cubicBezTo>
                    <a:pt x="62" y="75"/>
                    <a:pt x="63" y="75"/>
                    <a:pt x="64" y="74"/>
                  </a:cubicBezTo>
                  <a:cubicBezTo>
                    <a:pt x="92" y="46"/>
                    <a:pt x="92" y="46"/>
                    <a:pt x="92" y="46"/>
                  </a:cubicBezTo>
                  <a:cubicBezTo>
                    <a:pt x="103" y="36"/>
                    <a:pt x="103" y="19"/>
                    <a:pt x="92" y="8"/>
                  </a:cubicBezTo>
                  <a:close/>
                  <a:moveTo>
                    <a:pt x="88" y="42"/>
                  </a:moveTo>
                  <a:cubicBezTo>
                    <a:pt x="67" y="63"/>
                    <a:pt x="67" y="63"/>
                    <a:pt x="67" y="63"/>
                  </a:cubicBezTo>
                  <a:cubicBezTo>
                    <a:pt x="37" y="33"/>
                    <a:pt x="37" y="33"/>
                    <a:pt x="37" y="33"/>
                  </a:cubicBezTo>
                  <a:cubicBezTo>
                    <a:pt x="58" y="12"/>
                    <a:pt x="58" y="12"/>
                    <a:pt x="58" y="12"/>
                  </a:cubicBezTo>
                  <a:cubicBezTo>
                    <a:pt x="62" y="8"/>
                    <a:pt x="67" y="6"/>
                    <a:pt x="73" y="6"/>
                  </a:cubicBezTo>
                  <a:cubicBezTo>
                    <a:pt x="79" y="6"/>
                    <a:pt x="84" y="8"/>
                    <a:pt x="88" y="12"/>
                  </a:cubicBezTo>
                  <a:cubicBezTo>
                    <a:pt x="96" y="20"/>
                    <a:pt x="96" y="34"/>
                    <a:pt x="88" y="4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5" name="Google Shape;815;p52"/>
            <p:cNvSpPr/>
            <p:nvPr/>
          </p:nvSpPr>
          <p:spPr>
            <a:xfrm>
              <a:off x="4205074" y="4222924"/>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16" name="Google Shape;816;p52"/>
          <p:cNvGrpSpPr/>
          <p:nvPr/>
        </p:nvGrpSpPr>
        <p:grpSpPr>
          <a:xfrm>
            <a:off x="4765640" y="3855743"/>
            <a:ext cx="367409" cy="322286"/>
            <a:chOff x="4808388" y="3930076"/>
            <a:chExt cx="376521" cy="330279"/>
          </a:xfrm>
        </p:grpSpPr>
        <p:sp>
          <p:nvSpPr>
            <p:cNvPr id="817" name="Google Shape;817;p52"/>
            <p:cNvSpPr/>
            <p:nvPr/>
          </p:nvSpPr>
          <p:spPr>
            <a:xfrm>
              <a:off x="4808388" y="3930076"/>
              <a:ext cx="177251" cy="180553"/>
            </a:xfrm>
            <a:custGeom>
              <a:avLst/>
              <a:gdLst/>
              <a:ahLst/>
              <a:cxnLst/>
              <a:rect l="l" t="t" r="r" b="b"/>
              <a:pathLst>
                <a:path w="68" h="69" extrusionOk="0">
                  <a:moveTo>
                    <a:pt x="45" y="8"/>
                  </a:moveTo>
                  <a:cubicBezTo>
                    <a:pt x="40" y="3"/>
                    <a:pt x="34" y="0"/>
                    <a:pt x="26" y="0"/>
                  </a:cubicBezTo>
                  <a:cubicBezTo>
                    <a:pt x="19" y="0"/>
                    <a:pt x="13" y="3"/>
                    <a:pt x="7" y="8"/>
                  </a:cubicBezTo>
                  <a:cubicBezTo>
                    <a:pt x="2" y="13"/>
                    <a:pt x="0" y="20"/>
                    <a:pt x="0" y="27"/>
                  </a:cubicBezTo>
                  <a:cubicBezTo>
                    <a:pt x="0" y="34"/>
                    <a:pt x="2" y="41"/>
                    <a:pt x="7" y="46"/>
                  </a:cubicBezTo>
                  <a:cubicBezTo>
                    <a:pt x="29" y="67"/>
                    <a:pt x="29" y="67"/>
                    <a:pt x="29" y="67"/>
                  </a:cubicBezTo>
                  <a:cubicBezTo>
                    <a:pt x="30" y="68"/>
                    <a:pt x="31" y="69"/>
                    <a:pt x="33" y="69"/>
                  </a:cubicBezTo>
                  <a:cubicBezTo>
                    <a:pt x="34" y="69"/>
                    <a:pt x="36" y="68"/>
                    <a:pt x="37" y="67"/>
                  </a:cubicBezTo>
                  <a:cubicBezTo>
                    <a:pt x="67" y="37"/>
                    <a:pt x="67" y="37"/>
                    <a:pt x="67" y="37"/>
                  </a:cubicBezTo>
                  <a:cubicBezTo>
                    <a:pt x="68" y="36"/>
                    <a:pt x="68" y="35"/>
                    <a:pt x="68" y="33"/>
                  </a:cubicBezTo>
                  <a:cubicBezTo>
                    <a:pt x="68" y="32"/>
                    <a:pt x="68" y="30"/>
                    <a:pt x="67" y="29"/>
                  </a:cubicBezTo>
                  <a:lnTo>
                    <a:pt x="45" y="8"/>
                  </a:lnTo>
                  <a:close/>
                  <a:moveTo>
                    <a:pt x="33" y="63"/>
                  </a:moveTo>
                  <a:cubicBezTo>
                    <a:pt x="11" y="42"/>
                    <a:pt x="11" y="42"/>
                    <a:pt x="11" y="42"/>
                  </a:cubicBezTo>
                  <a:cubicBezTo>
                    <a:pt x="3" y="34"/>
                    <a:pt x="3" y="20"/>
                    <a:pt x="11" y="12"/>
                  </a:cubicBezTo>
                  <a:cubicBezTo>
                    <a:pt x="15" y="8"/>
                    <a:pt x="21" y="6"/>
                    <a:pt x="26" y="6"/>
                  </a:cubicBezTo>
                  <a:cubicBezTo>
                    <a:pt x="32" y="6"/>
                    <a:pt x="38" y="8"/>
                    <a:pt x="42" y="12"/>
                  </a:cubicBezTo>
                  <a:cubicBezTo>
                    <a:pt x="63" y="33"/>
                    <a:pt x="63" y="33"/>
                    <a:pt x="63" y="33"/>
                  </a:cubicBezTo>
                  <a:lnTo>
                    <a:pt x="33" y="6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8" name="Google Shape;818;p52"/>
            <p:cNvSpPr/>
            <p:nvPr/>
          </p:nvSpPr>
          <p:spPr>
            <a:xfrm>
              <a:off x="4998850" y="3930076"/>
              <a:ext cx="186059" cy="182755"/>
            </a:xfrm>
            <a:custGeom>
              <a:avLst/>
              <a:gdLst/>
              <a:ahLst/>
              <a:cxnLst/>
              <a:rect l="l" t="t" r="r" b="b"/>
              <a:pathLst>
                <a:path w="71" h="70" extrusionOk="0">
                  <a:moveTo>
                    <a:pt x="61" y="8"/>
                  </a:moveTo>
                  <a:cubicBezTo>
                    <a:pt x="56" y="3"/>
                    <a:pt x="49" y="0"/>
                    <a:pt x="42" y="0"/>
                  </a:cubicBezTo>
                  <a:cubicBezTo>
                    <a:pt x="42" y="0"/>
                    <a:pt x="42" y="0"/>
                    <a:pt x="42" y="0"/>
                  </a:cubicBezTo>
                  <a:cubicBezTo>
                    <a:pt x="35" y="0"/>
                    <a:pt x="28" y="3"/>
                    <a:pt x="23" y="8"/>
                  </a:cubicBezTo>
                  <a:cubicBezTo>
                    <a:pt x="1" y="30"/>
                    <a:pt x="1" y="30"/>
                    <a:pt x="1" y="30"/>
                  </a:cubicBezTo>
                  <a:cubicBezTo>
                    <a:pt x="1" y="30"/>
                    <a:pt x="1" y="30"/>
                    <a:pt x="1" y="31"/>
                  </a:cubicBezTo>
                  <a:cubicBezTo>
                    <a:pt x="0" y="33"/>
                    <a:pt x="0" y="36"/>
                    <a:pt x="2" y="37"/>
                  </a:cubicBezTo>
                  <a:cubicBezTo>
                    <a:pt x="11" y="47"/>
                    <a:pt x="11" y="47"/>
                    <a:pt x="11" y="47"/>
                  </a:cubicBezTo>
                  <a:cubicBezTo>
                    <a:pt x="11" y="47"/>
                    <a:pt x="12" y="47"/>
                    <a:pt x="12" y="47"/>
                  </a:cubicBezTo>
                  <a:cubicBezTo>
                    <a:pt x="15" y="47"/>
                    <a:pt x="16" y="44"/>
                    <a:pt x="15" y="42"/>
                  </a:cubicBezTo>
                  <a:cubicBezTo>
                    <a:pt x="6" y="33"/>
                    <a:pt x="6" y="33"/>
                    <a:pt x="6" y="33"/>
                  </a:cubicBezTo>
                  <a:cubicBezTo>
                    <a:pt x="29" y="10"/>
                    <a:pt x="29" y="10"/>
                    <a:pt x="29" y="10"/>
                  </a:cubicBezTo>
                  <a:cubicBezTo>
                    <a:pt x="29" y="10"/>
                    <a:pt x="30" y="9"/>
                    <a:pt x="31" y="8"/>
                  </a:cubicBezTo>
                  <a:cubicBezTo>
                    <a:pt x="41" y="4"/>
                    <a:pt x="51" y="6"/>
                    <a:pt x="57" y="12"/>
                  </a:cubicBezTo>
                  <a:cubicBezTo>
                    <a:pt x="65" y="20"/>
                    <a:pt x="65" y="34"/>
                    <a:pt x="57" y="42"/>
                  </a:cubicBezTo>
                  <a:cubicBezTo>
                    <a:pt x="36" y="63"/>
                    <a:pt x="36" y="63"/>
                    <a:pt x="36" y="63"/>
                  </a:cubicBezTo>
                  <a:cubicBezTo>
                    <a:pt x="32" y="59"/>
                    <a:pt x="32" y="59"/>
                    <a:pt x="32" y="59"/>
                  </a:cubicBezTo>
                  <a:cubicBezTo>
                    <a:pt x="31" y="59"/>
                    <a:pt x="31" y="59"/>
                    <a:pt x="31" y="59"/>
                  </a:cubicBezTo>
                  <a:cubicBezTo>
                    <a:pt x="27" y="59"/>
                    <a:pt x="27" y="62"/>
                    <a:pt x="28" y="64"/>
                  </a:cubicBezTo>
                  <a:cubicBezTo>
                    <a:pt x="32" y="68"/>
                    <a:pt x="32" y="68"/>
                    <a:pt x="32" y="68"/>
                  </a:cubicBezTo>
                  <a:cubicBezTo>
                    <a:pt x="33" y="68"/>
                    <a:pt x="33" y="68"/>
                    <a:pt x="33" y="68"/>
                  </a:cubicBezTo>
                  <a:cubicBezTo>
                    <a:pt x="36" y="70"/>
                    <a:pt x="38" y="69"/>
                    <a:pt x="40" y="67"/>
                  </a:cubicBezTo>
                  <a:cubicBezTo>
                    <a:pt x="61" y="46"/>
                    <a:pt x="61" y="46"/>
                    <a:pt x="61" y="46"/>
                  </a:cubicBezTo>
                  <a:cubicBezTo>
                    <a:pt x="69" y="38"/>
                    <a:pt x="71" y="26"/>
                    <a:pt x="66" y="15"/>
                  </a:cubicBezTo>
                  <a:cubicBezTo>
                    <a:pt x="66" y="13"/>
                    <a:pt x="65" y="12"/>
                    <a:pt x="64" y="11"/>
                  </a:cubicBezTo>
                  <a:lnTo>
                    <a:pt x="61"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19" name="Google Shape;819;p52"/>
            <p:cNvSpPr/>
            <p:nvPr/>
          </p:nvSpPr>
          <p:spPr>
            <a:xfrm>
              <a:off x="4941602" y="4089711"/>
              <a:ext cx="44038" cy="41835"/>
            </a:xfrm>
            <a:custGeom>
              <a:avLst/>
              <a:gdLst/>
              <a:ahLst/>
              <a:cxnLst/>
              <a:rect l="l" t="t" r="r" b="b"/>
              <a:pathLst>
                <a:path w="17" h="16" extrusionOk="0">
                  <a:moveTo>
                    <a:pt x="8" y="0"/>
                  </a:moveTo>
                  <a:cubicBezTo>
                    <a:pt x="4" y="0"/>
                    <a:pt x="0" y="3"/>
                    <a:pt x="0" y="8"/>
                  </a:cubicBezTo>
                  <a:cubicBezTo>
                    <a:pt x="0" y="12"/>
                    <a:pt x="4" y="16"/>
                    <a:pt x="8" y="16"/>
                  </a:cubicBezTo>
                  <a:cubicBezTo>
                    <a:pt x="13" y="16"/>
                    <a:pt x="17" y="12"/>
                    <a:pt x="17" y="8"/>
                  </a:cubicBezTo>
                  <a:cubicBezTo>
                    <a:pt x="17" y="3"/>
                    <a:pt x="13" y="0"/>
                    <a:pt x="8" y="0"/>
                  </a:cubicBezTo>
                  <a:close/>
                  <a:moveTo>
                    <a:pt x="8" y="11"/>
                  </a:moveTo>
                  <a:cubicBezTo>
                    <a:pt x="7" y="11"/>
                    <a:pt x="6" y="9"/>
                    <a:pt x="6" y="8"/>
                  </a:cubicBezTo>
                  <a:cubicBezTo>
                    <a:pt x="6" y="6"/>
                    <a:pt x="7" y="5"/>
                    <a:pt x="8" y="5"/>
                  </a:cubicBezTo>
                  <a:cubicBezTo>
                    <a:pt x="10" y="5"/>
                    <a:pt x="11" y="6"/>
                    <a:pt x="11" y="8"/>
                  </a:cubicBezTo>
                  <a:cubicBezTo>
                    <a:pt x="11" y="9"/>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0" name="Google Shape;820;p52"/>
            <p:cNvSpPr/>
            <p:nvPr/>
          </p:nvSpPr>
          <p:spPr>
            <a:xfrm>
              <a:off x="4941602" y="4173382"/>
              <a:ext cx="44038" cy="44037"/>
            </a:xfrm>
            <a:custGeom>
              <a:avLst/>
              <a:gdLst/>
              <a:ahLst/>
              <a:cxnLst/>
              <a:rect l="l" t="t" r="r" b="b"/>
              <a:pathLst>
                <a:path w="17" h="17" extrusionOk="0">
                  <a:moveTo>
                    <a:pt x="8" y="0"/>
                  </a:moveTo>
                  <a:cubicBezTo>
                    <a:pt x="4" y="0"/>
                    <a:pt x="0" y="4"/>
                    <a:pt x="0" y="8"/>
                  </a:cubicBezTo>
                  <a:cubicBezTo>
                    <a:pt x="0" y="13"/>
                    <a:pt x="4" y="17"/>
                    <a:pt x="8" y="17"/>
                  </a:cubicBezTo>
                  <a:cubicBezTo>
                    <a:pt x="13" y="17"/>
                    <a:pt x="17" y="13"/>
                    <a:pt x="17" y="8"/>
                  </a:cubicBezTo>
                  <a:cubicBezTo>
                    <a:pt x="17" y="4"/>
                    <a:pt x="13" y="0"/>
                    <a:pt x="8" y="0"/>
                  </a:cubicBezTo>
                  <a:close/>
                  <a:moveTo>
                    <a:pt x="8" y="11"/>
                  </a:moveTo>
                  <a:cubicBezTo>
                    <a:pt x="7" y="11"/>
                    <a:pt x="6" y="10"/>
                    <a:pt x="6" y="8"/>
                  </a:cubicBezTo>
                  <a:cubicBezTo>
                    <a:pt x="6" y="7"/>
                    <a:pt x="7" y="6"/>
                    <a:pt x="8" y="6"/>
                  </a:cubicBezTo>
                  <a:cubicBezTo>
                    <a:pt x="10" y="6"/>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1" name="Google Shape;821;p52"/>
            <p:cNvSpPr/>
            <p:nvPr/>
          </p:nvSpPr>
          <p:spPr>
            <a:xfrm>
              <a:off x="5002153" y="4131546"/>
              <a:ext cx="41836" cy="44037"/>
            </a:xfrm>
            <a:custGeom>
              <a:avLst/>
              <a:gdLst/>
              <a:ahLst/>
              <a:cxnLst/>
              <a:rect l="l" t="t" r="r" b="b"/>
              <a:pathLst>
                <a:path w="16" h="17" extrusionOk="0">
                  <a:moveTo>
                    <a:pt x="8" y="0"/>
                  </a:moveTo>
                  <a:cubicBezTo>
                    <a:pt x="3" y="0"/>
                    <a:pt x="0" y="4"/>
                    <a:pt x="0" y="8"/>
                  </a:cubicBezTo>
                  <a:cubicBezTo>
                    <a:pt x="0" y="13"/>
                    <a:pt x="3" y="17"/>
                    <a:pt x="8" y="17"/>
                  </a:cubicBezTo>
                  <a:cubicBezTo>
                    <a:pt x="13" y="17"/>
                    <a:pt x="16" y="13"/>
                    <a:pt x="16" y="8"/>
                  </a:cubicBezTo>
                  <a:cubicBezTo>
                    <a:pt x="16" y="4"/>
                    <a:pt x="13" y="0"/>
                    <a:pt x="8" y="0"/>
                  </a:cubicBezTo>
                  <a:close/>
                  <a:moveTo>
                    <a:pt x="8" y="11"/>
                  </a:moveTo>
                  <a:cubicBezTo>
                    <a:pt x="7" y="11"/>
                    <a:pt x="5" y="10"/>
                    <a:pt x="5" y="8"/>
                  </a:cubicBezTo>
                  <a:cubicBezTo>
                    <a:pt x="5" y="7"/>
                    <a:pt x="7" y="5"/>
                    <a:pt x="8" y="5"/>
                  </a:cubicBezTo>
                  <a:cubicBezTo>
                    <a:pt x="10" y="5"/>
                    <a:pt x="11" y="7"/>
                    <a:pt x="11" y="8"/>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2" name="Google Shape;822;p52"/>
            <p:cNvSpPr/>
            <p:nvPr/>
          </p:nvSpPr>
          <p:spPr>
            <a:xfrm>
              <a:off x="5002153" y="4215217"/>
              <a:ext cx="41836" cy="45138"/>
            </a:xfrm>
            <a:custGeom>
              <a:avLst/>
              <a:gdLst/>
              <a:ahLst/>
              <a:cxnLst/>
              <a:rect l="l" t="t" r="r" b="b"/>
              <a:pathLst>
                <a:path w="16" h="17" extrusionOk="0">
                  <a:moveTo>
                    <a:pt x="8" y="0"/>
                  </a:moveTo>
                  <a:cubicBezTo>
                    <a:pt x="3" y="0"/>
                    <a:pt x="0" y="4"/>
                    <a:pt x="0" y="9"/>
                  </a:cubicBezTo>
                  <a:cubicBezTo>
                    <a:pt x="0" y="13"/>
                    <a:pt x="3" y="17"/>
                    <a:pt x="8" y="17"/>
                  </a:cubicBezTo>
                  <a:cubicBezTo>
                    <a:pt x="13" y="17"/>
                    <a:pt x="16" y="13"/>
                    <a:pt x="16" y="9"/>
                  </a:cubicBezTo>
                  <a:cubicBezTo>
                    <a:pt x="16" y="4"/>
                    <a:pt x="13" y="0"/>
                    <a:pt x="8" y="0"/>
                  </a:cubicBezTo>
                  <a:close/>
                  <a:moveTo>
                    <a:pt x="8" y="11"/>
                  </a:moveTo>
                  <a:cubicBezTo>
                    <a:pt x="7" y="11"/>
                    <a:pt x="5" y="10"/>
                    <a:pt x="5" y="9"/>
                  </a:cubicBezTo>
                  <a:cubicBezTo>
                    <a:pt x="5" y="7"/>
                    <a:pt x="7" y="6"/>
                    <a:pt x="8" y="6"/>
                  </a:cubicBezTo>
                  <a:cubicBezTo>
                    <a:pt x="10" y="6"/>
                    <a:pt x="11" y="7"/>
                    <a:pt x="11" y="9"/>
                  </a:cubicBezTo>
                  <a:cubicBezTo>
                    <a:pt x="11" y="10"/>
                    <a:pt x="10" y="11"/>
                    <a:pt x="8" y="1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3" name="Google Shape;823;p52"/>
            <p:cNvSpPr/>
            <p:nvPr/>
          </p:nvSpPr>
          <p:spPr>
            <a:xfrm>
              <a:off x="5048393" y="4061087"/>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24" name="Google Shape;824;p52"/>
          <p:cNvGrpSpPr/>
          <p:nvPr/>
        </p:nvGrpSpPr>
        <p:grpSpPr>
          <a:xfrm>
            <a:off x="5561154" y="3835331"/>
            <a:ext cx="362038" cy="363110"/>
            <a:chOff x="5581247" y="3909158"/>
            <a:chExt cx="371016" cy="372116"/>
          </a:xfrm>
        </p:grpSpPr>
        <p:sp>
          <p:nvSpPr>
            <p:cNvPr id="825" name="Google Shape;825;p52"/>
            <p:cNvSpPr/>
            <p:nvPr/>
          </p:nvSpPr>
          <p:spPr>
            <a:xfrm>
              <a:off x="5714460" y="3945489"/>
              <a:ext cx="201472" cy="201471"/>
            </a:xfrm>
            <a:custGeom>
              <a:avLst/>
              <a:gdLst/>
              <a:ahLst/>
              <a:cxnLst/>
              <a:rect l="l" t="t" r="r" b="b"/>
              <a:pathLst>
                <a:path w="77" h="77" extrusionOk="0">
                  <a:moveTo>
                    <a:pt x="74" y="22"/>
                  </a:moveTo>
                  <a:cubicBezTo>
                    <a:pt x="77" y="19"/>
                    <a:pt x="77" y="13"/>
                    <a:pt x="74" y="10"/>
                  </a:cubicBezTo>
                  <a:cubicBezTo>
                    <a:pt x="67" y="3"/>
                    <a:pt x="67" y="3"/>
                    <a:pt x="67" y="3"/>
                  </a:cubicBezTo>
                  <a:cubicBezTo>
                    <a:pt x="64" y="0"/>
                    <a:pt x="58" y="0"/>
                    <a:pt x="55" y="3"/>
                  </a:cubicBezTo>
                  <a:cubicBezTo>
                    <a:pt x="3" y="55"/>
                    <a:pt x="3" y="55"/>
                    <a:pt x="3" y="55"/>
                  </a:cubicBezTo>
                  <a:cubicBezTo>
                    <a:pt x="1" y="57"/>
                    <a:pt x="0" y="59"/>
                    <a:pt x="0" y="62"/>
                  </a:cubicBezTo>
                  <a:cubicBezTo>
                    <a:pt x="0" y="64"/>
                    <a:pt x="1" y="66"/>
                    <a:pt x="3" y="68"/>
                  </a:cubicBezTo>
                  <a:cubicBezTo>
                    <a:pt x="9" y="74"/>
                    <a:pt x="9" y="74"/>
                    <a:pt x="9" y="74"/>
                  </a:cubicBezTo>
                  <a:cubicBezTo>
                    <a:pt x="11" y="76"/>
                    <a:pt x="13" y="77"/>
                    <a:pt x="15" y="77"/>
                  </a:cubicBezTo>
                  <a:cubicBezTo>
                    <a:pt x="18" y="77"/>
                    <a:pt x="20" y="76"/>
                    <a:pt x="22" y="74"/>
                  </a:cubicBezTo>
                  <a:lnTo>
                    <a:pt x="74" y="22"/>
                  </a:lnTo>
                  <a:close/>
                  <a:moveTo>
                    <a:pt x="59" y="7"/>
                  </a:moveTo>
                  <a:cubicBezTo>
                    <a:pt x="59" y="7"/>
                    <a:pt x="60" y="6"/>
                    <a:pt x="61" y="6"/>
                  </a:cubicBezTo>
                  <a:cubicBezTo>
                    <a:pt x="62" y="6"/>
                    <a:pt x="63" y="7"/>
                    <a:pt x="63" y="7"/>
                  </a:cubicBezTo>
                  <a:cubicBezTo>
                    <a:pt x="70" y="14"/>
                    <a:pt x="70" y="14"/>
                    <a:pt x="70" y="14"/>
                  </a:cubicBezTo>
                  <a:cubicBezTo>
                    <a:pt x="71" y="15"/>
                    <a:pt x="71" y="17"/>
                    <a:pt x="70" y="18"/>
                  </a:cubicBezTo>
                  <a:cubicBezTo>
                    <a:pt x="46" y="42"/>
                    <a:pt x="46" y="42"/>
                    <a:pt x="46" y="42"/>
                  </a:cubicBezTo>
                  <a:cubicBezTo>
                    <a:pt x="35" y="31"/>
                    <a:pt x="35" y="31"/>
                    <a:pt x="35" y="31"/>
                  </a:cubicBezTo>
                  <a:lnTo>
                    <a:pt x="59" y="7"/>
                  </a:lnTo>
                  <a:close/>
                  <a:moveTo>
                    <a:pt x="18" y="70"/>
                  </a:moveTo>
                  <a:cubicBezTo>
                    <a:pt x="17" y="71"/>
                    <a:pt x="17" y="71"/>
                    <a:pt x="16" y="71"/>
                  </a:cubicBezTo>
                  <a:cubicBezTo>
                    <a:pt x="15" y="72"/>
                    <a:pt x="14" y="71"/>
                    <a:pt x="13" y="71"/>
                  </a:cubicBezTo>
                  <a:cubicBezTo>
                    <a:pt x="7" y="64"/>
                    <a:pt x="7" y="64"/>
                    <a:pt x="7" y="64"/>
                  </a:cubicBezTo>
                  <a:cubicBezTo>
                    <a:pt x="6" y="63"/>
                    <a:pt x="6" y="63"/>
                    <a:pt x="6" y="62"/>
                  </a:cubicBezTo>
                  <a:cubicBezTo>
                    <a:pt x="6" y="61"/>
                    <a:pt x="6" y="60"/>
                    <a:pt x="7" y="59"/>
                  </a:cubicBezTo>
                  <a:cubicBezTo>
                    <a:pt x="7" y="59"/>
                    <a:pt x="7" y="59"/>
                    <a:pt x="7" y="59"/>
                  </a:cubicBezTo>
                  <a:cubicBezTo>
                    <a:pt x="15" y="51"/>
                    <a:pt x="15" y="51"/>
                    <a:pt x="15" y="51"/>
                  </a:cubicBezTo>
                  <a:cubicBezTo>
                    <a:pt x="26" y="62"/>
                    <a:pt x="26" y="62"/>
                    <a:pt x="26" y="62"/>
                  </a:cubicBezTo>
                  <a:lnTo>
                    <a:pt x="18" y="70"/>
                  </a:lnTo>
                  <a:close/>
                  <a:moveTo>
                    <a:pt x="30" y="58"/>
                  </a:moveTo>
                  <a:cubicBezTo>
                    <a:pt x="18" y="47"/>
                    <a:pt x="18" y="47"/>
                    <a:pt x="18" y="47"/>
                  </a:cubicBezTo>
                  <a:cubicBezTo>
                    <a:pt x="31" y="35"/>
                    <a:pt x="31" y="35"/>
                    <a:pt x="31" y="35"/>
                  </a:cubicBezTo>
                  <a:cubicBezTo>
                    <a:pt x="42" y="46"/>
                    <a:pt x="42" y="46"/>
                    <a:pt x="42" y="46"/>
                  </a:cubicBezTo>
                  <a:lnTo>
                    <a:pt x="30" y="5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6" name="Google Shape;826;p52"/>
            <p:cNvSpPr/>
            <p:nvPr/>
          </p:nvSpPr>
          <p:spPr>
            <a:xfrm>
              <a:off x="5581247" y="3909158"/>
              <a:ext cx="371016" cy="372116"/>
            </a:xfrm>
            <a:custGeom>
              <a:avLst/>
              <a:gdLst/>
              <a:ahLst/>
              <a:cxnLst/>
              <a:rect l="l" t="t" r="r" b="b"/>
              <a:pathLst>
                <a:path w="142" h="142" extrusionOk="0">
                  <a:moveTo>
                    <a:pt x="137" y="18"/>
                  </a:moveTo>
                  <a:cubicBezTo>
                    <a:pt x="124" y="5"/>
                    <a:pt x="124" y="5"/>
                    <a:pt x="124" y="5"/>
                  </a:cubicBezTo>
                  <a:cubicBezTo>
                    <a:pt x="121" y="2"/>
                    <a:pt x="116" y="0"/>
                    <a:pt x="112" y="0"/>
                  </a:cubicBezTo>
                  <a:cubicBezTo>
                    <a:pt x="107" y="0"/>
                    <a:pt x="103" y="2"/>
                    <a:pt x="100" y="5"/>
                  </a:cubicBezTo>
                  <a:cubicBezTo>
                    <a:pt x="37" y="68"/>
                    <a:pt x="37" y="68"/>
                    <a:pt x="37" y="68"/>
                  </a:cubicBezTo>
                  <a:cubicBezTo>
                    <a:pt x="33" y="72"/>
                    <a:pt x="31" y="78"/>
                    <a:pt x="33" y="84"/>
                  </a:cubicBezTo>
                  <a:cubicBezTo>
                    <a:pt x="34" y="91"/>
                    <a:pt x="34" y="91"/>
                    <a:pt x="34" y="91"/>
                  </a:cubicBezTo>
                  <a:cubicBezTo>
                    <a:pt x="35" y="92"/>
                    <a:pt x="34" y="94"/>
                    <a:pt x="33" y="94"/>
                  </a:cubicBezTo>
                  <a:cubicBezTo>
                    <a:pt x="8" y="119"/>
                    <a:pt x="8" y="119"/>
                    <a:pt x="8" y="119"/>
                  </a:cubicBezTo>
                  <a:cubicBezTo>
                    <a:pt x="8" y="119"/>
                    <a:pt x="8" y="119"/>
                    <a:pt x="8" y="119"/>
                  </a:cubicBezTo>
                  <a:cubicBezTo>
                    <a:pt x="8" y="119"/>
                    <a:pt x="8" y="119"/>
                    <a:pt x="8" y="119"/>
                  </a:cubicBezTo>
                  <a:cubicBezTo>
                    <a:pt x="2" y="125"/>
                    <a:pt x="2" y="125"/>
                    <a:pt x="2" y="125"/>
                  </a:cubicBezTo>
                  <a:cubicBezTo>
                    <a:pt x="1" y="127"/>
                    <a:pt x="0" y="130"/>
                    <a:pt x="0" y="132"/>
                  </a:cubicBezTo>
                  <a:cubicBezTo>
                    <a:pt x="0" y="135"/>
                    <a:pt x="1" y="138"/>
                    <a:pt x="2" y="139"/>
                  </a:cubicBezTo>
                  <a:cubicBezTo>
                    <a:pt x="4" y="141"/>
                    <a:pt x="7" y="142"/>
                    <a:pt x="9" y="142"/>
                  </a:cubicBezTo>
                  <a:cubicBezTo>
                    <a:pt x="12" y="142"/>
                    <a:pt x="15" y="141"/>
                    <a:pt x="16" y="139"/>
                  </a:cubicBezTo>
                  <a:cubicBezTo>
                    <a:pt x="22" y="133"/>
                    <a:pt x="22" y="133"/>
                    <a:pt x="22" y="133"/>
                  </a:cubicBezTo>
                  <a:cubicBezTo>
                    <a:pt x="22" y="133"/>
                    <a:pt x="22" y="133"/>
                    <a:pt x="22" y="133"/>
                  </a:cubicBezTo>
                  <a:cubicBezTo>
                    <a:pt x="22" y="133"/>
                    <a:pt x="22" y="133"/>
                    <a:pt x="22" y="133"/>
                  </a:cubicBezTo>
                  <a:cubicBezTo>
                    <a:pt x="47" y="108"/>
                    <a:pt x="47" y="108"/>
                    <a:pt x="47" y="108"/>
                  </a:cubicBezTo>
                  <a:cubicBezTo>
                    <a:pt x="48" y="108"/>
                    <a:pt x="50" y="107"/>
                    <a:pt x="51" y="108"/>
                  </a:cubicBezTo>
                  <a:cubicBezTo>
                    <a:pt x="58" y="109"/>
                    <a:pt x="58" y="109"/>
                    <a:pt x="58" y="109"/>
                  </a:cubicBezTo>
                  <a:cubicBezTo>
                    <a:pt x="64" y="111"/>
                    <a:pt x="70" y="109"/>
                    <a:pt x="74" y="105"/>
                  </a:cubicBezTo>
                  <a:cubicBezTo>
                    <a:pt x="92" y="87"/>
                    <a:pt x="92" y="87"/>
                    <a:pt x="92" y="87"/>
                  </a:cubicBezTo>
                  <a:cubicBezTo>
                    <a:pt x="93" y="86"/>
                    <a:pt x="93" y="84"/>
                    <a:pt x="92" y="83"/>
                  </a:cubicBezTo>
                  <a:cubicBezTo>
                    <a:pt x="91" y="82"/>
                    <a:pt x="89" y="82"/>
                    <a:pt x="88" y="83"/>
                  </a:cubicBezTo>
                  <a:cubicBezTo>
                    <a:pt x="70" y="101"/>
                    <a:pt x="70" y="101"/>
                    <a:pt x="70" y="101"/>
                  </a:cubicBezTo>
                  <a:cubicBezTo>
                    <a:pt x="67" y="104"/>
                    <a:pt x="63" y="105"/>
                    <a:pt x="59" y="104"/>
                  </a:cubicBezTo>
                  <a:cubicBezTo>
                    <a:pt x="52" y="102"/>
                    <a:pt x="52" y="102"/>
                    <a:pt x="52" y="102"/>
                  </a:cubicBezTo>
                  <a:cubicBezTo>
                    <a:pt x="49" y="101"/>
                    <a:pt x="46" y="102"/>
                    <a:pt x="43" y="105"/>
                  </a:cubicBezTo>
                  <a:cubicBezTo>
                    <a:pt x="20" y="128"/>
                    <a:pt x="20" y="128"/>
                    <a:pt x="20" y="128"/>
                  </a:cubicBezTo>
                  <a:cubicBezTo>
                    <a:pt x="14" y="121"/>
                    <a:pt x="14" y="121"/>
                    <a:pt x="14" y="121"/>
                  </a:cubicBezTo>
                  <a:cubicBezTo>
                    <a:pt x="37" y="98"/>
                    <a:pt x="37" y="98"/>
                    <a:pt x="37" y="98"/>
                  </a:cubicBezTo>
                  <a:cubicBezTo>
                    <a:pt x="40" y="96"/>
                    <a:pt x="41" y="93"/>
                    <a:pt x="40" y="89"/>
                  </a:cubicBezTo>
                  <a:cubicBezTo>
                    <a:pt x="38" y="83"/>
                    <a:pt x="38" y="83"/>
                    <a:pt x="38" y="83"/>
                  </a:cubicBezTo>
                  <a:cubicBezTo>
                    <a:pt x="37" y="79"/>
                    <a:pt x="38" y="75"/>
                    <a:pt x="41" y="72"/>
                  </a:cubicBezTo>
                  <a:cubicBezTo>
                    <a:pt x="104" y="9"/>
                    <a:pt x="104" y="9"/>
                    <a:pt x="104" y="9"/>
                  </a:cubicBezTo>
                  <a:cubicBezTo>
                    <a:pt x="106" y="7"/>
                    <a:pt x="109" y="5"/>
                    <a:pt x="112" y="5"/>
                  </a:cubicBezTo>
                  <a:cubicBezTo>
                    <a:pt x="115" y="5"/>
                    <a:pt x="118" y="7"/>
                    <a:pt x="120" y="9"/>
                  </a:cubicBezTo>
                  <a:cubicBezTo>
                    <a:pt x="133" y="22"/>
                    <a:pt x="133" y="22"/>
                    <a:pt x="133" y="22"/>
                  </a:cubicBezTo>
                  <a:cubicBezTo>
                    <a:pt x="135" y="24"/>
                    <a:pt x="136" y="27"/>
                    <a:pt x="136" y="30"/>
                  </a:cubicBezTo>
                  <a:cubicBezTo>
                    <a:pt x="136" y="33"/>
                    <a:pt x="135" y="36"/>
                    <a:pt x="133" y="38"/>
                  </a:cubicBezTo>
                  <a:cubicBezTo>
                    <a:pt x="106" y="66"/>
                    <a:pt x="106" y="66"/>
                    <a:pt x="106" y="66"/>
                  </a:cubicBezTo>
                  <a:cubicBezTo>
                    <a:pt x="105" y="67"/>
                    <a:pt x="105" y="68"/>
                    <a:pt x="106" y="70"/>
                  </a:cubicBezTo>
                  <a:cubicBezTo>
                    <a:pt x="107" y="71"/>
                    <a:pt x="109" y="71"/>
                    <a:pt x="110" y="70"/>
                  </a:cubicBezTo>
                  <a:cubicBezTo>
                    <a:pt x="137" y="42"/>
                    <a:pt x="137" y="42"/>
                    <a:pt x="137" y="42"/>
                  </a:cubicBezTo>
                  <a:cubicBezTo>
                    <a:pt x="140" y="39"/>
                    <a:pt x="142" y="35"/>
                    <a:pt x="142" y="30"/>
                  </a:cubicBezTo>
                  <a:cubicBezTo>
                    <a:pt x="142" y="25"/>
                    <a:pt x="140" y="21"/>
                    <a:pt x="137" y="18"/>
                  </a:cubicBezTo>
                  <a:close/>
                  <a:moveTo>
                    <a:pt x="17" y="131"/>
                  </a:moveTo>
                  <a:cubicBezTo>
                    <a:pt x="12" y="136"/>
                    <a:pt x="12" y="136"/>
                    <a:pt x="12" y="136"/>
                  </a:cubicBezTo>
                  <a:cubicBezTo>
                    <a:pt x="12" y="136"/>
                    <a:pt x="11" y="137"/>
                    <a:pt x="9" y="137"/>
                  </a:cubicBezTo>
                  <a:cubicBezTo>
                    <a:pt x="8" y="137"/>
                    <a:pt x="7" y="136"/>
                    <a:pt x="6" y="136"/>
                  </a:cubicBezTo>
                  <a:cubicBezTo>
                    <a:pt x="6" y="135"/>
                    <a:pt x="5" y="134"/>
                    <a:pt x="5" y="132"/>
                  </a:cubicBezTo>
                  <a:cubicBezTo>
                    <a:pt x="5" y="131"/>
                    <a:pt x="6" y="130"/>
                    <a:pt x="6" y="129"/>
                  </a:cubicBezTo>
                  <a:cubicBezTo>
                    <a:pt x="10" y="125"/>
                    <a:pt x="10" y="125"/>
                    <a:pt x="10" y="125"/>
                  </a:cubicBezTo>
                  <a:lnTo>
                    <a:pt x="17" y="13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7" name="Google Shape;827;p52"/>
            <p:cNvSpPr/>
            <p:nvPr/>
          </p:nvSpPr>
          <p:spPr>
            <a:xfrm>
              <a:off x="5832261" y="4102922"/>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8" name="Google Shape;828;p52"/>
            <p:cNvSpPr/>
            <p:nvPr/>
          </p:nvSpPr>
          <p:spPr>
            <a:xfrm>
              <a:off x="5835563" y="401154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29" name="Google Shape;829;p52"/>
            <p:cNvSpPr/>
            <p:nvPr/>
          </p:nvSpPr>
          <p:spPr>
            <a:xfrm>
              <a:off x="5858683" y="3987324"/>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30" name="Google Shape;830;p52"/>
          <p:cNvGrpSpPr/>
          <p:nvPr/>
        </p:nvGrpSpPr>
        <p:grpSpPr>
          <a:xfrm>
            <a:off x="3247660" y="3835331"/>
            <a:ext cx="265351" cy="363110"/>
            <a:chOff x="3227441" y="3909158"/>
            <a:chExt cx="271932" cy="372116"/>
          </a:xfrm>
        </p:grpSpPr>
        <p:sp>
          <p:nvSpPr>
            <p:cNvPr id="831" name="Google Shape;831;p52"/>
            <p:cNvSpPr/>
            <p:nvPr/>
          </p:nvSpPr>
          <p:spPr>
            <a:xfrm>
              <a:off x="3227441" y="3909158"/>
              <a:ext cx="271932" cy="372116"/>
            </a:xfrm>
            <a:custGeom>
              <a:avLst/>
              <a:gdLst/>
              <a:ahLst/>
              <a:cxnLst/>
              <a:rect l="l" t="t" r="r" b="b"/>
              <a:pathLst>
                <a:path w="104" h="142" extrusionOk="0">
                  <a:moveTo>
                    <a:pt x="102" y="5"/>
                  </a:moveTo>
                  <a:cubicBezTo>
                    <a:pt x="100" y="3"/>
                    <a:pt x="98" y="3"/>
                    <a:pt x="97" y="4"/>
                  </a:cubicBezTo>
                  <a:cubicBezTo>
                    <a:pt x="86" y="7"/>
                    <a:pt x="86" y="7"/>
                    <a:pt x="86" y="7"/>
                  </a:cubicBezTo>
                  <a:cubicBezTo>
                    <a:pt x="55" y="7"/>
                    <a:pt x="55" y="7"/>
                    <a:pt x="55" y="7"/>
                  </a:cubicBezTo>
                  <a:cubicBezTo>
                    <a:pt x="55" y="3"/>
                    <a:pt x="51" y="0"/>
                    <a:pt x="47" y="0"/>
                  </a:cubicBezTo>
                  <a:cubicBezTo>
                    <a:pt x="31" y="0"/>
                    <a:pt x="31" y="0"/>
                    <a:pt x="31" y="0"/>
                  </a:cubicBezTo>
                  <a:cubicBezTo>
                    <a:pt x="27" y="0"/>
                    <a:pt x="23" y="4"/>
                    <a:pt x="23" y="8"/>
                  </a:cubicBezTo>
                  <a:cubicBezTo>
                    <a:pt x="23" y="31"/>
                    <a:pt x="23" y="31"/>
                    <a:pt x="23" y="31"/>
                  </a:cubicBezTo>
                  <a:cubicBezTo>
                    <a:pt x="22" y="31"/>
                    <a:pt x="22" y="31"/>
                    <a:pt x="22" y="31"/>
                  </a:cubicBezTo>
                  <a:cubicBezTo>
                    <a:pt x="17" y="31"/>
                    <a:pt x="14" y="34"/>
                    <a:pt x="14" y="39"/>
                  </a:cubicBezTo>
                  <a:cubicBezTo>
                    <a:pt x="14" y="45"/>
                    <a:pt x="14" y="45"/>
                    <a:pt x="14" y="45"/>
                  </a:cubicBezTo>
                  <a:cubicBezTo>
                    <a:pt x="6" y="47"/>
                    <a:pt x="0" y="54"/>
                    <a:pt x="0" y="62"/>
                  </a:cubicBezTo>
                  <a:cubicBezTo>
                    <a:pt x="0" y="131"/>
                    <a:pt x="0" y="131"/>
                    <a:pt x="0" y="131"/>
                  </a:cubicBezTo>
                  <a:cubicBezTo>
                    <a:pt x="0" y="137"/>
                    <a:pt x="5" y="142"/>
                    <a:pt x="11" y="142"/>
                  </a:cubicBezTo>
                  <a:cubicBezTo>
                    <a:pt x="68" y="142"/>
                    <a:pt x="68" y="142"/>
                    <a:pt x="68" y="142"/>
                  </a:cubicBezTo>
                  <a:cubicBezTo>
                    <a:pt x="74" y="142"/>
                    <a:pt x="79" y="137"/>
                    <a:pt x="79" y="131"/>
                  </a:cubicBezTo>
                  <a:cubicBezTo>
                    <a:pt x="79" y="62"/>
                    <a:pt x="79" y="62"/>
                    <a:pt x="79" y="62"/>
                  </a:cubicBezTo>
                  <a:cubicBezTo>
                    <a:pt x="79" y="54"/>
                    <a:pt x="73" y="47"/>
                    <a:pt x="65" y="45"/>
                  </a:cubicBezTo>
                  <a:cubicBezTo>
                    <a:pt x="65" y="39"/>
                    <a:pt x="65" y="39"/>
                    <a:pt x="65" y="39"/>
                  </a:cubicBezTo>
                  <a:cubicBezTo>
                    <a:pt x="65" y="34"/>
                    <a:pt x="61" y="31"/>
                    <a:pt x="57" y="31"/>
                  </a:cubicBezTo>
                  <a:cubicBezTo>
                    <a:pt x="56" y="31"/>
                    <a:pt x="56" y="31"/>
                    <a:pt x="56" y="31"/>
                  </a:cubicBezTo>
                  <a:cubicBezTo>
                    <a:pt x="56" y="24"/>
                    <a:pt x="56" y="24"/>
                    <a:pt x="56" y="24"/>
                  </a:cubicBezTo>
                  <a:cubicBezTo>
                    <a:pt x="86" y="24"/>
                    <a:pt x="86" y="24"/>
                    <a:pt x="86" y="24"/>
                  </a:cubicBezTo>
                  <a:cubicBezTo>
                    <a:pt x="97" y="27"/>
                    <a:pt x="97" y="27"/>
                    <a:pt x="97" y="27"/>
                  </a:cubicBezTo>
                  <a:cubicBezTo>
                    <a:pt x="97" y="27"/>
                    <a:pt x="98" y="27"/>
                    <a:pt x="98" y="27"/>
                  </a:cubicBezTo>
                  <a:cubicBezTo>
                    <a:pt x="100" y="27"/>
                    <a:pt x="102" y="27"/>
                    <a:pt x="103" y="25"/>
                  </a:cubicBezTo>
                  <a:cubicBezTo>
                    <a:pt x="104" y="24"/>
                    <a:pt x="104" y="23"/>
                    <a:pt x="104" y="22"/>
                  </a:cubicBezTo>
                  <a:cubicBezTo>
                    <a:pt x="104" y="9"/>
                    <a:pt x="104" y="9"/>
                    <a:pt x="104" y="9"/>
                  </a:cubicBezTo>
                  <a:cubicBezTo>
                    <a:pt x="104" y="7"/>
                    <a:pt x="103" y="6"/>
                    <a:pt x="102" y="5"/>
                  </a:cubicBezTo>
                  <a:close/>
                  <a:moveTo>
                    <a:pt x="73" y="115"/>
                  </a:moveTo>
                  <a:cubicBezTo>
                    <a:pt x="5" y="115"/>
                    <a:pt x="5" y="115"/>
                    <a:pt x="5" y="115"/>
                  </a:cubicBezTo>
                  <a:cubicBezTo>
                    <a:pt x="5" y="72"/>
                    <a:pt x="5" y="72"/>
                    <a:pt x="5" y="72"/>
                  </a:cubicBezTo>
                  <a:cubicBezTo>
                    <a:pt x="73" y="72"/>
                    <a:pt x="73" y="72"/>
                    <a:pt x="73" y="72"/>
                  </a:cubicBezTo>
                  <a:lnTo>
                    <a:pt x="73" y="115"/>
                  </a:lnTo>
                  <a:close/>
                  <a:moveTo>
                    <a:pt x="68" y="137"/>
                  </a:moveTo>
                  <a:cubicBezTo>
                    <a:pt x="10" y="137"/>
                    <a:pt x="10" y="137"/>
                    <a:pt x="10" y="137"/>
                  </a:cubicBezTo>
                  <a:cubicBezTo>
                    <a:pt x="7" y="137"/>
                    <a:pt x="5" y="134"/>
                    <a:pt x="5" y="131"/>
                  </a:cubicBezTo>
                  <a:cubicBezTo>
                    <a:pt x="5" y="121"/>
                    <a:pt x="5" y="121"/>
                    <a:pt x="5" y="121"/>
                  </a:cubicBezTo>
                  <a:cubicBezTo>
                    <a:pt x="73" y="121"/>
                    <a:pt x="73" y="121"/>
                    <a:pt x="73" y="121"/>
                  </a:cubicBezTo>
                  <a:cubicBezTo>
                    <a:pt x="73" y="131"/>
                    <a:pt x="73" y="131"/>
                    <a:pt x="73" y="131"/>
                  </a:cubicBezTo>
                  <a:cubicBezTo>
                    <a:pt x="73" y="134"/>
                    <a:pt x="71" y="137"/>
                    <a:pt x="68" y="137"/>
                  </a:cubicBezTo>
                  <a:close/>
                  <a:moveTo>
                    <a:pt x="73" y="62"/>
                  </a:moveTo>
                  <a:cubicBezTo>
                    <a:pt x="73" y="66"/>
                    <a:pt x="73" y="66"/>
                    <a:pt x="73" y="66"/>
                  </a:cubicBezTo>
                  <a:cubicBezTo>
                    <a:pt x="5" y="66"/>
                    <a:pt x="5" y="66"/>
                    <a:pt x="5" y="66"/>
                  </a:cubicBezTo>
                  <a:cubicBezTo>
                    <a:pt x="5" y="62"/>
                    <a:pt x="5" y="62"/>
                    <a:pt x="5" y="62"/>
                  </a:cubicBezTo>
                  <a:cubicBezTo>
                    <a:pt x="5" y="55"/>
                    <a:pt x="10" y="50"/>
                    <a:pt x="17" y="50"/>
                  </a:cubicBezTo>
                  <a:cubicBezTo>
                    <a:pt x="61" y="50"/>
                    <a:pt x="61" y="50"/>
                    <a:pt x="61" y="50"/>
                  </a:cubicBezTo>
                  <a:cubicBezTo>
                    <a:pt x="68" y="50"/>
                    <a:pt x="73" y="55"/>
                    <a:pt x="73" y="62"/>
                  </a:cubicBezTo>
                  <a:close/>
                  <a:moveTo>
                    <a:pt x="59" y="39"/>
                  </a:moveTo>
                  <a:cubicBezTo>
                    <a:pt x="59" y="44"/>
                    <a:pt x="59" y="44"/>
                    <a:pt x="59" y="44"/>
                  </a:cubicBezTo>
                  <a:cubicBezTo>
                    <a:pt x="19" y="44"/>
                    <a:pt x="19" y="44"/>
                    <a:pt x="19" y="44"/>
                  </a:cubicBezTo>
                  <a:cubicBezTo>
                    <a:pt x="19" y="39"/>
                    <a:pt x="19" y="39"/>
                    <a:pt x="19" y="39"/>
                  </a:cubicBezTo>
                  <a:cubicBezTo>
                    <a:pt x="19" y="37"/>
                    <a:pt x="20" y="36"/>
                    <a:pt x="22" y="36"/>
                  </a:cubicBezTo>
                  <a:cubicBezTo>
                    <a:pt x="57" y="36"/>
                    <a:pt x="57" y="36"/>
                    <a:pt x="57" y="36"/>
                  </a:cubicBezTo>
                  <a:cubicBezTo>
                    <a:pt x="58" y="36"/>
                    <a:pt x="59" y="37"/>
                    <a:pt x="59" y="39"/>
                  </a:cubicBezTo>
                  <a:close/>
                  <a:moveTo>
                    <a:pt x="29" y="31"/>
                  </a:moveTo>
                  <a:cubicBezTo>
                    <a:pt x="29" y="8"/>
                    <a:pt x="29" y="8"/>
                    <a:pt x="29" y="8"/>
                  </a:cubicBezTo>
                  <a:cubicBezTo>
                    <a:pt x="29" y="7"/>
                    <a:pt x="30" y="5"/>
                    <a:pt x="31" y="5"/>
                  </a:cubicBezTo>
                  <a:cubicBezTo>
                    <a:pt x="47" y="5"/>
                    <a:pt x="47" y="5"/>
                    <a:pt x="47" y="5"/>
                  </a:cubicBezTo>
                  <a:cubicBezTo>
                    <a:pt x="48" y="5"/>
                    <a:pt x="50" y="7"/>
                    <a:pt x="50" y="8"/>
                  </a:cubicBezTo>
                  <a:cubicBezTo>
                    <a:pt x="50" y="31"/>
                    <a:pt x="50" y="31"/>
                    <a:pt x="50" y="31"/>
                  </a:cubicBezTo>
                  <a:lnTo>
                    <a:pt x="29" y="31"/>
                  </a:lnTo>
                  <a:close/>
                  <a:moveTo>
                    <a:pt x="56" y="12"/>
                  </a:moveTo>
                  <a:cubicBezTo>
                    <a:pt x="83" y="12"/>
                    <a:pt x="83" y="12"/>
                    <a:pt x="83" y="12"/>
                  </a:cubicBezTo>
                  <a:cubicBezTo>
                    <a:pt x="83" y="18"/>
                    <a:pt x="83" y="18"/>
                    <a:pt x="83" y="18"/>
                  </a:cubicBezTo>
                  <a:cubicBezTo>
                    <a:pt x="56" y="18"/>
                    <a:pt x="56" y="18"/>
                    <a:pt x="56" y="18"/>
                  </a:cubicBezTo>
                  <a:lnTo>
                    <a:pt x="56" y="12"/>
                  </a:lnTo>
                  <a:close/>
                  <a:moveTo>
                    <a:pt x="98" y="22"/>
                  </a:moveTo>
                  <a:cubicBezTo>
                    <a:pt x="98" y="22"/>
                    <a:pt x="98" y="22"/>
                    <a:pt x="98" y="22"/>
                  </a:cubicBezTo>
                  <a:cubicBezTo>
                    <a:pt x="98" y="22"/>
                    <a:pt x="98" y="22"/>
                    <a:pt x="98" y="22"/>
                  </a:cubicBezTo>
                  <a:cubicBezTo>
                    <a:pt x="89" y="19"/>
                    <a:pt x="89" y="19"/>
                    <a:pt x="89" y="19"/>
                  </a:cubicBezTo>
                  <a:cubicBezTo>
                    <a:pt x="89" y="12"/>
                    <a:pt x="89" y="12"/>
                    <a:pt x="89" y="12"/>
                  </a:cubicBezTo>
                  <a:cubicBezTo>
                    <a:pt x="98" y="9"/>
                    <a:pt x="98" y="9"/>
                    <a:pt x="98" y="9"/>
                  </a:cubicBezTo>
                  <a:cubicBezTo>
                    <a:pt x="98" y="9"/>
                    <a:pt x="98" y="9"/>
                    <a:pt x="98" y="9"/>
                  </a:cubicBezTo>
                  <a:cubicBezTo>
                    <a:pt x="98" y="9"/>
                    <a:pt x="98" y="9"/>
                    <a:pt x="98" y="9"/>
                  </a:cubicBezTo>
                  <a:lnTo>
                    <a:pt x="98" y="2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2" name="Google Shape;832;p52"/>
            <p:cNvSpPr/>
            <p:nvPr/>
          </p:nvSpPr>
          <p:spPr>
            <a:xfrm>
              <a:off x="3259368" y="4118335"/>
              <a:ext cx="85873" cy="13211"/>
            </a:xfrm>
            <a:custGeom>
              <a:avLst/>
              <a:gdLst/>
              <a:ahLst/>
              <a:cxnLst/>
              <a:rect l="l" t="t" r="r" b="b"/>
              <a:pathLst>
                <a:path w="33" h="5" extrusionOk="0">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3" name="Google Shape;833;p52"/>
            <p:cNvSpPr/>
            <p:nvPr/>
          </p:nvSpPr>
          <p:spPr>
            <a:xfrm>
              <a:off x="3259368" y="4146959"/>
              <a:ext cx="85873" cy="13211"/>
            </a:xfrm>
            <a:custGeom>
              <a:avLst/>
              <a:gdLst/>
              <a:ahLst/>
              <a:cxnLst/>
              <a:rect l="l" t="t" r="r" b="b"/>
              <a:pathLst>
                <a:path w="33" h="5" extrusionOk="0">
                  <a:moveTo>
                    <a:pt x="3" y="5"/>
                  </a:moveTo>
                  <a:cubicBezTo>
                    <a:pt x="30" y="5"/>
                    <a:pt x="30" y="5"/>
                    <a:pt x="30" y="5"/>
                  </a:cubicBezTo>
                  <a:cubicBezTo>
                    <a:pt x="31" y="5"/>
                    <a:pt x="33" y="4"/>
                    <a:pt x="33" y="3"/>
                  </a:cubicBezTo>
                  <a:cubicBezTo>
                    <a:pt x="33" y="1"/>
                    <a:pt x="32" y="0"/>
                    <a:pt x="3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4" name="Google Shape;834;p52"/>
            <p:cNvSpPr/>
            <p:nvPr/>
          </p:nvSpPr>
          <p:spPr>
            <a:xfrm>
              <a:off x="3259368" y="4175584"/>
              <a:ext cx="55047" cy="16514"/>
            </a:xfrm>
            <a:custGeom>
              <a:avLst/>
              <a:gdLst/>
              <a:ahLst/>
              <a:cxnLst/>
              <a:rect l="l" t="t" r="r" b="b"/>
              <a:pathLst>
                <a:path w="21" h="6" extrusionOk="0">
                  <a:moveTo>
                    <a:pt x="18" y="0"/>
                  </a:moveTo>
                  <a:cubicBezTo>
                    <a:pt x="3" y="0"/>
                    <a:pt x="3" y="0"/>
                    <a:pt x="3" y="0"/>
                  </a:cubicBezTo>
                  <a:cubicBezTo>
                    <a:pt x="2" y="0"/>
                    <a:pt x="0" y="1"/>
                    <a:pt x="0" y="2"/>
                  </a:cubicBezTo>
                  <a:cubicBezTo>
                    <a:pt x="0" y="4"/>
                    <a:pt x="1" y="6"/>
                    <a:pt x="3" y="6"/>
                  </a:cubicBezTo>
                  <a:cubicBezTo>
                    <a:pt x="17" y="6"/>
                    <a:pt x="17" y="6"/>
                    <a:pt x="17" y="6"/>
                  </a:cubicBezTo>
                  <a:cubicBezTo>
                    <a:pt x="19" y="6"/>
                    <a:pt x="20" y="5"/>
                    <a:pt x="20" y="3"/>
                  </a:cubicBezTo>
                  <a:cubicBezTo>
                    <a:pt x="21" y="1"/>
                    <a:pt x="19" y="0"/>
                    <a:pt x="1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5" name="Google Shape;835;p52"/>
            <p:cNvSpPr/>
            <p:nvPr/>
          </p:nvSpPr>
          <p:spPr>
            <a:xfrm>
              <a:off x="3361755" y="4110629"/>
              <a:ext cx="44038" cy="44037"/>
            </a:xfrm>
            <a:custGeom>
              <a:avLst/>
              <a:gdLst/>
              <a:ahLst/>
              <a:cxnLst/>
              <a:rect l="l" t="t" r="r" b="b"/>
              <a:pathLst>
                <a:path w="17" h="17" extrusionOk="0">
                  <a:moveTo>
                    <a:pt x="8" y="17"/>
                  </a:moveTo>
                  <a:cubicBezTo>
                    <a:pt x="13" y="17"/>
                    <a:pt x="17" y="13"/>
                    <a:pt x="17" y="8"/>
                  </a:cubicBezTo>
                  <a:cubicBezTo>
                    <a:pt x="17" y="4"/>
                    <a:pt x="13" y="0"/>
                    <a:pt x="8" y="0"/>
                  </a:cubicBezTo>
                  <a:cubicBezTo>
                    <a:pt x="4" y="0"/>
                    <a:pt x="0" y="4"/>
                    <a:pt x="0" y="8"/>
                  </a:cubicBezTo>
                  <a:cubicBezTo>
                    <a:pt x="0" y="13"/>
                    <a:pt x="4" y="17"/>
                    <a:pt x="8" y="17"/>
                  </a:cubicBezTo>
                  <a:close/>
                  <a:moveTo>
                    <a:pt x="8" y="6"/>
                  </a:moveTo>
                  <a:cubicBezTo>
                    <a:pt x="10" y="6"/>
                    <a:pt x="11" y="7"/>
                    <a:pt x="11" y="8"/>
                  </a:cubicBezTo>
                  <a:cubicBezTo>
                    <a:pt x="11" y="10"/>
                    <a:pt x="10" y="11"/>
                    <a:pt x="8" y="11"/>
                  </a:cubicBezTo>
                  <a:cubicBezTo>
                    <a:pt x="7" y="11"/>
                    <a:pt x="5" y="10"/>
                    <a:pt x="5" y="8"/>
                  </a:cubicBezTo>
                  <a:cubicBezTo>
                    <a:pt x="5" y="7"/>
                    <a:pt x="7" y="6"/>
                    <a:pt x="8"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6" name="Google Shape;836;p52"/>
            <p:cNvSpPr/>
            <p:nvPr/>
          </p:nvSpPr>
          <p:spPr>
            <a:xfrm>
              <a:off x="3329828" y="4175584"/>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37" name="Google Shape;837;p52"/>
          <p:cNvGrpSpPr/>
          <p:nvPr/>
        </p:nvGrpSpPr>
        <p:grpSpPr>
          <a:xfrm>
            <a:off x="2373183" y="3835331"/>
            <a:ext cx="369558" cy="365259"/>
            <a:chOff x="2336782" y="3909158"/>
            <a:chExt cx="378723" cy="374317"/>
          </a:xfrm>
        </p:grpSpPr>
        <p:sp>
          <p:nvSpPr>
            <p:cNvPr id="838" name="Google Shape;838;p52"/>
            <p:cNvSpPr/>
            <p:nvPr/>
          </p:nvSpPr>
          <p:spPr>
            <a:xfrm>
              <a:off x="2336782" y="3909158"/>
              <a:ext cx="378723" cy="374317"/>
            </a:xfrm>
            <a:custGeom>
              <a:avLst/>
              <a:gdLst/>
              <a:ahLst/>
              <a:cxnLst/>
              <a:rect l="l" t="t" r="r" b="b"/>
              <a:pathLst>
                <a:path w="145" h="143" extrusionOk="0">
                  <a:moveTo>
                    <a:pt x="142" y="46"/>
                  </a:moveTo>
                  <a:cubicBezTo>
                    <a:pt x="129" y="33"/>
                    <a:pt x="129" y="33"/>
                    <a:pt x="129" y="33"/>
                  </a:cubicBezTo>
                  <a:cubicBezTo>
                    <a:pt x="128" y="31"/>
                    <a:pt x="126" y="31"/>
                    <a:pt x="125" y="33"/>
                  </a:cubicBezTo>
                  <a:cubicBezTo>
                    <a:pt x="124" y="34"/>
                    <a:pt x="124" y="35"/>
                    <a:pt x="125" y="36"/>
                  </a:cubicBezTo>
                  <a:cubicBezTo>
                    <a:pt x="138" y="50"/>
                    <a:pt x="138" y="50"/>
                    <a:pt x="138" y="50"/>
                  </a:cubicBezTo>
                  <a:cubicBezTo>
                    <a:pt x="132" y="56"/>
                    <a:pt x="132" y="56"/>
                    <a:pt x="132" y="56"/>
                  </a:cubicBezTo>
                  <a:cubicBezTo>
                    <a:pt x="88" y="12"/>
                    <a:pt x="88" y="12"/>
                    <a:pt x="88" y="12"/>
                  </a:cubicBezTo>
                  <a:cubicBezTo>
                    <a:pt x="94" y="5"/>
                    <a:pt x="94" y="5"/>
                    <a:pt x="94" y="5"/>
                  </a:cubicBezTo>
                  <a:cubicBezTo>
                    <a:pt x="107" y="19"/>
                    <a:pt x="107" y="19"/>
                    <a:pt x="107" y="19"/>
                  </a:cubicBezTo>
                  <a:cubicBezTo>
                    <a:pt x="109" y="20"/>
                    <a:pt x="111" y="20"/>
                    <a:pt x="112" y="19"/>
                  </a:cubicBezTo>
                  <a:cubicBezTo>
                    <a:pt x="112" y="17"/>
                    <a:pt x="112" y="16"/>
                    <a:pt x="111" y="15"/>
                  </a:cubicBezTo>
                  <a:cubicBezTo>
                    <a:pt x="98" y="2"/>
                    <a:pt x="98" y="2"/>
                    <a:pt x="98" y="2"/>
                  </a:cubicBezTo>
                  <a:cubicBezTo>
                    <a:pt x="97" y="0"/>
                    <a:pt x="95" y="0"/>
                    <a:pt x="93" y="0"/>
                  </a:cubicBezTo>
                  <a:cubicBezTo>
                    <a:pt x="92" y="0"/>
                    <a:pt x="91" y="1"/>
                    <a:pt x="90" y="2"/>
                  </a:cubicBezTo>
                  <a:cubicBezTo>
                    <a:pt x="84" y="8"/>
                    <a:pt x="84" y="8"/>
                    <a:pt x="84" y="8"/>
                  </a:cubicBezTo>
                  <a:cubicBezTo>
                    <a:pt x="83" y="9"/>
                    <a:pt x="82" y="11"/>
                    <a:pt x="82" y="12"/>
                  </a:cubicBezTo>
                  <a:cubicBezTo>
                    <a:pt x="83" y="14"/>
                    <a:pt x="83" y="15"/>
                    <a:pt x="84" y="16"/>
                  </a:cubicBezTo>
                  <a:cubicBezTo>
                    <a:pt x="85" y="16"/>
                    <a:pt x="85" y="16"/>
                    <a:pt x="85" y="16"/>
                  </a:cubicBezTo>
                  <a:cubicBezTo>
                    <a:pt x="18" y="96"/>
                    <a:pt x="18" y="96"/>
                    <a:pt x="18" y="96"/>
                  </a:cubicBezTo>
                  <a:cubicBezTo>
                    <a:pt x="16" y="99"/>
                    <a:pt x="16" y="102"/>
                    <a:pt x="18" y="104"/>
                  </a:cubicBezTo>
                  <a:cubicBezTo>
                    <a:pt x="18" y="104"/>
                    <a:pt x="18" y="104"/>
                    <a:pt x="18" y="104"/>
                  </a:cubicBezTo>
                  <a:cubicBezTo>
                    <a:pt x="11" y="111"/>
                    <a:pt x="11" y="111"/>
                    <a:pt x="11" y="111"/>
                  </a:cubicBezTo>
                  <a:cubicBezTo>
                    <a:pt x="8" y="114"/>
                    <a:pt x="8" y="118"/>
                    <a:pt x="10" y="121"/>
                  </a:cubicBezTo>
                  <a:cubicBezTo>
                    <a:pt x="4" y="127"/>
                    <a:pt x="4" y="127"/>
                    <a:pt x="4" y="127"/>
                  </a:cubicBezTo>
                  <a:cubicBezTo>
                    <a:pt x="0" y="131"/>
                    <a:pt x="1" y="137"/>
                    <a:pt x="5" y="140"/>
                  </a:cubicBezTo>
                  <a:cubicBezTo>
                    <a:pt x="6" y="141"/>
                    <a:pt x="8" y="142"/>
                    <a:pt x="10" y="142"/>
                  </a:cubicBezTo>
                  <a:cubicBezTo>
                    <a:pt x="12" y="143"/>
                    <a:pt x="15" y="142"/>
                    <a:pt x="17" y="140"/>
                  </a:cubicBezTo>
                  <a:cubicBezTo>
                    <a:pt x="23" y="134"/>
                    <a:pt x="23" y="134"/>
                    <a:pt x="23" y="134"/>
                  </a:cubicBezTo>
                  <a:cubicBezTo>
                    <a:pt x="24" y="135"/>
                    <a:pt x="26" y="135"/>
                    <a:pt x="28" y="135"/>
                  </a:cubicBezTo>
                  <a:cubicBezTo>
                    <a:pt x="30" y="135"/>
                    <a:pt x="32" y="134"/>
                    <a:pt x="33" y="133"/>
                  </a:cubicBezTo>
                  <a:cubicBezTo>
                    <a:pt x="40" y="126"/>
                    <a:pt x="40" y="126"/>
                    <a:pt x="40" y="126"/>
                  </a:cubicBezTo>
                  <a:cubicBezTo>
                    <a:pt x="40" y="126"/>
                    <a:pt x="40" y="126"/>
                    <a:pt x="40" y="126"/>
                  </a:cubicBezTo>
                  <a:cubicBezTo>
                    <a:pt x="40" y="126"/>
                    <a:pt x="40" y="126"/>
                    <a:pt x="40" y="126"/>
                  </a:cubicBezTo>
                  <a:cubicBezTo>
                    <a:pt x="41" y="127"/>
                    <a:pt x="42" y="128"/>
                    <a:pt x="44" y="128"/>
                  </a:cubicBezTo>
                  <a:cubicBezTo>
                    <a:pt x="45" y="128"/>
                    <a:pt x="47" y="127"/>
                    <a:pt x="48" y="126"/>
                  </a:cubicBezTo>
                  <a:cubicBezTo>
                    <a:pt x="128" y="59"/>
                    <a:pt x="128" y="59"/>
                    <a:pt x="128" y="59"/>
                  </a:cubicBezTo>
                  <a:cubicBezTo>
                    <a:pt x="128" y="60"/>
                    <a:pt x="128" y="60"/>
                    <a:pt x="128" y="60"/>
                  </a:cubicBezTo>
                  <a:cubicBezTo>
                    <a:pt x="129" y="61"/>
                    <a:pt x="131" y="62"/>
                    <a:pt x="132" y="62"/>
                  </a:cubicBezTo>
                  <a:cubicBezTo>
                    <a:pt x="134" y="62"/>
                    <a:pt x="135" y="61"/>
                    <a:pt x="136" y="60"/>
                  </a:cubicBezTo>
                  <a:cubicBezTo>
                    <a:pt x="142" y="54"/>
                    <a:pt x="142" y="54"/>
                    <a:pt x="142" y="54"/>
                  </a:cubicBezTo>
                  <a:cubicBezTo>
                    <a:pt x="145" y="52"/>
                    <a:pt x="145" y="48"/>
                    <a:pt x="142" y="46"/>
                  </a:cubicBezTo>
                  <a:close/>
                  <a:moveTo>
                    <a:pt x="13" y="136"/>
                  </a:moveTo>
                  <a:cubicBezTo>
                    <a:pt x="12" y="136"/>
                    <a:pt x="12" y="137"/>
                    <a:pt x="11" y="137"/>
                  </a:cubicBezTo>
                  <a:cubicBezTo>
                    <a:pt x="10" y="137"/>
                    <a:pt x="9" y="136"/>
                    <a:pt x="8" y="136"/>
                  </a:cubicBezTo>
                  <a:cubicBezTo>
                    <a:pt x="7" y="134"/>
                    <a:pt x="7" y="132"/>
                    <a:pt x="8" y="131"/>
                  </a:cubicBezTo>
                  <a:cubicBezTo>
                    <a:pt x="14" y="125"/>
                    <a:pt x="14" y="125"/>
                    <a:pt x="14" y="125"/>
                  </a:cubicBezTo>
                  <a:cubicBezTo>
                    <a:pt x="19" y="130"/>
                    <a:pt x="19" y="130"/>
                    <a:pt x="19" y="130"/>
                  </a:cubicBezTo>
                  <a:lnTo>
                    <a:pt x="13" y="136"/>
                  </a:lnTo>
                  <a:close/>
                  <a:moveTo>
                    <a:pt x="29" y="129"/>
                  </a:moveTo>
                  <a:cubicBezTo>
                    <a:pt x="28" y="129"/>
                    <a:pt x="28" y="130"/>
                    <a:pt x="27" y="130"/>
                  </a:cubicBezTo>
                  <a:cubicBezTo>
                    <a:pt x="26" y="130"/>
                    <a:pt x="26" y="129"/>
                    <a:pt x="25" y="129"/>
                  </a:cubicBezTo>
                  <a:cubicBezTo>
                    <a:pt x="15" y="119"/>
                    <a:pt x="15" y="119"/>
                    <a:pt x="15" y="119"/>
                  </a:cubicBezTo>
                  <a:cubicBezTo>
                    <a:pt x="14" y="118"/>
                    <a:pt x="14" y="116"/>
                    <a:pt x="15" y="115"/>
                  </a:cubicBezTo>
                  <a:cubicBezTo>
                    <a:pt x="22" y="108"/>
                    <a:pt x="22" y="108"/>
                    <a:pt x="22" y="108"/>
                  </a:cubicBezTo>
                  <a:cubicBezTo>
                    <a:pt x="36" y="122"/>
                    <a:pt x="36" y="122"/>
                    <a:pt x="36" y="122"/>
                  </a:cubicBezTo>
                  <a:lnTo>
                    <a:pt x="29" y="129"/>
                  </a:lnTo>
                  <a:close/>
                  <a:moveTo>
                    <a:pt x="44" y="122"/>
                  </a:moveTo>
                  <a:cubicBezTo>
                    <a:pt x="44" y="122"/>
                    <a:pt x="44" y="122"/>
                    <a:pt x="44" y="122"/>
                  </a:cubicBezTo>
                  <a:cubicBezTo>
                    <a:pt x="22" y="100"/>
                    <a:pt x="22" y="100"/>
                    <a:pt x="22" y="100"/>
                  </a:cubicBezTo>
                  <a:cubicBezTo>
                    <a:pt x="22" y="100"/>
                    <a:pt x="22" y="100"/>
                    <a:pt x="22" y="100"/>
                  </a:cubicBezTo>
                  <a:cubicBezTo>
                    <a:pt x="89" y="20"/>
                    <a:pt x="89" y="20"/>
                    <a:pt x="89" y="20"/>
                  </a:cubicBezTo>
                  <a:cubicBezTo>
                    <a:pt x="123" y="55"/>
                    <a:pt x="123" y="55"/>
                    <a:pt x="123" y="55"/>
                  </a:cubicBezTo>
                  <a:lnTo>
                    <a:pt x="44" y="12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39" name="Google Shape;839;p52"/>
            <p:cNvSpPr/>
            <p:nvPr/>
          </p:nvSpPr>
          <p:spPr>
            <a:xfrm>
              <a:off x="2446876" y="4029160"/>
              <a:ext cx="144223" cy="144222"/>
            </a:xfrm>
            <a:custGeom>
              <a:avLst/>
              <a:gdLst/>
              <a:ahLst/>
              <a:cxnLst/>
              <a:rect l="l" t="t" r="r" b="b"/>
              <a:pathLst>
                <a:path w="55" h="55" extrusionOk="0">
                  <a:moveTo>
                    <a:pt x="37" y="4"/>
                  </a:moveTo>
                  <a:cubicBezTo>
                    <a:pt x="3" y="38"/>
                    <a:pt x="3" y="38"/>
                    <a:pt x="3" y="38"/>
                  </a:cubicBezTo>
                  <a:cubicBezTo>
                    <a:pt x="0" y="41"/>
                    <a:pt x="0" y="46"/>
                    <a:pt x="3" y="50"/>
                  </a:cubicBezTo>
                  <a:cubicBezTo>
                    <a:pt x="6" y="53"/>
                    <a:pt x="6" y="53"/>
                    <a:pt x="6" y="53"/>
                  </a:cubicBezTo>
                  <a:cubicBezTo>
                    <a:pt x="8" y="55"/>
                    <a:pt x="10" y="55"/>
                    <a:pt x="12" y="55"/>
                  </a:cubicBezTo>
                  <a:cubicBezTo>
                    <a:pt x="14" y="55"/>
                    <a:pt x="17" y="55"/>
                    <a:pt x="18" y="53"/>
                  </a:cubicBezTo>
                  <a:cubicBezTo>
                    <a:pt x="52" y="19"/>
                    <a:pt x="52" y="19"/>
                    <a:pt x="52" y="19"/>
                  </a:cubicBezTo>
                  <a:cubicBezTo>
                    <a:pt x="54" y="17"/>
                    <a:pt x="55" y="15"/>
                    <a:pt x="55" y="13"/>
                  </a:cubicBezTo>
                  <a:cubicBezTo>
                    <a:pt x="55" y="11"/>
                    <a:pt x="54" y="9"/>
                    <a:pt x="52" y="7"/>
                  </a:cubicBezTo>
                  <a:cubicBezTo>
                    <a:pt x="49" y="4"/>
                    <a:pt x="49" y="4"/>
                    <a:pt x="49" y="4"/>
                  </a:cubicBezTo>
                  <a:cubicBezTo>
                    <a:pt x="46" y="0"/>
                    <a:pt x="40" y="0"/>
                    <a:pt x="37" y="4"/>
                  </a:cubicBezTo>
                  <a:close/>
                  <a:moveTo>
                    <a:pt x="45" y="8"/>
                  </a:moveTo>
                  <a:cubicBezTo>
                    <a:pt x="48" y="11"/>
                    <a:pt x="48" y="11"/>
                    <a:pt x="48" y="11"/>
                  </a:cubicBezTo>
                  <a:cubicBezTo>
                    <a:pt x="49" y="12"/>
                    <a:pt x="49" y="12"/>
                    <a:pt x="49" y="13"/>
                  </a:cubicBezTo>
                  <a:cubicBezTo>
                    <a:pt x="49" y="14"/>
                    <a:pt x="49" y="14"/>
                    <a:pt x="48" y="15"/>
                  </a:cubicBezTo>
                  <a:cubicBezTo>
                    <a:pt x="14" y="49"/>
                    <a:pt x="14" y="49"/>
                    <a:pt x="14" y="49"/>
                  </a:cubicBezTo>
                  <a:cubicBezTo>
                    <a:pt x="13" y="50"/>
                    <a:pt x="11" y="50"/>
                    <a:pt x="10" y="49"/>
                  </a:cubicBezTo>
                  <a:cubicBezTo>
                    <a:pt x="7" y="46"/>
                    <a:pt x="7" y="46"/>
                    <a:pt x="7" y="46"/>
                  </a:cubicBezTo>
                  <a:cubicBezTo>
                    <a:pt x="6" y="45"/>
                    <a:pt x="6" y="43"/>
                    <a:pt x="7" y="42"/>
                  </a:cubicBezTo>
                  <a:cubicBezTo>
                    <a:pt x="41" y="8"/>
                    <a:pt x="41" y="8"/>
                    <a:pt x="41" y="8"/>
                  </a:cubicBezTo>
                  <a:cubicBezTo>
                    <a:pt x="41" y="7"/>
                    <a:pt x="42" y="7"/>
                    <a:pt x="43" y="7"/>
                  </a:cubicBezTo>
                  <a:cubicBezTo>
                    <a:pt x="44" y="7"/>
                    <a:pt x="44" y="7"/>
                    <a:pt x="45" y="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0" name="Google Shape;840;p52"/>
            <p:cNvSpPr/>
            <p:nvPr/>
          </p:nvSpPr>
          <p:spPr>
            <a:xfrm>
              <a:off x="2637338" y="396970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41" name="Google Shape;841;p52"/>
          <p:cNvGrpSpPr/>
          <p:nvPr/>
        </p:nvGrpSpPr>
        <p:grpSpPr>
          <a:xfrm>
            <a:off x="1651791" y="3833183"/>
            <a:ext cx="272872" cy="365259"/>
            <a:chOff x="1508876" y="3906956"/>
            <a:chExt cx="279639" cy="374317"/>
          </a:xfrm>
        </p:grpSpPr>
        <p:sp>
          <p:nvSpPr>
            <p:cNvPr id="842" name="Google Shape;842;p52"/>
            <p:cNvSpPr/>
            <p:nvPr/>
          </p:nvSpPr>
          <p:spPr>
            <a:xfrm>
              <a:off x="1522088" y="3906956"/>
              <a:ext cx="266427" cy="268628"/>
            </a:xfrm>
            <a:custGeom>
              <a:avLst/>
              <a:gdLst/>
              <a:ahLst/>
              <a:cxnLst/>
              <a:rect l="l" t="t" r="r" b="b"/>
              <a:pathLst>
                <a:path w="102" h="103" extrusionOk="0">
                  <a:moveTo>
                    <a:pt x="102" y="16"/>
                  </a:moveTo>
                  <a:cubicBezTo>
                    <a:pt x="102" y="12"/>
                    <a:pt x="101" y="8"/>
                    <a:pt x="98" y="5"/>
                  </a:cubicBezTo>
                  <a:cubicBezTo>
                    <a:pt x="93" y="1"/>
                    <a:pt x="86" y="0"/>
                    <a:pt x="80" y="3"/>
                  </a:cubicBezTo>
                  <a:cubicBezTo>
                    <a:pt x="79" y="3"/>
                    <a:pt x="79" y="4"/>
                    <a:pt x="78" y="4"/>
                  </a:cubicBezTo>
                  <a:cubicBezTo>
                    <a:pt x="66" y="16"/>
                    <a:pt x="66" y="16"/>
                    <a:pt x="66" y="16"/>
                  </a:cubicBezTo>
                  <a:cubicBezTo>
                    <a:pt x="62" y="12"/>
                    <a:pt x="62" y="12"/>
                    <a:pt x="62" y="12"/>
                  </a:cubicBezTo>
                  <a:cubicBezTo>
                    <a:pt x="61" y="11"/>
                    <a:pt x="60" y="11"/>
                    <a:pt x="59" y="12"/>
                  </a:cubicBezTo>
                  <a:cubicBezTo>
                    <a:pt x="50" y="21"/>
                    <a:pt x="50" y="21"/>
                    <a:pt x="50" y="21"/>
                  </a:cubicBezTo>
                  <a:cubicBezTo>
                    <a:pt x="47" y="24"/>
                    <a:pt x="47" y="27"/>
                    <a:pt x="50" y="30"/>
                  </a:cubicBezTo>
                  <a:cubicBezTo>
                    <a:pt x="51" y="31"/>
                    <a:pt x="51" y="31"/>
                    <a:pt x="51" y="31"/>
                  </a:cubicBezTo>
                  <a:cubicBezTo>
                    <a:pt x="12" y="70"/>
                    <a:pt x="12" y="70"/>
                    <a:pt x="12" y="70"/>
                  </a:cubicBezTo>
                  <a:cubicBezTo>
                    <a:pt x="10" y="73"/>
                    <a:pt x="8" y="76"/>
                    <a:pt x="8" y="80"/>
                  </a:cubicBezTo>
                  <a:cubicBezTo>
                    <a:pt x="4" y="84"/>
                    <a:pt x="4" y="84"/>
                    <a:pt x="4" y="84"/>
                  </a:cubicBezTo>
                  <a:cubicBezTo>
                    <a:pt x="0" y="88"/>
                    <a:pt x="0" y="95"/>
                    <a:pt x="4" y="99"/>
                  </a:cubicBezTo>
                  <a:cubicBezTo>
                    <a:pt x="7" y="102"/>
                    <a:pt x="12" y="103"/>
                    <a:pt x="17" y="101"/>
                  </a:cubicBezTo>
                  <a:cubicBezTo>
                    <a:pt x="17" y="100"/>
                    <a:pt x="18" y="100"/>
                    <a:pt x="18" y="100"/>
                  </a:cubicBezTo>
                  <a:cubicBezTo>
                    <a:pt x="23" y="95"/>
                    <a:pt x="23" y="95"/>
                    <a:pt x="23" y="95"/>
                  </a:cubicBezTo>
                  <a:cubicBezTo>
                    <a:pt x="23" y="95"/>
                    <a:pt x="23" y="95"/>
                    <a:pt x="23" y="95"/>
                  </a:cubicBezTo>
                  <a:cubicBezTo>
                    <a:pt x="27" y="95"/>
                    <a:pt x="31" y="93"/>
                    <a:pt x="33" y="91"/>
                  </a:cubicBezTo>
                  <a:cubicBezTo>
                    <a:pt x="37" y="87"/>
                    <a:pt x="37" y="87"/>
                    <a:pt x="37" y="87"/>
                  </a:cubicBezTo>
                  <a:cubicBezTo>
                    <a:pt x="37" y="87"/>
                    <a:pt x="37" y="86"/>
                    <a:pt x="37" y="86"/>
                  </a:cubicBezTo>
                  <a:cubicBezTo>
                    <a:pt x="37" y="83"/>
                    <a:pt x="34" y="82"/>
                    <a:pt x="33" y="84"/>
                  </a:cubicBezTo>
                  <a:cubicBezTo>
                    <a:pt x="29" y="87"/>
                    <a:pt x="29" y="87"/>
                    <a:pt x="29" y="87"/>
                  </a:cubicBezTo>
                  <a:cubicBezTo>
                    <a:pt x="27" y="89"/>
                    <a:pt x="25" y="90"/>
                    <a:pt x="22" y="89"/>
                  </a:cubicBezTo>
                  <a:cubicBezTo>
                    <a:pt x="21" y="89"/>
                    <a:pt x="20" y="90"/>
                    <a:pt x="20" y="90"/>
                  </a:cubicBezTo>
                  <a:cubicBezTo>
                    <a:pt x="15" y="95"/>
                    <a:pt x="15" y="95"/>
                    <a:pt x="15" y="95"/>
                  </a:cubicBezTo>
                  <a:cubicBezTo>
                    <a:pt x="14" y="95"/>
                    <a:pt x="14" y="96"/>
                    <a:pt x="14" y="96"/>
                  </a:cubicBezTo>
                  <a:cubicBezTo>
                    <a:pt x="12" y="97"/>
                    <a:pt x="10" y="96"/>
                    <a:pt x="8" y="95"/>
                  </a:cubicBezTo>
                  <a:cubicBezTo>
                    <a:pt x="6" y="93"/>
                    <a:pt x="6" y="90"/>
                    <a:pt x="8" y="88"/>
                  </a:cubicBezTo>
                  <a:cubicBezTo>
                    <a:pt x="14" y="83"/>
                    <a:pt x="14" y="83"/>
                    <a:pt x="14" y="83"/>
                  </a:cubicBezTo>
                  <a:cubicBezTo>
                    <a:pt x="14" y="82"/>
                    <a:pt x="14" y="82"/>
                    <a:pt x="14" y="82"/>
                  </a:cubicBezTo>
                  <a:cubicBezTo>
                    <a:pt x="13" y="79"/>
                    <a:pt x="14" y="76"/>
                    <a:pt x="16" y="74"/>
                  </a:cubicBezTo>
                  <a:cubicBezTo>
                    <a:pt x="30" y="60"/>
                    <a:pt x="30" y="60"/>
                    <a:pt x="30" y="60"/>
                  </a:cubicBezTo>
                  <a:cubicBezTo>
                    <a:pt x="54" y="62"/>
                    <a:pt x="54" y="62"/>
                    <a:pt x="54" y="62"/>
                  </a:cubicBezTo>
                  <a:cubicBezTo>
                    <a:pt x="50" y="66"/>
                    <a:pt x="50" y="66"/>
                    <a:pt x="50" y="66"/>
                  </a:cubicBezTo>
                  <a:cubicBezTo>
                    <a:pt x="49" y="67"/>
                    <a:pt x="49" y="67"/>
                    <a:pt x="49" y="67"/>
                  </a:cubicBezTo>
                  <a:cubicBezTo>
                    <a:pt x="49" y="71"/>
                    <a:pt x="53" y="71"/>
                    <a:pt x="54" y="70"/>
                  </a:cubicBezTo>
                  <a:cubicBezTo>
                    <a:pt x="72" y="52"/>
                    <a:pt x="72" y="52"/>
                    <a:pt x="72" y="52"/>
                  </a:cubicBezTo>
                  <a:cubicBezTo>
                    <a:pt x="73" y="53"/>
                    <a:pt x="73" y="53"/>
                    <a:pt x="73" y="53"/>
                  </a:cubicBezTo>
                  <a:cubicBezTo>
                    <a:pt x="74" y="55"/>
                    <a:pt x="76" y="55"/>
                    <a:pt x="78" y="55"/>
                  </a:cubicBezTo>
                  <a:cubicBezTo>
                    <a:pt x="79" y="55"/>
                    <a:pt x="81" y="55"/>
                    <a:pt x="82" y="53"/>
                  </a:cubicBezTo>
                  <a:cubicBezTo>
                    <a:pt x="88" y="47"/>
                    <a:pt x="88" y="47"/>
                    <a:pt x="88" y="47"/>
                  </a:cubicBezTo>
                  <a:cubicBezTo>
                    <a:pt x="91" y="45"/>
                    <a:pt x="91" y="41"/>
                    <a:pt x="88" y="38"/>
                  </a:cubicBezTo>
                  <a:cubicBezTo>
                    <a:pt x="87" y="37"/>
                    <a:pt x="87" y="37"/>
                    <a:pt x="87" y="37"/>
                  </a:cubicBezTo>
                  <a:cubicBezTo>
                    <a:pt x="98" y="26"/>
                    <a:pt x="98" y="26"/>
                    <a:pt x="98" y="26"/>
                  </a:cubicBezTo>
                  <a:cubicBezTo>
                    <a:pt x="101" y="23"/>
                    <a:pt x="102" y="20"/>
                    <a:pt x="102" y="16"/>
                  </a:cubicBezTo>
                  <a:close/>
                  <a:moveTo>
                    <a:pt x="59" y="57"/>
                  </a:moveTo>
                  <a:cubicBezTo>
                    <a:pt x="35" y="55"/>
                    <a:pt x="35" y="55"/>
                    <a:pt x="35" y="55"/>
                  </a:cubicBezTo>
                  <a:cubicBezTo>
                    <a:pt x="55" y="35"/>
                    <a:pt x="55" y="35"/>
                    <a:pt x="55" y="35"/>
                  </a:cubicBezTo>
                  <a:cubicBezTo>
                    <a:pt x="68" y="48"/>
                    <a:pt x="68" y="48"/>
                    <a:pt x="68" y="48"/>
                  </a:cubicBezTo>
                  <a:lnTo>
                    <a:pt x="59" y="57"/>
                  </a:lnTo>
                  <a:close/>
                  <a:moveTo>
                    <a:pt x="94" y="22"/>
                  </a:moveTo>
                  <a:cubicBezTo>
                    <a:pt x="81" y="35"/>
                    <a:pt x="81" y="35"/>
                    <a:pt x="81" y="35"/>
                  </a:cubicBezTo>
                  <a:cubicBezTo>
                    <a:pt x="80" y="36"/>
                    <a:pt x="80" y="38"/>
                    <a:pt x="81" y="39"/>
                  </a:cubicBezTo>
                  <a:cubicBezTo>
                    <a:pt x="84" y="42"/>
                    <a:pt x="84" y="42"/>
                    <a:pt x="84" y="42"/>
                  </a:cubicBezTo>
                  <a:cubicBezTo>
                    <a:pt x="85" y="43"/>
                    <a:pt x="85" y="43"/>
                    <a:pt x="84" y="43"/>
                  </a:cubicBezTo>
                  <a:cubicBezTo>
                    <a:pt x="78" y="50"/>
                    <a:pt x="78" y="50"/>
                    <a:pt x="78" y="50"/>
                  </a:cubicBezTo>
                  <a:cubicBezTo>
                    <a:pt x="78" y="50"/>
                    <a:pt x="77" y="50"/>
                    <a:pt x="77" y="50"/>
                  </a:cubicBezTo>
                  <a:cubicBezTo>
                    <a:pt x="54" y="26"/>
                    <a:pt x="54" y="26"/>
                    <a:pt x="54" y="26"/>
                  </a:cubicBezTo>
                  <a:cubicBezTo>
                    <a:pt x="53" y="26"/>
                    <a:pt x="53" y="25"/>
                    <a:pt x="54" y="25"/>
                  </a:cubicBezTo>
                  <a:cubicBezTo>
                    <a:pt x="60" y="19"/>
                    <a:pt x="60" y="19"/>
                    <a:pt x="60" y="19"/>
                  </a:cubicBezTo>
                  <a:cubicBezTo>
                    <a:pt x="60" y="19"/>
                    <a:pt x="60" y="19"/>
                    <a:pt x="60" y="19"/>
                  </a:cubicBezTo>
                  <a:cubicBezTo>
                    <a:pt x="61" y="19"/>
                    <a:pt x="61" y="19"/>
                    <a:pt x="61" y="19"/>
                  </a:cubicBezTo>
                  <a:cubicBezTo>
                    <a:pt x="64" y="22"/>
                    <a:pt x="64" y="22"/>
                    <a:pt x="64" y="22"/>
                  </a:cubicBezTo>
                  <a:cubicBezTo>
                    <a:pt x="65" y="23"/>
                    <a:pt x="67" y="23"/>
                    <a:pt x="68" y="22"/>
                  </a:cubicBezTo>
                  <a:cubicBezTo>
                    <a:pt x="81" y="9"/>
                    <a:pt x="81" y="9"/>
                    <a:pt x="81" y="9"/>
                  </a:cubicBezTo>
                  <a:cubicBezTo>
                    <a:pt x="83" y="8"/>
                    <a:pt x="85" y="7"/>
                    <a:pt x="87" y="7"/>
                  </a:cubicBezTo>
                  <a:cubicBezTo>
                    <a:pt x="90" y="7"/>
                    <a:pt x="92" y="8"/>
                    <a:pt x="94" y="9"/>
                  </a:cubicBezTo>
                  <a:cubicBezTo>
                    <a:pt x="96" y="11"/>
                    <a:pt x="97" y="13"/>
                    <a:pt x="97" y="16"/>
                  </a:cubicBezTo>
                  <a:cubicBezTo>
                    <a:pt x="97" y="18"/>
                    <a:pt x="96" y="21"/>
                    <a:pt x="94" y="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3" name="Google Shape;843;p52"/>
            <p:cNvSpPr/>
            <p:nvPr/>
          </p:nvSpPr>
          <p:spPr>
            <a:xfrm>
              <a:off x="1508876" y="4202006"/>
              <a:ext cx="68258" cy="79267"/>
            </a:xfrm>
            <a:custGeom>
              <a:avLst/>
              <a:gdLst/>
              <a:ahLst/>
              <a:cxnLst/>
              <a:rect l="l" t="t" r="r" b="b"/>
              <a:pathLst>
                <a:path w="26" h="30" extrusionOk="0">
                  <a:moveTo>
                    <a:pt x="19" y="3"/>
                  </a:moveTo>
                  <a:cubicBezTo>
                    <a:pt x="17" y="1"/>
                    <a:pt x="15" y="0"/>
                    <a:pt x="13" y="0"/>
                  </a:cubicBezTo>
                  <a:cubicBezTo>
                    <a:pt x="13" y="0"/>
                    <a:pt x="13" y="0"/>
                    <a:pt x="13" y="0"/>
                  </a:cubicBezTo>
                  <a:cubicBezTo>
                    <a:pt x="10" y="0"/>
                    <a:pt x="8" y="1"/>
                    <a:pt x="7" y="3"/>
                  </a:cubicBezTo>
                  <a:cubicBezTo>
                    <a:pt x="2" y="12"/>
                    <a:pt x="2" y="12"/>
                    <a:pt x="2" y="12"/>
                  </a:cubicBezTo>
                  <a:cubicBezTo>
                    <a:pt x="0" y="16"/>
                    <a:pt x="0" y="20"/>
                    <a:pt x="2" y="24"/>
                  </a:cubicBezTo>
                  <a:cubicBezTo>
                    <a:pt x="4" y="28"/>
                    <a:pt x="8" y="30"/>
                    <a:pt x="13" y="30"/>
                  </a:cubicBezTo>
                  <a:cubicBezTo>
                    <a:pt x="17" y="30"/>
                    <a:pt x="21" y="28"/>
                    <a:pt x="23" y="24"/>
                  </a:cubicBezTo>
                  <a:cubicBezTo>
                    <a:pt x="26" y="20"/>
                    <a:pt x="26" y="16"/>
                    <a:pt x="23" y="12"/>
                  </a:cubicBezTo>
                  <a:lnTo>
                    <a:pt x="19" y="3"/>
                  </a:lnTo>
                  <a:close/>
                  <a:moveTo>
                    <a:pt x="19" y="22"/>
                  </a:moveTo>
                  <a:cubicBezTo>
                    <a:pt x="17" y="24"/>
                    <a:pt x="15" y="25"/>
                    <a:pt x="13" y="25"/>
                  </a:cubicBezTo>
                  <a:cubicBezTo>
                    <a:pt x="10" y="25"/>
                    <a:pt x="8" y="24"/>
                    <a:pt x="7" y="22"/>
                  </a:cubicBezTo>
                  <a:cubicBezTo>
                    <a:pt x="6" y="19"/>
                    <a:pt x="6" y="17"/>
                    <a:pt x="7" y="15"/>
                  </a:cubicBezTo>
                  <a:cubicBezTo>
                    <a:pt x="12" y="6"/>
                    <a:pt x="12" y="6"/>
                    <a:pt x="12" y="6"/>
                  </a:cubicBezTo>
                  <a:cubicBezTo>
                    <a:pt x="12" y="6"/>
                    <a:pt x="13" y="6"/>
                    <a:pt x="13" y="6"/>
                  </a:cubicBezTo>
                  <a:cubicBezTo>
                    <a:pt x="13" y="6"/>
                    <a:pt x="13" y="6"/>
                    <a:pt x="13" y="6"/>
                  </a:cubicBezTo>
                  <a:cubicBezTo>
                    <a:pt x="13" y="6"/>
                    <a:pt x="13" y="6"/>
                    <a:pt x="14" y="6"/>
                  </a:cubicBezTo>
                  <a:cubicBezTo>
                    <a:pt x="19" y="15"/>
                    <a:pt x="19" y="15"/>
                    <a:pt x="19" y="15"/>
                  </a:cubicBezTo>
                  <a:cubicBezTo>
                    <a:pt x="20" y="17"/>
                    <a:pt x="20" y="19"/>
                    <a:pt x="19" y="2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4" name="Google Shape;844;p52"/>
            <p:cNvSpPr/>
            <p:nvPr/>
          </p:nvSpPr>
          <p:spPr>
            <a:xfrm>
              <a:off x="1628879" y="4100720"/>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45" name="Google Shape;845;p52"/>
          <p:cNvGrpSpPr/>
          <p:nvPr/>
        </p:nvGrpSpPr>
        <p:grpSpPr>
          <a:xfrm>
            <a:off x="814917" y="3263808"/>
            <a:ext cx="362038" cy="362036"/>
            <a:chOff x="722807" y="3323461"/>
            <a:chExt cx="371016" cy="371015"/>
          </a:xfrm>
        </p:grpSpPr>
        <p:sp>
          <p:nvSpPr>
            <p:cNvPr id="846" name="Google Shape;846;p52"/>
            <p:cNvSpPr/>
            <p:nvPr/>
          </p:nvSpPr>
          <p:spPr>
            <a:xfrm>
              <a:off x="722807" y="3323461"/>
              <a:ext cx="371016" cy="371015"/>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7" name="Google Shape;847;p52"/>
            <p:cNvSpPr/>
            <p:nvPr/>
          </p:nvSpPr>
          <p:spPr>
            <a:xfrm>
              <a:off x="837304" y="3456674"/>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8" name="Google Shape;848;p52"/>
            <p:cNvSpPr/>
            <p:nvPr/>
          </p:nvSpPr>
          <p:spPr>
            <a:xfrm>
              <a:off x="918774" y="3521629"/>
              <a:ext cx="59451" cy="58350"/>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49" name="Google Shape;849;p52"/>
            <p:cNvSpPr/>
            <p:nvPr/>
          </p:nvSpPr>
          <p:spPr>
            <a:xfrm>
              <a:off x="837304" y="3529336"/>
              <a:ext cx="45139" cy="45138"/>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0" name="Google Shape;850;p52"/>
            <p:cNvSpPr/>
            <p:nvPr/>
          </p:nvSpPr>
          <p:spPr>
            <a:xfrm>
              <a:off x="931985" y="3443463"/>
              <a:ext cx="46239" cy="44037"/>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1" name="Google Shape;851;p52"/>
            <p:cNvSpPr/>
            <p:nvPr/>
          </p:nvSpPr>
          <p:spPr>
            <a:xfrm>
              <a:off x="858222" y="343795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2" name="Google Shape;852;p52"/>
            <p:cNvSpPr/>
            <p:nvPr/>
          </p:nvSpPr>
          <p:spPr>
            <a:xfrm>
              <a:off x="907764" y="3422545"/>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3" name="Google Shape;853;p52"/>
            <p:cNvSpPr/>
            <p:nvPr/>
          </p:nvSpPr>
          <p:spPr>
            <a:xfrm>
              <a:off x="905562" y="349520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4" name="Google Shape;854;p52"/>
            <p:cNvSpPr/>
            <p:nvPr/>
          </p:nvSpPr>
          <p:spPr>
            <a:xfrm>
              <a:off x="897856" y="358218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5" name="Google Shape;855;p52"/>
            <p:cNvSpPr/>
            <p:nvPr/>
          </p:nvSpPr>
          <p:spPr>
            <a:xfrm>
              <a:off x="987032" y="351172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6" name="Google Shape;856;p52"/>
            <p:cNvSpPr/>
            <p:nvPr/>
          </p:nvSpPr>
          <p:spPr>
            <a:xfrm>
              <a:off x="814184" y="350841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57" name="Google Shape;857;p52"/>
          <p:cNvGrpSpPr/>
          <p:nvPr/>
        </p:nvGrpSpPr>
        <p:grpSpPr>
          <a:xfrm>
            <a:off x="7964352" y="2691211"/>
            <a:ext cx="360963" cy="363110"/>
            <a:chOff x="8006613" y="2736663"/>
            <a:chExt cx="369915" cy="372116"/>
          </a:xfrm>
        </p:grpSpPr>
        <p:sp>
          <p:nvSpPr>
            <p:cNvPr id="858" name="Google Shape;858;p52"/>
            <p:cNvSpPr/>
            <p:nvPr/>
          </p:nvSpPr>
          <p:spPr>
            <a:xfrm>
              <a:off x="8006613" y="2736663"/>
              <a:ext cx="369915" cy="372116"/>
            </a:xfrm>
            <a:custGeom>
              <a:avLst/>
              <a:gdLst/>
              <a:ahLst/>
              <a:cxnLst/>
              <a:rect l="l" t="t" r="r" b="b"/>
              <a:pathLst>
                <a:path w="142" h="142" extrusionOk="0">
                  <a:moveTo>
                    <a:pt x="134" y="58"/>
                  </a:moveTo>
                  <a:cubicBezTo>
                    <a:pt x="130" y="58"/>
                    <a:pt x="128" y="60"/>
                    <a:pt x="126" y="63"/>
                  </a:cubicBezTo>
                  <a:cubicBezTo>
                    <a:pt x="118" y="63"/>
                    <a:pt x="118" y="63"/>
                    <a:pt x="118" y="63"/>
                  </a:cubicBezTo>
                  <a:cubicBezTo>
                    <a:pt x="117" y="55"/>
                    <a:pt x="113" y="48"/>
                    <a:pt x="109" y="41"/>
                  </a:cubicBezTo>
                  <a:cubicBezTo>
                    <a:pt x="117" y="33"/>
                    <a:pt x="117" y="33"/>
                    <a:pt x="117" y="33"/>
                  </a:cubicBezTo>
                  <a:cubicBezTo>
                    <a:pt x="120" y="33"/>
                    <a:pt x="122" y="32"/>
                    <a:pt x="124" y="30"/>
                  </a:cubicBezTo>
                  <a:cubicBezTo>
                    <a:pt x="129" y="25"/>
                    <a:pt x="129" y="18"/>
                    <a:pt x="124" y="14"/>
                  </a:cubicBezTo>
                  <a:cubicBezTo>
                    <a:pt x="120" y="9"/>
                    <a:pt x="113" y="9"/>
                    <a:pt x="109" y="14"/>
                  </a:cubicBezTo>
                  <a:cubicBezTo>
                    <a:pt x="107" y="16"/>
                    <a:pt x="105" y="18"/>
                    <a:pt x="105" y="21"/>
                  </a:cubicBezTo>
                  <a:cubicBezTo>
                    <a:pt x="96" y="30"/>
                    <a:pt x="96" y="30"/>
                    <a:pt x="96" y="30"/>
                  </a:cubicBezTo>
                  <a:cubicBezTo>
                    <a:pt x="91" y="27"/>
                    <a:pt x="85" y="25"/>
                    <a:pt x="79" y="24"/>
                  </a:cubicBezTo>
                  <a:cubicBezTo>
                    <a:pt x="79" y="16"/>
                    <a:pt x="79" y="16"/>
                    <a:pt x="79" y="16"/>
                  </a:cubicBezTo>
                  <a:cubicBezTo>
                    <a:pt x="82" y="14"/>
                    <a:pt x="84" y="11"/>
                    <a:pt x="84" y="8"/>
                  </a:cubicBezTo>
                  <a:cubicBezTo>
                    <a:pt x="84" y="4"/>
                    <a:pt x="80" y="0"/>
                    <a:pt x="75" y="0"/>
                  </a:cubicBezTo>
                  <a:cubicBezTo>
                    <a:pt x="66" y="0"/>
                    <a:pt x="66" y="0"/>
                    <a:pt x="66" y="0"/>
                  </a:cubicBezTo>
                  <a:cubicBezTo>
                    <a:pt x="62" y="0"/>
                    <a:pt x="58" y="3"/>
                    <a:pt x="58" y="7"/>
                  </a:cubicBezTo>
                  <a:cubicBezTo>
                    <a:pt x="58" y="11"/>
                    <a:pt x="59" y="14"/>
                    <a:pt x="62" y="16"/>
                  </a:cubicBezTo>
                  <a:cubicBezTo>
                    <a:pt x="62" y="24"/>
                    <a:pt x="62" y="24"/>
                    <a:pt x="62" y="24"/>
                  </a:cubicBezTo>
                  <a:cubicBezTo>
                    <a:pt x="56" y="25"/>
                    <a:pt x="51" y="27"/>
                    <a:pt x="45" y="30"/>
                  </a:cubicBezTo>
                  <a:cubicBezTo>
                    <a:pt x="36" y="21"/>
                    <a:pt x="36" y="21"/>
                    <a:pt x="36" y="21"/>
                  </a:cubicBezTo>
                  <a:cubicBezTo>
                    <a:pt x="36" y="19"/>
                    <a:pt x="35" y="16"/>
                    <a:pt x="33" y="14"/>
                  </a:cubicBezTo>
                  <a:cubicBezTo>
                    <a:pt x="29" y="10"/>
                    <a:pt x="21" y="10"/>
                    <a:pt x="17" y="14"/>
                  </a:cubicBezTo>
                  <a:cubicBezTo>
                    <a:pt x="13" y="18"/>
                    <a:pt x="13" y="25"/>
                    <a:pt x="17" y="30"/>
                  </a:cubicBezTo>
                  <a:cubicBezTo>
                    <a:pt x="19" y="32"/>
                    <a:pt x="22" y="33"/>
                    <a:pt x="24" y="33"/>
                  </a:cubicBezTo>
                  <a:cubicBezTo>
                    <a:pt x="33" y="42"/>
                    <a:pt x="33" y="42"/>
                    <a:pt x="33" y="42"/>
                  </a:cubicBezTo>
                  <a:cubicBezTo>
                    <a:pt x="28" y="48"/>
                    <a:pt x="25" y="55"/>
                    <a:pt x="23" y="63"/>
                  </a:cubicBezTo>
                  <a:cubicBezTo>
                    <a:pt x="15" y="63"/>
                    <a:pt x="15" y="63"/>
                    <a:pt x="15" y="63"/>
                  </a:cubicBezTo>
                  <a:cubicBezTo>
                    <a:pt x="14" y="60"/>
                    <a:pt x="11" y="58"/>
                    <a:pt x="8" y="58"/>
                  </a:cubicBezTo>
                  <a:cubicBezTo>
                    <a:pt x="3" y="58"/>
                    <a:pt x="0" y="62"/>
                    <a:pt x="0" y="67"/>
                  </a:cubicBezTo>
                  <a:cubicBezTo>
                    <a:pt x="0" y="75"/>
                    <a:pt x="0" y="75"/>
                    <a:pt x="0" y="75"/>
                  </a:cubicBezTo>
                  <a:cubicBezTo>
                    <a:pt x="0" y="80"/>
                    <a:pt x="3" y="84"/>
                    <a:pt x="7" y="84"/>
                  </a:cubicBezTo>
                  <a:cubicBezTo>
                    <a:pt x="11" y="84"/>
                    <a:pt x="14" y="82"/>
                    <a:pt x="15" y="79"/>
                  </a:cubicBezTo>
                  <a:cubicBezTo>
                    <a:pt x="24" y="79"/>
                    <a:pt x="24" y="79"/>
                    <a:pt x="24" y="79"/>
                  </a:cubicBezTo>
                  <a:cubicBezTo>
                    <a:pt x="25" y="87"/>
                    <a:pt x="28" y="94"/>
                    <a:pt x="33" y="101"/>
                  </a:cubicBezTo>
                  <a:cubicBezTo>
                    <a:pt x="25" y="109"/>
                    <a:pt x="25" y="109"/>
                    <a:pt x="25" y="109"/>
                  </a:cubicBezTo>
                  <a:cubicBezTo>
                    <a:pt x="22" y="109"/>
                    <a:pt x="19" y="110"/>
                    <a:pt x="17" y="112"/>
                  </a:cubicBezTo>
                  <a:cubicBezTo>
                    <a:pt x="13" y="117"/>
                    <a:pt x="13" y="125"/>
                    <a:pt x="18" y="129"/>
                  </a:cubicBezTo>
                  <a:cubicBezTo>
                    <a:pt x="20" y="130"/>
                    <a:pt x="22" y="131"/>
                    <a:pt x="25" y="131"/>
                  </a:cubicBezTo>
                  <a:cubicBezTo>
                    <a:pt x="28" y="132"/>
                    <a:pt x="31" y="130"/>
                    <a:pt x="33" y="128"/>
                  </a:cubicBezTo>
                  <a:cubicBezTo>
                    <a:pt x="35" y="126"/>
                    <a:pt x="36" y="124"/>
                    <a:pt x="36" y="121"/>
                  </a:cubicBezTo>
                  <a:cubicBezTo>
                    <a:pt x="45" y="112"/>
                    <a:pt x="45" y="112"/>
                    <a:pt x="45" y="112"/>
                  </a:cubicBezTo>
                  <a:cubicBezTo>
                    <a:pt x="51" y="115"/>
                    <a:pt x="56" y="117"/>
                    <a:pt x="62" y="118"/>
                  </a:cubicBezTo>
                  <a:cubicBezTo>
                    <a:pt x="62" y="127"/>
                    <a:pt x="62" y="127"/>
                    <a:pt x="62" y="127"/>
                  </a:cubicBezTo>
                  <a:cubicBezTo>
                    <a:pt x="59" y="128"/>
                    <a:pt x="58" y="131"/>
                    <a:pt x="58" y="135"/>
                  </a:cubicBezTo>
                  <a:cubicBezTo>
                    <a:pt x="58" y="139"/>
                    <a:pt x="62" y="142"/>
                    <a:pt x="66" y="142"/>
                  </a:cubicBezTo>
                  <a:cubicBezTo>
                    <a:pt x="75" y="142"/>
                    <a:pt x="75" y="142"/>
                    <a:pt x="75" y="142"/>
                  </a:cubicBezTo>
                  <a:cubicBezTo>
                    <a:pt x="79" y="142"/>
                    <a:pt x="83" y="139"/>
                    <a:pt x="84" y="135"/>
                  </a:cubicBezTo>
                  <a:cubicBezTo>
                    <a:pt x="84" y="131"/>
                    <a:pt x="82" y="128"/>
                    <a:pt x="79" y="127"/>
                  </a:cubicBezTo>
                  <a:cubicBezTo>
                    <a:pt x="79" y="118"/>
                    <a:pt x="79" y="118"/>
                    <a:pt x="79" y="118"/>
                  </a:cubicBezTo>
                  <a:cubicBezTo>
                    <a:pt x="85" y="117"/>
                    <a:pt x="91" y="115"/>
                    <a:pt x="96" y="112"/>
                  </a:cubicBezTo>
                  <a:cubicBezTo>
                    <a:pt x="105" y="121"/>
                    <a:pt x="105" y="121"/>
                    <a:pt x="105" y="121"/>
                  </a:cubicBezTo>
                  <a:cubicBezTo>
                    <a:pt x="106" y="124"/>
                    <a:pt x="107" y="126"/>
                    <a:pt x="109" y="128"/>
                  </a:cubicBezTo>
                  <a:cubicBezTo>
                    <a:pt x="111" y="130"/>
                    <a:pt x="114" y="131"/>
                    <a:pt x="117" y="131"/>
                  </a:cubicBezTo>
                  <a:cubicBezTo>
                    <a:pt x="119" y="131"/>
                    <a:pt x="122" y="130"/>
                    <a:pt x="124" y="129"/>
                  </a:cubicBezTo>
                  <a:cubicBezTo>
                    <a:pt x="129" y="124"/>
                    <a:pt x="129" y="117"/>
                    <a:pt x="124" y="112"/>
                  </a:cubicBezTo>
                  <a:cubicBezTo>
                    <a:pt x="123" y="110"/>
                    <a:pt x="120" y="109"/>
                    <a:pt x="117" y="109"/>
                  </a:cubicBezTo>
                  <a:cubicBezTo>
                    <a:pt x="109" y="101"/>
                    <a:pt x="109" y="101"/>
                    <a:pt x="109" y="101"/>
                  </a:cubicBezTo>
                  <a:cubicBezTo>
                    <a:pt x="114" y="94"/>
                    <a:pt x="117" y="87"/>
                    <a:pt x="118" y="79"/>
                  </a:cubicBezTo>
                  <a:cubicBezTo>
                    <a:pt x="126" y="79"/>
                    <a:pt x="126" y="79"/>
                    <a:pt x="126" y="79"/>
                  </a:cubicBezTo>
                  <a:cubicBezTo>
                    <a:pt x="128" y="82"/>
                    <a:pt x="131" y="84"/>
                    <a:pt x="134" y="84"/>
                  </a:cubicBezTo>
                  <a:cubicBezTo>
                    <a:pt x="139" y="84"/>
                    <a:pt x="142" y="80"/>
                    <a:pt x="142" y="75"/>
                  </a:cubicBezTo>
                  <a:cubicBezTo>
                    <a:pt x="142" y="67"/>
                    <a:pt x="142" y="67"/>
                    <a:pt x="142" y="67"/>
                  </a:cubicBezTo>
                  <a:cubicBezTo>
                    <a:pt x="142" y="62"/>
                    <a:pt x="138" y="58"/>
                    <a:pt x="134" y="58"/>
                  </a:cubicBezTo>
                  <a:close/>
                  <a:moveTo>
                    <a:pt x="136" y="76"/>
                  </a:moveTo>
                  <a:cubicBezTo>
                    <a:pt x="136" y="78"/>
                    <a:pt x="134" y="79"/>
                    <a:pt x="132" y="78"/>
                  </a:cubicBezTo>
                  <a:cubicBezTo>
                    <a:pt x="132" y="78"/>
                    <a:pt x="131" y="77"/>
                    <a:pt x="131" y="76"/>
                  </a:cubicBezTo>
                  <a:cubicBezTo>
                    <a:pt x="131" y="75"/>
                    <a:pt x="130" y="74"/>
                    <a:pt x="129" y="74"/>
                  </a:cubicBezTo>
                  <a:cubicBezTo>
                    <a:pt x="116" y="74"/>
                    <a:pt x="116" y="74"/>
                    <a:pt x="116" y="74"/>
                  </a:cubicBezTo>
                  <a:cubicBezTo>
                    <a:pt x="114" y="74"/>
                    <a:pt x="113" y="75"/>
                    <a:pt x="113" y="76"/>
                  </a:cubicBezTo>
                  <a:cubicBezTo>
                    <a:pt x="112" y="85"/>
                    <a:pt x="108" y="93"/>
                    <a:pt x="103" y="99"/>
                  </a:cubicBezTo>
                  <a:cubicBezTo>
                    <a:pt x="102" y="100"/>
                    <a:pt x="102" y="102"/>
                    <a:pt x="103" y="103"/>
                  </a:cubicBezTo>
                  <a:cubicBezTo>
                    <a:pt x="114" y="114"/>
                    <a:pt x="114" y="114"/>
                    <a:pt x="114" y="114"/>
                  </a:cubicBezTo>
                  <a:cubicBezTo>
                    <a:pt x="115" y="114"/>
                    <a:pt x="115" y="115"/>
                    <a:pt x="116" y="115"/>
                  </a:cubicBezTo>
                  <a:cubicBezTo>
                    <a:pt x="118" y="115"/>
                    <a:pt x="121" y="116"/>
                    <a:pt x="122" y="118"/>
                  </a:cubicBezTo>
                  <a:cubicBezTo>
                    <a:pt x="123" y="120"/>
                    <a:pt x="122" y="122"/>
                    <a:pt x="121" y="124"/>
                  </a:cubicBezTo>
                  <a:cubicBezTo>
                    <a:pt x="120" y="125"/>
                    <a:pt x="118" y="126"/>
                    <a:pt x="117" y="126"/>
                  </a:cubicBezTo>
                  <a:cubicBezTo>
                    <a:pt x="115" y="126"/>
                    <a:pt x="114" y="125"/>
                    <a:pt x="113" y="124"/>
                  </a:cubicBezTo>
                  <a:cubicBezTo>
                    <a:pt x="111" y="123"/>
                    <a:pt x="111" y="122"/>
                    <a:pt x="111" y="120"/>
                  </a:cubicBezTo>
                  <a:cubicBezTo>
                    <a:pt x="111" y="119"/>
                    <a:pt x="111" y="118"/>
                    <a:pt x="110" y="118"/>
                  </a:cubicBezTo>
                  <a:cubicBezTo>
                    <a:pt x="99" y="106"/>
                    <a:pt x="99" y="106"/>
                    <a:pt x="99" y="106"/>
                  </a:cubicBezTo>
                  <a:cubicBezTo>
                    <a:pt x="98" y="105"/>
                    <a:pt x="96" y="105"/>
                    <a:pt x="95" y="106"/>
                  </a:cubicBezTo>
                  <a:cubicBezTo>
                    <a:pt x="89" y="110"/>
                    <a:pt x="83" y="112"/>
                    <a:pt x="76" y="113"/>
                  </a:cubicBezTo>
                  <a:cubicBezTo>
                    <a:pt x="75" y="113"/>
                    <a:pt x="74" y="115"/>
                    <a:pt x="74" y="116"/>
                  </a:cubicBezTo>
                  <a:cubicBezTo>
                    <a:pt x="74" y="128"/>
                    <a:pt x="74" y="128"/>
                    <a:pt x="74" y="128"/>
                  </a:cubicBezTo>
                  <a:cubicBezTo>
                    <a:pt x="74" y="130"/>
                    <a:pt x="75" y="131"/>
                    <a:pt x="76" y="131"/>
                  </a:cubicBezTo>
                  <a:cubicBezTo>
                    <a:pt x="77" y="132"/>
                    <a:pt x="78" y="133"/>
                    <a:pt x="78" y="135"/>
                  </a:cubicBezTo>
                  <a:cubicBezTo>
                    <a:pt x="78" y="136"/>
                    <a:pt x="77" y="137"/>
                    <a:pt x="75" y="137"/>
                  </a:cubicBezTo>
                  <a:cubicBezTo>
                    <a:pt x="66" y="137"/>
                    <a:pt x="66" y="137"/>
                    <a:pt x="66" y="137"/>
                  </a:cubicBezTo>
                  <a:cubicBezTo>
                    <a:pt x="65" y="137"/>
                    <a:pt x="64" y="136"/>
                    <a:pt x="64" y="135"/>
                  </a:cubicBezTo>
                  <a:cubicBezTo>
                    <a:pt x="63" y="133"/>
                    <a:pt x="64" y="132"/>
                    <a:pt x="66" y="131"/>
                  </a:cubicBezTo>
                  <a:cubicBezTo>
                    <a:pt x="67" y="131"/>
                    <a:pt x="68" y="130"/>
                    <a:pt x="68" y="128"/>
                  </a:cubicBezTo>
                  <a:cubicBezTo>
                    <a:pt x="68" y="116"/>
                    <a:pt x="68" y="116"/>
                    <a:pt x="68" y="116"/>
                  </a:cubicBezTo>
                  <a:cubicBezTo>
                    <a:pt x="68" y="115"/>
                    <a:pt x="67" y="113"/>
                    <a:pt x="66" y="113"/>
                  </a:cubicBezTo>
                  <a:cubicBezTo>
                    <a:pt x="59" y="112"/>
                    <a:pt x="52" y="110"/>
                    <a:pt x="47" y="106"/>
                  </a:cubicBezTo>
                  <a:cubicBezTo>
                    <a:pt x="46" y="106"/>
                    <a:pt x="46" y="105"/>
                    <a:pt x="45" y="105"/>
                  </a:cubicBezTo>
                  <a:cubicBezTo>
                    <a:pt x="44" y="105"/>
                    <a:pt x="44" y="106"/>
                    <a:pt x="43" y="106"/>
                  </a:cubicBezTo>
                  <a:cubicBezTo>
                    <a:pt x="31" y="118"/>
                    <a:pt x="31" y="118"/>
                    <a:pt x="31" y="118"/>
                  </a:cubicBezTo>
                  <a:cubicBezTo>
                    <a:pt x="31" y="118"/>
                    <a:pt x="31" y="119"/>
                    <a:pt x="31" y="120"/>
                  </a:cubicBezTo>
                  <a:cubicBezTo>
                    <a:pt x="31" y="122"/>
                    <a:pt x="30" y="123"/>
                    <a:pt x="29" y="124"/>
                  </a:cubicBezTo>
                  <a:cubicBezTo>
                    <a:pt x="28" y="126"/>
                    <a:pt x="26" y="126"/>
                    <a:pt x="24" y="126"/>
                  </a:cubicBezTo>
                  <a:cubicBezTo>
                    <a:pt x="23" y="126"/>
                    <a:pt x="23" y="125"/>
                    <a:pt x="22" y="125"/>
                  </a:cubicBezTo>
                  <a:cubicBezTo>
                    <a:pt x="19" y="123"/>
                    <a:pt x="19" y="119"/>
                    <a:pt x="21" y="116"/>
                  </a:cubicBezTo>
                  <a:cubicBezTo>
                    <a:pt x="22" y="115"/>
                    <a:pt x="24" y="115"/>
                    <a:pt x="25" y="115"/>
                  </a:cubicBezTo>
                  <a:cubicBezTo>
                    <a:pt x="26" y="115"/>
                    <a:pt x="27" y="114"/>
                    <a:pt x="28" y="114"/>
                  </a:cubicBezTo>
                  <a:cubicBezTo>
                    <a:pt x="39" y="103"/>
                    <a:pt x="39" y="103"/>
                    <a:pt x="39" y="103"/>
                  </a:cubicBezTo>
                  <a:cubicBezTo>
                    <a:pt x="40" y="102"/>
                    <a:pt x="40" y="100"/>
                    <a:pt x="39" y="99"/>
                  </a:cubicBezTo>
                  <a:cubicBezTo>
                    <a:pt x="33" y="93"/>
                    <a:pt x="30" y="85"/>
                    <a:pt x="29" y="76"/>
                  </a:cubicBezTo>
                  <a:cubicBezTo>
                    <a:pt x="28" y="75"/>
                    <a:pt x="27" y="74"/>
                    <a:pt x="26" y="74"/>
                  </a:cubicBezTo>
                  <a:cubicBezTo>
                    <a:pt x="13" y="74"/>
                    <a:pt x="13" y="74"/>
                    <a:pt x="13" y="74"/>
                  </a:cubicBezTo>
                  <a:cubicBezTo>
                    <a:pt x="12" y="74"/>
                    <a:pt x="11" y="75"/>
                    <a:pt x="11" y="76"/>
                  </a:cubicBezTo>
                  <a:cubicBezTo>
                    <a:pt x="10" y="78"/>
                    <a:pt x="9" y="79"/>
                    <a:pt x="7" y="78"/>
                  </a:cubicBezTo>
                  <a:cubicBezTo>
                    <a:pt x="6" y="78"/>
                    <a:pt x="5" y="77"/>
                    <a:pt x="5" y="76"/>
                  </a:cubicBezTo>
                  <a:cubicBezTo>
                    <a:pt x="5" y="66"/>
                    <a:pt x="5" y="66"/>
                    <a:pt x="5" y="66"/>
                  </a:cubicBezTo>
                  <a:cubicBezTo>
                    <a:pt x="5" y="66"/>
                    <a:pt x="5" y="65"/>
                    <a:pt x="6" y="65"/>
                  </a:cubicBezTo>
                  <a:cubicBezTo>
                    <a:pt x="8" y="63"/>
                    <a:pt x="11" y="64"/>
                    <a:pt x="11" y="67"/>
                  </a:cubicBezTo>
                  <a:cubicBezTo>
                    <a:pt x="11" y="68"/>
                    <a:pt x="11" y="68"/>
                    <a:pt x="12" y="68"/>
                  </a:cubicBezTo>
                  <a:cubicBezTo>
                    <a:pt x="26" y="68"/>
                    <a:pt x="26" y="68"/>
                    <a:pt x="26" y="68"/>
                  </a:cubicBezTo>
                  <a:cubicBezTo>
                    <a:pt x="27" y="68"/>
                    <a:pt x="28" y="67"/>
                    <a:pt x="29" y="66"/>
                  </a:cubicBezTo>
                  <a:cubicBezTo>
                    <a:pt x="30" y="57"/>
                    <a:pt x="33" y="50"/>
                    <a:pt x="39" y="43"/>
                  </a:cubicBezTo>
                  <a:cubicBezTo>
                    <a:pt x="40" y="42"/>
                    <a:pt x="40" y="40"/>
                    <a:pt x="39" y="39"/>
                  </a:cubicBezTo>
                  <a:cubicBezTo>
                    <a:pt x="28" y="28"/>
                    <a:pt x="28" y="28"/>
                    <a:pt x="28" y="28"/>
                  </a:cubicBezTo>
                  <a:cubicBezTo>
                    <a:pt x="27" y="28"/>
                    <a:pt x="26" y="27"/>
                    <a:pt x="25" y="27"/>
                  </a:cubicBezTo>
                  <a:cubicBezTo>
                    <a:pt x="22" y="28"/>
                    <a:pt x="19" y="25"/>
                    <a:pt x="19" y="21"/>
                  </a:cubicBezTo>
                  <a:cubicBezTo>
                    <a:pt x="19" y="21"/>
                    <a:pt x="19" y="21"/>
                    <a:pt x="19" y="21"/>
                  </a:cubicBezTo>
                  <a:cubicBezTo>
                    <a:pt x="20" y="18"/>
                    <a:pt x="22" y="16"/>
                    <a:pt x="25" y="16"/>
                  </a:cubicBezTo>
                  <a:cubicBezTo>
                    <a:pt x="27" y="16"/>
                    <a:pt x="28" y="17"/>
                    <a:pt x="29" y="18"/>
                  </a:cubicBezTo>
                  <a:cubicBezTo>
                    <a:pt x="30" y="19"/>
                    <a:pt x="31" y="21"/>
                    <a:pt x="31" y="23"/>
                  </a:cubicBezTo>
                  <a:cubicBezTo>
                    <a:pt x="31" y="23"/>
                    <a:pt x="31" y="23"/>
                    <a:pt x="31" y="24"/>
                  </a:cubicBezTo>
                  <a:cubicBezTo>
                    <a:pt x="43" y="36"/>
                    <a:pt x="43" y="36"/>
                    <a:pt x="43" y="36"/>
                  </a:cubicBezTo>
                  <a:cubicBezTo>
                    <a:pt x="44" y="37"/>
                    <a:pt x="45" y="37"/>
                    <a:pt x="47" y="36"/>
                  </a:cubicBezTo>
                  <a:cubicBezTo>
                    <a:pt x="53" y="32"/>
                    <a:pt x="60" y="29"/>
                    <a:pt x="67" y="29"/>
                  </a:cubicBezTo>
                  <a:cubicBezTo>
                    <a:pt x="67" y="29"/>
                    <a:pt x="68" y="28"/>
                    <a:pt x="68" y="27"/>
                  </a:cubicBezTo>
                  <a:cubicBezTo>
                    <a:pt x="68" y="12"/>
                    <a:pt x="68" y="12"/>
                    <a:pt x="68" y="12"/>
                  </a:cubicBezTo>
                  <a:cubicBezTo>
                    <a:pt x="68" y="12"/>
                    <a:pt x="67" y="11"/>
                    <a:pt x="67" y="11"/>
                  </a:cubicBezTo>
                  <a:cubicBezTo>
                    <a:pt x="64" y="11"/>
                    <a:pt x="62" y="8"/>
                    <a:pt x="65" y="6"/>
                  </a:cubicBezTo>
                  <a:cubicBezTo>
                    <a:pt x="65" y="6"/>
                    <a:pt x="65" y="5"/>
                    <a:pt x="66" y="5"/>
                  </a:cubicBezTo>
                  <a:cubicBezTo>
                    <a:pt x="75" y="5"/>
                    <a:pt x="75" y="5"/>
                    <a:pt x="75" y="5"/>
                  </a:cubicBezTo>
                  <a:cubicBezTo>
                    <a:pt x="77" y="5"/>
                    <a:pt x="78" y="6"/>
                    <a:pt x="78" y="8"/>
                  </a:cubicBezTo>
                  <a:cubicBezTo>
                    <a:pt x="78" y="9"/>
                    <a:pt x="77" y="11"/>
                    <a:pt x="76" y="11"/>
                  </a:cubicBezTo>
                  <a:cubicBezTo>
                    <a:pt x="75" y="11"/>
                    <a:pt x="74" y="12"/>
                    <a:pt x="74" y="14"/>
                  </a:cubicBezTo>
                  <a:cubicBezTo>
                    <a:pt x="74" y="26"/>
                    <a:pt x="74" y="26"/>
                    <a:pt x="74" y="26"/>
                  </a:cubicBezTo>
                  <a:cubicBezTo>
                    <a:pt x="74" y="27"/>
                    <a:pt x="75" y="29"/>
                    <a:pt x="76" y="29"/>
                  </a:cubicBezTo>
                  <a:cubicBezTo>
                    <a:pt x="83" y="30"/>
                    <a:pt x="89" y="32"/>
                    <a:pt x="95" y="36"/>
                  </a:cubicBezTo>
                  <a:cubicBezTo>
                    <a:pt x="96" y="37"/>
                    <a:pt x="98" y="37"/>
                    <a:pt x="99" y="36"/>
                  </a:cubicBezTo>
                  <a:cubicBezTo>
                    <a:pt x="110" y="24"/>
                    <a:pt x="110" y="24"/>
                    <a:pt x="110" y="24"/>
                  </a:cubicBezTo>
                  <a:cubicBezTo>
                    <a:pt x="111" y="24"/>
                    <a:pt x="111" y="23"/>
                    <a:pt x="111" y="22"/>
                  </a:cubicBezTo>
                  <a:cubicBezTo>
                    <a:pt x="111" y="20"/>
                    <a:pt x="111" y="19"/>
                    <a:pt x="113" y="18"/>
                  </a:cubicBezTo>
                  <a:cubicBezTo>
                    <a:pt x="114" y="16"/>
                    <a:pt x="116" y="16"/>
                    <a:pt x="118" y="16"/>
                  </a:cubicBezTo>
                  <a:cubicBezTo>
                    <a:pt x="118" y="16"/>
                    <a:pt x="119" y="17"/>
                    <a:pt x="119" y="17"/>
                  </a:cubicBezTo>
                  <a:cubicBezTo>
                    <a:pt x="123" y="19"/>
                    <a:pt x="123" y="23"/>
                    <a:pt x="121" y="26"/>
                  </a:cubicBezTo>
                  <a:cubicBezTo>
                    <a:pt x="119" y="27"/>
                    <a:pt x="118" y="27"/>
                    <a:pt x="116" y="27"/>
                  </a:cubicBezTo>
                  <a:cubicBezTo>
                    <a:pt x="115" y="27"/>
                    <a:pt x="115" y="28"/>
                    <a:pt x="114" y="28"/>
                  </a:cubicBezTo>
                  <a:cubicBezTo>
                    <a:pt x="103" y="39"/>
                    <a:pt x="103" y="39"/>
                    <a:pt x="103" y="39"/>
                  </a:cubicBezTo>
                  <a:cubicBezTo>
                    <a:pt x="102" y="40"/>
                    <a:pt x="102" y="42"/>
                    <a:pt x="103" y="43"/>
                  </a:cubicBezTo>
                  <a:cubicBezTo>
                    <a:pt x="108" y="50"/>
                    <a:pt x="112" y="57"/>
                    <a:pt x="113" y="66"/>
                  </a:cubicBezTo>
                  <a:cubicBezTo>
                    <a:pt x="113" y="67"/>
                    <a:pt x="114" y="68"/>
                    <a:pt x="116" y="68"/>
                  </a:cubicBezTo>
                  <a:cubicBezTo>
                    <a:pt x="128" y="68"/>
                    <a:pt x="128" y="68"/>
                    <a:pt x="128" y="68"/>
                  </a:cubicBezTo>
                  <a:cubicBezTo>
                    <a:pt x="129" y="68"/>
                    <a:pt x="131" y="67"/>
                    <a:pt x="131" y="66"/>
                  </a:cubicBezTo>
                  <a:cubicBezTo>
                    <a:pt x="131" y="65"/>
                    <a:pt x="133" y="64"/>
                    <a:pt x="134" y="64"/>
                  </a:cubicBezTo>
                  <a:cubicBezTo>
                    <a:pt x="136" y="64"/>
                    <a:pt x="136" y="65"/>
                    <a:pt x="136" y="67"/>
                  </a:cubicBezTo>
                  <a:cubicBezTo>
                    <a:pt x="136" y="76"/>
                    <a:pt x="136" y="76"/>
                    <a:pt x="136" y="7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59" name="Google Shape;859;p52"/>
            <p:cNvSpPr/>
            <p:nvPr/>
          </p:nvSpPr>
          <p:spPr>
            <a:xfrm>
              <a:off x="8121111" y="2869876"/>
              <a:ext cx="60552" cy="41835"/>
            </a:xfrm>
            <a:custGeom>
              <a:avLst/>
              <a:gdLst/>
              <a:ahLst/>
              <a:cxnLst/>
              <a:rect l="l" t="t" r="r" b="b"/>
              <a:pathLst>
                <a:path w="23" h="16" extrusionOk="0">
                  <a:moveTo>
                    <a:pt x="20" y="0"/>
                  </a:moveTo>
                  <a:cubicBezTo>
                    <a:pt x="18" y="1"/>
                    <a:pt x="17" y="2"/>
                    <a:pt x="17" y="4"/>
                  </a:cubicBezTo>
                  <a:cubicBezTo>
                    <a:pt x="17" y="4"/>
                    <a:pt x="17" y="4"/>
                    <a:pt x="17" y="4"/>
                  </a:cubicBezTo>
                  <a:cubicBezTo>
                    <a:pt x="17" y="7"/>
                    <a:pt x="15" y="10"/>
                    <a:pt x="11" y="10"/>
                  </a:cubicBezTo>
                  <a:cubicBezTo>
                    <a:pt x="8" y="10"/>
                    <a:pt x="5" y="7"/>
                    <a:pt x="5" y="4"/>
                  </a:cubicBezTo>
                  <a:cubicBezTo>
                    <a:pt x="5" y="4"/>
                    <a:pt x="5" y="4"/>
                    <a:pt x="5" y="4"/>
                  </a:cubicBezTo>
                  <a:cubicBezTo>
                    <a:pt x="5" y="2"/>
                    <a:pt x="4" y="1"/>
                    <a:pt x="3" y="1"/>
                  </a:cubicBezTo>
                  <a:cubicBezTo>
                    <a:pt x="1" y="1"/>
                    <a:pt x="0" y="2"/>
                    <a:pt x="0" y="3"/>
                  </a:cubicBezTo>
                  <a:cubicBezTo>
                    <a:pt x="0" y="4"/>
                    <a:pt x="0" y="4"/>
                    <a:pt x="0" y="4"/>
                  </a:cubicBezTo>
                  <a:cubicBezTo>
                    <a:pt x="0" y="11"/>
                    <a:pt x="5" y="16"/>
                    <a:pt x="11" y="16"/>
                  </a:cubicBezTo>
                  <a:cubicBezTo>
                    <a:pt x="18" y="16"/>
                    <a:pt x="23" y="11"/>
                    <a:pt x="23" y="4"/>
                  </a:cubicBezTo>
                  <a:cubicBezTo>
                    <a:pt x="23" y="4"/>
                    <a:pt x="23" y="3"/>
                    <a:pt x="23" y="3"/>
                  </a:cubicBezTo>
                  <a:cubicBezTo>
                    <a:pt x="22" y="1"/>
                    <a:pt x="21" y="0"/>
                    <a:pt x="2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0" name="Google Shape;860;p52"/>
            <p:cNvSpPr/>
            <p:nvPr/>
          </p:nvSpPr>
          <p:spPr>
            <a:xfrm>
              <a:off x="8202580" y="2935932"/>
              <a:ext cx="59451" cy="57249"/>
            </a:xfrm>
            <a:custGeom>
              <a:avLst/>
              <a:gdLst/>
              <a:ahLst/>
              <a:cxnLst/>
              <a:rect l="l" t="t" r="r" b="b"/>
              <a:pathLst>
                <a:path w="23" h="22" extrusionOk="0">
                  <a:moveTo>
                    <a:pt x="11" y="0"/>
                  </a:moveTo>
                  <a:cubicBezTo>
                    <a:pt x="5" y="0"/>
                    <a:pt x="0" y="5"/>
                    <a:pt x="0" y="11"/>
                  </a:cubicBezTo>
                  <a:cubicBezTo>
                    <a:pt x="0" y="17"/>
                    <a:pt x="5" y="22"/>
                    <a:pt x="11" y="22"/>
                  </a:cubicBezTo>
                  <a:cubicBezTo>
                    <a:pt x="18" y="22"/>
                    <a:pt x="23" y="17"/>
                    <a:pt x="23" y="11"/>
                  </a:cubicBezTo>
                  <a:cubicBezTo>
                    <a:pt x="23" y="5"/>
                    <a:pt x="18" y="0"/>
                    <a:pt x="11" y="0"/>
                  </a:cubicBezTo>
                  <a:close/>
                  <a:moveTo>
                    <a:pt x="11" y="17"/>
                  </a:moveTo>
                  <a:cubicBezTo>
                    <a:pt x="8" y="17"/>
                    <a:pt x="5" y="14"/>
                    <a:pt x="5" y="11"/>
                  </a:cubicBezTo>
                  <a:cubicBezTo>
                    <a:pt x="5" y="8"/>
                    <a:pt x="8" y="5"/>
                    <a:pt x="11" y="5"/>
                  </a:cubicBezTo>
                  <a:cubicBezTo>
                    <a:pt x="15" y="5"/>
                    <a:pt x="17" y="8"/>
                    <a:pt x="17" y="11"/>
                  </a:cubicBezTo>
                  <a:cubicBezTo>
                    <a:pt x="17" y="14"/>
                    <a:pt x="15"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1" name="Google Shape;861;p52"/>
            <p:cNvSpPr/>
            <p:nvPr/>
          </p:nvSpPr>
          <p:spPr>
            <a:xfrm>
              <a:off x="8121111" y="2943639"/>
              <a:ext cx="44038" cy="44037"/>
            </a:xfrm>
            <a:custGeom>
              <a:avLst/>
              <a:gdLst/>
              <a:ahLst/>
              <a:cxnLst/>
              <a:rect l="l" t="t" r="r" b="b"/>
              <a:pathLst>
                <a:path w="17" h="17" extrusionOk="0">
                  <a:moveTo>
                    <a:pt x="14" y="2"/>
                  </a:moveTo>
                  <a:cubicBezTo>
                    <a:pt x="12" y="1"/>
                    <a:pt x="10" y="0"/>
                    <a:pt x="8" y="0"/>
                  </a:cubicBezTo>
                  <a:cubicBezTo>
                    <a:pt x="3" y="1"/>
                    <a:pt x="0" y="5"/>
                    <a:pt x="0" y="10"/>
                  </a:cubicBezTo>
                  <a:cubicBezTo>
                    <a:pt x="1" y="14"/>
                    <a:pt x="4" y="17"/>
                    <a:pt x="9" y="17"/>
                  </a:cubicBezTo>
                  <a:cubicBezTo>
                    <a:pt x="9" y="17"/>
                    <a:pt x="9" y="17"/>
                    <a:pt x="10" y="17"/>
                  </a:cubicBezTo>
                  <a:cubicBezTo>
                    <a:pt x="14" y="17"/>
                    <a:pt x="17" y="13"/>
                    <a:pt x="17" y="8"/>
                  </a:cubicBezTo>
                  <a:cubicBezTo>
                    <a:pt x="17" y="6"/>
                    <a:pt x="16" y="4"/>
                    <a:pt x="14" y="2"/>
                  </a:cubicBezTo>
                  <a:close/>
                  <a:moveTo>
                    <a:pt x="9" y="12"/>
                  </a:moveTo>
                  <a:cubicBezTo>
                    <a:pt x="7" y="12"/>
                    <a:pt x="6" y="11"/>
                    <a:pt x="6" y="9"/>
                  </a:cubicBezTo>
                  <a:cubicBezTo>
                    <a:pt x="6" y="8"/>
                    <a:pt x="7" y="6"/>
                    <a:pt x="8" y="6"/>
                  </a:cubicBezTo>
                  <a:cubicBezTo>
                    <a:pt x="8" y="6"/>
                    <a:pt x="9" y="6"/>
                    <a:pt x="9" y="6"/>
                  </a:cubicBezTo>
                  <a:cubicBezTo>
                    <a:pt x="9" y="6"/>
                    <a:pt x="10" y="6"/>
                    <a:pt x="10" y="7"/>
                  </a:cubicBezTo>
                  <a:cubicBezTo>
                    <a:pt x="11" y="7"/>
                    <a:pt x="11" y="8"/>
                    <a:pt x="11" y="9"/>
                  </a:cubicBezTo>
                  <a:cubicBezTo>
                    <a:pt x="12" y="10"/>
                    <a:pt x="11"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2" name="Google Shape;862;p52"/>
            <p:cNvSpPr/>
            <p:nvPr/>
          </p:nvSpPr>
          <p:spPr>
            <a:xfrm>
              <a:off x="8214691" y="2856665"/>
              <a:ext cx="47340" cy="45138"/>
            </a:xfrm>
            <a:custGeom>
              <a:avLst/>
              <a:gdLst/>
              <a:ahLst/>
              <a:cxnLst/>
              <a:rect l="l" t="t" r="r" b="b"/>
              <a:pathLst>
                <a:path w="18" h="17" extrusionOk="0">
                  <a:moveTo>
                    <a:pt x="4" y="15"/>
                  </a:moveTo>
                  <a:cubicBezTo>
                    <a:pt x="5" y="16"/>
                    <a:pt x="7" y="17"/>
                    <a:pt x="9" y="17"/>
                  </a:cubicBezTo>
                  <a:cubicBezTo>
                    <a:pt x="9" y="17"/>
                    <a:pt x="9" y="17"/>
                    <a:pt x="10" y="17"/>
                  </a:cubicBezTo>
                  <a:cubicBezTo>
                    <a:pt x="14" y="16"/>
                    <a:pt x="18" y="12"/>
                    <a:pt x="17" y="8"/>
                  </a:cubicBezTo>
                  <a:cubicBezTo>
                    <a:pt x="17" y="3"/>
                    <a:pt x="13" y="0"/>
                    <a:pt x="8" y="0"/>
                  </a:cubicBezTo>
                  <a:cubicBezTo>
                    <a:pt x="6" y="0"/>
                    <a:pt x="4" y="1"/>
                    <a:pt x="2" y="3"/>
                  </a:cubicBezTo>
                  <a:cubicBezTo>
                    <a:pt x="1" y="5"/>
                    <a:pt x="0" y="7"/>
                    <a:pt x="1" y="9"/>
                  </a:cubicBezTo>
                  <a:cubicBezTo>
                    <a:pt x="1" y="12"/>
                    <a:pt x="2" y="14"/>
                    <a:pt x="4" y="15"/>
                  </a:cubicBezTo>
                  <a:close/>
                  <a:moveTo>
                    <a:pt x="7" y="7"/>
                  </a:moveTo>
                  <a:cubicBezTo>
                    <a:pt x="7" y="6"/>
                    <a:pt x="8" y="6"/>
                    <a:pt x="9" y="6"/>
                  </a:cubicBezTo>
                  <a:cubicBezTo>
                    <a:pt x="9" y="6"/>
                    <a:pt x="9" y="6"/>
                    <a:pt x="9" y="6"/>
                  </a:cubicBezTo>
                  <a:cubicBezTo>
                    <a:pt x="10" y="6"/>
                    <a:pt x="11" y="7"/>
                    <a:pt x="12" y="8"/>
                  </a:cubicBezTo>
                  <a:cubicBezTo>
                    <a:pt x="12" y="10"/>
                    <a:pt x="11" y="11"/>
                    <a:pt x="9" y="11"/>
                  </a:cubicBezTo>
                  <a:cubicBezTo>
                    <a:pt x="8" y="11"/>
                    <a:pt x="8" y="11"/>
                    <a:pt x="7" y="11"/>
                  </a:cubicBezTo>
                  <a:cubicBezTo>
                    <a:pt x="7" y="10"/>
                    <a:pt x="6" y="9"/>
                    <a:pt x="6" y="9"/>
                  </a:cubicBezTo>
                  <a:cubicBezTo>
                    <a:pt x="6" y="8"/>
                    <a:pt x="6" y="7"/>
                    <a:pt x="7"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3" name="Google Shape;863;p52"/>
            <p:cNvSpPr/>
            <p:nvPr/>
          </p:nvSpPr>
          <p:spPr>
            <a:xfrm>
              <a:off x="8142029" y="285226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4" name="Google Shape;864;p52"/>
            <p:cNvSpPr/>
            <p:nvPr/>
          </p:nvSpPr>
          <p:spPr>
            <a:xfrm>
              <a:off x="8191571" y="2835747"/>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5" name="Google Shape;865;p52"/>
            <p:cNvSpPr/>
            <p:nvPr/>
          </p:nvSpPr>
          <p:spPr>
            <a:xfrm>
              <a:off x="8189369" y="2909510"/>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6" name="Google Shape;866;p52"/>
            <p:cNvSpPr/>
            <p:nvPr/>
          </p:nvSpPr>
          <p:spPr>
            <a:xfrm>
              <a:off x="8181663" y="2995383"/>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7" name="Google Shape;867;p52"/>
            <p:cNvSpPr/>
            <p:nvPr/>
          </p:nvSpPr>
          <p:spPr>
            <a:xfrm>
              <a:off x="8269738" y="2924923"/>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68" name="Google Shape;868;p52"/>
            <p:cNvSpPr/>
            <p:nvPr/>
          </p:nvSpPr>
          <p:spPr>
            <a:xfrm>
              <a:off x="8097991" y="2922721"/>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69" name="Google Shape;869;p52"/>
          <p:cNvGrpSpPr/>
          <p:nvPr/>
        </p:nvGrpSpPr>
        <p:grpSpPr>
          <a:xfrm>
            <a:off x="7963818" y="3278848"/>
            <a:ext cx="362038" cy="331956"/>
            <a:chOff x="8089184" y="3338874"/>
            <a:chExt cx="371016" cy="340189"/>
          </a:xfrm>
        </p:grpSpPr>
        <p:sp>
          <p:nvSpPr>
            <p:cNvPr id="870" name="Google Shape;870;p52"/>
            <p:cNvSpPr/>
            <p:nvPr/>
          </p:nvSpPr>
          <p:spPr>
            <a:xfrm>
              <a:off x="8089184" y="3338874"/>
              <a:ext cx="371016"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10"/>
                    <a:pt x="142" y="10"/>
                    <a:pt x="142" y="10"/>
                  </a:cubicBezTo>
                  <a:cubicBezTo>
                    <a:pt x="142" y="6"/>
                    <a:pt x="138" y="1"/>
                    <a:pt x="134" y="0"/>
                  </a:cubicBezTo>
                  <a:close/>
                  <a:moveTo>
                    <a:pt x="92" y="124"/>
                  </a:moveTo>
                  <a:cubicBezTo>
                    <a:pt x="49" y="124"/>
                    <a:pt x="49" y="124"/>
                    <a:pt x="49" y="124"/>
                  </a:cubicBezTo>
                  <a:cubicBezTo>
                    <a:pt x="49" y="118"/>
                    <a:pt x="49" y="118"/>
                    <a:pt x="49" y="118"/>
                  </a:cubicBezTo>
                  <a:cubicBezTo>
                    <a:pt x="92" y="118"/>
                    <a:pt x="92" y="118"/>
                    <a:pt x="92" y="118"/>
                  </a:cubicBezTo>
                  <a:lnTo>
                    <a:pt x="92" y="124"/>
                  </a:lnTo>
                  <a:close/>
                  <a:moveTo>
                    <a:pt x="8" y="6"/>
                  </a:moveTo>
                  <a:cubicBezTo>
                    <a:pt x="134" y="6"/>
                    <a:pt x="134" y="6"/>
                    <a:pt x="134" y="6"/>
                  </a:cubicBezTo>
                  <a:cubicBezTo>
                    <a:pt x="135" y="6"/>
                    <a:pt x="136" y="7"/>
                    <a:pt x="136" y="9"/>
                  </a:cubicBezTo>
                  <a:cubicBezTo>
                    <a:pt x="136" y="15"/>
                    <a:pt x="136" y="15"/>
                    <a:pt x="136" y="15"/>
                  </a:cubicBezTo>
                  <a:cubicBezTo>
                    <a:pt x="5" y="15"/>
                    <a:pt x="5" y="15"/>
                    <a:pt x="5" y="15"/>
                  </a:cubicBezTo>
                  <a:cubicBezTo>
                    <a:pt x="5" y="9"/>
                    <a:pt x="5" y="9"/>
                    <a:pt x="5" y="9"/>
                  </a:cubicBezTo>
                  <a:cubicBezTo>
                    <a:pt x="5" y="8"/>
                    <a:pt x="6" y="6"/>
                    <a:pt x="8" y="6"/>
                  </a:cubicBezTo>
                  <a:close/>
                  <a:moveTo>
                    <a:pt x="85" y="113"/>
                  </a:moveTo>
                  <a:cubicBezTo>
                    <a:pt x="56" y="113"/>
                    <a:pt x="56" y="113"/>
                    <a:pt x="56" y="113"/>
                  </a:cubicBezTo>
                  <a:cubicBezTo>
                    <a:pt x="56" y="96"/>
                    <a:pt x="56" y="96"/>
                    <a:pt x="56" y="96"/>
                  </a:cubicBezTo>
                  <a:cubicBezTo>
                    <a:pt x="85" y="96"/>
                    <a:pt x="85" y="96"/>
                    <a:pt x="85" y="96"/>
                  </a:cubicBezTo>
                  <a:lnTo>
                    <a:pt x="85" y="113"/>
                  </a:lnTo>
                  <a:close/>
                  <a:moveTo>
                    <a:pt x="134" y="90"/>
                  </a:moveTo>
                  <a:cubicBezTo>
                    <a:pt x="8" y="90"/>
                    <a:pt x="8" y="90"/>
                    <a:pt x="8" y="90"/>
                  </a:cubicBezTo>
                  <a:cubicBezTo>
                    <a:pt x="6" y="90"/>
                    <a:pt x="5" y="89"/>
                    <a:pt x="5" y="88"/>
                  </a:cubicBezTo>
                  <a:cubicBezTo>
                    <a:pt x="5" y="82"/>
                    <a:pt x="5" y="82"/>
                    <a:pt x="5" y="82"/>
                  </a:cubicBezTo>
                  <a:cubicBezTo>
                    <a:pt x="58" y="82"/>
                    <a:pt x="58" y="82"/>
                    <a:pt x="58" y="82"/>
                  </a:cubicBezTo>
                  <a:cubicBezTo>
                    <a:pt x="59" y="82"/>
                    <a:pt x="61" y="81"/>
                    <a:pt x="61" y="80"/>
                  </a:cubicBezTo>
                  <a:cubicBezTo>
                    <a:pt x="61" y="78"/>
                    <a:pt x="60" y="76"/>
                    <a:pt x="58" y="76"/>
                  </a:cubicBezTo>
                  <a:cubicBezTo>
                    <a:pt x="5" y="76"/>
                    <a:pt x="5" y="76"/>
                    <a:pt x="5" y="76"/>
                  </a:cubicBezTo>
                  <a:cubicBezTo>
                    <a:pt x="5" y="20"/>
                    <a:pt x="5" y="20"/>
                    <a:pt x="5" y="20"/>
                  </a:cubicBezTo>
                  <a:cubicBezTo>
                    <a:pt x="136" y="20"/>
                    <a:pt x="136" y="20"/>
                    <a:pt x="136" y="20"/>
                  </a:cubicBezTo>
                  <a:cubicBezTo>
                    <a:pt x="136" y="76"/>
                    <a:pt x="136" y="76"/>
                    <a:pt x="136" y="76"/>
                  </a:cubicBezTo>
                  <a:cubicBezTo>
                    <a:pt x="83" y="76"/>
                    <a:pt x="83" y="76"/>
                    <a:pt x="83" y="76"/>
                  </a:cubicBezTo>
                  <a:cubicBezTo>
                    <a:pt x="82" y="76"/>
                    <a:pt x="81" y="77"/>
                    <a:pt x="81" y="78"/>
                  </a:cubicBezTo>
                  <a:cubicBezTo>
                    <a:pt x="80" y="80"/>
                    <a:pt x="82" y="82"/>
                    <a:pt x="83" y="82"/>
                  </a:cubicBezTo>
                  <a:cubicBezTo>
                    <a:pt x="136" y="82"/>
                    <a:pt x="136" y="82"/>
                    <a:pt x="136" y="82"/>
                  </a:cubicBezTo>
                  <a:cubicBezTo>
                    <a:pt x="136" y="88"/>
                    <a:pt x="136" y="88"/>
                    <a:pt x="136" y="88"/>
                  </a:cubicBezTo>
                  <a:cubicBezTo>
                    <a:pt x="136" y="89"/>
                    <a:pt x="135" y="90"/>
                    <a:pt x="134" y="9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1" name="Google Shape;871;p52"/>
            <p:cNvSpPr/>
            <p:nvPr/>
          </p:nvSpPr>
          <p:spPr>
            <a:xfrm>
              <a:off x="8222397" y="3409334"/>
              <a:ext cx="104589" cy="106790"/>
            </a:xfrm>
            <a:custGeom>
              <a:avLst/>
              <a:gdLst/>
              <a:ahLst/>
              <a:cxnLst/>
              <a:rect l="l" t="t" r="r" b="b"/>
              <a:pathLst>
                <a:path w="40" h="41" extrusionOk="0">
                  <a:moveTo>
                    <a:pt x="36" y="21"/>
                  </a:moveTo>
                  <a:cubicBezTo>
                    <a:pt x="38" y="19"/>
                    <a:pt x="40" y="16"/>
                    <a:pt x="40" y="13"/>
                  </a:cubicBezTo>
                  <a:cubicBezTo>
                    <a:pt x="40" y="10"/>
                    <a:pt x="38" y="7"/>
                    <a:pt x="36" y="5"/>
                  </a:cubicBezTo>
                  <a:cubicBezTo>
                    <a:pt x="32" y="0"/>
                    <a:pt x="24" y="0"/>
                    <a:pt x="20" y="5"/>
                  </a:cubicBezTo>
                  <a:cubicBezTo>
                    <a:pt x="3" y="21"/>
                    <a:pt x="3" y="21"/>
                    <a:pt x="3" y="21"/>
                  </a:cubicBezTo>
                  <a:cubicBezTo>
                    <a:pt x="1" y="24"/>
                    <a:pt x="0" y="26"/>
                    <a:pt x="0" y="30"/>
                  </a:cubicBezTo>
                  <a:cubicBezTo>
                    <a:pt x="0" y="33"/>
                    <a:pt x="1" y="35"/>
                    <a:pt x="3" y="38"/>
                  </a:cubicBezTo>
                  <a:cubicBezTo>
                    <a:pt x="6" y="40"/>
                    <a:pt x="8" y="41"/>
                    <a:pt x="11" y="41"/>
                  </a:cubicBezTo>
                  <a:cubicBezTo>
                    <a:pt x="15" y="41"/>
                    <a:pt x="17" y="40"/>
                    <a:pt x="20" y="38"/>
                  </a:cubicBezTo>
                  <a:lnTo>
                    <a:pt x="36" y="21"/>
                  </a:lnTo>
                  <a:close/>
                  <a:moveTo>
                    <a:pt x="24" y="9"/>
                  </a:moveTo>
                  <a:cubicBezTo>
                    <a:pt x="25" y="8"/>
                    <a:pt x="27" y="7"/>
                    <a:pt x="28" y="7"/>
                  </a:cubicBezTo>
                  <a:cubicBezTo>
                    <a:pt x="30" y="7"/>
                    <a:pt x="31" y="8"/>
                    <a:pt x="32" y="9"/>
                  </a:cubicBezTo>
                  <a:cubicBezTo>
                    <a:pt x="33" y="10"/>
                    <a:pt x="34" y="11"/>
                    <a:pt x="34" y="13"/>
                  </a:cubicBezTo>
                  <a:cubicBezTo>
                    <a:pt x="34" y="14"/>
                    <a:pt x="33" y="16"/>
                    <a:pt x="32" y="17"/>
                  </a:cubicBezTo>
                  <a:cubicBezTo>
                    <a:pt x="26" y="23"/>
                    <a:pt x="26" y="23"/>
                    <a:pt x="26" y="23"/>
                  </a:cubicBezTo>
                  <a:cubicBezTo>
                    <a:pt x="18" y="15"/>
                    <a:pt x="18" y="15"/>
                    <a:pt x="18" y="15"/>
                  </a:cubicBezTo>
                  <a:lnTo>
                    <a:pt x="24" y="9"/>
                  </a:lnTo>
                  <a:close/>
                  <a:moveTo>
                    <a:pt x="11" y="35"/>
                  </a:moveTo>
                  <a:cubicBezTo>
                    <a:pt x="10" y="35"/>
                    <a:pt x="8" y="35"/>
                    <a:pt x="7" y="34"/>
                  </a:cubicBezTo>
                  <a:cubicBezTo>
                    <a:pt x="5" y="31"/>
                    <a:pt x="5" y="28"/>
                    <a:pt x="7" y="25"/>
                  </a:cubicBezTo>
                  <a:cubicBezTo>
                    <a:pt x="14" y="19"/>
                    <a:pt x="14" y="19"/>
                    <a:pt x="14" y="19"/>
                  </a:cubicBezTo>
                  <a:cubicBezTo>
                    <a:pt x="22" y="27"/>
                    <a:pt x="22" y="27"/>
                    <a:pt x="22" y="27"/>
                  </a:cubicBezTo>
                  <a:cubicBezTo>
                    <a:pt x="16" y="34"/>
                    <a:pt x="16" y="34"/>
                    <a:pt x="16" y="34"/>
                  </a:cubicBezTo>
                  <a:cubicBezTo>
                    <a:pt x="15" y="35"/>
                    <a:pt x="13" y="35"/>
                    <a:pt x="11" y="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2" name="Google Shape;872;p52"/>
            <p:cNvSpPr/>
            <p:nvPr/>
          </p:nvSpPr>
          <p:spPr>
            <a:xfrm>
              <a:off x="8306069" y="3451169"/>
              <a:ext cx="112296" cy="55047"/>
            </a:xfrm>
            <a:custGeom>
              <a:avLst/>
              <a:gdLst/>
              <a:ahLst/>
              <a:cxnLst/>
              <a:rect l="l" t="t" r="r" b="b"/>
              <a:pathLst>
                <a:path w="43" h="21" extrusionOk="0">
                  <a:moveTo>
                    <a:pt x="3" y="16"/>
                  </a:moveTo>
                  <a:cubicBezTo>
                    <a:pt x="1" y="16"/>
                    <a:pt x="0" y="17"/>
                    <a:pt x="0" y="19"/>
                  </a:cubicBezTo>
                  <a:cubicBezTo>
                    <a:pt x="0" y="20"/>
                    <a:pt x="2" y="21"/>
                    <a:pt x="3" y="21"/>
                  </a:cubicBezTo>
                  <a:cubicBezTo>
                    <a:pt x="22" y="21"/>
                    <a:pt x="22" y="21"/>
                    <a:pt x="22" y="21"/>
                  </a:cubicBezTo>
                  <a:cubicBezTo>
                    <a:pt x="23" y="21"/>
                    <a:pt x="23" y="21"/>
                    <a:pt x="24" y="21"/>
                  </a:cubicBezTo>
                  <a:cubicBezTo>
                    <a:pt x="30" y="16"/>
                    <a:pt x="30" y="16"/>
                    <a:pt x="30" y="16"/>
                  </a:cubicBezTo>
                  <a:cubicBezTo>
                    <a:pt x="31" y="17"/>
                    <a:pt x="33" y="17"/>
                    <a:pt x="35" y="17"/>
                  </a:cubicBezTo>
                  <a:cubicBezTo>
                    <a:pt x="39" y="17"/>
                    <a:pt x="42" y="13"/>
                    <a:pt x="42" y="9"/>
                  </a:cubicBezTo>
                  <a:cubicBezTo>
                    <a:pt x="43" y="4"/>
                    <a:pt x="38" y="0"/>
                    <a:pt x="33" y="0"/>
                  </a:cubicBezTo>
                  <a:cubicBezTo>
                    <a:pt x="29" y="1"/>
                    <a:pt x="26" y="4"/>
                    <a:pt x="26" y="8"/>
                  </a:cubicBezTo>
                  <a:cubicBezTo>
                    <a:pt x="25" y="9"/>
                    <a:pt x="26" y="11"/>
                    <a:pt x="26" y="12"/>
                  </a:cubicBezTo>
                  <a:cubicBezTo>
                    <a:pt x="21" y="16"/>
                    <a:pt x="21" y="16"/>
                    <a:pt x="21" y="16"/>
                  </a:cubicBezTo>
                  <a:lnTo>
                    <a:pt x="3" y="16"/>
                  </a:lnTo>
                  <a:close/>
                  <a:moveTo>
                    <a:pt x="34" y="6"/>
                  </a:moveTo>
                  <a:cubicBezTo>
                    <a:pt x="35" y="6"/>
                    <a:pt x="37" y="7"/>
                    <a:pt x="37" y="9"/>
                  </a:cubicBezTo>
                  <a:cubicBezTo>
                    <a:pt x="37" y="10"/>
                    <a:pt x="35" y="11"/>
                    <a:pt x="34" y="11"/>
                  </a:cubicBezTo>
                  <a:cubicBezTo>
                    <a:pt x="32" y="11"/>
                    <a:pt x="31" y="10"/>
                    <a:pt x="31" y="9"/>
                  </a:cubicBezTo>
                  <a:cubicBezTo>
                    <a:pt x="31" y="7"/>
                    <a:pt x="32" y="6"/>
                    <a:pt x="3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3" name="Google Shape;873;p52"/>
            <p:cNvSpPr/>
            <p:nvPr/>
          </p:nvSpPr>
          <p:spPr>
            <a:xfrm>
              <a:off x="8131020" y="3417040"/>
              <a:ext cx="112296" cy="55047"/>
            </a:xfrm>
            <a:custGeom>
              <a:avLst/>
              <a:gdLst/>
              <a:ahLst/>
              <a:cxnLst/>
              <a:rect l="l" t="t" r="r" b="b"/>
              <a:pathLst>
                <a:path w="43" h="21" extrusionOk="0">
                  <a:moveTo>
                    <a:pt x="40" y="6"/>
                  </a:moveTo>
                  <a:cubicBezTo>
                    <a:pt x="41" y="6"/>
                    <a:pt x="43" y="4"/>
                    <a:pt x="42" y="2"/>
                  </a:cubicBezTo>
                  <a:cubicBezTo>
                    <a:pt x="42" y="1"/>
                    <a:pt x="41" y="0"/>
                    <a:pt x="40" y="0"/>
                  </a:cubicBezTo>
                  <a:cubicBezTo>
                    <a:pt x="20" y="0"/>
                    <a:pt x="20" y="0"/>
                    <a:pt x="20" y="0"/>
                  </a:cubicBezTo>
                  <a:cubicBezTo>
                    <a:pt x="20" y="0"/>
                    <a:pt x="19" y="0"/>
                    <a:pt x="19" y="1"/>
                  </a:cubicBezTo>
                  <a:cubicBezTo>
                    <a:pt x="13" y="5"/>
                    <a:pt x="13" y="5"/>
                    <a:pt x="13" y="5"/>
                  </a:cubicBezTo>
                  <a:cubicBezTo>
                    <a:pt x="11" y="4"/>
                    <a:pt x="10" y="4"/>
                    <a:pt x="8" y="4"/>
                  </a:cubicBezTo>
                  <a:cubicBezTo>
                    <a:pt x="4" y="4"/>
                    <a:pt x="1" y="8"/>
                    <a:pt x="0" y="12"/>
                  </a:cubicBezTo>
                  <a:cubicBezTo>
                    <a:pt x="0" y="17"/>
                    <a:pt x="4" y="21"/>
                    <a:pt x="9" y="21"/>
                  </a:cubicBezTo>
                  <a:cubicBezTo>
                    <a:pt x="13" y="20"/>
                    <a:pt x="17" y="17"/>
                    <a:pt x="17" y="13"/>
                  </a:cubicBezTo>
                  <a:cubicBezTo>
                    <a:pt x="17" y="12"/>
                    <a:pt x="17" y="10"/>
                    <a:pt x="16" y="9"/>
                  </a:cubicBezTo>
                  <a:cubicBezTo>
                    <a:pt x="21" y="6"/>
                    <a:pt x="21" y="6"/>
                    <a:pt x="21" y="6"/>
                  </a:cubicBezTo>
                  <a:cubicBezTo>
                    <a:pt x="40" y="6"/>
                    <a:pt x="40" y="6"/>
                    <a:pt x="40" y="6"/>
                  </a:cubicBezTo>
                  <a:close/>
                  <a:moveTo>
                    <a:pt x="9" y="15"/>
                  </a:moveTo>
                  <a:cubicBezTo>
                    <a:pt x="7" y="15"/>
                    <a:pt x="6" y="14"/>
                    <a:pt x="6" y="12"/>
                  </a:cubicBezTo>
                  <a:cubicBezTo>
                    <a:pt x="6" y="11"/>
                    <a:pt x="7" y="10"/>
                    <a:pt x="9" y="10"/>
                  </a:cubicBezTo>
                  <a:cubicBezTo>
                    <a:pt x="10" y="10"/>
                    <a:pt x="11" y="11"/>
                    <a:pt x="11" y="12"/>
                  </a:cubicBezTo>
                  <a:cubicBezTo>
                    <a:pt x="11" y="14"/>
                    <a:pt x="10" y="15"/>
                    <a:pt x="9"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4" name="Google Shape;874;p52"/>
            <p:cNvSpPr/>
            <p:nvPr/>
          </p:nvSpPr>
          <p:spPr>
            <a:xfrm>
              <a:off x="8267536" y="3537042"/>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5" name="Google Shape;875;p52"/>
          <p:cNvGrpSpPr/>
          <p:nvPr/>
        </p:nvGrpSpPr>
        <p:grpSpPr>
          <a:xfrm>
            <a:off x="7121570" y="3288517"/>
            <a:ext cx="364186" cy="311544"/>
            <a:chOff x="7222746" y="3348783"/>
            <a:chExt cx="373218" cy="319270"/>
          </a:xfrm>
        </p:grpSpPr>
        <p:sp>
          <p:nvSpPr>
            <p:cNvPr id="876" name="Google Shape;876;p52"/>
            <p:cNvSpPr/>
            <p:nvPr/>
          </p:nvSpPr>
          <p:spPr>
            <a:xfrm>
              <a:off x="7222746" y="3348783"/>
              <a:ext cx="373218" cy="319270"/>
            </a:xfrm>
            <a:custGeom>
              <a:avLst/>
              <a:gdLst/>
              <a:ahLst/>
              <a:cxnLst/>
              <a:rect l="l" t="t" r="r" b="b"/>
              <a:pathLst>
                <a:path w="143" h="122" extrusionOk="0">
                  <a:moveTo>
                    <a:pt x="139" y="61"/>
                  </a:moveTo>
                  <a:cubicBezTo>
                    <a:pt x="139" y="21"/>
                    <a:pt x="139" y="21"/>
                    <a:pt x="139" y="21"/>
                  </a:cubicBezTo>
                  <a:cubicBezTo>
                    <a:pt x="141" y="20"/>
                    <a:pt x="142" y="19"/>
                    <a:pt x="142" y="16"/>
                  </a:cubicBezTo>
                  <a:cubicBezTo>
                    <a:pt x="142" y="6"/>
                    <a:pt x="142" y="6"/>
                    <a:pt x="142" y="6"/>
                  </a:cubicBezTo>
                  <a:cubicBezTo>
                    <a:pt x="142" y="3"/>
                    <a:pt x="140" y="0"/>
                    <a:pt x="137" y="0"/>
                  </a:cubicBezTo>
                  <a:cubicBezTo>
                    <a:pt x="119" y="0"/>
                    <a:pt x="119" y="0"/>
                    <a:pt x="119" y="0"/>
                  </a:cubicBezTo>
                  <a:cubicBezTo>
                    <a:pt x="115" y="0"/>
                    <a:pt x="113" y="3"/>
                    <a:pt x="113" y="6"/>
                  </a:cubicBezTo>
                  <a:cubicBezTo>
                    <a:pt x="113" y="16"/>
                    <a:pt x="113" y="16"/>
                    <a:pt x="113" y="16"/>
                  </a:cubicBezTo>
                  <a:cubicBezTo>
                    <a:pt x="113" y="19"/>
                    <a:pt x="114" y="21"/>
                    <a:pt x="116" y="21"/>
                  </a:cubicBezTo>
                  <a:cubicBezTo>
                    <a:pt x="116" y="61"/>
                    <a:pt x="116" y="61"/>
                    <a:pt x="116" y="61"/>
                  </a:cubicBezTo>
                  <a:cubicBezTo>
                    <a:pt x="102" y="61"/>
                    <a:pt x="102" y="61"/>
                    <a:pt x="102" y="61"/>
                  </a:cubicBezTo>
                  <a:cubicBezTo>
                    <a:pt x="102" y="21"/>
                    <a:pt x="102" y="21"/>
                    <a:pt x="102" y="21"/>
                  </a:cubicBezTo>
                  <a:cubicBezTo>
                    <a:pt x="103" y="21"/>
                    <a:pt x="105" y="19"/>
                    <a:pt x="105" y="16"/>
                  </a:cubicBezTo>
                  <a:cubicBezTo>
                    <a:pt x="105" y="6"/>
                    <a:pt x="105" y="6"/>
                    <a:pt x="105" y="6"/>
                  </a:cubicBezTo>
                  <a:cubicBezTo>
                    <a:pt x="105" y="3"/>
                    <a:pt x="102" y="0"/>
                    <a:pt x="99" y="0"/>
                  </a:cubicBezTo>
                  <a:cubicBezTo>
                    <a:pt x="81" y="0"/>
                    <a:pt x="81" y="0"/>
                    <a:pt x="81" y="0"/>
                  </a:cubicBezTo>
                  <a:cubicBezTo>
                    <a:pt x="78" y="0"/>
                    <a:pt x="75" y="3"/>
                    <a:pt x="75" y="6"/>
                  </a:cubicBezTo>
                  <a:cubicBezTo>
                    <a:pt x="75" y="16"/>
                    <a:pt x="75" y="16"/>
                    <a:pt x="75" y="16"/>
                  </a:cubicBezTo>
                  <a:cubicBezTo>
                    <a:pt x="75" y="19"/>
                    <a:pt x="77" y="21"/>
                    <a:pt x="79" y="21"/>
                  </a:cubicBezTo>
                  <a:cubicBezTo>
                    <a:pt x="79" y="61"/>
                    <a:pt x="79" y="61"/>
                    <a:pt x="79" y="61"/>
                  </a:cubicBezTo>
                  <a:cubicBezTo>
                    <a:pt x="64" y="61"/>
                    <a:pt x="64" y="61"/>
                    <a:pt x="64" y="61"/>
                  </a:cubicBezTo>
                  <a:cubicBezTo>
                    <a:pt x="64" y="21"/>
                    <a:pt x="64" y="21"/>
                    <a:pt x="64" y="21"/>
                  </a:cubicBezTo>
                  <a:cubicBezTo>
                    <a:pt x="66" y="21"/>
                    <a:pt x="67" y="19"/>
                    <a:pt x="67" y="16"/>
                  </a:cubicBezTo>
                  <a:cubicBezTo>
                    <a:pt x="67" y="6"/>
                    <a:pt x="67" y="6"/>
                    <a:pt x="67" y="6"/>
                  </a:cubicBezTo>
                  <a:cubicBezTo>
                    <a:pt x="67" y="3"/>
                    <a:pt x="65" y="0"/>
                    <a:pt x="62" y="0"/>
                  </a:cubicBezTo>
                  <a:cubicBezTo>
                    <a:pt x="43" y="0"/>
                    <a:pt x="43" y="0"/>
                    <a:pt x="43" y="0"/>
                  </a:cubicBezTo>
                  <a:cubicBezTo>
                    <a:pt x="40" y="0"/>
                    <a:pt x="38" y="3"/>
                    <a:pt x="38" y="6"/>
                  </a:cubicBezTo>
                  <a:cubicBezTo>
                    <a:pt x="38" y="16"/>
                    <a:pt x="38" y="16"/>
                    <a:pt x="38" y="16"/>
                  </a:cubicBezTo>
                  <a:cubicBezTo>
                    <a:pt x="38" y="19"/>
                    <a:pt x="39" y="21"/>
                    <a:pt x="41" y="21"/>
                  </a:cubicBezTo>
                  <a:cubicBezTo>
                    <a:pt x="41" y="61"/>
                    <a:pt x="41" y="61"/>
                    <a:pt x="41" y="61"/>
                  </a:cubicBezTo>
                  <a:cubicBezTo>
                    <a:pt x="27" y="61"/>
                    <a:pt x="27" y="61"/>
                    <a:pt x="27" y="61"/>
                  </a:cubicBezTo>
                  <a:cubicBezTo>
                    <a:pt x="27" y="21"/>
                    <a:pt x="27" y="21"/>
                    <a:pt x="27" y="21"/>
                  </a:cubicBezTo>
                  <a:cubicBezTo>
                    <a:pt x="29" y="21"/>
                    <a:pt x="30" y="19"/>
                    <a:pt x="30" y="16"/>
                  </a:cubicBezTo>
                  <a:cubicBezTo>
                    <a:pt x="30" y="6"/>
                    <a:pt x="30" y="6"/>
                    <a:pt x="30" y="6"/>
                  </a:cubicBezTo>
                  <a:cubicBezTo>
                    <a:pt x="30" y="3"/>
                    <a:pt x="28" y="0"/>
                    <a:pt x="24" y="0"/>
                  </a:cubicBezTo>
                  <a:cubicBezTo>
                    <a:pt x="6" y="0"/>
                    <a:pt x="6" y="0"/>
                    <a:pt x="6" y="0"/>
                  </a:cubicBezTo>
                  <a:cubicBezTo>
                    <a:pt x="3" y="0"/>
                    <a:pt x="1" y="3"/>
                    <a:pt x="1" y="6"/>
                  </a:cubicBezTo>
                  <a:cubicBezTo>
                    <a:pt x="1" y="16"/>
                    <a:pt x="1" y="16"/>
                    <a:pt x="1" y="16"/>
                  </a:cubicBezTo>
                  <a:cubicBezTo>
                    <a:pt x="1" y="19"/>
                    <a:pt x="2" y="20"/>
                    <a:pt x="4" y="21"/>
                  </a:cubicBezTo>
                  <a:cubicBezTo>
                    <a:pt x="4" y="61"/>
                    <a:pt x="4" y="61"/>
                    <a:pt x="4" y="61"/>
                  </a:cubicBezTo>
                  <a:cubicBezTo>
                    <a:pt x="2" y="62"/>
                    <a:pt x="0" y="64"/>
                    <a:pt x="0" y="67"/>
                  </a:cubicBezTo>
                  <a:cubicBezTo>
                    <a:pt x="0" y="116"/>
                    <a:pt x="0" y="116"/>
                    <a:pt x="0" y="116"/>
                  </a:cubicBezTo>
                  <a:cubicBezTo>
                    <a:pt x="0" y="119"/>
                    <a:pt x="3" y="122"/>
                    <a:pt x="6" y="122"/>
                  </a:cubicBezTo>
                  <a:cubicBezTo>
                    <a:pt x="24" y="122"/>
                    <a:pt x="24" y="122"/>
                    <a:pt x="24" y="122"/>
                  </a:cubicBezTo>
                  <a:cubicBezTo>
                    <a:pt x="27" y="122"/>
                    <a:pt x="29" y="119"/>
                    <a:pt x="29" y="116"/>
                  </a:cubicBezTo>
                  <a:cubicBezTo>
                    <a:pt x="29" y="110"/>
                    <a:pt x="29" y="110"/>
                    <a:pt x="29" y="110"/>
                  </a:cubicBezTo>
                  <a:cubicBezTo>
                    <a:pt x="59" y="110"/>
                    <a:pt x="59" y="110"/>
                    <a:pt x="59" y="110"/>
                  </a:cubicBezTo>
                  <a:cubicBezTo>
                    <a:pt x="60" y="110"/>
                    <a:pt x="62" y="109"/>
                    <a:pt x="62" y="108"/>
                  </a:cubicBezTo>
                  <a:cubicBezTo>
                    <a:pt x="62" y="106"/>
                    <a:pt x="61" y="105"/>
                    <a:pt x="59" y="105"/>
                  </a:cubicBezTo>
                  <a:cubicBezTo>
                    <a:pt x="6" y="105"/>
                    <a:pt x="6" y="105"/>
                    <a:pt x="6" y="105"/>
                  </a:cubicBezTo>
                  <a:cubicBezTo>
                    <a:pt x="6" y="67"/>
                    <a:pt x="6" y="67"/>
                    <a:pt x="6" y="67"/>
                  </a:cubicBezTo>
                  <a:cubicBezTo>
                    <a:pt x="137" y="67"/>
                    <a:pt x="137" y="67"/>
                    <a:pt x="137" y="67"/>
                  </a:cubicBezTo>
                  <a:cubicBezTo>
                    <a:pt x="137" y="105"/>
                    <a:pt x="137" y="105"/>
                    <a:pt x="137" y="105"/>
                  </a:cubicBezTo>
                  <a:cubicBezTo>
                    <a:pt x="84" y="105"/>
                    <a:pt x="84" y="105"/>
                    <a:pt x="84" y="105"/>
                  </a:cubicBezTo>
                  <a:cubicBezTo>
                    <a:pt x="83" y="105"/>
                    <a:pt x="82" y="106"/>
                    <a:pt x="81" y="107"/>
                  </a:cubicBezTo>
                  <a:cubicBezTo>
                    <a:pt x="81" y="109"/>
                    <a:pt x="82" y="110"/>
                    <a:pt x="84" y="110"/>
                  </a:cubicBezTo>
                  <a:cubicBezTo>
                    <a:pt x="113" y="110"/>
                    <a:pt x="113" y="110"/>
                    <a:pt x="113" y="110"/>
                  </a:cubicBezTo>
                  <a:cubicBezTo>
                    <a:pt x="113" y="116"/>
                    <a:pt x="113" y="116"/>
                    <a:pt x="113" y="116"/>
                  </a:cubicBezTo>
                  <a:cubicBezTo>
                    <a:pt x="113" y="119"/>
                    <a:pt x="116" y="122"/>
                    <a:pt x="119" y="122"/>
                  </a:cubicBezTo>
                  <a:cubicBezTo>
                    <a:pt x="137" y="122"/>
                    <a:pt x="137" y="122"/>
                    <a:pt x="137" y="122"/>
                  </a:cubicBezTo>
                  <a:cubicBezTo>
                    <a:pt x="140" y="122"/>
                    <a:pt x="143" y="119"/>
                    <a:pt x="143" y="116"/>
                  </a:cubicBezTo>
                  <a:cubicBezTo>
                    <a:pt x="143" y="67"/>
                    <a:pt x="143" y="67"/>
                    <a:pt x="143" y="67"/>
                  </a:cubicBezTo>
                  <a:cubicBezTo>
                    <a:pt x="143" y="64"/>
                    <a:pt x="141" y="62"/>
                    <a:pt x="139" y="61"/>
                  </a:cubicBezTo>
                  <a:close/>
                  <a:moveTo>
                    <a:pt x="122" y="22"/>
                  </a:moveTo>
                  <a:cubicBezTo>
                    <a:pt x="134" y="22"/>
                    <a:pt x="134" y="22"/>
                    <a:pt x="134" y="22"/>
                  </a:cubicBezTo>
                  <a:cubicBezTo>
                    <a:pt x="134" y="39"/>
                    <a:pt x="134" y="39"/>
                    <a:pt x="134" y="39"/>
                  </a:cubicBezTo>
                  <a:cubicBezTo>
                    <a:pt x="122" y="39"/>
                    <a:pt x="122" y="39"/>
                    <a:pt x="122" y="39"/>
                  </a:cubicBezTo>
                  <a:lnTo>
                    <a:pt x="122" y="22"/>
                  </a:lnTo>
                  <a:close/>
                  <a:moveTo>
                    <a:pt x="119" y="6"/>
                  </a:moveTo>
                  <a:cubicBezTo>
                    <a:pt x="137" y="6"/>
                    <a:pt x="137" y="6"/>
                    <a:pt x="137" y="6"/>
                  </a:cubicBezTo>
                  <a:cubicBezTo>
                    <a:pt x="137" y="16"/>
                    <a:pt x="137" y="16"/>
                    <a:pt x="137" y="16"/>
                  </a:cubicBezTo>
                  <a:cubicBezTo>
                    <a:pt x="119" y="16"/>
                    <a:pt x="119" y="16"/>
                    <a:pt x="119" y="16"/>
                  </a:cubicBezTo>
                  <a:lnTo>
                    <a:pt x="119" y="6"/>
                  </a:lnTo>
                  <a:close/>
                  <a:moveTo>
                    <a:pt x="122" y="44"/>
                  </a:moveTo>
                  <a:cubicBezTo>
                    <a:pt x="134" y="44"/>
                    <a:pt x="134" y="44"/>
                    <a:pt x="134" y="44"/>
                  </a:cubicBezTo>
                  <a:cubicBezTo>
                    <a:pt x="134" y="61"/>
                    <a:pt x="134" y="61"/>
                    <a:pt x="134" y="61"/>
                  </a:cubicBezTo>
                  <a:cubicBezTo>
                    <a:pt x="122" y="61"/>
                    <a:pt x="122" y="61"/>
                    <a:pt x="122" y="61"/>
                  </a:cubicBezTo>
                  <a:lnTo>
                    <a:pt x="122" y="44"/>
                  </a:lnTo>
                  <a:close/>
                  <a:moveTo>
                    <a:pt x="84" y="22"/>
                  </a:moveTo>
                  <a:cubicBezTo>
                    <a:pt x="96" y="22"/>
                    <a:pt x="96" y="22"/>
                    <a:pt x="96" y="22"/>
                  </a:cubicBezTo>
                  <a:cubicBezTo>
                    <a:pt x="96" y="39"/>
                    <a:pt x="96" y="39"/>
                    <a:pt x="96" y="39"/>
                  </a:cubicBezTo>
                  <a:cubicBezTo>
                    <a:pt x="84" y="39"/>
                    <a:pt x="84" y="39"/>
                    <a:pt x="84" y="39"/>
                  </a:cubicBezTo>
                  <a:lnTo>
                    <a:pt x="84" y="22"/>
                  </a:lnTo>
                  <a:close/>
                  <a:moveTo>
                    <a:pt x="81" y="6"/>
                  </a:moveTo>
                  <a:cubicBezTo>
                    <a:pt x="99" y="6"/>
                    <a:pt x="99" y="6"/>
                    <a:pt x="99" y="6"/>
                  </a:cubicBezTo>
                  <a:cubicBezTo>
                    <a:pt x="99" y="16"/>
                    <a:pt x="99" y="16"/>
                    <a:pt x="99" y="16"/>
                  </a:cubicBezTo>
                  <a:cubicBezTo>
                    <a:pt x="81" y="16"/>
                    <a:pt x="81" y="16"/>
                    <a:pt x="81" y="16"/>
                  </a:cubicBezTo>
                  <a:lnTo>
                    <a:pt x="81" y="6"/>
                  </a:lnTo>
                  <a:close/>
                  <a:moveTo>
                    <a:pt x="84" y="44"/>
                  </a:moveTo>
                  <a:cubicBezTo>
                    <a:pt x="96" y="44"/>
                    <a:pt x="96" y="44"/>
                    <a:pt x="96" y="44"/>
                  </a:cubicBezTo>
                  <a:cubicBezTo>
                    <a:pt x="96" y="61"/>
                    <a:pt x="96" y="61"/>
                    <a:pt x="96" y="61"/>
                  </a:cubicBezTo>
                  <a:cubicBezTo>
                    <a:pt x="84" y="61"/>
                    <a:pt x="84" y="61"/>
                    <a:pt x="84" y="61"/>
                  </a:cubicBezTo>
                  <a:lnTo>
                    <a:pt x="84" y="44"/>
                  </a:lnTo>
                  <a:close/>
                  <a:moveTo>
                    <a:pt x="47" y="22"/>
                  </a:moveTo>
                  <a:cubicBezTo>
                    <a:pt x="58" y="22"/>
                    <a:pt x="58" y="22"/>
                    <a:pt x="58" y="22"/>
                  </a:cubicBezTo>
                  <a:cubicBezTo>
                    <a:pt x="58" y="39"/>
                    <a:pt x="58" y="39"/>
                    <a:pt x="58" y="39"/>
                  </a:cubicBezTo>
                  <a:cubicBezTo>
                    <a:pt x="47" y="39"/>
                    <a:pt x="47" y="39"/>
                    <a:pt x="47" y="39"/>
                  </a:cubicBezTo>
                  <a:lnTo>
                    <a:pt x="47" y="22"/>
                  </a:lnTo>
                  <a:close/>
                  <a:moveTo>
                    <a:pt x="43" y="6"/>
                  </a:moveTo>
                  <a:cubicBezTo>
                    <a:pt x="62" y="6"/>
                    <a:pt x="62" y="6"/>
                    <a:pt x="62" y="6"/>
                  </a:cubicBezTo>
                  <a:cubicBezTo>
                    <a:pt x="62" y="16"/>
                    <a:pt x="62" y="16"/>
                    <a:pt x="62" y="16"/>
                  </a:cubicBezTo>
                  <a:cubicBezTo>
                    <a:pt x="43" y="16"/>
                    <a:pt x="43" y="16"/>
                    <a:pt x="43" y="16"/>
                  </a:cubicBezTo>
                  <a:lnTo>
                    <a:pt x="43" y="6"/>
                  </a:lnTo>
                  <a:close/>
                  <a:moveTo>
                    <a:pt x="47" y="44"/>
                  </a:moveTo>
                  <a:cubicBezTo>
                    <a:pt x="58" y="44"/>
                    <a:pt x="58" y="44"/>
                    <a:pt x="58" y="44"/>
                  </a:cubicBezTo>
                  <a:cubicBezTo>
                    <a:pt x="58" y="61"/>
                    <a:pt x="58" y="61"/>
                    <a:pt x="58" y="61"/>
                  </a:cubicBezTo>
                  <a:cubicBezTo>
                    <a:pt x="47" y="61"/>
                    <a:pt x="47" y="61"/>
                    <a:pt x="47" y="61"/>
                  </a:cubicBezTo>
                  <a:lnTo>
                    <a:pt x="47" y="44"/>
                  </a:lnTo>
                  <a:close/>
                  <a:moveTo>
                    <a:pt x="21" y="39"/>
                  </a:moveTo>
                  <a:cubicBezTo>
                    <a:pt x="9" y="39"/>
                    <a:pt x="9" y="39"/>
                    <a:pt x="9" y="39"/>
                  </a:cubicBezTo>
                  <a:cubicBezTo>
                    <a:pt x="9" y="22"/>
                    <a:pt x="9" y="22"/>
                    <a:pt x="9" y="22"/>
                  </a:cubicBezTo>
                  <a:cubicBezTo>
                    <a:pt x="21" y="22"/>
                    <a:pt x="21" y="22"/>
                    <a:pt x="21" y="22"/>
                  </a:cubicBezTo>
                  <a:lnTo>
                    <a:pt x="21" y="39"/>
                  </a:lnTo>
                  <a:close/>
                  <a:moveTo>
                    <a:pt x="9" y="44"/>
                  </a:moveTo>
                  <a:cubicBezTo>
                    <a:pt x="21" y="44"/>
                    <a:pt x="21" y="44"/>
                    <a:pt x="21" y="44"/>
                  </a:cubicBezTo>
                  <a:cubicBezTo>
                    <a:pt x="21" y="61"/>
                    <a:pt x="21" y="61"/>
                    <a:pt x="21" y="61"/>
                  </a:cubicBezTo>
                  <a:cubicBezTo>
                    <a:pt x="9" y="61"/>
                    <a:pt x="9" y="61"/>
                    <a:pt x="9" y="61"/>
                  </a:cubicBezTo>
                  <a:lnTo>
                    <a:pt x="9" y="44"/>
                  </a:lnTo>
                  <a:close/>
                  <a:moveTo>
                    <a:pt x="6" y="6"/>
                  </a:moveTo>
                  <a:cubicBezTo>
                    <a:pt x="24" y="6"/>
                    <a:pt x="24" y="6"/>
                    <a:pt x="24" y="6"/>
                  </a:cubicBezTo>
                  <a:cubicBezTo>
                    <a:pt x="24" y="16"/>
                    <a:pt x="24" y="16"/>
                    <a:pt x="24" y="16"/>
                  </a:cubicBezTo>
                  <a:cubicBezTo>
                    <a:pt x="6" y="16"/>
                    <a:pt x="6" y="16"/>
                    <a:pt x="6" y="16"/>
                  </a:cubicBezTo>
                  <a:lnTo>
                    <a:pt x="6" y="6"/>
                  </a:lnTo>
                  <a:close/>
                  <a:moveTo>
                    <a:pt x="24" y="110"/>
                  </a:moveTo>
                  <a:cubicBezTo>
                    <a:pt x="24" y="116"/>
                    <a:pt x="24" y="116"/>
                    <a:pt x="24" y="116"/>
                  </a:cubicBezTo>
                  <a:cubicBezTo>
                    <a:pt x="6" y="116"/>
                    <a:pt x="6" y="116"/>
                    <a:pt x="6" y="116"/>
                  </a:cubicBezTo>
                  <a:cubicBezTo>
                    <a:pt x="6" y="110"/>
                    <a:pt x="6" y="110"/>
                    <a:pt x="6" y="110"/>
                  </a:cubicBezTo>
                  <a:lnTo>
                    <a:pt x="24" y="110"/>
                  </a:lnTo>
                  <a:close/>
                  <a:moveTo>
                    <a:pt x="137" y="116"/>
                  </a:moveTo>
                  <a:cubicBezTo>
                    <a:pt x="119" y="116"/>
                    <a:pt x="119" y="116"/>
                    <a:pt x="119" y="116"/>
                  </a:cubicBezTo>
                  <a:cubicBezTo>
                    <a:pt x="119" y="110"/>
                    <a:pt x="119" y="110"/>
                    <a:pt x="119" y="110"/>
                  </a:cubicBezTo>
                  <a:cubicBezTo>
                    <a:pt x="137" y="110"/>
                    <a:pt x="137" y="110"/>
                    <a:pt x="137" y="110"/>
                  </a:cubicBezTo>
                  <a:lnTo>
                    <a:pt x="137" y="11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7" name="Google Shape;877;p52"/>
            <p:cNvSpPr/>
            <p:nvPr/>
          </p:nvSpPr>
          <p:spPr>
            <a:xfrm>
              <a:off x="7339445" y="3545850"/>
              <a:ext cx="138718" cy="55047"/>
            </a:xfrm>
            <a:custGeom>
              <a:avLst/>
              <a:gdLst/>
              <a:ahLst/>
              <a:cxnLst/>
              <a:rect l="l" t="t" r="r" b="b"/>
              <a:pathLst>
                <a:path w="53" h="21" extrusionOk="0">
                  <a:moveTo>
                    <a:pt x="53" y="13"/>
                  </a:moveTo>
                  <a:cubicBezTo>
                    <a:pt x="53" y="9"/>
                    <a:pt x="53" y="9"/>
                    <a:pt x="53" y="9"/>
                  </a:cubicBezTo>
                  <a:cubicBezTo>
                    <a:pt x="53" y="4"/>
                    <a:pt x="49" y="0"/>
                    <a:pt x="44" y="0"/>
                  </a:cubicBezTo>
                  <a:cubicBezTo>
                    <a:pt x="9" y="0"/>
                    <a:pt x="9" y="0"/>
                    <a:pt x="9" y="0"/>
                  </a:cubicBezTo>
                  <a:cubicBezTo>
                    <a:pt x="4" y="0"/>
                    <a:pt x="0" y="4"/>
                    <a:pt x="0" y="9"/>
                  </a:cubicBezTo>
                  <a:cubicBezTo>
                    <a:pt x="0" y="13"/>
                    <a:pt x="0" y="13"/>
                    <a:pt x="0" y="13"/>
                  </a:cubicBezTo>
                  <a:cubicBezTo>
                    <a:pt x="0" y="17"/>
                    <a:pt x="4" y="21"/>
                    <a:pt x="9" y="21"/>
                  </a:cubicBezTo>
                  <a:cubicBezTo>
                    <a:pt x="44" y="21"/>
                    <a:pt x="44" y="21"/>
                    <a:pt x="44" y="21"/>
                  </a:cubicBezTo>
                  <a:cubicBezTo>
                    <a:pt x="49" y="21"/>
                    <a:pt x="53" y="17"/>
                    <a:pt x="53" y="13"/>
                  </a:cubicBezTo>
                  <a:close/>
                  <a:moveTo>
                    <a:pt x="6" y="13"/>
                  </a:moveTo>
                  <a:cubicBezTo>
                    <a:pt x="6" y="9"/>
                    <a:pt x="6" y="9"/>
                    <a:pt x="6" y="9"/>
                  </a:cubicBezTo>
                  <a:cubicBezTo>
                    <a:pt x="6" y="7"/>
                    <a:pt x="7" y="6"/>
                    <a:pt x="9" y="6"/>
                  </a:cubicBezTo>
                  <a:cubicBezTo>
                    <a:pt x="44" y="6"/>
                    <a:pt x="44" y="6"/>
                    <a:pt x="44" y="6"/>
                  </a:cubicBezTo>
                  <a:cubicBezTo>
                    <a:pt x="46" y="6"/>
                    <a:pt x="47" y="7"/>
                    <a:pt x="47" y="9"/>
                  </a:cubicBezTo>
                  <a:cubicBezTo>
                    <a:pt x="47" y="13"/>
                    <a:pt x="47" y="13"/>
                    <a:pt x="47" y="13"/>
                  </a:cubicBezTo>
                  <a:cubicBezTo>
                    <a:pt x="47" y="14"/>
                    <a:pt x="46" y="15"/>
                    <a:pt x="44" y="15"/>
                  </a:cubicBezTo>
                  <a:cubicBezTo>
                    <a:pt x="9" y="15"/>
                    <a:pt x="9" y="15"/>
                    <a:pt x="9" y="15"/>
                  </a:cubicBezTo>
                  <a:cubicBezTo>
                    <a:pt x="7" y="15"/>
                    <a:pt x="6" y="14"/>
                    <a:pt x="6" y="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78" name="Google Shape;878;p52"/>
            <p:cNvSpPr/>
            <p:nvPr/>
          </p:nvSpPr>
          <p:spPr>
            <a:xfrm>
              <a:off x="7402198" y="3624016"/>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79" name="Google Shape;879;p52"/>
          <p:cNvGrpSpPr/>
          <p:nvPr/>
        </p:nvGrpSpPr>
        <p:grpSpPr>
          <a:xfrm>
            <a:off x="6357744" y="3263808"/>
            <a:ext cx="364186" cy="362036"/>
            <a:chOff x="6404748" y="3323461"/>
            <a:chExt cx="373218" cy="371015"/>
          </a:xfrm>
        </p:grpSpPr>
        <p:sp>
          <p:nvSpPr>
            <p:cNvPr id="880" name="Google Shape;880;p52"/>
            <p:cNvSpPr/>
            <p:nvPr/>
          </p:nvSpPr>
          <p:spPr>
            <a:xfrm>
              <a:off x="6477410" y="3393921"/>
              <a:ext cx="300556" cy="300555"/>
            </a:xfrm>
            <a:custGeom>
              <a:avLst/>
              <a:gdLst/>
              <a:ahLst/>
              <a:cxnLst/>
              <a:rect l="l" t="t" r="r" b="b"/>
              <a:pathLst>
                <a:path w="115" h="115" extrusionOk="0">
                  <a:moveTo>
                    <a:pt x="114" y="22"/>
                  </a:moveTo>
                  <a:cubicBezTo>
                    <a:pt x="93" y="1"/>
                    <a:pt x="93" y="1"/>
                    <a:pt x="93" y="1"/>
                  </a:cubicBezTo>
                  <a:cubicBezTo>
                    <a:pt x="92" y="0"/>
                    <a:pt x="91" y="0"/>
                    <a:pt x="89" y="1"/>
                  </a:cubicBezTo>
                  <a:cubicBezTo>
                    <a:pt x="88" y="2"/>
                    <a:pt x="88" y="4"/>
                    <a:pt x="89" y="5"/>
                  </a:cubicBezTo>
                  <a:cubicBezTo>
                    <a:pt x="93" y="8"/>
                    <a:pt x="93" y="8"/>
                    <a:pt x="93" y="8"/>
                  </a:cubicBezTo>
                  <a:cubicBezTo>
                    <a:pt x="81" y="20"/>
                    <a:pt x="81" y="20"/>
                    <a:pt x="81" y="20"/>
                  </a:cubicBezTo>
                  <a:cubicBezTo>
                    <a:pt x="78" y="18"/>
                    <a:pt x="75" y="19"/>
                    <a:pt x="73" y="21"/>
                  </a:cubicBezTo>
                  <a:cubicBezTo>
                    <a:pt x="20" y="74"/>
                    <a:pt x="20" y="74"/>
                    <a:pt x="20" y="74"/>
                  </a:cubicBezTo>
                  <a:cubicBezTo>
                    <a:pt x="18" y="75"/>
                    <a:pt x="18" y="78"/>
                    <a:pt x="18" y="80"/>
                  </a:cubicBezTo>
                  <a:cubicBezTo>
                    <a:pt x="15" y="84"/>
                    <a:pt x="15" y="84"/>
                    <a:pt x="15" y="84"/>
                  </a:cubicBezTo>
                  <a:cubicBezTo>
                    <a:pt x="13" y="85"/>
                    <a:pt x="12" y="87"/>
                    <a:pt x="12" y="90"/>
                  </a:cubicBezTo>
                  <a:cubicBezTo>
                    <a:pt x="12" y="92"/>
                    <a:pt x="13" y="94"/>
                    <a:pt x="15" y="96"/>
                  </a:cubicBezTo>
                  <a:cubicBezTo>
                    <a:pt x="15" y="96"/>
                    <a:pt x="15" y="96"/>
                    <a:pt x="15" y="96"/>
                  </a:cubicBezTo>
                  <a:cubicBezTo>
                    <a:pt x="1" y="110"/>
                    <a:pt x="1" y="110"/>
                    <a:pt x="1" y="110"/>
                  </a:cubicBezTo>
                  <a:cubicBezTo>
                    <a:pt x="0" y="111"/>
                    <a:pt x="0" y="113"/>
                    <a:pt x="1" y="114"/>
                  </a:cubicBezTo>
                  <a:cubicBezTo>
                    <a:pt x="2" y="114"/>
                    <a:pt x="2" y="115"/>
                    <a:pt x="3" y="115"/>
                  </a:cubicBezTo>
                  <a:cubicBezTo>
                    <a:pt x="4" y="115"/>
                    <a:pt x="4" y="114"/>
                    <a:pt x="5" y="114"/>
                  </a:cubicBezTo>
                  <a:cubicBezTo>
                    <a:pt x="19" y="100"/>
                    <a:pt x="19" y="100"/>
                    <a:pt x="19" y="100"/>
                  </a:cubicBezTo>
                  <a:cubicBezTo>
                    <a:pt x="19" y="100"/>
                    <a:pt x="19" y="100"/>
                    <a:pt x="19" y="100"/>
                  </a:cubicBezTo>
                  <a:cubicBezTo>
                    <a:pt x="21" y="102"/>
                    <a:pt x="23" y="102"/>
                    <a:pt x="25" y="102"/>
                  </a:cubicBezTo>
                  <a:cubicBezTo>
                    <a:pt x="27" y="102"/>
                    <a:pt x="30" y="102"/>
                    <a:pt x="31" y="100"/>
                  </a:cubicBezTo>
                  <a:cubicBezTo>
                    <a:pt x="35" y="97"/>
                    <a:pt x="35" y="97"/>
                    <a:pt x="35" y="97"/>
                  </a:cubicBezTo>
                  <a:cubicBezTo>
                    <a:pt x="35" y="97"/>
                    <a:pt x="36" y="97"/>
                    <a:pt x="36" y="97"/>
                  </a:cubicBezTo>
                  <a:cubicBezTo>
                    <a:pt x="38" y="97"/>
                    <a:pt x="40" y="96"/>
                    <a:pt x="41" y="95"/>
                  </a:cubicBezTo>
                  <a:cubicBezTo>
                    <a:pt x="94" y="42"/>
                    <a:pt x="94" y="42"/>
                    <a:pt x="94" y="42"/>
                  </a:cubicBezTo>
                  <a:cubicBezTo>
                    <a:pt x="96" y="40"/>
                    <a:pt x="97" y="37"/>
                    <a:pt x="95" y="34"/>
                  </a:cubicBezTo>
                  <a:cubicBezTo>
                    <a:pt x="107" y="22"/>
                    <a:pt x="107" y="22"/>
                    <a:pt x="107" y="22"/>
                  </a:cubicBezTo>
                  <a:cubicBezTo>
                    <a:pt x="110" y="25"/>
                    <a:pt x="110" y="25"/>
                    <a:pt x="110" y="25"/>
                  </a:cubicBezTo>
                  <a:cubicBezTo>
                    <a:pt x="111" y="26"/>
                    <a:pt x="111" y="26"/>
                    <a:pt x="112" y="26"/>
                  </a:cubicBezTo>
                  <a:cubicBezTo>
                    <a:pt x="113" y="26"/>
                    <a:pt x="114" y="26"/>
                    <a:pt x="114" y="25"/>
                  </a:cubicBezTo>
                  <a:cubicBezTo>
                    <a:pt x="115" y="24"/>
                    <a:pt x="115" y="23"/>
                    <a:pt x="114" y="22"/>
                  </a:cubicBezTo>
                  <a:close/>
                  <a:moveTo>
                    <a:pt x="23" y="96"/>
                  </a:moveTo>
                  <a:cubicBezTo>
                    <a:pt x="19" y="92"/>
                    <a:pt x="19" y="92"/>
                    <a:pt x="19" y="92"/>
                  </a:cubicBezTo>
                  <a:cubicBezTo>
                    <a:pt x="18" y="91"/>
                    <a:pt x="18" y="90"/>
                    <a:pt x="18" y="90"/>
                  </a:cubicBezTo>
                  <a:cubicBezTo>
                    <a:pt x="18" y="89"/>
                    <a:pt x="18" y="88"/>
                    <a:pt x="19" y="88"/>
                  </a:cubicBezTo>
                  <a:cubicBezTo>
                    <a:pt x="22" y="85"/>
                    <a:pt x="22" y="85"/>
                    <a:pt x="22" y="85"/>
                  </a:cubicBezTo>
                  <a:cubicBezTo>
                    <a:pt x="30" y="93"/>
                    <a:pt x="30" y="93"/>
                    <a:pt x="30" y="93"/>
                  </a:cubicBezTo>
                  <a:cubicBezTo>
                    <a:pt x="27" y="96"/>
                    <a:pt x="27" y="96"/>
                    <a:pt x="27" y="96"/>
                  </a:cubicBezTo>
                  <a:cubicBezTo>
                    <a:pt x="26" y="97"/>
                    <a:pt x="24" y="97"/>
                    <a:pt x="23" y="96"/>
                  </a:cubicBezTo>
                  <a:close/>
                  <a:moveTo>
                    <a:pt x="90" y="38"/>
                  </a:moveTo>
                  <a:cubicBezTo>
                    <a:pt x="37" y="91"/>
                    <a:pt x="37" y="91"/>
                    <a:pt x="37" y="91"/>
                  </a:cubicBezTo>
                  <a:cubicBezTo>
                    <a:pt x="37" y="91"/>
                    <a:pt x="36" y="91"/>
                    <a:pt x="35" y="91"/>
                  </a:cubicBezTo>
                  <a:cubicBezTo>
                    <a:pt x="24" y="80"/>
                    <a:pt x="24" y="80"/>
                    <a:pt x="24" y="80"/>
                  </a:cubicBezTo>
                  <a:cubicBezTo>
                    <a:pt x="24" y="79"/>
                    <a:pt x="24" y="79"/>
                    <a:pt x="24" y="79"/>
                  </a:cubicBezTo>
                  <a:cubicBezTo>
                    <a:pt x="24" y="78"/>
                    <a:pt x="24" y="78"/>
                    <a:pt x="24" y="77"/>
                  </a:cubicBezTo>
                  <a:cubicBezTo>
                    <a:pt x="31" y="71"/>
                    <a:pt x="31" y="71"/>
                    <a:pt x="31" y="71"/>
                  </a:cubicBezTo>
                  <a:cubicBezTo>
                    <a:pt x="37" y="78"/>
                    <a:pt x="37" y="78"/>
                    <a:pt x="37" y="78"/>
                  </a:cubicBezTo>
                  <a:cubicBezTo>
                    <a:pt x="38" y="78"/>
                    <a:pt x="38" y="79"/>
                    <a:pt x="39" y="79"/>
                  </a:cubicBezTo>
                  <a:cubicBezTo>
                    <a:pt x="40" y="79"/>
                    <a:pt x="41" y="78"/>
                    <a:pt x="41" y="78"/>
                  </a:cubicBezTo>
                  <a:cubicBezTo>
                    <a:pt x="42" y="77"/>
                    <a:pt x="42" y="75"/>
                    <a:pt x="41" y="74"/>
                  </a:cubicBezTo>
                  <a:cubicBezTo>
                    <a:pt x="35" y="67"/>
                    <a:pt x="35" y="67"/>
                    <a:pt x="35" y="67"/>
                  </a:cubicBezTo>
                  <a:cubicBezTo>
                    <a:pt x="40" y="62"/>
                    <a:pt x="40" y="62"/>
                    <a:pt x="40" y="62"/>
                  </a:cubicBezTo>
                  <a:cubicBezTo>
                    <a:pt x="42" y="65"/>
                    <a:pt x="42" y="65"/>
                    <a:pt x="42" y="65"/>
                  </a:cubicBezTo>
                  <a:cubicBezTo>
                    <a:pt x="43" y="65"/>
                    <a:pt x="43" y="66"/>
                    <a:pt x="44" y="66"/>
                  </a:cubicBezTo>
                  <a:cubicBezTo>
                    <a:pt x="45" y="66"/>
                    <a:pt x="46" y="65"/>
                    <a:pt x="46" y="65"/>
                  </a:cubicBezTo>
                  <a:cubicBezTo>
                    <a:pt x="47" y="64"/>
                    <a:pt x="47" y="62"/>
                    <a:pt x="46" y="61"/>
                  </a:cubicBezTo>
                  <a:cubicBezTo>
                    <a:pt x="44" y="58"/>
                    <a:pt x="44" y="58"/>
                    <a:pt x="44" y="58"/>
                  </a:cubicBezTo>
                  <a:cubicBezTo>
                    <a:pt x="48" y="53"/>
                    <a:pt x="48" y="53"/>
                    <a:pt x="48" y="53"/>
                  </a:cubicBezTo>
                  <a:cubicBezTo>
                    <a:pt x="55" y="60"/>
                    <a:pt x="55" y="60"/>
                    <a:pt x="55" y="60"/>
                  </a:cubicBezTo>
                  <a:cubicBezTo>
                    <a:pt x="56" y="60"/>
                    <a:pt x="56" y="61"/>
                    <a:pt x="57" y="61"/>
                  </a:cubicBezTo>
                  <a:cubicBezTo>
                    <a:pt x="58" y="61"/>
                    <a:pt x="59" y="60"/>
                    <a:pt x="59" y="60"/>
                  </a:cubicBezTo>
                  <a:cubicBezTo>
                    <a:pt x="60" y="59"/>
                    <a:pt x="60" y="57"/>
                    <a:pt x="59" y="56"/>
                  </a:cubicBezTo>
                  <a:cubicBezTo>
                    <a:pt x="52" y="49"/>
                    <a:pt x="52" y="49"/>
                    <a:pt x="52" y="49"/>
                  </a:cubicBezTo>
                  <a:cubicBezTo>
                    <a:pt x="57" y="44"/>
                    <a:pt x="57" y="44"/>
                    <a:pt x="57" y="44"/>
                  </a:cubicBezTo>
                  <a:cubicBezTo>
                    <a:pt x="60" y="47"/>
                    <a:pt x="60" y="47"/>
                    <a:pt x="60" y="47"/>
                  </a:cubicBezTo>
                  <a:cubicBezTo>
                    <a:pt x="61" y="47"/>
                    <a:pt x="61" y="48"/>
                    <a:pt x="62" y="48"/>
                  </a:cubicBezTo>
                  <a:cubicBezTo>
                    <a:pt x="63" y="48"/>
                    <a:pt x="63" y="47"/>
                    <a:pt x="64" y="47"/>
                  </a:cubicBezTo>
                  <a:cubicBezTo>
                    <a:pt x="65" y="46"/>
                    <a:pt x="65" y="44"/>
                    <a:pt x="64" y="43"/>
                  </a:cubicBezTo>
                  <a:cubicBezTo>
                    <a:pt x="61" y="40"/>
                    <a:pt x="61" y="40"/>
                    <a:pt x="61" y="40"/>
                  </a:cubicBezTo>
                  <a:cubicBezTo>
                    <a:pt x="66" y="35"/>
                    <a:pt x="66" y="35"/>
                    <a:pt x="66" y="35"/>
                  </a:cubicBezTo>
                  <a:cubicBezTo>
                    <a:pt x="73" y="42"/>
                    <a:pt x="73" y="42"/>
                    <a:pt x="73" y="42"/>
                  </a:cubicBezTo>
                  <a:cubicBezTo>
                    <a:pt x="74" y="43"/>
                    <a:pt x="74" y="43"/>
                    <a:pt x="75" y="43"/>
                  </a:cubicBezTo>
                  <a:cubicBezTo>
                    <a:pt x="76" y="43"/>
                    <a:pt x="76" y="43"/>
                    <a:pt x="77" y="42"/>
                  </a:cubicBezTo>
                  <a:cubicBezTo>
                    <a:pt x="78" y="41"/>
                    <a:pt x="78" y="39"/>
                    <a:pt x="77" y="38"/>
                  </a:cubicBezTo>
                  <a:cubicBezTo>
                    <a:pt x="70" y="31"/>
                    <a:pt x="70" y="31"/>
                    <a:pt x="70" y="31"/>
                  </a:cubicBezTo>
                  <a:cubicBezTo>
                    <a:pt x="77" y="25"/>
                    <a:pt x="77" y="25"/>
                    <a:pt x="77" y="25"/>
                  </a:cubicBezTo>
                  <a:cubicBezTo>
                    <a:pt x="77" y="25"/>
                    <a:pt x="77" y="25"/>
                    <a:pt x="78" y="25"/>
                  </a:cubicBezTo>
                  <a:cubicBezTo>
                    <a:pt x="78" y="25"/>
                    <a:pt x="79" y="25"/>
                    <a:pt x="79" y="25"/>
                  </a:cubicBezTo>
                  <a:cubicBezTo>
                    <a:pt x="90" y="36"/>
                    <a:pt x="90" y="36"/>
                    <a:pt x="90" y="36"/>
                  </a:cubicBezTo>
                  <a:cubicBezTo>
                    <a:pt x="91" y="37"/>
                    <a:pt x="91" y="38"/>
                    <a:pt x="90" y="38"/>
                  </a:cubicBezTo>
                  <a:close/>
                  <a:moveTo>
                    <a:pt x="91" y="30"/>
                  </a:moveTo>
                  <a:cubicBezTo>
                    <a:pt x="85" y="23"/>
                    <a:pt x="85" y="23"/>
                    <a:pt x="85" y="23"/>
                  </a:cubicBezTo>
                  <a:cubicBezTo>
                    <a:pt x="97" y="12"/>
                    <a:pt x="97" y="12"/>
                    <a:pt x="97" y="12"/>
                  </a:cubicBezTo>
                  <a:cubicBezTo>
                    <a:pt x="103" y="18"/>
                    <a:pt x="103" y="18"/>
                    <a:pt x="103" y="18"/>
                  </a:cubicBezTo>
                  <a:lnTo>
                    <a:pt x="91" y="3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1" name="Google Shape;881;p52"/>
            <p:cNvSpPr/>
            <p:nvPr/>
          </p:nvSpPr>
          <p:spPr>
            <a:xfrm>
              <a:off x="6448786" y="3380710"/>
              <a:ext cx="83671" cy="55047"/>
            </a:xfrm>
            <a:custGeom>
              <a:avLst/>
              <a:gdLst/>
              <a:ahLst/>
              <a:cxnLst/>
              <a:rect l="l" t="t" r="r" b="b"/>
              <a:pathLst>
                <a:path w="32" h="21" extrusionOk="0">
                  <a:moveTo>
                    <a:pt x="13" y="15"/>
                  </a:moveTo>
                  <a:cubicBezTo>
                    <a:pt x="5" y="7"/>
                    <a:pt x="5" y="7"/>
                    <a:pt x="5" y="7"/>
                  </a:cubicBezTo>
                  <a:cubicBezTo>
                    <a:pt x="4" y="6"/>
                    <a:pt x="2" y="6"/>
                    <a:pt x="1" y="7"/>
                  </a:cubicBezTo>
                  <a:cubicBezTo>
                    <a:pt x="0" y="8"/>
                    <a:pt x="0" y="10"/>
                    <a:pt x="1" y="11"/>
                  </a:cubicBezTo>
                  <a:cubicBezTo>
                    <a:pt x="11" y="20"/>
                    <a:pt x="11" y="20"/>
                    <a:pt x="11" y="20"/>
                  </a:cubicBezTo>
                  <a:cubicBezTo>
                    <a:pt x="12" y="21"/>
                    <a:pt x="12" y="21"/>
                    <a:pt x="13" y="21"/>
                  </a:cubicBezTo>
                  <a:cubicBezTo>
                    <a:pt x="14" y="21"/>
                    <a:pt x="14" y="21"/>
                    <a:pt x="15" y="20"/>
                  </a:cubicBezTo>
                  <a:cubicBezTo>
                    <a:pt x="31" y="5"/>
                    <a:pt x="31" y="5"/>
                    <a:pt x="31" y="5"/>
                  </a:cubicBezTo>
                  <a:cubicBezTo>
                    <a:pt x="32" y="4"/>
                    <a:pt x="32" y="2"/>
                    <a:pt x="31" y="1"/>
                  </a:cubicBezTo>
                  <a:cubicBezTo>
                    <a:pt x="30" y="0"/>
                    <a:pt x="29" y="0"/>
                    <a:pt x="27" y="1"/>
                  </a:cubicBezTo>
                  <a:lnTo>
                    <a:pt x="13" y="1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2" name="Google Shape;882;p52"/>
            <p:cNvSpPr/>
            <p:nvPr/>
          </p:nvSpPr>
          <p:spPr>
            <a:xfrm>
              <a:off x="6404748" y="3323461"/>
              <a:ext cx="172847" cy="169544"/>
            </a:xfrm>
            <a:custGeom>
              <a:avLst/>
              <a:gdLst/>
              <a:ahLst/>
              <a:cxnLst/>
              <a:rect l="l" t="t" r="r" b="b"/>
              <a:pathLst>
                <a:path w="66" h="65" extrusionOk="0">
                  <a:moveTo>
                    <a:pt x="66" y="55"/>
                  </a:moveTo>
                  <a:cubicBezTo>
                    <a:pt x="62" y="47"/>
                    <a:pt x="62" y="47"/>
                    <a:pt x="62" y="47"/>
                  </a:cubicBezTo>
                  <a:cubicBezTo>
                    <a:pt x="65" y="41"/>
                    <a:pt x="66" y="35"/>
                    <a:pt x="65" y="29"/>
                  </a:cubicBezTo>
                  <a:cubicBezTo>
                    <a:pt x="65" y="26"/>
                    <a:pt x="64" y="23"/>
                    <a:pt x="63" y="21"/>
                  </a:cubicBezTo>
                  <a:cubicBezTo>
                    <a:pt x="62" y="19"/>
                    <a:pt x="61" y="19"/>
                    <a:pt x="59" y="19"/>
                  </a:cubicBezTo>
                  <a:cubicBezTo>
                    <a:pt x="58" y="20"/>
                    <a:pt x="57" y="21"/>
                    <a:pt x="58" y="23"/>
                  </a:cubicBezTo>
                  <a:cubicBezTo>
                    <a:pt x="59" y="25"/>
                    <a:pt x="59" y="27"/>
                    <a:pt x="60" y="30"/>
                  </a:cubicBezTo>
                  <a:cubicBezTo>
                    <a:pt x="60" y="35"/>
                    <a:pt x="59" y="41"/>
                    <a:pt x="57" y="46"/>
                  </a:cubicBezTo>
                  <a:cubicBezTo>
                    <a:pt x="56" y="46"/>
                    <a:pt x="56" y="47"/>
                    <a:pt x="57" y="48"/>
                  </a:cubicBezTo>
                  <a:cubicBezTo>
                    <a:pt x="61" y="57"/>
                    <a:pt x="61" y="57"/>
                    <a:pt x="61" y="57"/>
                  </a:cubicBezTo>
                  <a:cubicBezTo>
                    <a:pt x="61" y="57"/>
                    <a:pt x="61" y="57"/>
                    <a:pt x="60" y="58"/>
                  </a:cubicBezTo>
                  <a:cubicBezTo>
                    <a:pt x="60" y="58"/>
                    <a:pt x="60" y="58"/>
                    <a:pt x="60" y="58"/>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5"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1"/>
                    <a:pt x="13" y="6"/>
                    <a:pt x="8" y="12"/>
                  </a:cubicBezTo>
                  <a:cubicBezTo>
                    <a:pt x="2" y="19"/>
                    <a:pt x="0" y="28"/>
                    <a:pt x="1" y="37"/>
                  </a:cubicBezTo>
                  <a:cubicBezTo>
                    <a:pt x="2" y="45"/>
                    <a:pt x="6" y="53"/>
                    <a:pt x="12" y="58"/>
                  </a:cubicBezTo>
                  <a:cubicBezTo>
                    <a:pt x="18" y="63"/>
                    <a:pt x="25" y="65"/>
                    <a:pt x="33" y="65"/>
                  </a:cubicBezTo>
                  <a:cubicBezTo>
                    <a:pt x="34" y="65"/>
                    <a:pt x="35" y="65"/>
                    <a:pt x="35" y="65"/>
                  </a:cubicBezTo>
                  <a:cubicBezTo>
                    <a:pt x="40" y="65"/>
                    <a:pt x="45" y="63"/>
                    <a:pt x="50" y="61"/>
                  </a:cubicBezTo>
                  <a:cubicBezTo>
                    <a:pt x="59" y="63"/>
                    <a:pt x="59" y="63"/>
                    <a:pt x="59" y="63"/>
                  </a:cubicBezTo>
                  <a:cubicBezTo>
                    <a:pt x="61" y="64"/>
                    <a:pt x="63" y="63"/>
                    <a:pt x="65" y="61"/>
                  </a:cubicBezTo>
                  <a:cubicBezTo>
                    <a:pt x="66" y="60"/>
                    <a:pt x="66" y="57"/>
                    <a:pt x="66" y="5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3" name="Google Shape;883;p52"/>
            <p:cNvSpPr/>
            <p:nvPr/>
          </p:nvSpPr>
          <p:spPr>
            <a:xfrm>
              <a:off x="6537962" y="3346581"/>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4" name="Google Shape;884;p52"/>
          <p:cNvGrpSpPr/>
          <p:nvPr/>
        </p:nvGrpSpPr>
        <p:grpSpPr>
          <a:xfrm>
            <a:off x="5563841" y="3263808"/>
            <a:ext cx="356666" cy="362036"/>
            <a:chOff x="5626385" y="3323461"/>
            <a:chExt cx="365511" cy="371015"/>
          </a:xfrm>
        </p:grpSpPr>
        <p:sp>
          <p:nvSpPr>
            <p:cNvPr id="885" name="Google Shape;885;p52"/>
            <p:cNvSpPr/>
            <p:nvPr/>
          </p:nvSpPr>
          <p:spPr>
            <a:xfrm>
              <a:off x="5626385" y="3323461"/>
              <a:ext cx="365511" cy="371015"/>
            </a:xfrm>
            <a:custGeom>
              <a:avLst/>
              <a:gdLst/>
              <a:ahLst/>
              <a:cxnLst/>
              <a:rect l="l" t="t" r="r" b="b"/>
              <a:pathLst>
                <a:path w="140" h="142" extrusionOk="0">
                  <a:moveTo>
                    <a:pt x="82" y="14"/>
                  </a:moveTo>
                  <a:cubicBezTo>
                    <a:pt x="58" y="14"/>
                    <a:pt x="38" y="28"/>
                    <a:pt x="29" y="48"/>
                  </a:cubicBezTo>
                  <a:cubicBezTo>
                    <a:pt x="17" y="48"/>
                    <a:pt x="17" y="48"/>
                    <a:pt x="17" y="48"/>
                  </a:cubicBezTo>
                  <a:cubicBezTo>
                    <a:pt x="17" y="5"/>
                    <a:pt x="17" y="5"/>
                    <a:pt x="17" y="5"/>
                  </a:cubicBezTo>
                  <a:cubicBezTo>
                    <a:pt x="17" y="2"/>
                    <a:pt x="15" y="0"/>
                    <a:pt x="12" y="0"/>
                  </a:cubicBezTo>
                  <a:cubicBezTo>
                    <a:pt x="3" y="0"/>
                    <a:pt x="3" y="0"/>
                    <a:pt x="3" y="0"/>
                  </a:cubicBezTo>
                  <a:cubicBezTo>
                    <a:pt x="2" y="0"/>
                    <a:pt x="0" y="1"/>
                    <a:pt x="0" y="3"/>
                  </a:cubicBezTo>
                  <a:cubicBezTo>
                    <a:pt x="0" y="29"/>
                    <a:pt x="0" y="29"/>
                    <a:pt x="0" y="29"/>
                  </a:cubicBezTo>
                  <a:cubicBezTo>
                    <a:pt x="0" y="30"/>
                    <a:pt x="1" y="30"/>
                    <a:pt x="1" y="31"/>
                  </a:cubicBezTo>
                  <a:cubicBezTo>
                    <a:pt x="3" y="33"/>
                    <a:pt x="6" y="31"/>
                    <a:pt x="6" y="29"/>
                  </a:cubicBezTo>
                  <a:cubicBezTo>
                    <a:pt x="6" y="6"/>
                    <a:pt x="6" y="6"/>
                    <a:pt x="6" y="6"/>
                  </a:cubicBezTo>
                  <a:cubicBezTo>
                    <a:pt x="12" y="6"/>
                    <a:pt x="12" y="6"/>
                    <a:pt x="12" y="6"/>
                  </a:cubicBezTo>
                  <a:cubicBezTo>
                    <a:pt x="12" y="137"/>
                    <a:pt x="12" y="137"/>
                    <a:pt x="12" y="137"/>
                  </a:cubicBezTo>
                  <a:cubicBezTo>
                    <a:pt x="6" y="137"/>
                    <a:pt x="6" y="137"/>
                    <a:pt x="6" y="137"/>
                  </a:cubicBezTo>
                  <a:cubicBezTo>
                    <a:pt x="6" y="54"/>
                    <a:pt x="6" y="54"/>
                    <a:pt x="6" y="54"/>
                  </a:cubicBezTo>
                  <a:cubicBezTo>
                    <a:pt x="6" y="53"/>
                    <a:pt x="5" y="51"/>
                    <a:pt x="4" y="51"/>
                  </a:cubicBezTo>
                  <a:cubicBezTo>
                    <a:pt x="2" y="51"/>
                    <a:pt x="0" y="52"/>
                    <a:pt x="0" y="54"/>
                  </a:cubicBezTo>
                  <a:cubicBezTo>
                    <a:pt x="0" y="137"/>
                    <a:pt x="0" y="137"/>
                    <a:pt x="0" y="137"/>
                  </a:cubicBezTo>
                  <a:cubicBezTo>
                    <a:pt x="0" y="140"/>
                    <a:pt x="3" y="142"/>
                    <a:pt x="6" y="142"/>
                  </a:cubicBezTo>
                  <a:cubicBezTo>
                    <a:pt x="12" y="142"/>
                    <a:pt x="12" y="142"/>
                    <a:pt x="12" y="142"/>
                  </a:cubicBezTo>
                  <a:cubicBezTo>
                    <a:pt x="15" y="142"/>
                    <a:pt x="17" y="140"/>
                    <a:pt x="17" y="137"/>
                  </a:cubicBezTo>
                  <a:cubicBezTo>
                    <a:pt x="17" y="94"/>
                    <a:pt x="17" y="94"/>
                    <a:pt x="17" y="94"/>
                  </a:cubicBezTo>
                  <a:cubicBezTo>
                    <a:pt x="29" y="94"/>
                    <a:pt x="29" y="94"/>
                    <a:pt x="29" y="94"/>
                  </a:cubicBezTo>
                  <a:cubicBezTo>
                    <a:pt x="38" y="115"/>
                    <a:pt x="60" y="130"/>
                    <a:pt x="84" y="128"/>
                  </a:cubicBezTo>
                  <a:cubicBezTo>
                    <a:pt x="114" y="127"/>
                    <a:pt x="138" y="103"/>
                    <a:pt x="139" y="73"/>
                  </a:cubicBezTo>
                  <a:cubicBezTo>
                    <a:pt x="140" y="41"/>
                    <a:pt x="114" y="14"/>
                    <a:pt x="82" y="14"/>
                  </a:cubicBezTo>
                  <a:close/>
                  <a:moveTo>
                    <a:pt x="17" y="88"/>
                  </a:moveTo>
                  <a:cubicBezTo>
                    <a:pt x="17" y="53"/>
                    <a:pt x="17" y="53"/>
                    <a:pt x="17" y="53"/>
                  </a:cubicBezTo>
                  <a:cubicBezTo>
                    <a:pt x="27" y="53"/>
                    <a:pt x="27" y="53"/>
                    <a:pt x="27" y="53"/>
                  </a:cubicBezTo>
                  <a:cubicBezTo>
                    <a:pt x="25" y="59"/>
                    <a:pt x="24" y="65"/>
                    <a:pt x="24" y="71"/>
                  </a:cubicBezTo>
                  <a:cubicBezTo>
                    <a:pt x="24" y="77"/>
                    <a:pt x="25" y="83"/>
                    <a:pt x="27" y="88"/>
                  </a:cubicBezTo>
                  <a:lnTo>
                    <a:pt x="17" y="88"/>
                  </a:lnTo>
                  <a:close/>
                  <a:moveTo>
                    <a:pt x="82" y="123"/>
                  </a:moveTo>
                  <a:cubicBezTo>
                    <a:pt x="53" y="123"/>
                    <a:pt x="30" y="100"/>
                    <a:pt x="30" y="71"/>
                  </a:cubicBezTo>
                  <a:cubicBezTo>
                    <a:pt x="30" y="43"/>
                    <a:pt x="53" y="19"/>
                    <a:pt x="82" y="19"/>
                  </a:cubicBezTo>
                  <a:cubicBezTo>
                    <a:pt x="110" y="19"/>
                    <a:pt x="134" y="43"/>
                    <a:pt x="134" y="71"/>
                  </a:cubicBezTo>
                  <a:cubicBezTo>
                    <a:pt x="134" y="100"/>
                    <a:pt x="110" y="123"/>
                    <a:pt x="82" y="12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6" name="Google Shape;886;p52"/>
            <p:cNvSpPr/>
            <p:nvPr/>
          </p:nvSpPr>
          <p:spPr>
            <a:xfrm>
              <a:off x="5746387" y="3414839"/>
              <a:ext cx="188260" cy="188260"/>
            </a:xfrm>
            <a:custGeom>
              <a:avLst/>
              <a:gdLst/>
              <a:ahLst/>
              <a:cxnLst/>
              <a:rect l="l" t="t" r="r" b="b"/>
              <a:pathLst>
                <a:path w="72" h="72" extrusionOk="0">
                  <a:moveTo>
                    <a:pt x="66" y="24"/>
                  </a:moveTo>
                  <a:cubicBezTo>
                    <a:pt x="48" y="24"/>
                    <a:pt x="48" y="24"/>
                    <a:pt x="48" y="24"/>
                  </a:cubicBezTo>
                  <a:cubicBezTo>
                    <a:pt x="48" y="6"/>
                    <a:pt x="48" y="6"/>
                    <a:pt x="48" y="6"/>
                  </a:cubicBezTo>
                  <a:cubicBezTo>
                    <a:pt x="48" y="3"/>
                    <a:pt x="45" y="0"/>
                    <a:pt x="42" y="0"/>
                  </a:cubicBezTo>
                  <a:cubicBezTo>
                    <a:pt x="29" y="0"/>
                    <a:pt x="29" y="0"/>
                    <a:pt x="29" y="0"/>
                  </a:cubicBezTo>
                  <a:cubicBezTo>
                    <a:pt x="26" y="0"/>
                    <a:pt x="23" y="3"/>
                    <a:pt x="23" y="6"/>
                  </a:cubicBezTo>
                  <a:cubicBezTo>
                    <a:pt x="23" y="24"/>
                    <a:pt x="23" y="24"/>
                    <a:pt x="23" y="24"/>
                  </a:cubicBezTo>
                  <a:cubicBezTo>
                    <a:pt x="5" y="24"/>
                    <a:pt x="5" y="24"/>
                    <a:pt x="5" y="24"/>
                  </a:cubicBezTo>
                  <a:cubicBezTo>
                    <a:pt x="2" y="24"/>
                    <a:pt x="0" y="27"/>
                    <a:pt x="0" y="30"/>
                  </a:cubicBezTo>
                  <a:cubicBezTo>
                    <a:pt x="0" y="43"/>
                    <a:pt x="0" y="43"/>
                    <a:pt x="0" y="43"/>
                  </a:cubicBezTo>
                  <a:cubicBezTo>
                    <a:pt x="0" y="46"/>
                    <a:pt x="2" y="49"/>
                    <a:pt x="5" y="49"/>
                  </a:cubicBezTo>
                  <a:cubicBezTo>
                    <a:pt x="23" y="49"/>
                    <a:pt x="23" y="49"/>
                    <a:pt x="23" y="49"/>
                  </a:cubicBezTo>
                  <a:cubicBezTo>
                    <a:pt x="23" y="67"/>
                    <a:pt x="23" y="67"/>
                    <a:pt x="23" y="67"/>
                  </a:cubicBezTo>
                  <a:cubicBezTo>
                    <a:pt x="23" y="70"/>
                    <a:pt x="26" y="72"/>
                    <a:pt x="29" y="72"/>
                  </a:cubicBezTo>
                  <a:cubicBezTo>
                    <a:pt x="42" y="72"/>
                    <a:pt x="42" y="72"/>
                    <a:pt x="42" y="72"/>
                  </a:cubicBezTo>
                  <a:cubicBezTo>
                    <a:pt x="45" y="72"/>
                    <a:pt x="48" y="70"/>
                    <a:pt x="48" y="67"/>
                  </a:cubicBezTo>
                  <a:cubicBezTo>
                    <a:pt x="48" y="49"/>
                    <a:pt x="48" y="49"/>
                    <a:pt x="48" y="49"/>
                  </a:cubicBezTo>
                  <a:cubicBezTo>
                    <a:pt x="66" y="49"/>
                    <a:pt x="66" y="49"/>
                    <a:pt x="66" y="49"/>
                  </a:cubicBezTo>
                  <a:cubicBezTo>
                    <a:pt x="69" y="49"/>
                    <a:pt x="72" y="46"/>
                    <a:pt x="72" y="43"/>
                  </a:cubicBezTo>
                  <a:cubicBezTo>
                    <a:pt x="72" y="30"/>
                    <a:pt x="72" y="30"/>
                    <a:pt x="72" y="30"/>
                  </a:cubicBezTo>
                  <a:cubicBezTo>
                    <a:pt x="72" y="27"/>
                    <a:pt x="69" y="24"/>
                    <a:pt x="66" y="24"/>
                  </a:cubicBezTo>
                  <a:close/>
                  <a:moveTo>
                    <a:pt x="66" y="43"/>
                  </a:moveTo>
                  <a:cubicBezTo>
                    <a:pt x="45" y="43"/>
                    <a:pt x="45" y="43"/>
                    <a:pt x="45" y="43"/>
                  </a:cubicBezTo>
                  <a:cubicBezTo>
                    <a:pt x="44" y="43"/>
                    <a:pt x="42" y="44"/>
                    <a:pt x="42" y="46"/>
                  </a:cubicBezTo>
                  <a:cubicBezTo>
                    <a:pt x="42" y="67"/>
                    <a:pt x="42" y="67"/>
                    <a:pt x="42" y="67"/>
                  </a:cubicBezTo>
                  <a:cubicBezTo>
                    <a:pt x="29" y="67"/>
                    <a:pt x="29" y="67"/>
                    <a:pt x="29" y="67"/>
                  </a:cubicBezTo>
                  <a:cubicBezTo>
                    <a:pt x="29" y="46"/>
                    <a:pt x="29" y="46"/>
                    <a:pt x="29" y="46"/>
                  </a:cubicBezTo>
                  <a:cubicBezTo>
                    <a:pt x="29" y="44"/>
                    <a:pt x="28" y="43"/>
                    <a:pt x="26" y="43"/>
                  </a:cubicBezTo>
                  <a:cubicBezTo>
                    <a:pt x="5" y="43"/>
                    <a:pt x="5" y="43"/>
                    <a:pt x="5" y="43"/>
                  </a:cubicBezTo>
                  <a:cubicBezTo>
                    <a:pt x="5" y="30"/>
                    <a:pt x="5" y="30"/>
                    <a:pt x="5" y="30"/>
                  </a:cubicBezTo>
                  <a:cubicBezTo>
                    <a:pt x="26" y="30"/>
                    <a:pt x="26" y="30"/>
                    <a:pt x="26" y="30"/>
                  </a:cubicBezTo>
                  <a:cubicBezTo>
                    <a:pt x="28" y="30"/>
                    <a:pt x="29" y="28"/>
                    <a:pt x="29" y="27"/>
                  </a:cubicBezTo>
                  <a:cubicBezTo>
                    <a:pt x="29" y="6"/>
                    <a:pt x="29" y="6"/>
                    <a:pt x="29" y="6"/>
                  </a:cubicBezTo>
                  <a:cubicBezTo>
                    <a:pt x="42" y="6"/>
                    <a:pt x="42" y="6"/>
                    <a:pt x="42" y="6"/>
                  </a:cubicBezTo>
                  <a:cubicBezTo>
                    <a:pt x="42" y="27"/>
                    <a:pt x="42" y="27"/>
                    <a:pt x="42" y="27"/>
                  </a:cubicBezTo>
                  <a:cubicBezTo>
                    <a:pt x="42" y="28"/>
                    <a:pt x="44" y="30"/>
                    <a:pt x="45" y="30"/>
                  </a:cubicBezTo>
                  <a:cubicBezTo>
                    <a:pt x="66" y="30"/>
                    <a:pt x="66" y="30"/>
                    <a:pt x="66" y="30"/>
                  </a:cubicBezTo>
                  <a:lnTo>
                    <a:pt x="66" y="4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87" name="Google Shape;887;p52"/>
            <p:cNvSpPr/>
            <p:nvPr/>
          </p:nvSpPr>
          <p:spPr>
            <a:xfrm>
              <a:off x="5626385" y="342474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88" name="Google Shape;888;p52"/>
          <p:cNvGrpSpPr/>
          <p:nvPr/>
        </p:nvGrpSpPr>
        <p:grpSpPr>
          <a:xfrm>
            <a:off x="4766712" y="3263808"/>
            <a:ext cx="365261" cy="362036"/>
            <a:chOff x="4732423" y="3323461"/>
            <a:chExt cx="374319" cy="371015"/>
          </a:xfrm>
        </p:grpSpPr>
        <p:sp>
          <p:nvSpPr>
            <p:cNvPr id="889" name="Google Shape;889;p52"/>
            <p:cNvSpPr/>
            <p:nvPr/>
          </p:nvSpPr>
          <p:spPr>
            <a:xfrm>
              <a:off x="4819397" y="3407132"/>
              <a:ext cx="287345" cy="287344"/>
            </a:xfrm>
            <a:custGeom>
              <a:avLst/>
              <a:gdLst/>
              <a:ahLst/>
              <a:cxnLst/>
              <a:rect l="l" t="t" r="r" b="b"/>
              <a:pathLst>
                <a:path w="110" h="110" extrusionOk="0">
                  <a:moveTo>
                    <a:pt x="108" y="2"/>
                  </a:moveTo>
                  <a:cubicBezTo>
                    <a:pt x="107" y="0"/>
                    <a:pt x="105" y="0"/>
                    <a:pt x="103" y="0"/>
                  </a:cubicBezTo>
                  <a:cubicBezTo>
                    <a:pt x="90" y="4"/>
                    <a:pt x="90" y="4"/>
                    <a:pt x="90" y="4"/>
                  </a:cubicBezTo>
                  <a:cubicBezTo>
                    <a:pt x="85" y="5"/>
                    <a:pt x="81" y="9"/>
                    <a:pt x="80" y="14"/>
                  </a:cubicBezTo>
                  <a:cubicBezTo>
                    <a:pt x="79" y="18"/>
                    <a:pt x="80" y="21"/>
                    <a:pt x="82" y="25"/>
                  </a:cubicBezTo>
                  <a:cubicBezTo>
                    <a:pt x="75" y="31"/>
                    <a:pt x="75" y="31"/>
                    <a:pt x="75" y="31"/>
                  </a:cubicBezTo>
                  <a:cubicBezTo>
                    <a:pt x="75" y="29"/>
                    <a:pt x="75" y="28"/>
                    <a:pt x="74" y="26"/>
                  </a:cubicBezTo>
                  <a:cubicBezTo>
                    <a:pt x="67" y="14"/>
                    <a:pt x="67" y="14"/>
                    <a:pt x="67" y="14"/>
                  </a:cubicBezTo>
                  <a:cubicBezTo>
                    <a:pt x="66" y="12"/>
                    <a:pt x="64" y="11"/>
                    <a:pt x="62" y="11"/>
                  </a:cubicBezTo>
                  <a:cubicBezTo>
                    <a:pt x="60" y="11"/>
                    <a:pt x="58" y="12"/>
                    <a:pt x="57" y="14"/>
                  </a:cubicBezTo>
                  <a:cubicBezTo>
                    <a:pt x="50" y="26"/>
                    <a:pt x="50" y="26"/>
                    <a:pt x="50" y="26"/>
                  </a:cubicBezTo>
                  <a:cubicBezTo>
                    <a:pt x="48" y="30"/>
                    <a:pt x="48" y="36"/>
                    <a:pt x="50" y="40"/>
                  </a:cubicBezTo>
                  <a:cubicBezTo>
                    <a:pt x="52" y="43"/>
                    <a:pt x="56" y="46"/>
                    <a:pt x="60" y="46"/>
                  </a:cubicBezTo>
                  <a:cubicBezTo>
                    <a:pt x="52" y="55"/>
                    <a:pt x="52" y="55"/>
                    <a:pt x="52" y="55"/>
                  </a:cubicBezTo>
                  <a:cubicBezTo>
                    <a:pt x="51" y="53"/>
                    <a:pt x="51" y="51"/>
                    <a:pt x="50" y="50"/>
                  </a:cubicBezTo>
                  <a:cubicBezTo>
                    <a:pt x="43" y="38"/>
                    <a:pt x="43" y="38"/>
                    <a:pt x="43" y="38"/>
                  </a:cubicBezTo>
                  <a:cubicBezTo>
                    <a:pt x="42" y="36"/>
                    <a:pt x="40" y="35"/>
                    <a:pt x="38" y="35"/>
                  </a:cubicBezTo>
                  <a:cubicBezTo>
                    <a:pt x="36" y="35"/>
                    <a:pt x="34" y="36"/>
                    <a:pt x="33" y="38"/>
                  </a:cubicBezTo>
                  <a:cubicBezTo>
                    <a:pt x="26" y="50"/>
                    <a:pt x="26" y="50"/>
                    <a:pt x="26" y="50"/>
                  </a:cubicBezTo>
                  <a:cubicBezTo>
                    <a:pt x="24" y="54"/>
                    <a:pt x="24" y="59"/>
                    <a:pt x="26" y="64"/>
                  </a:cubicBezTo>
                  <a:cubicBezTo>
                    <a:pt x="28" y="67"/>
                    <a:pt x="32" y="70"/>
                    <a:pt x="36" y="70"/>
                  </a:cubicBezTo>
                  <a:cubicBezTo>
                    <a:pt x="28" y="79"/>
                    <a:pt x="28" y="79"/>
                    <a:pt x="28" y="79"/>
                  </a:cubicBezTo>
                  <a:cubicBezTo>
                    <a:pt x="28" y="77"/>
                    <a:pt x="27" y="75"/>
                    <a:pt x="26" y="74"/>
                  </a:cubicBezTo>
                  <a:cubicBezTo>
                    <a:pt x="19" y="62"/>
                    <a:pt x="19" y="62"/>
                    <a:pt x="19" y="62"/>
                  </a:cubicBezTo>
                  <a:cubicBezTo>
                    <a:pt x="18" y="60"/>
                    <a:pt x="16" y="59"/>
                    <a:pt x="14" y="59"/>
                  </a:cubicBezTo>
                  <a:cubicBezTo>
                    <a:pt x="12" y="59"/>
                    <a:pt x="10" y="60"/>
                    <a:pt x="9" y="62"/>
                  </a:cubicBezTo>
                  <a:cubicBezTo>
                    <a:pt x="2" y="74"/>
                    <a:pt x="2" y="74"/>
                    <a:pt x="2" y="74"/>
                  </a:cubicBezTo>
                  <a:cubicBezTo>
                    <a:pt x="0" y="78"/>
                    <a:pt x="0" y="83"/>
                    <a:pt x="2" y="87"/>
                  </a:cubicBezTo>
                  <a:cubicBezTo>
                    <a:pt x="5" y="91"/>
                    <a:pt x="8" y="93"/>
                    <a:pt x="12" y="94"/>
                  </a:cubicBezTo>
                  <a:cubicBezTo>
                    <a:pt x="7" y="99"/>
                    <a:pt x="7" y="99"/>
                    <a:pt x="7" y="99"/>
                  </a:cubicBezTo>
                  <a:cubicBezTo>
                    <a:pt x="6" y="100"/>
                    <a:pt x="6" y="102"/>
                    <a:pt x="7" y="103"/>
                  </a:cubicBezTo>
                  <a:cubicBezTo>
                    <a:pt x="8" y="104"/>
                    <a:pt x="8" y="104"/>
                    <a:pt x="9" y="104"/>
                  </a:cubicBezTo>
                  <a:cubicBezTo>
                    <a:pt x="10" y="104"/>
                    <a:pt x="10" y="104"/>
                    <a:pt x="11" y="103"/>
                  </a:cubicBezTo>
                  <a:cubicBezTo>
                    <a:pt x="16" y="98"/>
                    <a:pt x="16" y="98"/>
                    <a:pt x="16" y="98"/>
                  </a:cubicBezTo>
                  <a:cubicBezTo>
                    <a:pt x="17" y="102"/>
                    <a:pt x="19" y="106"/>
                    <a:pt x="23" y="108"/>
                  </a:cubicBezTo>
                  <a:cubicBezTo>
                    <a:pt x="25" y="109"/>
                    <a:pt x="27" y="110"/>
                    <a:pt x="30" y="110"/>
                  </a:cubicBezTo>
                  <a:cubicBezTo>
                    <a:pt x="32" y="110"/>
                    <a:pt x="34" y="109"/>
                    <a:pt x="36" y="108"/>
                  </a:cubicBezTo>
                  <a:cubicBezTo>
                    <a:pt x="48" y="101"/>
                    <a:pt x="48" y="101"/>
                    <a:pt x="48" y="101"/>
                  </a:cubicBezTo>
                  <a:cubicBezTo>
                    <a:pt x="50" y="100"/>
                    <a:pt x="51" y="98"/>
                    <a:pt x="51" y="96"/>
                  </a:cubicBezTo>
                  <a:cubicBezTo>
                    <a:pt x="51" y="94"/>
                    <a:pt x="50" y="92"/>
                    <a:pt x="48" y="91"/>
                  </a:cubicBezTo>
                  <a:cubicBezTo>
                    <a:pt x="36" y="84"/>
                    <a:pt x="36" y="84"/>
                    <a:pt x="36" y="84"/>
                  </a:cubicBezTo>
                  <a:cubicBezTo>
                    <a:pt x="35" y="83"/>
                    <a:pt x="33" y="83"/>
                    <a:pt x="32" y="82"/>
                  </a:cubicBezTo>
                  <a:cubicBezTo>
                    <a:pt x="40" y="74"/>
                    <a:pt x="40" y="74"/>
                    <a:pt x="40" y="74"/>
                  </a:cubicBezTo>
                  <a:cubicBezTo>
                    <a:pt x="41" y="78"/>
                    <a:pt x="43" y="82"/>
                    <a:pt x="47" y="84"/>
                  </a:cubicBezTo>
                  <a:cubicBezTo>
                    <a:pt x="49" y="85"/>
                    <a:pt x="51" y="86"/>
                    <a:pt x="53" y="86"/>
                  </a:cubicBezTo>
                  <a:cubicBezTo>
                    <a:pt x="56" y="86"/>
                    <a:pt x="58" y="85"/>
                    <a:pt x="60" y="84"/>
                  </a:cubicBezTo>
                  <a:cubicBezTo>
                    <a:pt x="72" y="77"/>
                    <a:pt x="72" y="77"/>
                    <a:pt x="72" y="77"/>
                  </a:cubicBezTo>
                  <a:cubicBezTo>
                    <a:pt x="74" y="76"/>
                    <a:pt x="75" y="74"/>
                    <a:pt x="75" y="72"/>
                  </a:cubicBezTo>
                  <a:cubicBezTo>
                    <a:pt x="75" y="70"/>
                    <a:pt x="74" y="68"/>
                    <a:pt x="72" y="67"/>
                  </a:cubicBezTo>
                  <a:cubicBezTo>
                    <a:pt x="60" y="60"/>
                    <a:pt x="60" y="60"/>
                    <a:pt x="60" y="60"/>
                  </a:cubicBezTo>
                  <a:cubicBezTo>
                    <a:pt x="59" y="59"/>
                    <a:pt x="57" y="59"/>
                    <a:pt x="56" y="59"/>
                  </a:cubicBezTo>
                  <a:cubicBezTo>
                    <a:pt x="64" y="50"/>
                    <a:pt x="64" y="50"/>
                    <a:pt x="64" y="50"/>
                  </a:cubicBezTo>
                  <a:cubicBezTo>
                    <a:pt x="64" y="54"/>
                    <a:pt x="67" y="58"/>
                    <a:pt x="71" y="60"/>
                  </a:cubicBezTo>
                  <a:cubicBezTo>
                    <a:pt x="73" y="61"/>
                    <a:pt x="75" y="62"/>
                    <a:pt x="77" y="62"/>
                  </a:cubicBezTo>
                  <a:cubicBezTo>
                    <a:pt x="80" y="62"/>
                    <a:pt x="82" y="61"/>
                    <a:pt x="84" y="60"/>
                  </a:cubicBezTo>
                  <a:cubicBezTo>
                    <a:pt x="96" y="53"/>
                    <a:pt x="96" y="53"/>
                    <a:pt x="96" y="53"/>
                  </a:cubicBezTo>
                  <a:cubicBezTo>
                    <a:pt x="98" y="52"/>
                    <a:pt x="99" y="50"/>
                    <a:pt x="99" y="48"/>
                  </a:cubicBezTo>
                  <a:cubicBezTo>
                    <a:pt x="99" y="46"/>
                    <a:pt x="98" y="44"/>
                    <a:pt x="96" y="43"/>
                  </a:cubicBezTo>
                  <a:cubicBezTo>
                    <a:pt x="84" y="36"/>
                    <a:pt x="84" y="36"/>
                    <a:pt x="84" y="36"/>
                  </a:cubicBezTo>
                  <a:cubicBezTo>
                    <a:pt x="83" y="36"/>
                    <a:pt x="81" y="35"/>
                    <a:pt x="79" y="35"/>
                  </a:cubicBezTo>
                  <a:cubicBezTo>
                    <a:pt x="86" y="29"/>
                    <a:pt x="86" y="29"/>
                    <a:pt x="86" y="29"/>
                  </a:cubicBezTo>
                  <a:cubicBezTo>
                    <a:pt x="88" y="30"/>
                    <a:pt x="90" y="31"/>
                    <a:pt x="93" y="31"/>
                  </a:cubicBezTo>
                  <a:cubicBezTo>
                    <a:pt x="94" y="31"/>
                    <a:pt x="95" y="31"/>
                    <a:pt x="97" y="30"/>
                  </a:cubicBezTo>
                  <a:cubicBezTo>
                    <a:pt x="101" y="29"/>
                    <a:pt x="105" y="26"/>
                    <a:pt x="106" y="21"/>
                  </a:cubicBezTo>
                  <a:cubicBezTo>
                    <a:pt x="110" y="7"/>
                    <a:pt x="110" y="7"/>
                    <a:pt x="110" y="7"/>
                  </a:cubicBezTo>
                  <a:cubicBezTo>
                    <a:pt x="110" y="5"/>
                    <a:pt x="110" y="3"/>
                    <a:pt x="108" y="2"/>
                  </a:cubicBezTo>
                  <a:close/>
                  <a:moveTo>
                    <a:pt x="55" y="37"/>
                  </a:moveTo>
                  <a:cubicBezTo>
                    <a:pt x="54" y="34"/>
                    <a:pt x="54" y="31"/>
                    <a:pt x="55" y="29"/>
                  </a:cubicBezTo>
                  <a:cubicBezTo>
                    <a:pt x="62" y="17"/>
                    <a:pt x="62" y="17"/>
                    <a:pt x="62" y="17"/>
                  </a:cubicBezTo>
                  <a:cubicBezTo>
                    <a:pt x="62" y="17"/>
                    <a:pt x="62" y="17"/>
                    <a:pt x="62" y="17"/>
                  </a:cubicBezTo>
                  <a:cubicBezTo>
                    <a:pt x="62" y="17"/>
                    <a:pt x="62" y="17"/>
                    <a:pt x="62" y="17"/>
                  </a:cubicBezTo>
                  <a:cubicBezTo>
                    <a:pt x="69" y="29"/>
                    <a:pt x="69" y="29"/>
                    <a:pt x="69" y="29"/>
                  </a:cubicBezTo>
                  <a:cubicBezTo>
                    <a:pt x="70" y="31"/>
                    <a:pt x="70" y="34"/>
                    <a:pt x="69" y="37"/>
                  </a:cubicBezTo>
                  <a:cubicBezTo>
                    <a:pt x="69" y="37"/>
                    <a:pt x="68" y="38"/>
                    <a:pt x="68" y="39"/>
                  </a:cubicBezTo>
                  <a:cubicBezTo>
                    <a:pt x="67" y="40"/>
                    <a:pt x="66" y="40"/>
                    <a:pt x="65" y="41"/>
                  </a:cubicBezTo>
                  <a:cubicBezTo>
                    <a:pt x="65" y="32"/>
                    <a:pt x="65" y="32"/>
                    <a:pt x="65" y="32"/>
                  </a:cubicBezTo>
                  <a:cubicBezTo>
                    <a:pt x="65" y="30"/>
                    <a:pt x="64" y="29"/>
                    <a:pt x="62" y="29"/>
                  </a:cubicBezTo>
                  <a:cubicBezTo>
                    <a:pt x="61" y="29"/>
                    <a:pt x="59" y="30"/>
                    <a:pt x="59" y="32"/>
                  </a:cubicBezTo>
                  <a:cubicBezTo>
                    <a:pt x="59" y="41"/>
                    <a:pt x="59" y="41"/>
                    <a:pt x="59" y="41"/>
                  </a:cubicBezTo>
                  <a:cubicBezTo>
                    <a:pt x="57" y="40"/>
                    <a:pt x="56" y="39"/>
                    <a:pt x="55" y="37"/>
                  </a:cubicBezTo>
                  <a:close/>
                  <a:moveTo>
                    <a:pt x="31" y="61"/>
                  </a:moveTo>
                  <a:cubicBezTo>
                    <a:pt x="30" y="58"/>
                    <a:pt x="30" y="55"/>
                    <a:pt x="31" y="53"/>
                  </a:cubicBezTo>
                  <a:cubicBezTo>
                    <a:pt x="38" y="41"/>
                    <a:pt x="38" y="41"/>
                    <a:pt x="38" y="41"/>
                  </a:cubicBezTo>
                  <a:cubicBezTo>
                    <a:pt x="38" y="41"/>
                    <a:pt x="38" y="41"/>
                    <a:pt x="38" y="41"/>
                  </a:cubicBezTo>
                  <a:cubicBezTo>
                    <a:pt x="38" y="41"/>
                    <a:pt x="38" y="41"/>
                    <a:pt x="38" y="41"/>
                  </a:cubicBezTo>
                  <a:cubicBezTo>
                    <a:pt x="45" y="53"/>
                    <a:pt x="45" y="53"/>
                    <a:pt x="45" y="53"/>
                  </a:cubicBezTo>
                  <a:cubicBezTo>
                    <a:pt x="46" y="55"/>
                    <a:pt x="46" y="58"/>
                    <a:pt x="45" y="61"/>
                  </a:cubicBezTo>
                  <a:cubicBezTo>
                    <a:pt x="45" y="61"/>
                    <a:pt x="44" y="62"/>
                    <a:pt x="44" y="63"/>
                  </a:cubicBezTo>
                  <a:cubicBezTo>
                    <a:pt x="43" y="63"/>
                    <a:pt x="42" y="64"/>
                    <a:pt x="41" y="64"/>
                  </a:cubicBezTo>
                  <a:cubicBezTo>
                    <a:pt x="41" y="56"/>
                    <a:pt x="41" y="56"/>
                    <a:pt x="41" y="56"/>
                  </a:cubicBezTo>
                  <a:cubicBezTo>
                    <a:pt x="41" y="54"/>
                    <a:pt x="40" y="53"/>
                    <a:pt x="38" y="53"/>
                  </a:cubicBezTo>
                  <a:cubicBezTo>
                    <a:pt x="37" y="52"/>
                    <a:pt x="35" y="54"/>
                    <a:pt x="35" y="55"/>
                  </a:cubicBezTo>
                  <a:cubicBezTo>
                    <a:pt x="35" y="64"/>
                    <a:pt x="35" y="64"/>
                    <a:pt x="35" y="64"/>
                  </a:cubicBezTo>
                  <a:cubicBezTo>
                    <a:pt x="34" y="64"/>
                    <a:pt x="32" y="62"/>
                    <a:pt x="31" y="61"/>
                  </a:cubicBezTo>
                  <a:close/>
                  <a:moveTo>
                    <a:pt x="7" y="85"/>
                  </a:moveTo>
                  <a:cubicBezTo>
                    <a:pt x="6" y="82"/>
                    <a:pt x="6" y="79"/>
                    <a:pt x="7" y="77"/>
                  </a:cubicBezTo>
                  <a:cubicBezTo>
                    <a:pt x="14" y="65"/>
                    <a:pt x="14" y="65"/>
                    <a:pt x="14" y="65"/>
                  </a:cubicBezTo>
                  <a:cubicBezTo>
                    <a:pt x="14" y="65"/>
                    <a:pt x="14" y="65"/>
                    <a:pt x="14" y="65"/>
                  </a:cubicBezTo>
                  <a:cubicBezTo>
                    <a:pt x="14" y="65"/>
                    <a:pt x="14" y="65"/>
                    <a:pt x="14" y="65"/>
                  </a:cubicBezTo>
                  <a:cubicBezTo>
                    <a:pt x="21" y="77"/>
                    <a:pt x="21" y="77"/>
                    <a:pt x="21" y="77"/>
                  </a:cubicBezTo>
                  <a:cubicBezTo>
                    <a:pt x="23" y="79"/>
                    <a:pt x="23" y="82"/>
                    <a:pt x="21" y="85"/>
                  </a:cubicBezTo>
                  <a:cubicBezTo>
                    <a:pt x="21" y="85"/>
                    <a:pt x="21" y="86"/>
                    <a:pt x="20" y="86"/>
                  </a:cubicBezTo>
                  <a:cubicBezTo>
                    <a:pt x="19" y="87"/>
                    <a:pt x="18" y="88"/>
                    <a:pt x="17" y="88"/>
                  </a:cubicBezTo>
                  <a:cubicBezTo>
                    <a:pt x="17" y="79"/>
                    <a:pt x="17" y="79"/>
                    <a:pt x="17" y="79"/>
                  </a:cubicBezTo>
                  <a:cubicBezTo>
                    <a:pt x="17" y="78"/>
                    <a:pt x="16" y="77"/>
                    <a:pt x="15" y="77"/>
                  </a:cubicBezTo>
                  <a:cubicBezTo>
                    <a:pt x="13" y="76"/>
                    <a:pt x="12" y="78"/>
                    <a:pt x="12" y="79"/>
                  </a:cubicBezTo>
                  <a:cubicBezTo>
                    <a:pt x="12" y="88"/>
                    <a:pt x="12" y="88"/>
                    <a:pt x="12" y="88"/>
                  </a:cubicBezTo>
                  <a:cubicBezTo>
                    <a:pt x="10" y="88"/>
                    <a:pt x="8" y="86"/>
                    <a:pt x="7" y="85"/>
                  </a:cubicBezTo>
                  <a:close/>
                  <a:moveTo>
                    <a:pt x="46" y="96"/>
                  </a:moveTo>
                  <a:cubicBezTo>
                    <a:pt x="46" y="96"/>
                    <a:pt x="46" y="96"/>
                    <a:pt x="46" y="96"/>
                  </a:cubicBezTo>
                  <a:cubicBezTo>
                    <a:pt x="46" y="96"/>
                    <a:pt x="46" y="96"/>
                    <a:pt x="46" y="96"/>
                  </a:cubicBezTo>
                  <a:cubicBezTo>
                    <a:pt x="34" y="103"/>
                    <a:pt x="34" y="103"/>
                    <a:pt x="34" y="103"/>
                  </a:cubicBezTo>
                  <a:cubicBezTo>
                    <a:pt x="31" y="104"/>
                    <a:pt x="28" y="104"/>
                    <a:pt x="26" y="103"/>
                  </a:cubicBezTo>
                  <a:cubicBezTo>
                    <a:pt x="24" y="102"/>
                    <a:pt x="23" y="101"/>
                    <a:pt x="22" y="99"/>
                  </a:cubicBezTo>
                  <a:cubicBezTo>
                    <a:pt x="31" y="99"/>
                    <a:pt x="31" y="99"/>
                    <a:pt x="31" y="99"/>
                  </a:cubicBezTo>
                  <a:cubicBezTo>
                    <a:pt x="32" y="99"/>
                    <a:pt x="34" y="98"/>
                    <a:pt x="34" y="96"/>
                  </a:cubicBezTo>
                  <a:cubicBezTo>
                    <a:pt x="34" y="95"/>
                    <a:pt x="33" y="93"/>
                    <a:pt x="31" y="93"/>
                  </a:cubicBezTo>
                  <a:cubicBezTo>
                    <a:pt x="22" y="93"/>
                    <a:pt x="22" y="93"/>
                    <a:pt x="22" y="93"/>
                  </a:cubicBezTo>
                  <a:cubicBezTo>
                    <a:pt x="22" y="92"/>
                    <a:pt x="23" y="91"/>
                    <a:pt x="24" y="90"/>
                  </a:cubicBezTo>
                  <a:cubicBezTo>
                    <a:pt x="24" y="90"/>
                    <a:pt x="25" y="90"/>
                    <a:pt x="26" y="89"/>
                  </a:cubicBezTo>
                  <a:cubicBezTo>
                    <a:pt x="27" y="88"/>
                    <a:pt x="28" y="88"/>
                    <a:pt x="30" y="88"/>
                  </a:cubicBezTo>
                  <a:cubicBezTo>
                    <a:pt x="31" y="88"/>
                    <a:pt x="32" y="88"/>
                    <a:pt x="34" y="89"/>
                  </a:cubicBezTo>
                  <a:lnTo>
                    <a:pt x="46" y="96"/>
                  </a:lnTo>
                  <a:close/>
                  <a:moveTo>
                    <a:pt x="69" y="72"/>
                  </a:moveTo>
                  <a:cubicBezTo>
                    <a:pt x="69" y="72"/>
                    <a:pt x="70" y="72"/>
                    <a:pt x="70" y="72"/>
                  </a:cubicBezTo>
                  <a:cubicBezTo>
                    <a:pt x="70" y="72"/>
                    <a:pt x="69" y="72"/>
                    <a:pt x="69" y="72"/>
                  </a:cubicBezTo>
                  <a:cubicBezTo>
                    <a:pt x="58" y="79"/>
                    <a:pt x="58" y="79"/>
                    <a:pt x="58" y="79"/>
                  </a:cubicBezTo>
                  <a:cubicBezTo>
                    <a:pt x="55" y="81"/>
                    <a:pt x="52" y="81"/>
                    <a:pt x="49" y="79"/>
                  </a:cubicBezTo>
                  <a:cubicBezTo>
                    <a:pt x="48" y="78"/>
                    <a:pt x="47" y="77"/>
                    <a:pt x="46" y="75"/>
                  </a:cubicBezTo>
                  <a:cubicBezTo>
                    <a:pt x="55" y="75"/>
                    <a:pt x="55" y="75"/>
                    <a:pt x="55" y="75"/>
                  </a:cubicBezTo>
                  <a:cubicBezTo>
                    <a:pt x="56" y="75"/>
                    <a:pt x="57" y="74"/>
                    <a:pt x="58" y="73"/>
                  </a:cubicBezTo>
                  <a:cubicBezTo>
                    <a:pt x="58" y="71"/>
                    <a:pt x="57" y="69"/>
                    <a:pt x="55" y="69"/>
                  </a:cubicBezTo>
                  <a:cubicBezTo>
                    <a:pt x="46" y="69"/>
                    <a:pt x="46" y="69"/>
                    <a:pt x="46" y="69"/>
                  </a:cubicBezTo>
                  <a:cubicBezTo>
                    <a:pt x="46" y="68"/>
                    <a:pt x="47" y="67"/>
                    <a:pt x="48" y="67"/>
                  </a:cubicBezTo>
                  <a:cubicBezTo>
                    <a:pt x="48" y="66"/>
                    <a:pt x="49" y="66"/>
                    <a:pt x="49" y="65"/>
                  </a:cubicBezTo>
                  <a:cubicBezTo>
                    <a:pt x="51" y="64"/>
                    <a:pt x="52" y="64"/>
                    <a:pt x="54" y="64"/>
                  </a:cubicBezTo>
                  <a:cubicBezTo>
                    <a:pt x="55" y="64"/>
                    <a:pt x="56" y="64"/>
                    <a:pt x="58" y="65"/>
                  </a:cubicBezTo>
                  <a:lnTo>
                    <a:pt x="69" y="72"/>
                  </a:lnTo>
                  <a:close/>
                  <a:moveTo>
                    <a:pt x="93" y="48"/>
                  </a:moveTo>
                  <a:cubicBezTo>
                    <a:pt x="93" y="48"/>
                    <a:pt x="93" y="48"/>
                    <a:pt x="93" y="48"/>
                  </a:cubicBezTo>
                  <a:cubicBezTo>
                    <a:pt x="93" y="48"/>
                    <a:pt x="93" y="48"/>
                    <a:pt x="93" y="48"/>
                  </a:cubicBezTo>
                  <a:cubicBezTo>
                    <a:pt x="81" y="55"/>
                    <a:pt x="81" y="55"/>
                    <a:pt x="81" y="55"/>
                  </a:cubicBezTo>
                  <a:cubicBezTo>
                    <a:pt x="79" y="57"/>
                    <a:pt x="76" y="57"/>
                    <a:pt x="73" y="55"/>
                  </a:cubicBezTo>
                  <a:cubicBezTo>
                    <a:pt x="72" y="54"/>
                    <a:pt x="70" y="53"/>
                    <a:pt x="70" y="51"/>
                  </a:cubicBezTo>
                  <a:cubicBezTo>
                    <a:pt x="79" y="51"/>
                    <a:pt x="79" y="51"/>
                    <a:pt x="79" y="51"/>
                  </a:cubicBezTo>
                  <a:cubicBezTo>
                    <a:pt x="80" y="51"/>
                    <a:pt x="81" y="50"/>
                    <a:pt x="81" y="49"/>
                  </a:cubicBezTo>
                  <a:cubicBezTo>
                    <a:pt x="82" y="47"/>
                    <a:pt x="80" y="45"/>
                    <a:pt x="79" y="45"/>
                  </a:cubicBezTo>
                  <a:cubicBezTo>
                    <a:pt x="70" y="45"/>
                    <a:pt x="70" y="45"/>
                    <a:pt x="70" y="45"/>
                  </a:cubicBezTo>
                  <a:cubicBezTo>
                    <a:pt x="70" y="44"/>
                    <a:pt x="71" y="43"/>
                    <a:pt x="72" y="43"/>
                  </a:cubicBezTo>
                  <a:cubicBezTo>
                    <a:pt x="72" y="42"/>
                    <a:pt x="73" y="42"/>
                    <a:pt x="73" y="41"/>
                  </a:cubicBezTo>
                  <a:cubicBezTo>
                    <a:pt x="75" y="41"/>
                    <a:pt x="76" y="40"/>
                    <a:pt x="77" y="40"/>
                  </a:cubicBezTo>
                  <a:cubicBezTo>
                    <a:pt x="79" y="40"/>
                    <a:pt x="80" y="41"/>
                    <a:pt x="81" y="41"/>
                  </a:cubicBezTo>
                  <a:lnTo>
                    <a:pt x="93" y="48"/>
                  </a:lnTo>
                  <a:close/>
                  <a:moveTo>
                    <a:pt x="104" y="6"/>
                  </a:moveTo>
                  <a:cubicBezTo>
                    <a:pt x="101" y="19"/>
                    <a:pt x="101" y="19"/>
                    <a:pt x="101" y="19"/>
                  </a:cubicBezTo>
                  <a:cubicBezTo>
                    <a:pt x="100" y="22"/>
                    <a:pt x="98" y="24"/>
                    <a:pt x="95" y="25"/>
                  </a:cubicBezTo>
                  <a:cubicBezTo>
                    <a:pt x="93" y="26"/>
                    <a:pt x="91" y="25"/>
                    <a:pt x="90" y="25"/>
                  </a:cubicBezTo>
                  <a:cubicBezTo>
                    <a:pt x="96" y="18"/>
                    <a:pt x="96" y="18"/>
                    <a:pt x="96" y="18"/>
                  </a:cubicBezTo>
                  <a:cubicBezTo>
                    <a:pt x="97" y="17"/>
                    <a:pt x="97" y="15"/>
                    <a:pt x="96" y="14"/>
                  </a:cubicBezTo>
                  <a:cubicBezTo>
                    <a:pt x="95" y="13"/>
                    <a:pt x="93" y="13"/>
                    <a:pt x="92" y="14"/>
                  </a:cubicBezTo>
                  <a:cubicBezTo>
                    <a:pt x="86" y="21"/>
                    <a:pt x="86" y="21"/>
                    <a:pt x="86" y="21"/>
                  </a:cubicBezTo>
                  <a:cubicBezTo>
                    <a:pt x="85" y="19"/>
                    <a:pt x="85" y="17"/>
                    <a:pt x="85" y="15"/>
                  </a:cubicBezTo>
                  <a:cubicBezTo>
                    <a:pt x="86" y="12"/>
                    <a:pt x="88" y="10"/>
                    <a:pt x="91" y="9"/>
                  </a:cubicBezTo>
                  <a:cubicBezTo>
                    <a:pt x="104" y="6"/>
                    <a:pt x="104" y="6"/>
                    <a:pt x="104" y="6"/>
                  </a:cubicBezTo>
                  <a:cubicBezTo>
                    <a:pt x="104" y="6"/>
                    <a:pt x="104" y="6"/>
                    <a:pt x="104" y="6"/>
                  </a:cubicBezTo>
                  <a:cubicBezTo>
                    <a:pt x="104" y="6"/>
                    <a:pt x="104" y="6"/>
                    <a:pt x="104"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0" name="Google Shape;890;p52"/>
            <p:cNvSpPr/>
            <p:nvPr/>
          </p:nvSpPr>
          <p:spPr>
            <a:xfrm>
              <a:off x="4732423" y="3323461"/>
              <a:ext cx="175049" cy="171746"/>
            </a:xfrm>
            <a:custGeom>
              <a:avLst/>
              <a:gdLst/>
              <a:ahLst/>
              <a:cxnLst/>
              <a:rect l="l" t="t" r="r" b="b"/>
              <a:pathLst>
                <a:path w="67" h="66" extrusionOk="0">
                  <a:moveTo>
                    <a:pt x="50" y="61"/>
                  </a:moveTo>
                  <a:cubicBezTo>
                    <a:pt x="59" y="63"/>
                    <a:pt x="59" y="63"/>
                    <a:pt x="59" y="63"/>
                  </a:cubicBezTo>
                  <a:cubicBezTo>
                    <a:pt x="61" y="64"/>
                    <a:pt x="63" y="63"/>
                    <a:pt x="65" y="61"/>
                  </a:cubicBezTo>
                  <a:cubicBezTo>
                    <a:pt x="66" y="60"/>
                    <a:pt x="67" y="57"/>
                    <a:pt x="66" y="55"/>
                  </a:cubicBezTo>
                  <a:cubicBezTo>
                    <a:pt x="62" y="47"/>
                    <a:pt x="62" y="47"/>
                    <a:pt x="62" y="47"/>
                  </a:cubicBezTo>
                  <a:cubicBezTo>
                    <a:pt x="65" y="42"/>
                    <a:pt x="66" y="35"/>
                    <a:pt x="65" y="29"/>
                  </a:cubicBezTo>
                  <a:cubicBezTo>
                    <a:pt x="65" y="26"/>
                    <a:pt x="64" y="23"/>
                    <a:pt x="63" y="21"/>
                  </a:cubicBezTo>
                  <a:cubicBezTo>
                    <a:pt x="63" y="19"/>
                    <a:pt x="61" y="19"/>
                    <a:pt x="59" y="19"/>
                  </a:cubicBezTo>
                  <a:cubicBezTo>
                    <a:pt x="58" y="20"/>
                    <a:pt x="57" y="21"/>
                    <a:pt x="58" y="23"/>
                  </a:cubicBezTo>
                  <a:cubicBezTo>
                    <a:pt x="59" y="25"/>
                    <a:pt x="60" y="28"/>
                    <a:pt x="60" y="30"/>
                  </a:cubicBezTo>
                  <a:cubicBezTo>
                    <a:pt x="60" y="35"/>
                    <a:pt x="59" y="41"/>
                    <a:pt x="57" y="46"/>
                  </a:cubicBezTo>
                  <a:cubicBezTo>
                    <a:pt x="56" y="46"/>
                    <a:pt x="56" y="47"/>
                    <a:pt x="57" y="48"/>
                  </a:cubicBezTo>
                  <a:cubicBezTo>
                    <a:pt x="61" y="57"/>
                    <a:pt x="61" y="57"/>
                    <a:pt x="61" y="57"/>
                  </a:cubicBezTo>
                  <a:cubicBezTo>
                    <a:pt x="61" y="58"/>
                    <a:pt x="61" y="58"/>
                    <a:pt x="61" y="58"/>
                  </a:cubicBezTo>
                  <a:cubicBezTo>
                    <a:pt x="61" y="58"/>
                    <a:pt x="60" y="58"/>
                    <a:pt x="60" y="58"/>
                  </a:cubicBezTo>
                  <a:cubicBezTo>
                    <a:pt x="50" y="55"/>
                    <a:pt x="50" y="55"/>
                    <a:pt x="50" y="55"/>
                  </a:cubicBezTo>
                  <a:cubicBezTo>
                    <a:pt x="49" y="55"/>
                    <a:pt x="48" y="55"/>
                    <a:pt x="48" y="56"/>
                  </a:cubicBezTo>
                  <a:cubicBezTo>
                    <a:pt x="44" y="58"/>
                    <a:pt x="40" y="60"/>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8"/>
                  </a:cubicBezTo>
                  <a:cubicBezTo>
                    <a:pt x="43" y="8"/>
                    <a:pt x="45" y="7"/>
                    <a:pt x="45" y="6"/>
                  </a:cubicBezTo>
                  <a:cubicBezTo>
                    <a:pt x="46" y="4"/>
                    <a:pt x="45" y="3"/>
                    <a:pt x="44" y="2"/>
                  </a:cubicBezTo>
                  <a:cubicBezTo>
                    <a:pt x="39" y="1"/>
                    <a:pt x="35" y="0"/>
                    <a:pt x="30" y="1"/>
                  </a:cubicBezTo>
                  <a:cubicBezTo>
                    <a:pt x="21" y="2"/>
                    <a:pt x="13" y="6"/>
                    <a:pt x="8" y="13"/>
                  </a:cubicBezTo>
                  <a:cubicBezTo>
                    <a:pt x="2" y="19"/>
                    <a:pt x="0" y="28"/>
                    <a:pt x="1" y="37"/>
                  </a:cubicBezTo>
                  <a:cubicBezTo>
                    <a:pt x="2" y="45"/>
                    <a:pt x="6" y="53"/>
                    <a:pt x="12" y="58"/>
                  </a:cubicBezTo>
                  <a:cubicBezTo>
                    <a:pt x="18" y="63"/>
                    <a:pt x="26" y="66"/>
                    <a:pt x="33" y="66"/>
                  </a:cubicBezTo>
                  <a:cubicBezTo>
                    <a:pt x="34" y="66"/>
                    <a:pt x="35" y="66"/>
                    <a:pt x="35" y="65"/>
                  </a:cubicBezTo>
                  <a:cubicBezTo>
                    <a:pt x="41" y="65"/>
                    <a:pt x="45" y="64"/>
                    <a:pt x="50" y="6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1" name="Google Shape;891;p52"/>
            <p:cNvSpPr/>
            <p:nvPr/>
          </p:nvSpPr>
          <p:spPr>
            <a:xfrm>
              <a:off x="4766552" y="3356489"/>
              <a:ext cx="106791" cy="107892"/>
            </a:xfrm>
            <a:custGeom>
              <a:avLst/>
              <a:gdLst/>
              <a:ahLst/>
              <a:cxnLst/>
              <a:rect l="l" t="t" r="r" b="b"/>
              <a:pathLst>
                <a:path w="41" h="41" extrusionOk="0">
                  <a:moveTo>
                    <a:pt x="29" y="4"/>
                  </a:moveTo>
                  <a:cubicBezTo>
                    <a:pt x="29" y="2"/>
                    <a:pt x="27" y="0"/>
                    <a:pt x="24" y="0"/>
                  </a:cubicBezTo>
                  <a:cubicBezTo>
                    <a:pt x="16" y="0"/>
                    <a:pt x="16" y="0"/>
                    <a:pt x="16" y="0"/>
                  </a:cubicBezTo>
                  <a:cubicBezTo>
                    <a:pt x="14" y="0"/>
                    <a:pt x="12" y="2"/>
                    <a:pt x="12" y="4"/>
                  </a:cubicBezTo>
                  <a:cubicBezTo>
                    <a:pt x="12" y="12"/>
                    <a:pt x="12" y="12"/>
                    <a:pt x="12" y="12"/>
                  </a:cubicBezTo>
                  <a:cubicBezTo>
                    <a:pt x="4" y="12"/>
                    <a:pt x="4" y="12"/>
                    <a:pt x="4" y="12"/>
                  </a:cubicBezTo>
                  <a:cubicBezTo>
                    <a:pt x="2" y="12"/>
                    <a:pt x="0" y="14"/>
                    <a:pt x="0" y="16"/>
                  </a:cubicBezTo>
                  <a:cubicBezTo>
                    <a:pt x="0" y="24"/>
                    <a:pt x="0" y="24"/>
                    <a:pt x="0" y="24"/>
                  </a:cubicBezTo>
                  <a:cubicBezTo>
                    <a:pt x="0" y="27"/>
                    <a:pt x="2" y="29"/>
                    <a:pt x="4" y="29"/>
                  </a:cubicBezTo>
                  <a:cubicBezTo>
                    <a:pt x="12" y="29"/>
                    <a:pt x="12" y="29"/>
                    <a:pt x="12" y="29"/>
                  </a:cubicBezTo>
                  <a:cubicBezTo>
                    <a:pt x="12" y="36"/>
                    <a:pt x="12" y="36"/>
                    <a:pt x="12" y="36"/>
                  </a:cubicBezTo>
                  <a:cubicBezTo>
                    <a:pt x="12" y="39"/>
                    <a:pt x="14" y="41"/>
                    <a:pt x="16" y="41"/>
                  </a:cubicBezTo>
                  <a:cubicBezTo>
                    <a:pt x="24" y="41"/>
                    <a:pt x="24" y="41"/>
                    <a:pt x="24" y="41"/>
                  </a:cubicBezTo>
                  <a:cubicBezTo>
                    <a:pt x="27" y="41"/>
                    <a:pt x="29" y="39"/>
                    <a:pt x="29" y="36"/>
                  </a:cubicBezTo>
                  <a:cubicBezTo>
                    <a:pt x="29" y="29"/>
                    <a:pt x="29" y="29"/>
                    <a:pt x="29" y="29"/>
                  </a:cubicBezTo>
                  <a:cubicBezTo>
                    <a:pt x="36" y="29"/>
                    <a:pt x="36" y="29"/>
                    <a:pt x="36" y="29"/>
                  </a:cubicBezTo>
                  <a:cubicBezTo>
                    <a:pt x="39" y="29"/>
                    <a:pt x="41" y="27"/>
                    <a:pt x="41" y="24"/>
                  </a:cubicBezTo>
                  <a:cubicBezTo>
                    <a:pt x="41" y="16"/>
                    <a:pt x="41" y="16"/>
                    <a:pt x="41" y="16"/>
                  </a:cubicBezTo>
                  <a:cubicBezTo>
                    <a:pt x="41" y="14"/>
                    <a:pt x="39" y="12"/>
                    <a:pt x="36" y="12"/>
                  </a:cubicBezTo>
                  <a:cubicBezTo>
                    <a:pt x="29" y="12"/>
                    <a:pt x="29" y="12"/>
                    <a:pt x="29" y="12"/>
                  </a:cubicBezTo>
                  <a:lnTo>
                    <a:pt x="29" y="4"/>
                  </a:lnTo>
                  <a:close/>
                  <a:moveTo>
                    <a:pt x="35" y="17"/>
                  </a:moveTo>
                  <a:cubicBezTo>
                    <a:pt x="35" y="23"/>
                    <a:pt x="35" y="23"/>
                    <a:pt x="35" y="23"/>
                  </a:cubicBezTo>
                  <a:cubicBezTo>
                    <a:pt x="26" y="23"/>
                    <a:pt x="26" y="23"/>
                    <a:pt x="26" y="23"/>
                  </a:cubicBezTo>
                  <a:cubicBezTo>
                    <a:pt x="25" y="23"/>
                    <a:pt x="23" y="24"/>
                    <a:pt x="23" y="26"/>
                  </a:cubicBezTo>
                  <a:cubicBezTo>
                    <a:pt x="23" y="35"/>
                    <a:pt x="23" y="35"/>
                    <a:pt x="23" y="35"/>
                  </a:cubicBezTo>
                  <a:cubicBezTo>
                    <a:pt x="17" y="35"/>
                    <a:pt x="17" y="35"/>
                    <a:pt x="17" y="35"/>
                  </a:cubicBezTo>
                  <a:cubicBezTo>
                    <a:pt x="17" y="26"/>
                    <a:pt x="17" y="26"/>
                    <a:pt x="17" y="26"/>
                  </a:cubicBezTo>
                  <a:cubicBezTo>
                    <a:pt x="17" y="24"/>
                    <a:pt x="16" y="23"/>
                    <a:pt x="15" y="23"/>
                  </a:cubicBezTo>
                  <a:cubicBezTo>
                    <a:pt x="5" y="23"/>
                    <a:pt x="5" y="23"/>
                    <a:pt x="5" y="23"/>
                  </a:cubicBezTo>
                  <a:cubicBezTo>
                    <a:pt x="5" y="17"/>
                    <a:pt x="5" y="17"/>
                    <a:pt x="5" y="17"/>
                  </a:cubicBezTo>
                  <a:cubicBezTo>
                    <a:pt x="15" y="17"/>
                    <a:pt x="15" y="17"/>
                    <a:pt x="15" y="17"/>
                  </a:cubicBezTo>
                  <a:cubicBezTo>
                    <a:pt x="16" y="17"/>
                    <a:pt x="17" y="16"/>
                    <a:pt x="17" y="14"/>
                  </a:cubicBezTo>
                  <a:cubicBezTo>
                    <a:pt x="17" y="5"/>
                    <a:pt x="17" y="5"/>
                    <a:pt x="17" y="5"/>
                  </a:cubicBezTo>
                  <a:cubicBezTo>
                    <a:pt x="23" y="5"/>
                    <a:pt x="23" y="5"/>
                    <a:pt x="23" y="5"/>
                  </a:cubicBezTo>
                  <a:cubicBezTo>
                    <a:pt x="23" y="14"/>
                    <a:pt x="23" y="14"/>
                    <a:pt x="23" y="14"/>
                  </a:cubicBezTo>
                  <a:cubicBezTo>
                    <a:pt x="23" y="16"/>
                    <a:pt x="25" y="17"/>
                    <a:pt x="26" y="17"/>
                  </a:cubicBezTo>
                  <a:cubicBezTo>
                    <a:pt x="35" y="17"/>
                    <a:pt x="35" y="17"/>
                    <a:pt x="35"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2" name="Google Shape;892;p52"/>
            <p:cNvSpPr/>
            <p:nvPr/>
          </p:nvSpPr>
          <p:spPr>
            <a:xfrm>
              <a:off x="4865637" y="3346581"/>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3" name="Google Shape;893;p52"/>
          <p:cNvGrpSpPr/>
          <p:nvPr/>
        </p:nvGrpSpPr>
        <p:grpSpPr>
          <a:xfrm>
            <a:off x="3266995" y="3263808"/>
            <a:ext cx="226676" cy="362036"/>
            <a:chOff x="3173495" y="3323461"/>
            <a:chExt cx="232298" cy="371015"/>
          </a:xfrm>
        </p:grpSpPr>
        <p:sp>
          <p:nvSpPr>
            <p:cNvPr id="894" name="Google Shape;894;p52"/>
            <p:cNvSpPr/>
            <p:nvPr/>
          </p:nvSpPr>
          <p:spPr>
            <a:xfrm>
              <a:off x="3173495" y="3323461"/>
              <a:ext cx="232298" cy="371015"/>
            </a:xfrm>
            <a:custGeom>
              <a:avLst/>
              <a:gdLst/>
              <a:ahLst/>
              <a:cxnLst/>
              <a:rect l="l" t="t" r="r" b="b"/>
              <a:pathLst>
                <a:path w="89" h="142" extrusionOk="0">
                  <a:moveTo>
                    <a:pt x="75" y="0"/>
                  </a:moveTo>
                  <a:cubicBezTo>
                    <a:pt x="14" y="0"/>
                    <a:pt x="14" y="0"/>
                    <a:pt x="14" y="0"/>
                  </a:cubicBezTo>
                  <a:cubicBezTo>
                    <a:pt x="6" y="0"/>
                    <a:pt x="0" y="6"/>
                    <a:pt x="0" y="14"/>
                  </a:cubicBezTo>
                  <a:cubicBezTo>
                    <a:pt x="0" y="94"/>
                    <a:pt x="0" y="94"/>
                    <a:pt x="0" y="94"/>
                  </a:cubicBezTo>
                  <a:cubicBezTo>
                    <a:pt x="0" y="102"/>
                    <a:pt x="6" y="108"/>
                    <a:pt x="14" y="108"/>
                  </a:cubicBezTo>
                  <a:cubicBezTo>
                    <a:pt x="37" y="108"/>
                    <a:pt x="37" y="108"/>
                    <a:pt x="37" y="108"/>
                  </a:cubicBezTo>
                  <a:cubicBezTo>
                    <a:pt x="37" y="113"/>
                    <a:pt x="37" y="113"/>
                    <a:pt x="37" y="113"/>
                  </a:cubicBezTo>
                  <a:cubicBezTo>
                    <a:pt x="37" y="116"/>
                    <a:pt x="39" y="118"/>
                    <a:pt x="42" y="118"/>
                  </a:cubicBezTo>
                  <a:cubicBezTo>
                    <a:pt x="42" y="118"/>
                    <a:pt x="42" y="118"/>
                    <a:pt x="42" y="118"/>
                  </a:cubicBezTo>
                  <a:cubicBezTo>
                    <a:pt x="44" y="132"/>
                    <a:pt x="55" y="142"/>
                    <a:pt x="68" y="142"/>
                  </a:cubicBezTo>
                  <a:cubicBezTo>
                    <a:pt x="75" y="142"/>
                    <a:pt x="75" y="142"/>
                    <a:pt x="75" y="142"/>
                  </a:cubicBezTo>
                  <a:cubicBezTo>
                    <a:pt x="77" y="142"/>
                    <a:pt x="78" y="141"/>
                    <a:pt x="78" y="140"/>
                  </a:cubicBezTo>
                  <a:cubicBezTo>
                    <a:pt x="78" y="138"/>
                    <a:pt x="77" y="137"/>
                    <a:pt x="75" y="137"/>
                  </a:cubicBezTo>
                  <a:cubicBezTo>
                    <a:pt x="68" y="137"/>
                    <a:pt x="68" y="137"/>
                    <a:pt x="68" y="137"/>
                  </a:cubicBezTo>
                  <a:cubicBezTo>
                    <a:pt x="57" y="137"/>
                    <a:pt x="49" y="129"/>
                    <a:pt x="48" y="118"/>
                  </a:cubicBezTo>
                  <a:cubicBezTo>
                    <a:pt x="51" y="118"/>
                    <a:pt x="53" y="116"/>
                    <a:pt x="53" y="113"/>
                  </a:cubicBezTo>
                  <a:cubicBezTo>
                    <a:pt x="53" y="108"/>
                    <a:pt x="53" y="108"/>
                    <a:pt x="53" y="108"/>
                  </a:cubicBezTo>
                  <a:cubicBezTo>
                    <a:pt x="75" y="108"/>
                    <a:pt x="75" y="108"/>
                    <a:pt x="75" y="108"/>
                  </a:cubicBezTo>
                  <a:cubicBezTo>
                    <a:pt x="83" y="108"/>
                    <a:pt x="89" y="102"/>
                    <a:pt x="89" y="94"/>
                  </a:cubicBezTo>
                  <a:cubicBezTo>
                    <a:pt x="89" y="14"/>
                    <a:pt x="89" y="14"/>
                    <a:pt x="89" y="14"/>
                  </a:cubicBezTo>
                  <a:cubicBezTo>
                    <a:pt x="89" y="6"/>
                    <a:pt x="83" y="0"/>
                    <a:pt x="75" y="0"/>
                  </a:cubicBezTo>
                  <a:close/>
                  <a:moveTo>
                    <a:pt x="84" y="94"/>
                  </a:moveTo>
                  <a:cubicBezTo>
                    <a:pt x="84" y="99"/>
                    <a:pt x="80" y="103"/>
                    <a:pt x="75" y="103"/>
                  </a:cubicBezTo>
                  <a:cubicBezTo>
                    <a:pt x="50" y="103"/>
                    <a:pt x="50" y="103"/>
                    <a:pt x="50" y="103"/>
                  </a:cubicBezTo>
                  <a:cubicBezTo>
                    <a:pt x="49" y="103"/>
                    <a:pt x="48" y="104"/>
                    <a:pt x="48" y="106"/>
                  </a:cubicBezTo>
                  <a:cubicBezTo>
                    <a:pt x="48" y="113"/>
                    <a:pt x="48" y="113"/>
                    <a:pt x="48" y="113"/>
                  </a:cubicBezTo>
                  <a:cubicBezTo>
                    <a:pt x="42" y="113"/>
                    <a:pt x="42" y="113"/>
                    <a:pt x="42" y="113"/>
                  </a:cubicBezTo>
                  <a:cubicBezTo>
                    <a:pt x="42" y="106"/>
                    <a:pt x="42" y="106"/>
                    <a:pt x="42" y="106"/>
                  </a:cubicBezTo>
                  <a:cubicBezTo>
                    <a:pt x="42" y="104"/>
                    <a:pt x="41" y="103"/>
                    <a:pt x="39" y="103"/>
                  </a:cubicBezTo>
                  <a:cubicBezTo>
                    <a:pt x="14" y="103"/>
                    <a:pt x="14" y="103"/>
                    <a:pt x="14" y="103"/>
                  </a:cubicBezTo>
                  <a:cubicBezTo>
                    <a:pt x="9" y="103"/>
                    <a:pt x="6" y="99"/>
                    <a:pt x="6" y="94"/>
                  </a:cubicBezTo>
                  <a:cubicBezTo>
                    <a:pt x="6" y="14"/>
                    <a:pt x="6" y="14"/>
                    <a:pt x="6" y="14"/>
                  </a:cubicBezTo>
                  <a:cubicBezTo>
                    <a:pt x="6" y="9"/>
                    <a:pt x="9" y="5"/>
                    <a:pt x="14" y="5"/>
                  </a:cubicBezTo>
                  <a:cubicBezTo>
                    <a:pt x="75" y="5"/>
                    <a:pt x="75" y="5"/>
                    <a:pt x="75" y="5"/>
                  </a:cubicBezTo>
                  <a:cubicBezTo>
                    <a:pt x="80" y="5"/>
                    <a:pt x="84" y="9"/>
                    <a:pt x="84" y="14"/>
                  </a:cubicBezTo>
                  <a:cubicBezTo>
                    <a:pt x="84" y="94"/>
                    <a:pt x="84" y="94"/>
                    <a:pt x="84" y="9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5" name="Google Shape;895;p52"/>
            <p:cNvSpPr/>
            <p:nvPr/>
          </p:nvSpPr>
          <p:spPr>
            <a:xfrm>
              <a:off x="3202119" y="3472087"/>
              <a:ext cx="175049" cy="104589"/>
            </a:xfrm>
            <a:custGeom>
              <a:avLst/>
              <a:gdLst/>
              <a:ahLst/>
              <a:cxnLst/>
              <a:rect l="l" t="t" r="r" b="b"/>
              <a:pathLst>
                <a:path w="67" h="40" extrusionOk="0">
                  <a:moveTo>
                    <a:pt x="59" y="0"/>
                  </a:moveTo>
                  <a:cubicBezTo>
                    <a:pt x="9" y="0"/>
                    <a:pt x="9" y="0"/>
                    <a:pt x="9" y="0"/>
                  </a:cubicBezTo>
                  <a:cubicBezTo>
                    <a:pt x="4" y="0"/>
                    <a:pt x="0" y="4"/>
                    <a:pt x="0" y="8"/>
                  </a:cubicBezTo>
                  <a:cubicBezTo>
                    <a:pt x="0" y="37"/>
                    <a:pt x="0" y="37"/>
                    <a:pt x="0" y="37"/>
                  </a:cubicBezTo>
                  <a:cubicBezTo>
                    <a:pt x="0" y="39"/>
                    <a:pt x="2" y="40"/>
                    <a:pt x="3" y="40"/>
                  </a:cubicBezTo>
                  <a:cubicBezTo>
                    <a:pt x="22" y="40"/>
                    <a:pt x="22" y="40"/>
                    <a:pt x="22" y="40"/>
                  </a:cubicBezTo>
                  <a:cubicBezTo>
                    <a:pt x="22" y="40"/>
                    <a:pt x="23" y="40"/>
                    <a:pt x="23" y="40"/>
                  </a:cubicBezTo>
                  <a:cubicBezTo>
                    <a:pt x="25" y="38"/>
                    <a:pt x="24" y="35"/>
                    <a:pt x="21" y="35"/>
                  </a:cubicBezTo>
                  <a:cubicBezTo>
                    <a:pt x="9" y="35"/>
                    <a:pt x="9" y="35"/>
                    <a:pt x="9" y="35"/>
                  </a:cubicBezTo>
                  <a:cubicBezTo>
                    <a:pt x="7" y="35"/>
                    <a:pt x="6" y="33"/>
                    <a:pt x="6" y="32"/>
                  </a:cubicBezTo>
                  <a:cubicBezTo>
                    <a:pt x="6" y="8"/>
                    <a:pt x="6" y="8"/>
                    <a:pt x="6" y="8"/>
                  </a:cubicBezTo>
                  <a:cubicBezTo>
                    <a:pt x="6" y="7"/>
                    <a:pt x="7" y="6"/>
                    <a:pt x="9" y="6"/>
                  </a:cubicBezTo>
                  <a:cubicBezTo>
                    <a:pt x="59" y="6"/>
                    <a:pt x="59" y="6"/>
                    <a:pt x="59" y="6"/>
                  </a:cubicBezTo>
                  <a:cubicBezTo>
                    <a:pt x="60" y="6"/>
                    <a:pt x="62" y="7"/>
                    <a:pt x="62" y="8"/>
                  </a:cubicBezTo>
                  <a:cubicBezTo>
                    <a:pt x="62" y="32"/>
                    <a:pt x="62" y="32"/>
                    <a:pt x="62" y="32"/>
                  </a:cubicBezTo>
                  <a:cubicBezTo>
                    <a:pt x="62" y="33"/>
                    <a:pt x="60" y="35"/>
                    <a:pt x="59" y="35"/>
                  </a:cubicBezTo>
                  <a:cubicBezTo>
                    <a:pt x="46" y="35"/>
                    <a:pt x="46" y="35"/>
                    <a:pt x="46" y="35"/>
                  </a:cubicBezTo>
                  <a:cubicBezTo>
                    <a:pt x="45" y="35"/>
                    <a:pt x="44" y="36"/>
                    <a:pt x="44" y="37"/>
                  </a:cubicBezTo>
                  <a:cubicBezTo>
                    <a:pt x="43" y="39"/>
                    <a:pt x="45" y="40"/>
                    <a:pt x="46" y="40"/>
                  </a:cubicBezTo>
                  <a:cubicBezTo>
                    <a:pt x="59" y="40"/>
                    <a:pt x="59" y="40"/>
                    <a:pt x="59" y="40"/>
                  </a:cubicBezTo>
                  <a:cubicBezTo>
                    <a:pt x="64" y="40"/>
                    <a:pt x="67" y="37"/>
                    <a:pt x="67" y="32"/>
                  </a:cubicBezTo>
                  <a:cubicBezTo>
                    <a:pt x="67" y="8"/>
                    <a:pt x="67" y="8"/>
                    <a:pt x="67" y="8"/>
                  </a:cubicBezTo>
                  <a:cubicBezTo>
                    <a:pt x="67" y="4"/>
                    <a:pt x="64" y="0"/>
                    <a:pt x="59"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6" name="Google Shape;896;p52"/>
            <p:cNvSpPr/>
            <p:nvPr/>
          </p:nvSpPr>
          <p:spPr>
            <a:xfrm>
              <a:off x="3248359" y="3356489"/>
              <a:ext cx="81469" cy="96882"/>
            </a:xfrm>
            <a:custGeom>
              <a:avLst/>
              <a:gdLst/>
              <a:ahLst/>
              <a:cxnLst/>
              <a:rect l="l" t="t" r="r" b="b"/>
              <a:pathLst>
                <a:path w="31" h="37" extrusionOk="0">
                  <a:moveTo>
                    <a:pt x="16" y="37"/>
                  </a:moveTo>
                  <a:cubicBezTo>
                    <a:pt x="21" y="37"/>
                    <a:pt x="26" y="34"/>
                    <a:pt x="29" y="29"/>
                  </a:cubicBezTo>
                  <a:cubicBezTo>
                    <a:pt x="31" y="25"/>
                    <a:pt x="31" y="19"/>
                    <a:pt x="29" y="14"/>
                  </a:cubicBezTo>
                  <a:cubicBezTo>
                    <a:pt x="22" y="3"/>
                    <a:pt x="22" y="3"/>
                    <a:pt x="22" y="3"/>
                  </a:cubicBezTo>
                  <a:cubicBezTo>
                    <a:pt x="21" y="1"/>
                    <a:pt x="19" y="0"/>
                    <a:pt x="16" y="0"/>
                  </a:cubicBezTo>
                  <a:cubicBezTo>
                    <a:pt x="13" y="0"/>
                    <a:pt x="11" y="1"/>
                    <a:pt x="9" y="3"/>
                  </a:cubicBezTo>
                  <a:cubicBezTo>
                    <a:pt x="3" y="14"/>
                    <a:pt x="3" y="14"/>
                    <a:pt x="3" y="14"/>
                  </a:cubicBezTo>
                  <a:cubicBezTo>
                    <a:pt x="0" y="19"/>
                    <a:pt x="0" y="25"/>
                    <a:pt x="3" y="29"/>
                  </a:cubicBezTo>
                  <a:cubicBezTo>
                    <a:pt x="6" y="34"/>
                    <a:pt x="10" y="37"/>
                    <a:pt x="16" y="37"/>
                  </a:cubicBezTo>
                  <a:close/>
                  <a:moveTo>
                    <a:pt x="8" y="17"/>
                  </a:moveTo>
                  <a:cubicBezTo>
                    <a:pt x="14" y="6"/>
                    <a:pt x="14" y="6"/>
                    <a:pt x="14" y="6"/>
                  </a:cubicBezTo>
                  <a:cubicBezTo>
                    <a:pt x="15" y="5"/>
                    <a:pt x="15" y="5"/>
                    <a:pt x="16" y="5"/>
                  </a:cubicBezTo>
                  <a:cubicBezTo>
                    <a:pt x="16" y="5"/>
                    <a:pt x="17" y="5"/>
                    <a:pt x="17" y="6"/>
                  </a:cubicBezTo>
                  <a:cubicBezTo>
                    <a:pt x="24" y="17"/>
                    <a:pt x="24" y="17"/>
                    <a:pt x="24" y="17"/>
                  </a:cubicBezTo>
                  <a:cubicBezTo>
                    <a:pt x="25" y="20"/>
                    <a:pt x="25" y="24"/>
                    <a:pt x="24" y="26"/>
                  </a:cubicBezTo>
                  <a:cubicBezTo>
                    <a:pt x="22" y="29"/>
                    <a:pt x="19" y="31"/>
                    <a:pt x="16" y="31"/>
                  </a:cubicBezTo>
                  <a:cubicBezTo>
                    <a:pt x="12" y="31"/>
                    <a:pt x="9" y="29"/>
                    <a:pt x="8" y="26"/>
                  </a:cubicBezTo>
                  <a:cubicBezTo>
                    <a:pt x="6" y="24"/>
                    <a:pt x="6" y="20"/>
                    <a:pt x="8"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897" name="Google Shape;897;p52"/>
            <p:cNvSpPr/>
            <p:nvPr/>
          </p:nvSpPr>
          <p:spPr>
            <a:xfrm>
              <a:off x="3282488" y="3563465"/>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898" name="Google Shape;898;p52"/>
          <p:cNvGrpSpPr/>
          <p:nvPr/>
        </p:nvGrpSpPr>
        <p:grpSpPr>
          <a:xfrm>
            <a:off x="3975496" y="3263808"/>
            <a:ext cx="365260" cy="362036"/>
            <a:chOff x="4011309" y="3323461"/>
            <a:chExt cx="374319" cy="371015"/>
          </a:xfrm>
        </p:grpSpPr>
        <p:sp>
          <p:nvSpPr>
            <p:cNvPr id="899" name="Google Shape;899;p52"/>
            <p:cNvSpPr/>
            <p:nvPr/>
          </p:nvSpPr>
          <p:spPr>
            <a:xfrm>
              <a:off x="4069659" y="3380710"/>
              <a:ext cx="315969" cy="313766"/>
            </a:xfrm>
            <a:custGeom>
              <a:avLst/>
              <a:gdLst/>
              <a:ahLst/>
              <a:cxnLst/>
              <a:rect l="l" t="t" r="r" b="b"/>
              <a:pathLst>
                <a:path w="121" h="120" extrusionOk="0">
                  <a:moveTo>
                    <a:pt x="119" y="21"/>
                  </a:moveTo>
                  <a:cubicBezTo>
                    <a:pt x="101" y="2"/>
                    <a:pt x="101" y="2"/>
                    <a:pt x="101" y="2"/>
                  </a:cubicBezTo>
                  <a:cubicBezTo>
                    <a:pt x="99" y="0"/>
                    <a:pt x="95" y="0"/>
                    <a:pt x="93" y="2"/>
                  </a:cubicBezTo>
                  <a:cubicBezTo>
                    <a:pt x="82" y="13"/>
                    <a:pt x="82" y="13"/>
                    <a:pt x="82" y="13"/>
                  </a:cubicBezTo>
                  <a:cubicBezTo>
                    <a:pt x="81" y="14"/>
                    <a:pt x="80" y="15"/>
                    <a:pt x="80" y="17"/>
                  </a:cubicBezTo>
                  <a:cubicBezTo>
                    <a:pt x="80" y="18"/>
                    <a:pt x="81" y="19"/>
                    <a:pt x="81" y="20"/>
                  </a:cubicBezTo>
                  <a:cubicBezTo>
                    <a:pt x="6" y="96"/>
                    <a:pt x="6" y="96"/>
                    <a:pt x="6" y="96"/>
                  </a:cubicBezTo>
                  <a:cubicBezTo>
                    <a:pt x="0" y="101"/>
                    <a:pt x="0" y="110"/>
                    <a:pt x="6" y="116"/>
                  </a:cubicBezTo>
                  <a:cubicBezTo>
                    <a:pt x="8" y="118"/>
                    <a:pt x="12" y="120"/>
                    <a:pt x="16" y="120"/>
                  </a:cubicBezTo>
                  <a:cubicBezTo>
                    <a:pt x="20" y="120"/>
                    <a:pt x="23" y="118"/>
                    <a:pt x="26" y="116"/>
                  </a:cubicBezTo>
                  <a:cubicBezTo>
                    <a:pt x="101" y="40"/>
                    <a:pt x="101" y="40"/>
                    <a:pt x="101" y="40"/>
                  </a:cubicBezTo>
                  <a:cubicBezTo>
                    <a:pt x="102" y="41"/>
                    <a:pt x="103" y="41"/>
                    <a:pt x="105" y="41"/>
                  </a:cubicBezTo>
                  <a:cubicBezTo>
                    <a:pt x="106" y="41"/>
                    <a:pt x="107" y="41"/>
                    <a:pt x="108" y="39"/>
                  </a:cubicBezTo>
                  <a:cubicBezTo>
                    <a:pt x="119" y="29"/>
                    <a:pt x="119" y="29"/>
                    <a:pt x="119" y="29"/>
                  </a:cubicBezTo>
                  <a:cubicBezTo>
                    <a:pt x="120" y="28"/>
                    <a:pt x="121" y="26"/>
                    <a:pt x="121" y="25"/>
                  </a:cubicBezTo>
                  <a:cubicBezTo>
                    <a:pt x="121" y="23"/>
                    <a:pt x="120" y="22"/>
                    <a:pt x="119" y="21"/>
                  </a:cubicBezTo>
                  <a:close/>
                  <a:moveTo>
                    <a:pt x="80" y="53"/>
                  </a:moveTo>
                  <a:cubicBezTo>
                    <a:pt x="68" y="41"/>
                    <a:pt x="68" y="41"/>
                    <a:pt x="68" y="41"/>
                  </a:cubicBezTo>
                  <a:cubicBezTo>
                    <a:pt x="85" y="24"/>
                    <a:pt x="85" y="24"/>
                    <a:pt x="85" y="24"/>
                  </a:cubicBezTo>
                  <a:cubicBezTo>
                    <a:pt x="97" y="36"/>
                    <a:pt x="97" y="36"/>
                    <a:pt x="97" y="36"/>
                  </a:cubicBezTo>
                  <a:lnTo>
                    <a:pt x="80" y="53"/>
                  </a:lnTo>
                  <a:close/>
                  <a:moveTo>
                    <a:pt x="22" y="112"/>
                  </a:moveTo>
                  <a:cubicBezTo>
                    <a:pt x="20" y="113"/>
                    <a:pt x="18" y="114"/>
                    <a:pt x="16" y="114"/>
                  </a:cubicBezTo>
                  <a:cubicBezTo>
                    <a:pt x="13" y="114"/>
                    <a:pt x="11" y="113"/>
                    <a:pt x="10" y="112"/>
                  </a:cubicBezTo>
                  <a:cubicBezTo>
                    <a:pt x="6" y="108"/>
                    <a:pt x="6" y="103"/>
                    <a:pt x="10" y="100"/>
                  </a:cubicBezTo>
                  <a:cubicBezTo>
                    <a:pt x="64" y="45"/>
                    <a:pt x="64" y="45"/>
                    <a:pt x="64" y="45"/>
                  </a:cubicBezTo>
                  <a:cubicBezTo>
                    <a:pt x="76" y="57"/>
                    <a:pt x="76" y="57"/>
                    <a:pt x="76" y="57"/>
                  </a:cubicBezTo>
                  <a:lnTo>
                    <a:pt x="22" y="112"/>
                  </a:lnTo>
                  <a:close/>
                  <a:moveTo>
                    <a:pt x="105" y="36"/>
                  </a:moveTo>
                  <a:cubicBezTo>
                    <a:pt x="86" y="17"/>
                    <a:pt x="86" y="17"/>
                    <a:pt x="86" y="17"/>
                  </a:cubicBezTo>
                  <a:cubicBezTo>
                    <a:pt x="97" y="6"/>
                    <a:pt x="97" y="6"/>
                    <a:pt x="97" y="6"/>
                  </a:cubicBezTo>
                  <a:cubicBezTo>
                    <a:pt x="115" y="25"/>
                    <a:pt x="115" y="25"/>
                    <a:pt x="115" y="25"/>
                  </a:cubicBezTo>
                  <a:lnTo>
                    <a:pt x="105" y="3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0" name="Google Shape;900;p52"/>
            <p:cNvSpPr/>
            <p:nvPr/>
          </p:nvSpPr>
          <p:spPr>
            <a:xfrm>
              <a:off x="4011309" y="3323461"/>
              <a:ext cx="175049" cy="169544"/>
            </a:xfrm>
            <a:custGeom>
              <a:avLst/>
              <a:gdLst/>
              <a:ahLst/>
              <a:cxnLst/>
              <a:rect l="l" t="t" r="r" b="b"/>
              <a:pathLst>
                <a:path w="67" h="65" extrusionOk="0">
                  <a:moveTo>
                    <a:pt x="35" y="65"/>
                  </a:moveTo>
                  <a:cubicBezTo>
                    <a:pt x="41" y="65"/>
                    <a:pt x="45" y="63"/>
                    <a:pt x="50" y="61"/>
                  </a:cubicBezTo>
                  <a:cubicBezTo>
                    <a:pt x="59" y="63"/>
                    <a:pt x="59" y="63"/>
                    <a:pt x="59" y="63"/>
                  </a:cubicBezTo>
                  <a:cubicBezTo>
                    <a:pt x="61" y="63"/>
                    <a:pt x="63" y="63"/>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2" y="19"/>
                    <a:pt x="61" y="18"/>
                    <a:pt x="59" y="19"/>
                  </a:cubicBezTo>
                  <a:cubicBezTo>
                    <a:pt x="58" y="20"/>
                    <a:pt x="57" y="21"/>
                    <a:pt x="58" y="23"/>
                  </a:cubicBezTo>
                  <a:cubicBezTo>
                    <a:pt x="59" y="25"/>
                    <a:pt x="59" y="27"/>
                    <a:pt x="60" y="30"/>
                  </a:cubicBezTo>
                  <a:cubicBezTo>
                    <a:pt x="60" y="35"/>
                    <a:pt x="59" y="41"/>
                    <a:pt x="57" y="45"/>
                  </a:cubicBezTo>
                  <a:cubicBezTo>
                    <a:pt x="56" y="46"/>
                    <a:pt x="56" y="47"/>
                    <a:pt x="57" y="48"/>
                  </a:cubicBezTo>
                  <a:cubicBezTo>
                    <a:pt x="61" y="57"/>
                    <a:pt x="61" y="57"/>
                    <a:pt x="61" y="57"/>
                  </a:cubicBezTo>
                  <a:cubicBezTo>
                    <a:pt x="61" y="57"/>
                    <a:pt x="61" y="57"/>
                    <a:pt x="61" y="57"/>
                  </a:cubicBezTo>
                  <a:cubicBezTo>
                    <a:pt x="60" y="57"/>
                    <a:pt x="60" y="57"/>
                    <a:pt x="60" y="57"/>
                  </a:cubicBezTo>
                  <a:cubicBezTo>
                    <a:pt x="50" y="55"/>
                    <a:pt x="50" y="55"/>
                    <a:pt x="50" y="55"/>
                  </a:cubicBezTo>
                  <a:cubicBezTo>
                    <a:pt x="49" y="55"/>
                    <a:pt x="48" y="55"/>
                    <a:pt x="48" y="55"/>
                  </a:cubicBezTo>
                  <a:cubicBezTo>
                    <a:pt x="44" y="58"/>
                    <a:pt x="40" y="59"/>
                    <a:pt x="35" y="60"/>
                  </a:cubicBezTo>
                  <a:cubicBezTo>
                    <a:pt x="28" y="60"/>
                    <a:pt x="21" y="58"/>
                    <a:pt x="16" y="54"/>
                  </a:cubicBezTo>
                  <a:cubicBezTo>
                    <a:pt x="11" y="49"/>
                    <a:pt x="7" y="43"/>
                    <a:pt x="6" y="36"/>
                  </a:cubicBezTo>
                  <a:cubicBezTo>
                    <a:pt x="6" y="29"/>
                    <a:pt x="8" y="22"/>
                    <a:pt x="12" y="16"/>
                  </a:cubicBezTo>
                  <a:cubicBezTo>
                    <a:pt x="17" y="10"/>
                    <a:pt x="23" y="7"/>
                    <a:pt x="31" y="6"/>
                  </a:cubicBezTo>
                  <a:cubicBezTo>
                    <a:pt x="34" y="6"/>
                    <a:pt x="38" y="6"/>
                    <a:pt x="42" y="7"/>
                  </a:cubicBezTo>
                  <a:cubicBezTo>
                    <a:pt x="43" y="8"/>
                    <a:pt x="45" y="7"/>
                    <a:pt x="45" y="6"/>
                  </a:cubicBezTo>
                  <a:cubicBezTo>
                    <a:pt x="46" y="4"/>
                    <a:pt x="45" y="3"/>
                    <a:pt x="44" y="2"/>
                  </a:cubicBezTo>
                  <a:cubicBezTo>
                    <a:pt x="39" y="1"/>
                    <a:pt x="35" y="0"/>
                    <a:pt x="30" y="0"/>
                  </a:cubicBezTo>
                  <a:cubicBezTo>
                    <a:pt x="21" y="1"/>
                    <a:pt x="13" y="5"/>
                    <a:pt x="8" y="12"/>
                  </a:cubicBezTo>
                  <a:cubicBezTo>
                    <a:pt x="2" y="19"/>
                    <a:pt x="0" y="28"/>
                    <a:pt x="1" y="37"/>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1" name="Google Shape;901;p52"/>
            <p:cNvSpPr/>
            <p:nvPr/>
          </p:nvSpPr>
          <p:spPr>
            <a:xfrm>
              <a:off x="4048741" y="3359792"/>
              <a:ext cx="99084" cy="99084"/>
            </a:xfrm>
            <a:custGeom>
              <a:avLst/>
              <a:gdLst/>
              <a:ahLst/>
              <a:cxnLst/>
              <a:rect l="l" t="t" r="r" b="b"/>
              <a:pathLst>
                <a:path w="38" h="38" extrusionOk="0">
                  <a:moveTo>
                    <a:pt x="2" y="30"/>
                  </a:moveTo>
                  <a:cubicBezTo>
                    <a:pt x="8" y="36"/>
                    <a:pt x="8" y="36"/>
                    <a:pt x="8" y="36"/>
                  </a:cubicBezTo>
                  <a:cubicBezTo>
                    <a:pt x="9" y="37"/>
                    <a:pt x="10" y="37"/>
                    <a:pt x="11" y="37"/>
                  </a:cubicBezTo>
                  <a:cubicBezTo>
                    <a:pt x="12" y="37"/>
                    <a:pt x="13" y="37"/>
                    <a:pt x="14" y="36"/>
                  </a:cubicBezTo>
                  <a:cubicBezTo>
                    <a:pt x="19" y="31"/>
                    <a:pt x="19" y="31"/>
                    <a:pt x="19" y="31"/>
                  </a:cubicBezTo>
                  <a:cubicBezTo>
                    <a:pt x="25" y="36"/>
                    <a:pt x="25" y="36"/>
                    <a:pt x="25" y="36"/>
                  </a:cubicBezTo>
                  <a:cubicBezTo>
                    <a:pt x="26" y="38"/>
                    <a:pt x="29" y="38"/>
                    <a:pt x="31" y="36"/>
                  </a:cubicBezTo>
                  <a:cubicBezTo>
                    <a:pt x="37" y="30"/>
                    <a:pt x="37" y="30"/>
                    <a:pt x="37" y="30"/>
                  </a:cubicBezTo>
                  <a:cubicBezTo>
                    <a:pt x="38" y="29"/>
                    <a:pt x="38" y="26"/>
                    <a:pt x="37" y="24"/>
                  </a:cubicBezTo>
                  <a:cubicBezTo>
                    <a:pt x="37" y="24"/>
                    <a:pt x="37" y="24"/>
                    <a:pt x="37" y="24"/>
                  </a:cubicBezTo>
                  <a:cubicBezTo>
                    <a:pt x="31" y="19"/>
                    <a:pt x="31" y="19"/>
                    <a:pt x="31" y="19"/>
                  </a:cubicBezTo>
                  <a:cubicBezTo>
                    <a:pt x="37" y="14"/>
                    <a:pt x="37" y="14"/>
                    <a:pt x="37" y="14"/>
                  </a:cubicBezTo>
                  <a:cubicBezTo>
                    <a:pt x="38" y="12"/>
                    <a:pt x="38" y="9"/>
                    <a:pt x="37" y="7"/>
                  </a:cubicBezTo>
                  <a:cubicBezTo>
                    <a:pt x="31" y="2"/>
                    <a:pt x="31" y="2"/>
                    <a:pt x="31" y="2"/>
                  </a:cubicBezTo>
                  <a:cubicBezTo>
                    <a:pt x="29" y="0"/>
                    <a:pt x="26" y="0"/>
                    <a:pt x="25" y="2"/>
                  </a:cubicBezTo>
                  <a:cubicBezTo>
                    <a:pt x="19" y="7"/>
                    <a:pt x="19" y="7"/>
                    <a:pt x="19" y="7"/>
                  </a:cubicBezTo>
                  <a:cubicBezTo>
                    <a:pt x="14" y="2"/>
                    <a:pt x="14" y="2"/>
                    <a:pt x="14" y="2"/>
                  </a:cubicBezTo>
                  <a:cubicBezTo>
                    <a:pt x="13" y="1"/>
                    <a:pt x="12" y="0"/>
                    <a:pt x="11" y="0"/>
                  </a:cubicBezTo>
                  <a:cubicBezTo>
                    <a:pt x="10" y="0"/>
                    <a:pt x="9" y="1"/>
                    <a:pt x="8" y="2"/>
                  </a:cubicBezTo>
                  <a:cubicBezTo>
                    <a:pt x="2" y="7"/>
                    <a:pt x="2" y="7"/>
                    <a:pt x="2" y="7"/>
                  </a:cubicBezTo>
                  <a:cubicBezTo>
                    <a:pt x="0" y="9"/>
                    <a:pt x="0" y="12"/>
                    <a:pt x="2" y="14"/>
                  </a:cubicBezTo>
                  <a:cubicBezTo>
                    <a:pt x="7" y="19"/>
                    <a:pt x="7" y="19"/>
                    <a:pt x="7" y="19"/>
                  </a:cubicBezTo>
                  <a:cubicBezTo>
                    <a:pt x="2" y="24"/>
                    <a:pt x="2" y="24"/>
                    <a:pt x="2" y="24"/>
                  </a:cubicBezTo>
                  <a:cubicBezTo>
                    <a:pt x="0" y="26"/>
                    <a:pt x="0" y="29"/>
                    <a:pt x="2" y="30"/>
                  </a:cubicBezTo>
                  <a:close/>
                  <a:moveTo>
                    <a:pt x="13" y="21"/>
                  </a:moveTo>
                  <a:cubicBezTo>
                    <a:pt x="14" y="20"/>
                    <a:pt x="14" y="18"/>
                    <a:pt x="13" y="17"/>
                  </a:cubicBezTo>
                  <a:cubicBezTo>
                    <a:pt x="7" y="10"/>
                    <a:pt x="7" y="10"/>
                    <a:pt x="7" y="10"/>
                  </a:cubicBezTo>
                  <a:cubicBezTo>
                    <a:pt x="11" y="6"/>
                    <a:pt x="11" y="6"/>
                    <a:pt x="11" y="6"/>
                  </a:cubicBezTo>
                  <a:cubicBezTo>
                    <a:pt x="17" y="13"/>
                    <a:pt x="17" y="13"/>
                    <a:pt x="17" y="13"/>
                  </a:cubicBezTo>
                  <a:cubicBezTo>
                    <a:pt x="18" y="14"/>
                    <a:pt x="20" y="14"/>
                    <a:pt x="21" y="13"/>
                  </a:cubicBezTo>
                  <a:cubicBezTo>
                    <a:pt x="28" y="6"/>
                    <a:pt x="28" y="6"/>
                    <a:pt x="28" y="6"/>
                  </a:cubicBezTo>
                  <a:cubicBezTo>
                    <a:pt x="32" y="10"/>
                    <a:pt x="32" y="10"/>
                    <a:pt x="32" y="10"/>
                  </a:cubicBezTo>
                  <a:cubicBezTo>
                    <a:pt x="25" y="17"/>
                    <a:pt x="25" y="17"/>
                    <a:pt x="25" y="17"/>
                  </a:cubicBezTo>
                  <a:cubicBezTo>
                    <a:pt x="24" y="18"/>
                    <a:pt x="24" y="20"/>
                    <a:pt x="25" y="21"/>
                  </a:cubicBezTo>
                  <a:cubicBezTo>
                    <a:pt x="32" y="27"/>
                    <a:pt x="32" y="27"/>
                    <a:pt x="32" y="27"/>
                  </a:cubicBezTo>
                  <a:cubicBezTo>
                    <a:pt x="28" y="31"/>
                    <a:pt x="28" y="31"/>
                    <a:pt x="28" y="31"/>
                  </a:cubicBezTo>
                  <a:cubicBezTo>
                    <a:pt x="21" y="25"/>
                    <a:pt x="21" y="25"/>
                    <a:pt x="21" y="25"/>
                  </a:cubicBezTo>
                  <a:cubicBezTo>
                    <a:pt x="21" y="24"/>
                    <a:pt x="20" y="24"/>
                    <a:pt x="19" y="24"/>
                  </a:cubicBezTo>
                  <a:cubicBezTo>
                    <a:pt x="19" y="24"/>
                    <a:pt x="18" y="24"/>
                    <a:pt x="17" y="25"/>
                  </a:cubicBezTo>
                  <a:cubicBezTo>
                    <a:pt x="11" y="31"/>
                    <a:pt x="11" y="31"/>
                    <a:pt x="11" y="31"/>
                  </a:cubicBezTo>
                  <a:cubicBezTo>
                    <a:pt x="7" y="27"/>
                    <a:pt x="7" y="27"/>
                    <a:pt x="7" y="27"/>
                  </a:cubicBezTo>
                  <a:lnTo>
                    <a:pt x="13"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2" name="Google Shape;902;p52"/>
            <p:cNvSpPr/>
            <p:nvPr/>
          </p:nvSpPr>
          <p:spPr>
            <a:xfrm>
              <a:off x="4144522" y="3344379"/>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3" name="Google Shape;903;p52"/>
          <p:cNvGrpSpPr/>
          <p:nvPr/>
        </p:nvGrpSpPr>
        <p:grpSpPr>
          <a:xfrm>
            <a:off x="881524" y="2599896"/>
            <a:ext cx="228825" cy="362036"/>
            <a:chOff x="791065" y="2643084"/>
            <a:chExt cx="234500" cy="371015"/>
          </a:xfrm>
        </p:grpSpPr>
        <p:sp>
          <p:nvSpPr>
            <p:cNvPr id="904" name="Google Shape;904;p52"/>
            <p:cNvSpPr/>
            <p:nvPr/>
          </p:nvSpPr>
          <p:spPr>
            <a:xfrm>
              <a:off x="791065" y="2643084"/>
              <a:ext cx="234500" cy="371015"/>
            </a:xfrm>
            <a:custGeom>
              <a:avLst/>
              <a:gdLst/>
              <a:ahLst/>
              <a:cxnLst/>
              <a:rect l="l" t="t" r="r" b="b"/>
              <a:pathLst>
                <a:path w="90" h="142" extrusionOk="0">
                  <a:moveTo>
                    <a:pt x="74" y="32"/>
                  </a:moveTo>
                  <a:cubicBezTo>
                    <a:pt x="74" y="21"/>
                    <a:pt x="74" y="21"/>
                    <a:pt x="74" y="21"/>
                  </a:cubicBezTo>
                  <a:cubicBezTo>
                    <a:pt x="77" y="21"/>
                    <a:pt x="79" y="19"/>
                    <a:pt x="79" y="16"/>
                  </a:cubicBezTo>
                  <a:cubicBezTo>
                    <a:pt x="79" y="5"/>
                    <a:pt x="79" y="5"/>
                    <a:pt x="79" y="5"/>
                  </a:cubicBezTo>
                  <a:cubicBezTo>
                    <a:pt x="79" y="2"/>
                    <a:pt x="77" y="0"/>
                    <a:pt x="74" y="0"/>
                  </a:cubicBezTo>
                  <a:cubicBezTo>
                    <a:pt x="16" y="0"/>
                    <a:pt x="16" y="0"/>
                    <a:pt x="16" y="0"/>
                  </a:cubicBezTo>
                  <a:cubicBezTo>
                    <a:pt x="13" y="0"/>
                    <a:pt x="10" y="2"/>
                    <a:pt x="10" y="5"/>
                  </a:cubicBezTo>
                  <a:cubicBezTo>
                    <a:pt x="10" y="16"/>
                    <a:pt x="10" y="16"/>
                    <a:pt x="10" y="16"/>
                  </a:cubicBezTo>
                  <a:cubicBezTo>
                    <a:pt x="10" y="19"/>
                    <a:pt x="13" y="21"/>
                    <a:pt x="16" y="21"/>
                  </a:cubicBezTo>
                  <a:cubicBezTo>
                    <a:pt x="16" y="32"/>
                    <a:pt x="16" y="32"/>
                    <a:pt x="16" y="32"/>
                  </a:cubicBezTo>
                  <a:cubicBezTo>
                    <a:pt x="7" y="33"/>
                    <a:pt x="0" y="40"/>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0"/>
                    <a:pt x="83" y="33"/>
                    <a:pt x="74" y="32"/>
                  </a:cubicBezTo>
                  <a:close/>
                  <a:moveTo>
                    <a:pt x="21" y="21"/>
                  </a:moveTo>
                  <a:cubicBezTo>
                    <a:pt x="68" y="21"/>
                    <a:pt x="68" y="21"/>
                    <a:pt x="68" y="21"/>
                  </a:cubicBezTo>
                  <a:cubicBezTo>
                    <a:pt x="68" y="32"/>
                    <a:pt x="68" y="32"/>
                    <a:pt x="68" y="32"/>
                  </a:cubicBezTo>
                  <a:cubicBezTo>
                    <a:pt x="21" y="32"/>
                    <a:pt x="21" y="32"/>
                    <a:pt x="21" y="32"/>
                  </a:cubicBezTo>
                  <a:lnTo>
                    <a:pt x="21" y="21"/>
                  </a:lnTo>
                  <a:close/>
                  <a:moveTo>
                    <a:pt x="16" y="5"/>
                  </a:moveTo>
                  <a:cubicBezTo>
                    <a:pt x="74" y="5"/>
                    <a:pt x="74" y="5"/>
                    <a:pt x="74" y="5"/>
                  </a:cubicBezTo>
                  <a:cubicBezTo>
                    <a:pt x="74" y="16"/>
                    <a:pt x="74" y="16"/>
                    <a:pt x="74" y="16"/>
                  </a:cubicBezTo>
                  <a:cubicBezTo>
                    <a:pt x="16" y="16"/>
                    <a:pt x="16" y="16"/>
                    <a:pt x="16" y="16"/>
                  </a:cubicBezTo>
                  <a:lnTo>
                    <a:pt x="16" y="5"/>
                  </a:ln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5" y="54"/>
                    <a:pt x="57" y="54"/>
                  </a:cubicBezTo>
                  <a:cubicBezTo>
                    <a:pt x="84" y="54"/>
                    <a:pt x="84" y="54"/>
                    <a:pt x="84" y="54"/>
                  </a:cubicBezTo>
                  <a:cubicBezTo>
                    <a:pt x="84" y="120"/>
                    <a:pt x="84" y="120"/>
                    <a:pt x="84" y="120"/>
                  </a:cubicBezTo>
                  <a:cubicBezTo>
                    <a:pt x="5" y="120"/>
                    <a:pt x="5" y="120"/>
                    <a:pt x="5" y="120"/>
                  </a:cubicBezTo>
                  <a:cubicBezTo>
                    <a:pt x="5" y="54"/>
                    <a:pt x="5" y="54"/>
                    <a:pt x="5" y="54"/>
                  </a:cubicBezTo>
                  <a:cubicBezTo>
                    <a:pt x="32" y="54"/>
                    <a:pt x="32" y="54"/>
                    <a:pt x="32" y="54"/>
                  </a:cubicBezTo>
                  <a:cubicBezTo>
                    <a:pt x="33" y="54"/>
                    <a:pt x="35" y="53"/>
                    <a:pt x="35" y="51"/>
                  </a:cubicBezTo>
                  <a:cubicBezTo>
                    <a:pt x="35" y="50"/>
                    <a:pt x="34" y="48"/>
                    <a:pt x="32" y="48"/>
                  </a:cubicBezTo>
                  <a:cubicBezTo>
                    <a:pt x="6" y="48"/>
                    <a:pt x="6" y="48"/>
                    <a:pt x="6" y="48"/>
                  </a:cubicBezTo>
                  <a:cubicBezTo>
                    <a:pt x="6" y="42"/>
                    <a:pt x="12" y="37"/>
                    <a:pt x="18" y="37"/>
                  </a:cubicBezTo>
                  <a:close/>
                  <a:moveTo>
                    <a:pt x="78"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1" y="137"/>
                    <a:pt x="78"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5" name="Google Shape;905;p52"/>
            <p:cNvSpPr/>
            <p:nvPr/>
          </p:nvSpPr>
          <p:spPr>
            <a:xfrm>
              <a:off x="835102" y="2802719"/>
              <a:ext cx="143122" cy="143121"/>
            </a:xfrm>
            <a:custGeom>
              <a:avLst/>
              <a:gdLst/>
              <a:ahLst/>
              <a:cxnLst/>
              <a:rect l="l" t="t" r="r" b="b"/>
              <a:pathLst>
                <a:path w="55" h="55" extrusionOk="0">
                  <a:moveTo>
                    <a:pt x="12" y="25"/>
                  </a:moveTo>
                  <a:cubicBezTo>
                    <a:pt x="12" y="26"/>
                    <a:pt x="12" y="26"/>
                    <a:pt x="12" y="26"/>
                  </a:cubicBezTo>
                  <a:cubicBezTo>
                    <a:pt x="7" y="25"/>
                    <a:pt x="7" y="25"/>
                    <a:pt x="7" y="25"/>
                  </a:cubicBezTo>
                  <a:cubicBezTo>
                    <a:pt x="5" y="24"/>
                    <a:pt x="3" y="25"/>
                    <a:pt x="2" y="26"/>
                  </a:cubicBezTo>
                  <a:cubicBezTo>
                    <a:pt x="1" y="28"/>
                    <a:pt x="0" y="30"/>
                    <a:pt x="1" y="32"/>
                  </a:cubicBezTo>
                  <a:cubicBezTo>
                    <a:pt x="4" y="45"/>
                    <a:pt x="4" y="45"/>
                    <a:pt x="4" y="45"/>
                  </a:cubicBezTo>
                  <a:cubicBezTo>
                    <a:pt x="5" y="50"/>
                    <a:pt x="9" y="53"/>
                    <a:pt x="14" y="54"/>
                  </a:cubicBezTo>
                  <a:cubicBezTo>
                    <a:pt x="15" y="55"/>
                    <a:pt x="16" y="55"/>
                    <a:pt x="17" y="55"/>
                  </a:cubicBezTo>
                  <a:cubicBezTo>
                    <a:pt x="21" y="55"/>
                    <a:pt x="24" y="53"/>
                    <a:pt x="27" y="51"/>
                  </a:cubicBezTo>
                  <a:cubicBezTo>
                    <a:pt x="27" y="50"/>
                    <a:pt x="27" y="50"/>
                    <a:pt x="28" y="50"/>
                  </a:cubicBezTo>
                  <a:cubicBezTo>
                    <a:pt x="28" y="50"/>
                    <a:pt x="28" y="50"/>
                    <a:pt x="29" y="51"/>
                  </a:cubicBezTo>
                  <a:cubicBezTo>
                    <a:pt x="31" y="53"/>
                    <a:pt x="35" y="55"/>
                    <a:pt x="38" y="55"/>
                  </a:cubicBezTo>
                  <a:cubicBezTo>
                    <a:pt x="40" y="55"/>
                    <a:pt x="41" y="55"/>
                    <a:pt x="42" y="54"/>
                  </a:cubicBezTo>
                  <a:cubicBezTo>
                    <a:pt x="47" y="53"/>
                    <a:pt x="50" y="50"/>
                    <a:pt x="51" y="45"/>
                  </a:cubicBezTo>
                  <a:cubicBezTo>
                    <a:pt x="55" y="32"/>
                    <a:pt x="55" y="32"/>
                    <a:pt x="55" y="32"/>
                  </a:cubicBezTo>
                  <a:cubicBezTo>
                    <a:pt x="55" y="30"/>
                    <a:pt x="55" y="28"/>
                    <a:pt x="53" y="26"/>
                  </a:cubicBezTo>
                  <a:cubicBezTo>
                    <a:pt x="52" y="25"/>
                    <a:pt x="50" y="24"/>
                    <a:pt x="48" y="25"/>
                  </a:cubicBezTo>
                  <a:cubicBezTo>
                    <a:pt x="43" y="26"/>
                    <a:pt x="43" y="26"/>
                    <a:pt x="43" y="26"/>
                  </a:cubicBezTo>
                  <a:cubicBezTo>
                    <a:pt x="43" y="26"/>
                    <a:pt x="43" y="26"/>
                    <a:pt x="43" y="25"/>
                  </a:cubicBezTo>
                  <a:cubicBezTo>
                    <a:pt x="43" y="23"/>
                    <a:pt x="43" y="20"/>
                    <a:pt x="41" y="18"/>
                  </a:cubicBezTo>
                  <a:cubicBezTo>
                    <a:pt x="33" y="3"/>
                    <a:pt x="33" y="3"/>
                    <a:pt x="33" y="3"/>
                  </a:cubicBezTo>
                  <a:cubicBezTo>
                    <a:pt x="32" y="2"/>
                    <a:pt x="30" y="0"/>
                    <a:pt x="28" y="0"/>
                  </a:cubicBezTo>
                  <a:cubicBezTo>
                    <a:pt x="25" y="0"/>
                    <a:pt x="23" y="2"/>
                    <a:pt x="22" y="3"/>
                  </a:cubicBezTo>
                  <a:cubicBezTo>
                    <a:pt x="14" y="18"/>
                    <a:pt x="14" y="18"/>
                    <a:pt x="14" y="18"/>
                  </a:cubicBezTo>
                  <a:cubicBezTo>
                    <a:pt x="13" y="20"/>
                    <a:pt x="12" y="23"/>
                    <a:pt x="12" y="25"/>
                  </a:cubicBezTo>
                  <a:close/>
                  <a:moveTo>
                    <a:pt x="15" y="49"/>
                  </a:moveTo>
                  <a:cubicBezTo>
                    <a:pt x="12" y="48"/>
                    <a:pt x="10" y="46"/>
                    <a:pt x="9" y="43"/>
                  </a:cubicBezTo>
                  <a:cubicBezTo>
                    <a:pt x="6" y="30"/>
                    <a:pt x="6" y="30"/>
                    <a:pt x="6" y="30"/>
                  </a:cubicBezTo>
                  <a:cubicBezTo>
                    <a:pt x="6" y="30"/>
                    <a:pt x="6" y="30"/>
                    <a:pt x="6" y="30"/>
                  </a:cubicBezTo>
                  <a:cubicBezTo>
                    <a:pt x="6" y="30"/>
                    <a:pt x="6" y="30"/>
                    <a:pt x="6" y="30"/>
                  </a:cubicBezTo>
                  <a:cubicBezTo>
                    <a:pt x="6" y="30"/>
                    <a:pt x="6" y="30"/>
                    <a:pt x="6" y="30"/>
                  </a:cubicBezTo>
                  <a:cubicBezTo>
                    <a:pt x="19" y="34"/>
                    <a:pt x="19" y="34"/>
                    <a:pt x="19" y="34"/>
                  </a:cubicBezTo>
                  <a:cubicBezTo>
                    <a:pt x="22" y="34"/>
                    <a:pt x="24" y="36"/>
                    <a:pt x="25" y="39"/>
                  </a:cubicBezTo>
                  <a:cubicBezTo>
                    <a:pt x="25" y="40"/>
                    <a:pt x="25" y="41"/>
                    <a:pt x="25" y="41"/>
                  </a:cubicBezTo>
                  <a:cubicBezTo>
                    <a:pt x="25" y="41"/>
                    <a:pt x="25" y="41"/>
                    <a:pt x="25" y="41"/>
                  </a:cubicBezTo>
                  <a:cubicBezTo>
                    <a:pt x="25" y="43"/>
                    <a:pt x="25" y="44"/>
                    <a:pt x="24" y="45"/>
                  </a:cubicBezTo>
                  <a:cubicBezTo>
                    <a:pt x="18" y="38"/>
                    <a:pt x="18" y="38"/>
                    <a:pt x="18" y="38"/>
                  </a:cubicBezTo>
                  <a:cubicBezTo>
                    <a:pt x="17" y="37"/>
                    <a:pt x="15" y="37"/>
                    <a:pt x="14" y="38"/>
                  </a:cubicBezTo>
                  <a:cubicBezTo>
                    <a:pt x="13" y="39"/>
                    <a:pt x="13" y="41"/>
                    <a:pt x="14" y="42"/>
                  </a:cubicBezTo>
                  <a:cubicBezTo>
                    <a:pt x="20" y="48"/>
                    <a:pt x="20" y="48"/>
                    <a:pt x="20" y="48"/>
                  </a:cubicBezTo>
                  <a:cubicBezTo>
                    <a:pt x="19" y="49"/>
                    <a:pt x="17" y="49"/>
                    <a:pt x="15" y="49"/>
                  </a:cubicBezTo>
                  <a:close/>
                  <a:moveTo>
                    <a:pt x="50" y="30"/>
                  </a:moveTo>
                  <a:cubicBezTo>
                    <a:pt x="50" y="30"/>
                    <a:pt x="50" y="30"/>
                    <a:pt x="50" y="30"/>
                  </a:cubicBezTo>
                  <a:cubicBezTo>
                    <a:pt x="50" y="30"/>
                    <a:pt x="50" y="30"/>
                    <a:pt x="50" y="30"/>
                  </a:cubicBezTo>
                  <a:cubicBezTo>
                    <a:pt x="46" y="43"/>
                    <a:pt x="46" y="43"/>
                    <a:pt x="46" y="43"/>
                  </a:cubicBezTo>
                  <a:cubicBezTo>
                    <a:pt x="45" y="46"/>
                    <a:pt x="43" y="48"/>
                    <a:pt x="40" y="49"/>
                  </a:cubicBezTo>
                  <a:cubicBezTo>
                    <a:pt x="39" y="49"/>
                    <a:pt x="37" y="49"/>
                    <a:pt x="35" y="49"/>
                  </a:cubicBezTo>
                  <a:cubicBezTo>
                    <a:pt x="41" y="42"/>
                    <a:pt x="41" y="42"/>
                    <a:pt x="41" y="42"/>
                  </a:cubicBezTo>
                  <a:cubicBezTo>
                    <a:pt x="42" y="41"/>
                    <a:pt x="42" y="40"/>
                    <a:pt x="41" y="38"/>
                  </a:cubicBezTo>
                  <a:cubicBezTo>
                    <a:pt x="40" y="37"/>
                    <a:pt x="38" y="37"/>
                    <a:pt x="37" y="38"/>
                  </a:cubicBezTo>
                  <a:cubicBezTo>
                    <a:pt x="31" y="45"/>
                    <a:pt x="31" y="45"/>
                    <a:pt x="31" y="45"/>
                  </a:cubicBezTo>
                  <a:cubicBezTo>
                    <a:pt x="31" y="44"/>
                    <a:pt x="31" y="43"/>
                    <a:pt x="31" y="41"/>
                  </a:cubicBezTo>
                  <a:cubicBezTo>
                    <a:pt x="31" y="41"/>
                    <a:pt x="31" y="41"/>
                    <a:pt x="31" y="41"/>
                  </a:cubicBezTo>
                  <a:cubicBezTo>
                    <a:pt x="31" y="41"/>
                    <a:pt x="31" y="40"/>
                    <a:pt x="31" y="39"/>
                  </a:cubicBezTo>
                  <a:cubicBezTo>
                    <a:pt x="32" y="37"/>
                    <a:pt x="34" y="34"/>
                    <a:pt x="36" y="34"/>
                  </a:cubicBezTo>
                  <a:lnTo>
                    <a:pt x="50" y="30"/>
                  </a:lnTo>
                  <a:close/>
                  <a:moveTo>
                    <a:pt x="19" y="20"/>
                  </a:moveTo>
                  <a:cubicBezTo>
                    <a:pt x="27" y="6"/>
                    <a:pt x="27" y="6"/>
                    <a:pt x="27" y="6"/>
                  </a:cubicBezTo>
                  <a:cubicBezTo>
                    <a:pt x="27" y="6"/>
                    <a:pt x="27" y="6"/>
                    <a:pt x="28" y="6"/>
                  </a:cubicBezTo>
                  <a:cubicBezTo>
                    <a:pt x="28" y="6"/>
                    <a:pt x="28" y="6"/>
                    <a:pt x="28" y="6"/>
                  </a:cubicBezTo>
                  <a:cubicBezTo>
                    <a:pt x="36" y="20"/>
                    <a:pt x="36" y="20"/>
                    <a:pt x="36" y="20"/>
                  </a:cubicBezTo>
                  <a:cubicBezTo>
                    <a:pt x="37" y="22"/>
                    <a:pt x="38" y="24"/>
                    <a:pt x="38" y="25"/>
                  </a:cubicBezTo>
                  <a:cubicBezTo>
                    <a:pt x="38" y="26"/>
                    <a:pt x="38" y="27"/>
                    <a:pt x="37" y="28"/>
                  </a:cubicBezTo>
                  <a:cubicBezTo>
                    <a:pt x="35" y="28"/>
                    <a:pt x="35" y="28"/>
                    <a:pt x="35" y="28"/>
                  </a:cubicBezTo>
                  <a:cubicBezTo>
                    <a:pt x="33" y="29"/>
                    <a:pt x="32" y="29"/>
                    <a:pt x="30" y="30"/>
                  </a:cubicBezTo>
                  <a:cubicBezTo>
                    <a:pt x="30" y="24"/>
                    <a:pt x="30" y="24"/>
                    <a:pt x="30" y="24"/>
                  </a:cubicBezTo>
                  <a:cubicBezTo>
                    <a:pt x="30" y="22"/>
                    <a:pt x="29" y="21"/>
                    <a:pt x="28" y="21"/>
                  </a:cubicBezTo>
                  <a:cubicBezTo>
                    <a:pt x="26" y="21"/>
                    <a:pt x="25" y="22"/>
                    <a:pt x="25" y="24"/>
                  </a:cubicBezTo>
                  <a:cubicBezTo>
                    <a:pt x="25" y="30"/>
                    <a:pt x="25" y="30"/>
                    <a:pt x="25" y="30"/>
                  </a:cubicBezTo>
                  <a:cubicBezTo>
                    <a:pt x="24" y="29"/>
                    <a:pt x="22" y="29"/>
                    <a:pt x="20" y="28"/>
                  </a:cubicBezTo>
                  <a:cubicBezTo>
                    <a:pt x="18" y="28"/>
                    <a:pt x="18" y="28"/>
                    <a:pt x="18" y="28"/>
                  </a:cubicBezTo>
                  <a:cubicBezTo>
                    <a:pt x="18" y="27"/>
                    <a:pt x="18" y="26"/>
                    <a:pt x="18" y="25"/>
                  </a:cubicBezTo>
                  <a:cubicBezTo>
                    <a:pt x="18" y="24"/>
                    <a:pt x="18" y="22"/>
                    <a:pt x="19"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6" name="Google Shape;906;p52"/>
            <p:cNvSpPr/>
            <p:nvPr/>
          </p:nvSpPr>
          <p:spPr>
            <a:xfrm>
              <a:off x="900058" y="276859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07" name="Google Shape;907;p52"/>
          <p:cNvGrpSpPr/>
          <p:nvPr/>
        </p:nvGrpSpPr>
        <p:grpSpPr>
          <a:xfrm>
            <a:off x="2376942" y="3263808"/>
            <a:ext cx="362038" cy="362036"/>
            <a:chOff x="2300451" y="3323461"/>
            <a:chExt cx="371016" cy="371015"/>
          </a:xfrm>
        </p:grpSpPr>
        <p:sp>
          <p:nvSpPr>
            <p:cNvPr id="908" name="Google Shape;908;p52"/>
            <p:cNvSpPr/>
            <p:nvPr/>
          </p:nvSpPr>
          <p:spPr>
            <a:xfrm>
              <a:off x="2300451" y="3323461"/>
              <a:ext cx="371016" cy="371015"/>
            </a:xfrm>
            <a:custGeom>
              <a:avLst/>
              <a:gdLst/>
              <a:ahLst/>
              <a:cxnLst/>
              <a:rect l="l" t="t" r="r" b="b"/>
              <a:pathLst>
                <a:path w="142" h="142" extrusionOk="0">
                  <a:moveTo>
                    <a:pt x="134" y="58"/>
                  </a:moveTo>
                  <a:cubicBezTo>
                    <a:pt x="124" y="58"/>
                    <a:pt x="124" y="58"/>
                    <a:pt x="124" y="58"/>
                  </a:cubicBezTo>
                  <a:cubicBezTo>
                    <a:pt x="123" y="53"/>
                    <a:pt x="121" y="47"/>
                    <a:pt x="118" y="42"/>
                  </a:cubicBezTo>
                  <a:cubicBezTo>
                    <a:pt x="124" y="36"/>
                    <a:pt x="124" y="36"/>
                    <a:pt x="124" y="36"/>
                  </a:cubicBezTo>
                  <a:cubicBezTo>
                    <a:pt x="126" y="34"/>
                    <a:pt x="127" y="32"/>
                    <a:pt x="127" y="30"/>
                  </a:cubicBezTo>
                  <a:cubicBezTo>
                    <a:pt x="127" y="28"/>
                    <a:pt x="126" y="26"/>
                    <a:pt x="124" y="24"/>
                  </a:cubicBezTo>
                  <a:cubicBezTo>
                    <a:pt x="118" y="18"/>
                    <a:pt x="118" y="18"/>
                    <a:pt x="118" y="18"/>
                  </a:cubicBezTo>
                  <a:cubicBezTo>
                    <a:pt x="115" y="14"/>
                    <a:pt x="109" y="14"/>
                    <a:pt x="106" y="18"/>
                  </a:cubicBezTo>
                  <a:cubicBezTo>
                    <a:pt x="100" y="24"/>
                    <a:pt x="100" y="24"/>
                    <a:pt x="100" y="24"/>
                  </a:cubicBezTo>
                  <a:cubicBezTo>
                    <a:pt x="95" y="21"/>
                    <a:pt x="89" y="19"/>
                    <a:pt x="84" y="17"/>
                  </a:cubicBezTo>
                  <a:cubicBezTo>
                    <a:pt x="84" y="8"/>
                    <a:pt x="84" y="8"/>
                    <a:pt x="84" y="8"/>
                  </a:cubicBezTo>
                  <a:cubicBezTo>
                    <a:pt x="84" y="4"/>
                    <a:pt x="80" y="0"/>
                    <a:pt x="76" y="0"/>
                  </a:cubicBezTo>
                  <a:cubicBezTo>
                    <a:pt x="66" y="0"/>
                    <a:pt x="66" y="0"/>
                    <a:pt x="66" y="0"/>
                  </a:cubicBezTo>
                  <a:cubicBezTo>
                    <a:pt x="62" y="0"/>
                    <a:pt x="58" y="4"/>
                    <a:pt x="58" y="8"/>
                  </a:cubicBezTo>
                  <a:cubicBezTo>
                    <a:pt x="58" y="18"/>
                    <a:pt x="58" y="18"/>
                    <a:pt x="58" y="18"/>
                  </a:cubicBezTo>
                  <a:cubicBezTo>
                    <a:pt x="52" y="19"/>
                    <a:pt x="47" y="21"/>
                    <a:pt x="42" y="24"/>
                  </a:cubicBezTo>
                  <a:cubicBezTo>
                    <a:pt x="36" y="18"/>
                    <a:pt x="36" y="18"/>
                    <a:pt x="36" y="18"/>
                  </a:cubicBezTo>
                  <a:cubicBezTo>
                    <a:pt x="34" y="16"/>
                    <a:pt x="32" y="15"/>
                    <a:pt x="30" y="15"/>
                  </a:cubicBezTo>
                  <a:cubicBezTo>
                    <a:pt x="27" y="15"/>
                    <a:pt x="25" y="16"/>
                    <a:pt x="24" y="18"/>
                  </a:cubicBezTo>
                  <a:cubicBezTo>
                    <a:pt x="17" y="24"/>
                    <a:pt x="17" y="24"/>
                    <a:pt x="17" y="24"/>
                  </a:cubicBezTo>
                  <a:cubicBezTo>
                    <a:pt x="14" y="28"/>
                    <a:pt x="14" y="33"/>
                    <a:pt x="17" y="36"/>
                  </a:cubicBezTo>
                  <a:cubicBezTo>
                    <a:pt x="24" y="43"/>
                    <a:pt x="24" y="43"/>
                    <a:pt x="24" y="43"/>
                  </a:cubicBezTo>
                  <a:cubicBezTo>
                    <a:pt x="21" y="47"/>
                    <a:pt x="18" y="53"/>
                    <a:pt x="17" y="58"/>
                  </a:cubicBezTo>
                  <a:cubicBezTo>
                    <a:pt x="8" y="58"/>
                    <a:pt x="8" y="58"/>
                    <a:pt x="8" y="58"/>
                  </a:cubicBezTo>
                  <a:cubicBezTo>
                    <a:pt x="3" y="58"/>
                    <a:pt x="0" y="62"/>
                    <a:pt x="0" y="67"/>
                  </a:cubicBezTo>
                  <a:cubicBezTo>
                    <a:pt x="0" y="76"/>
                    <a:pt x="0" y="76"/>
                    <a:pt x="0" y="76"/>
                  </a:cubicBezTo>
                  <a:cubicBezTo>
                    <a:pt x="0" y="80"/>
                    <a:pt x="3" y="84"/>
                    <a:pt x="8" y="84"/>
                  </a:cubicBezTo>
                  <a:cubicBezTo>
                    <a:pt x="17" y="84"/>
                    <a:pt x="17" y="84"/>
                    <a:pt x="17" y="84"/>
                  </a:cubicBezTo>
                  <a:cubicBezTo>
                    <a:pt x="19" y="90"/>
                    <a:pt x="21" y="95"/>
                    <a:pt x="24" y="100"/>
                  </a:cubicBezTo>
                  <a:cubicBezTo>
                    <a:pt x="18" y="106"/>
                    <a:pt x="18" y="106"/>
                    <a:pt x="18" y="106"/>
                  </a:cubicBezTo>
                  <a:cubicBezTo>
                    <a:pt x="14" y="110"/>
                    <a:pt x="14" y="115"/>
                    <a:pt x="18" y="118"/>
                  </a:cubicBezTo>
                  <a:cubicBezTo>
                    <a:pt x="24" y="125"/>
                    <a:pt x="24" y="125"/>
                    <a:pt x="24" y="125"/>
                  </a:cubicBezTo>
                  <a:cubicBezTo>
                    <a:pt x="27" y="128"/>
                    <a:pt x="33" y="128"/>
                    <a:pt x="36" y="125"/>
                  </a:cubicBezTo>
                  <a:cubicBezTo>
                    <a:pt x="42" y="118"/>
                    <a:pt x="42" y="118"/>
                    <a:pt x="42" y="118"/>
                  </a:cubicBezTo>
                  <a:cubicBezTo>
                    <a:pt x="47" y="121"/>
                    <a:pt x="52" y="124"/>
                    <a:pt x="58" y="125"/>
                  </a:cubicBezTo>
                  <a:cubicBezTo>
                    <a:pt x="58" y="134"/>
                    <a:pt x="58" y="134"/>
                    <a:pt x="58" y="134"/>
                  </a:cubicBezTo>
                  <a:cubicBezTo>
                    <a:pt x="58" y="139"/>
                    <a:pt x="62" y="142"/>
                    <a:pt x="66" y="142"/>
                  </a:cubicBezTo>
                  <a:cubicBezTo>
                    <a:pt x="76" y="142"/>
                    <a:pt x="76" y="142"/>
                    <a:pt x="76" y="142"/>
                  </a:cubicBezTo>
                  <a:cubicBezTo>
                    <a:pt x="80" y="142"/>
                    <a:pt x="84" y="139"/>
                    <a:pt x="84" y="134"/>
                  </a:cubicBezTo>
                  <a:cubicBezTo>
                    <a:pt x="84" y="125"/>
                    <a:pt x="84" y="125"/>
                    <a:pt x="84" y="125"/>
                  </a:cubicBezTo>
                  <a:cubicBezTo>
                    <a:pt x="89" y="123"/>
                    <a:pt x="95" y="121"/>
                    <a:pt x="100" y="118"/>
                  </a:cubicBezTo>
                  <a:cubicBezTo>
                    <a:pt x="106" y="125"/>
                    <a:pt x="106" y="125"/>
                    <a:pt x="106" y="125"/>
                  </a:cubicBezTo>
                  <a:cubicBezTo>
                    <a:pt x="108" y="126"/>
                    <a:pt x="110" y="127"/>
                    <a:pt x="112" y="127"/>
                  </a:cubicBezTo>
                  <a:cubicBezTo>
                    <a:pt x="114" y="127"/>
                    <a:pt x="116" y="126"/>
                    <a:pt x="118" y="125"/>
                  </a:cubicBezTo>
                  <a:cubicBezTo>
                    <a:pt x="124" y="118"/>
                    <a:pt x="124" y="118"/>
                    <a:pt x="124" y="118"/>
                  </a:cubicBezTo>
                  <a:cubicBezTo>
                    <a:pt x="128" y="115"/>
                    <a:pt x="128" y="110"/>
                    <a:pt x="124" y="106"/>
                  </a:cubicBezTo>
                  <a:cubicBezTo>
                    <a:pt x="118" y="100"/>
                    <a:pt x="118" y="100"/>
                    <a:pt x="118" y="100"/>
                  </a:cubicBezTo>
                  <a:cubicBezTo>
                    <a:pt x="121" y="95"/>
                    <a:pt x="123" y="90"/>
                    <a:pt x="125" y="84"/>
                  </a:cubicBezTo>
                  <a:cubicBezTo>
                    <a:pt x="134" y="84"/>
                    <a:pt x="134" y="84"/>
                    <a:pt x="134" y="84"/>
                  </a:cubicBezTo>
                  <a:cubicBezTo>
                    <a:pt x="138" y="84"/>
                    <a:pt x="142" y="80"/>
                    <a:pt x="142" y="76"/>
                  </a:cubicBezTo>
                  <a:cubicBezTo>
                    <a:pt x="142" y="67"/>
                    <a:pt x="142" y="67"/>
                    <a:pt x="142" y="67"/>
                  </a:cubicBezTo>
                  <a:cubicBezTo>
                    <a:pt x="142" y="62"/>
                    <a:pt x="138" y="58"/>
                    <a:pt x="134" y="58"/>
                  </a:cubicBezTo>
                  <a:close/>
                  <a:moveTo>
                    <a:pt x="136" y="76"/>
                  </a:moveTo>
                  <a:cubicBezTo>
                    <a:pt x="136" y="77"/>
                    <a:pt x="135" y="79"/>
                    <a:pt x="134" y="79"/>
                  </a:cubicBezTo>
                  <a:cubicBezTo>
                    <a:pt x="122" y="79"/>
                    <a:pt x="122" y="79"/>
                    <a:pt x="122" y="79"/>
                  </a:cubicBezTo>
                  <a:cubicBezTo>
                    <a:pt x="121" y="79"/>
                    <a:pt x="120" y="80"/>
                    <a:pt x="119" y="81"/>
                  </a:cubicBezTo>
                  <a:cubicBezTo>
                    <a:pt x="118" y="87"/>
                    <a:pt x="116" y="93"/>
                    <a:pt x="112" y="99"/>
                  </a:cubicBezTo>
                  <a:cubicBezTo>
                    <a:pt x="111" y="100"/>
                    <a:pt x="111" y="101"/>
                    <a:pt x="112" y="102"/>
                  </a:cubicBezTo>
                  <a:cubicBezTo>
                    <a:pt x="120" y="110"/>
                    <a:pt x="120" y="110"/>
                    <a:pt x="120" y="110"/>
                  </a:cubicBezTo>
                  <a:cubicBezTo>
                    <a:pt x="121" y="111"/>
                    <a:pt x="121" y="113"/>
                    <a:pt x="120" y="114"/>
                  </a:cubicBezTo>
                  <a:cubicBezTo>
                    <a:pt x="114" y="121"/>
                    <a:pt x="114" y="121"/>
                    <a:pt x="114" y="121"/>
                  </a:cubicBezTo>
                  <a:cubicBezTo>
                    <a:pt x="113" y="121"/>
                    <a:pt x="113" y="122"/>
                    <a:pt x="112" y="122"/>
                  </a:cubicBezTo>
                  <a:cubicBezTo>
                    <a:pt x="111" y="122"/>
                    <a:pt x="110" y="121"/>
                    <a:pt x="110" y="121"/>
                  </a:cubicBezTo>
                  <a:cubicBezTo>
                    <a:pt x="102" y="113"/>
                    <a:pt x="102" y="113"/>
                    <a:pt x="102" y="113"/>
                  </a:cubicBezTo>
                  <a:cubicBezTo>
                    <a:pt x="101" y="112"/>
                    <a:pt x="99" y="112"/>
                    <a:pt x="98" y="112"/>
                  </a:cubicBezTo>
                  <a:cubicBezTo>
                    <a:pt x="93" y="116"/>
                    <a:pt x="87" y="119"/>
                    <a:pt x="81" y="120"/>
                  </a:cubicBezTo>
                  <a:cubicBezTo>
                    <a:pt x="79" y="120"/>
                    <a:pt x="78" y="121"/>
                    <a:pt x="78" y="123"/>
                  </a:cubicBezTo>
                  <a:cubicBezTo>
                    <a:pt x="78" y="134"/>
                    <a:pt x="78" y="134"/>
                    <a:pt x="78" y="134"/>
                  </a:cubicBezTo>
                  <a:cubicBezTo>
                    <a:pt x="78" y="136"/>
                    <a:pt x="77" y="137"/>
                    <a:pt x="76" y="137"/>
                  </a:cubicBezTo>
                  <a:cubicBezTo>
                    <a:pt x="66" y="137"/>
                    <a:pt x="66" y="137"/>
                    <a:pt x="66" y="137"/>
                  </a:cubicBezTo>
                  <a:cubicBezTo>
                    <a:pt x="65" y="137"/>
                    <a:pt x="64" y="136"/>
                    <a:pt x="64" y="134"/>
                  </a:cubicBezTo>
                  <a:cubicBezTo>
                    <a:pt x="64" y="122"/>
                    <a:pt x="64" y="122"/>
                    <a:pt x="64" y="122"/>
                  </a:cubicBezTo>
                  <a:cubicBezTo>
                    <a:pt x="64" y="121"/>
                    <a:pt x="63" y="120"/>
                    <a:pt x="61" y="120"/>
                  </a:cubicBezTo>
                  <a:cubicBezTo>
                    <a:pt x="55" y="118"/>
                    <a:pt x="49" y="116"/>
                    <a:pt x="43" y="112"/>
                  </a:cubicBezTo>
                  <a:cubicBezTo>
                    <a:pt x="43" y="112"/>
                    <a:pt x="42" y="112"/>
                    <a:pt x="42" y="112"/>
                  </a:cubicBezTo>
                  <a:cubicBezTo>
                    <a:pt x="41" y="112"/>
                    <a:pt x="40" y="112"/>
                    <a:pt x="40" y="113"/>
                  </a:cubicBezTo>
                  <a:cubicBezTo>
                    <a:pt x="32" y="121"/>
                    <a:pt x="32" y="121"/>
                    <a:pt x="32" y="121"/>
                  </a:cubicBezTo>
                  <a:cubicBezTo>
                    <a:pt x="31" y="122"/>
                    <a:pt x="29" y="122"/>
                    <a:pt x="28" y="121"/>
                  </a:cubicBezTo>
                  <a:cubicBezTo>
                    <a:pt x="21" y="114"/>
                    <a:pt x="21" y="114"/>
                    <a:pt x="21" y="114"/>
                  </a:cubicBezTo>
                  <a:cubicBezTo>
                    <a:pt x="20" y="113"/>
                    <a:pt x="20" y="111"/>
                    <a:pt x="21" y="110"/>
                  </a:cubicBezTo>
                  <a:cubicBezTo>
                    <a:pt x="29" y="102"/>
                    <a:pt x="29" y="102"/>
                    <a:pt x="29" y="102"/>
                  </a:cubicBezTo>
                  <a:cubicBezTo>
                    <a:pt x="30" y="101"/>
                    <a:pt x="30" y="100"/>
                    <a:pt x="30" y="99"/>
                  </a:cubicBezTo>
                  <a:cubicBezTo>
                    <a:pt x="26" y="93"/>
                    <a:pt x="23" y="87"/>
                    <a:pt x="22" y="81"/>
                  </a:cubicBezTo>
                  <a:cubicBezTo>
                    <a:pt x="22" y="80"/>
                    <a:pt x="21" y="79"/>
                    <a:pt x="19" y="79"/>
                  </a:cubicBezTo>
                  <a:cubicBezTo>
                    <a:pt x="8" y="79"/>
                    <a:pt x="8" y="79"/>
                    <a:pt x="8" y="79"/>
                  </a:cubicBezTo>
                  <a:cubicBezTo>
                    <a:pt x="6" y="79"/>
                    <a:pt x="5" y="77"/>
                    <a:pt x="5" y="76"/>
                  </a:cubicBezTo>
                  <a:cubicBezTo>
                    <a:pt x="5" y="67"/>
                    <a:pt x="5" y="67"/>
                    <a:pt x="5" y="67"/>
                  </a:cubicBezTo>
                  <a:cubicBezTo>
                    <a:pt x="5" y="65"/>
                    <a:pt x="6" y="64"/>
                    <a:pt x="8" y="64"/>
                  </a:cubicBezTo>
                  <a:cubicBezTo>
                    <a:pt x="20" y="64"/>
                    <a:pt x="20" y="64"/>
                    <a:pt x="20" y="64"/>
                  </a:cubicBezTo>
                  <a:cubicBezTo>
                    <a:pt x="21" y="64"/>
                    <a:pt x="22" y="63"/>
                    <a:pt x="23" y="62"/>
                  </a:cubicBezTo>
                  <a:cubicBezTo>
                    <a:pt x="24" y="55"/>
                    <a:pt x="26" y="49"/>
                    <a:pt x="30" y="44"/>
                  </a:cubicBezTo>
                  <a:cubicBezTo>
                    <a:pt x="31" y="43"/>
                    <a:pt x="31" y="41"/>
                    <a:pt x="30" y="40"/>
                  </a:cubicBezTo>
                  <a:cubicBezTo>
                    <a:pt x="22" y="32"/>
                    <a:pt x="22" y="32"/>
                    <a:pt x="22" y="32"/>
                  </a:cubicBezTo>
                  <a:cubicBezTo>
                    <a:pt x="21" y="31"/>
                    <a:pt x="21" y="29"/>
                    <a:pt x="22" y="28"/>
                  </a:cubicBezTo>
                  <a:cubicBezTo>
                    <a:pt x="28" y="21"/>
                    <a:pt x="28" y="21"/>
                    <a:pt x="28" y="21"/>
                  </a:cubicBezTo>
                  <a:cubicBezTo>
                    <a:pt x="29" y="21"/>
                    <a:pt x="29" y="21"/>
                    <a:pt x="30" y="21"/>
                  </a:cubicBezTo>
                  <a:cubicBezTo>
                    <a:pt x="31" y="21"/>
                    <a:pt x="32" y="21"/>
                    <a:pt x="32" y="21"/>
                  </a:cubicBezTo>
                  <a:cubicBezTo>
                    <a:pt x="40" y="30"/>
                    <a:pt x="40" y="30"/>
                    <a:pt x="40" y="30"/>
                  </a:cubicBezTo>
                  <a:cubicBezTo>
                    <a:pt x="41" y="30"/>
                    <a:pt x="42" y="31"/>
                    <a:pt x="44" y="30"/>
                  </a:cubicBezTo>
                  <a:cubicBezTo>
                    <a:pt x="49" y="26"/>
                    <a:pt x="55" y="24"/>
                    <a:pt x="61" y="22"/>
                  </a:cubicBezTo>
                  <a:cubicBezTo>
                    <a:pt x="63" y="22"/>
                    <a:pt x="64" y="21"/>
                    <a:pt x="64" y="20"/>
                  </a:cubicBezTo>
                  <a:cubicBezTo>
                    <a:pt x="64" y="8"/>
                    <a:pt x="64" y="8"/>
                    <a:pt x="64" y="8"/>
                  </a:cubicBezTo>
                  <a:cubicBezTo>
                    <a:pt x="64" y="7"/>
                    <a:pt x="65" y="5"/>
                    <a:pt x="66" y="5"/>
                  </a:cubicBezTo>
                  <a:cubicBezTo>
                    <a:pt x="76" y="5"/>
                    <a:pt x="76" y="5"/>
                    <a:pt x="76" y="5"/>
                  </a:cubicBezTo>
                  <a:cubicBezTo>
                    <a:pt x="77" y="5"/>
                    <a:pt x="78" y="7"/>
                    <a:pt x="78" y="8"/>
                  </a:cubicBezTo>
                  <a:cubicBezTo>
                    <a:pt x="78" y="20"/>
                    <a:pt x="78" y="20"/>
                    <a:pt x="78" y="20"/>
                  </a:cubicBezTo>
                  <a:cubicBezTo>
                    <a:pt x="78" y="21"/>
                    <a:pt x="79" y="23"/>
                    <a:pt x="81" y="23"/>
                  </a:cubicBezTo>
                  <a:cubicBezTo>
                    <a:pt x="87" y="24"/>
                    <a:pt x="93" y="27"/>
                    <a:pt x="98" y="30"/>
                  </a:cubicBezTo>
                  <a:cubicBezTo>
                    <a:pt x="100" y="31"/>
                    <a:pt x="101" y="31"/>
                    <a:pt x="102" y="30"/>
                  </a:cubicBezTo>
                  <a:cubicBezTo>
                    <a:pt x="110" y="22"/>
                    <a:pt x="110" y="22"/>
                    <a:pt x="110" y="22"/>
                  </a:cubicBezTo>
                  <a:cubicBezTo>
                    <a:pt x="111" y="21"/>
                    <a:pt x="113" y="21"/>
                    <a:pt x="114" y="22"/>
                  </a:cubicBezTo>
                  <a:cubicBezTo>
                    <a:pt x="120" y="28"/>
                    <a:pt x="120" y="28"/>
                    <a:pt x="120" y="28"/>
                  </a:cubicBezTo>
                  <a:cubicBezTo>
                    <a:pt x="121" y="29"/>
                    <a:pt x="121" y="29"/>
                    <a:pt x="121" y="30"/>
                  </a:cubicBezTo>
                  <a:cubicBezTo>
                    <a:pt x="121" y="31"/>
                    <a:pt x="121" y="32"/>
                    <a:pt x="121" y="32"/>
                  </a:cubicBezTo>
                  <a:cubicBezTo>
                    <a:pt x="113" y="40"/>
                    <a:pt x="113" y="40"/>
                    <a:pt x="113" y="40"/>
                  </a:cubicBezTo>
                  <a:cubicBezTo>
                    <a:pt x="112" y="41"/>
                    <a:pt x="111" y="43"/>
                    <a:pt x="112" y="44"/>
                  </a:cubicBezTo>
                  <a:cubicBezTo>
                    <a:pt x="116" y="49"/>
                    <a:pt x="118" y="55"/>
                    <a:pt x="120" y="62"/>
                  </a:cubicBezTo>
                  <a:cubicBezTo>
                    <a:pt x="120" y="63"/>
                    <a:pt x="121" y="64"/>
                    <a:pt x="122" y="64"/>
                  </a:cubicBezTo>
                  <a:cubicBezTo>
                    <a:pt x="134" y="64"/>
                    <a:pt x="134" y="64"/>
                    <a:pt x="134" y="64"/>
                  </a:cubicBezTo>
                  <a:cubicBezTo>
                    <a:pt x="135" y="64"/>
                    <a:pt x="136" y="65"/>
                    <a:pt x="136" y="67"/>
                  </a:cubicBezTo>
                  <a:lnTo>
                    <a:pt x="136" y="7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09" name="Google Shape;909;p52"/>
            <p:cNvSpPr/>
            <p:nvPr/>
          </p:nvSpPr>
          <p:spPr>
            <a:xfrm>
              <a:off x="2376416" y="3399425"/>
              <a:ext cx="219087" cy="219086"/>
            </a:xfrm>
            <a:custGeom>
              <a:avLst/>
              <a:gdLst/>
              <a:ahLst/>
              <a:cxnLst/>
              <a:rect l="l" t="t" r="r" b="b"/>
              <a:pathLst>
                <a:path w="84" h="84" extrusionOk="0">
                  <a:moveTo>
                    <a:pt x="69" y="14"/>
                  </a:moveTo>
                  <a:cubicBezTo>
                    <a:pt x="68" y="15"/>
                    <a:pt x="68" y="17"/>
                    <a:pt x="69" y="18"/>
                  </a:cubicBezTo>
                  <a:cubicBezTo>
                    <a:pt x="75" y="25"/>
                    <a:pt x="78" y="33"/>
                    <a:pt x="78" y="42"/>
                  </a:cubicBezTo>
                  <a:cubicBezTo>
                    <a:pt x="78" y="62"/>
                    <a:pt x="62" y="78"/>
                    <a:pt x="42" y="78"/>
                  </a:cubicBezTo>
                  <a:cubicBezTo>
                    <a:pt x="22" y="78"/>
                    <a:pt x="6" y="62"/>
                    <a:pt x="6" y="42"/>
                  </a:cubicBezTo>
                  <a:cubicBezTo>
                    <a:pt x="6" y="22"/>
                    <a:pt x="22" y="6"/>
                    <a:pt x="42" y="6"/>
                  </a:cubicBezTo>
                  <a:cubicBezTo>
                    <a:pt x="44" y="6"/>
                    <a:pt x="47" y="6"/>
                    <a:pt x="49" y="7"/>
                  </a:cubicBezTo>
                  <a:cubicBezTo>
                    <a:pt x="51" y="7"/>
                    <a:pt x="52" y="6"/>
                    <a:pt x="52" y="5"/>
                  </a:cubicBezTo>
                  <a:cubicBezTo>
                    <a:pt x="53" y="3"/>
                    <a:pt x="52" y="2"/>
                    <a:pt x="50" y="1"/>
                  </a:cubicBezTo>
                  <a:cubicBezTo>
                    <a:pt x="47" y="1"/>
                    <a:pt x="45" y="0"/>
                    <a:pt x="42" y="0"/>
                  </a:cubicBezTo>
                  <a:cubicBezTo>
                    <a:pt x="19" y="0"/>
                    <a:pt x="0" y="19"/>
                    <a:pt x="0" y="42"/>
                  </a:cubicBezTo>
                  <a:cubicBezTo>
                    <a:pt x="0" y="65"/>
                    <a:pt x="19" y="84"/>
                    <a:pt x="42" y="84"/>
                  </a:cubicBezTo>
                  <a:cubicBezTo>
                    <a:pt x="65" y="84"/>
                    <a:pt x="84" y="65"/>
                    <a:pt x="84" y="42"/>
                  </a:cubicBezTo>
                  <a:cubicBezTo>
                    <a:pt x="84" y="32"/>
                    <a:pt x="80" y="22"/>
                    <a:pt x="73" y="14"/>
                  </a:cubicBezTo>
                  <a:cubicBezTo>
                    <a:pt x="72" y="13"/>
                    <a:pt x="70" y="13"/>
                    <a:pt x="69" y="1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0" name="Google Shape;910;p52"/>
            <p:cNvSpPr/>
            <p:nvPr/>
          </p:nvSpPr>
          <p:spPr>
            <a:xfrm>
              <a:off x="2423756" y="3445665"/>
              <a:ext cx="125507" cy="123305"/>
            </a:xfrm>
            <a:custGeom>
              <a:avLst/>
              <a:gdLst/>
              <a:ahLst/>
              <a:cxnLst/>
              <a:rect l="l" t="t" r="r" b="b"/>
              <a:pathLst>
                <a:path w="48" h="47" extrusionOk="0">
                  <a:moveTo>
                    <a:pt x="14" y="47"/>
                  </a:moveTo>
                  <a:cubicBezTo>
                    <a:pt x="17" y="47"/>
                    <a:pt x="21" y="46"/>
                    <a:pt x="23" y="43"/>
                  </a:cubicBezTo>
                  <a:cubicBezTo>
                    <a:pt x="43" y="24"/>
                    <a:pt x="43" y="24"/>
                    <a:pt x="43" y="24"/>
                  </a:cubicBezTo>
                  <a:cubicBezTo>
                    <a:pt x="48" y="18"/>
                    <a:pt x="48" y="10"/>
                    <a:pt x="43" y="5"/>
                  </a:cubicBezTo>
                  <a:cubicBezTo>
                    <a:pt x="38" y="0"/>
                    <a:pt x="30" y="0"/>
                    <a:pt x="24" y="5"/>
                  </a:cubicBezTo>
                  <a:cubicBezTo>
                    <a:pt x="5" y="25"/>
                    <a:pt x="5" y="25"/>
                    <a:pt x="5" y="25"/>
                  </a:cubicBezTo>
                  <a:cubicBezTo>
                    <a:pt x="0" y="30"/>
                    <a:pt x="0" y="38"/>
                    <a:pt x="5" y="43"/>
                  </a:cubicBezTo>
                  <a:cubicBezTo>
                    <a:pt x="7" y="46"/>
                    <a:pt x="11" y="47"/>
                    <a:pt x="14" y="47"/>
                  </a:cubicBezTo>
                  <a:close/>
                  <a:moveTo>
                    <a:pt x="28" y="9"/>
                  </a:moveTo>
                  <a:cubicBezTo>
                    <a:pt x="31" y="6"/>
                    <a:pt x="36" y="6"/>
                    <a:pt x="39" y="9"/>
                  </a:cubicBezTo>
                  <a:cubicBezTo>
                    <a:pt x="42" y="12"/>
                    <a:pt x="42" y="17"/>
                    <a:pt x="39" y="20"/>
                  </a:cubicBezTo>
                  <a:cubicBezTo>
                    <a:pt x="31" y="27"/>
                    <a:pt x="31" y="27"/>
                    <a:pt x="31" y="27"/>
                  </a:cubicBezTo>
                  <a:cubicBezTo>
                    <a:pt x="21" y="17"/>
                    <a:pt x="21" y="17"/>
                    <a:pt x="21" y="17"/>
                  </a:cubicBezTo>
                  <a:lnTo>
                    <a:pt x="28" y="9"/>
                  </a:lnTo>
                  <a:close/>
                  <a:moveTo>
                    <a:pt x="9" y="29"/>
                  </a:moveTo>
                  <a:cubicBezTo>
                    <a:pt x="17" y="21"/>
                    <a:pt x="17" y="21"/>
                    <a:pt x="17" y="21"/>
                  </a:cubicBezTo>
                  <a:cubicBezTo>
                    <a:pt x="27" y="31"/>
                    <a:pt x="27" y="31"/>
                    <a:pt x="27" y="31"/>
                  </a:cubicBezTo>
                  <a:cubicBezTo>
                    <a:pt x="19" y="39"/>
                    <a:pt x="19" y="39"/>
                    <a:pt x="19" y="39"/>
                  </a:cubicBezTo>
                  <a:cubicBezTo>
                    <a:pt x="16" y="42"/>
                    <a:pt x="12" y="42"/>
                    <a:pt x="9" y="39"/>
                  </a:cubicBezTo>
                  <a:cubicBezTo>
                    <a:pt x="6" y="36"/>
                    <a:pt x="6" y="32"/>
                    <a:pt x="9" y="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1" name="Google Shape;911;p52"/>
            <p:cNvSpPr/>
            <p:nvPr/>
          </p:nvSpPr>
          <p:spPr>
            <a:xfrm>
              <a:off x="2528345" y="341483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12" name="Google Shape;912;p52"/>
          <p:cNvGrpSpPr/>
          <p:nvPr/>
        </p:nvGrpSpPr>
        <p:grpSpPr>
          <a:xfrm>
            <a:off x="1643200" y="3263808"/>
            <a:ext cx="290059" cy="362036"/>
            <a:chOff x="1584841" y="3323461"/>
            <a:chExt cx="297253" cy="371015"/>
          </a:xfrm>
        </p:grpSpPr>
        <p:sp>
          <p:nvSpPr>
            <p:cNvPr id="913" name="Google Shape;913;p52"/>
            <p:cNvSpPr/>
            <p:nvPr/>
          </p:nvSpPr>
          <p:spPr>
            <a:xfrm>
              <a:off x="1584841" y="3323461"/>
              <a:ext cx="297253" cy="371015"/>
            </a:xfrm>
            <a:custGeom>
              <a:avLst/>
              <a:gdLst/>
              <a:ahLst/>
              <a:cxnLst/>
              <a:rect l="l" t="t" r="r" b="b"/>
              <a:pathLst>
                <a:path w="114" h="142" extrusionOk="0">
                  <a:moveTo>
                    <a:pt x="113" y="24"/>
                  </a:moveTo>
                  <a:cubicBezTo>
                    <a:pt x="90" y="1"/>
                    <a:pt x="90" y="1"/>
                    <a:pt x="90" y="1"/>
                  </a:cubicBezTo>
                  <a:cubicBezTo>
                    <a:pt x="89" y="0"/>
                    <a:pt x="88" y="0"/>
                    <a:pt x="88" y="0"/>
                  </a:cubicBezTo>
                  <a:cubicBezTo>
                    <a:pt x="8" y="0"/>
                    <a:pt x="8" y="0"/>
                    <a:pt x="8" y="0"/>
                  </a:cubicBezTo>
                  <a:cubicBezTo>
                    <a:pt x="4" y="0"/>
                    <a:pt x="0" y="4"/>
                    <a:pt x="0" y="8"/>
                  </a:cubicBezTo>
                  <a:cubicBezTo>
                    <a:pt x="0" y="134"/>
                    <a:pt x="0" y="134"/>
                    <a:pt x="0" y="134"/>
                  </a:cubicBezTo>
                  <a:cubicBezTo>
                    <a:pt x="0" y="139"/>
                    <a:pt x="4" y="142"/>
                    <a:pt x="8" y="142"/>
                  </a:cubicBezTo>
                  <a:cubicBezTo>
                    <a:pt x="105" y="142"/>
                    <a:pt x="105" y="142"/>
                    <a:pt x="105" y="142"/>
                  </a:cubicBezTo>
                  <a:cubicBezTo>
                    <a:pt x="110" y="142"/>
                    <a:pt x="114" y="139"/>
                    <a:pt x="114" y="134"/>
                  </a:cubicBezTo>
                  <a:cubicBezTo>
                    <a:pt x="114" y="26"/>
                    <a:pt x="114" y="26"/>
                    <a:pt x="114" y="26"/>
                  </a:cubicBezTo>
                  <a:cubicBezTo>
                    <a:pt x="114" y="25"/>
                    <a:pt x="113" y="24"/>
                    <a:pt x="113" y="24"/>
                  </a:cubicBezTo>
                  <a:close/>
                  <a:moveTo>
                    <a:pt x="106" y="25"/>
                  </a:moveTo>
                  <a:cubicBezTo>
                    <a:pt x="91" y="25"/>
                    <a:pt x="91" y="25"/>
                    <a:pt x="91" y="25"/>
                  </a:cubicBezTo>
                  <a:cubicBezTo>
                    <a:pt x="90" y="25"/>
                    <a:pt x="88" y="24"/>
                    <a:pt x="88" y="22"/>
                  </a:cubicBezTo>
                  <a:cubicBezTo>
                    <a:pt x="88" y="7"/>
                    <a:pt x="88" y="7"/>
                    <a:pt x="88" y="7"/>
                  </a:cubicBezTo>
                  <a:lnTo>
                    <a:pt x="106" y="25"/>
                  </a:lnTo>
                  <a:close/>
                  <a:moveTo>
                    <a:pt x="105" y="137"/>
                  </a:moveTo>
                  <a:cubicBezTo>
                    <a:pt x="8" y="137"/>
                    <a:pt x="8" y="137"/>
                    <a:pt x="8" y="137"/>
                  </a:cubicBezTo>
                  <a:cubicBezTo>
                    <a:pt x="7" y="137"/>
                    <a:pt x="5" y="136"/>
                    <a:pt x="5" y="134"/>
                  </a:cubicBezTo>
                  <a:cubicBezTo>
                    <a:pt x="5" y="8"/>
                    <a:pt x="5" y="8"/>
                    <a:pt x="5" y="8"/>
                  </a:cubicBezTo>
                  <a:cubicBezTo>
                    <a:pt x="5" y="7"/>
                    <a:pt x="7" y="5"/>
                    <a:pt x="8" y="5"/>
                  </a:cubicBezTo>
                  <a:cubicBezTo>
                    <a:pt x="83" y="5"/>
                    <a:pt x="83" y="5"/>
                    <a:pt x="83" y="5"/>
                  </a:cubicBezTo>
                  <a:cubicBezTo>
                    <a:pt x="83" y="22"/>
                    <a:pt x="83" y="22"/>
                    <a:pt x="83" y="22"/>
                  </a:cubicBezTo>
                  <a:cubicBezTo>
                    <a:pt x="83" y="27"/>
                    <a:pt x="87" y="31"/>
                    <a:pt x="91" y="31"/>
                  </a:cubicBezTo>
                  <a:cubicBezTo>
                    <a:pt x="108" y="31"/>
                    <a:pt x="108" y="31"/>
                    <a:pt x="108" y="31"/>
                  </a:cubicBezTo>
                  <a:cubicBezTo>
                    <a:pt x="108" y="134"/>
                    <a:pt x="108" y="134"/>
                    <a:pt x="108" y="134"/>
                  </a:cubicBezTo>
                  <a:cubicBezTo>
                    <a:pt x="108" y="136"/>
                    <a:pt x="107" y="137"/>
                    <a:pt x="105"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4" name="Google Shape;914;p52"/>
            <p:cNvSpPr/>
            <p:nvPr/>
          </p:nvSpPr>
          <p:spPr>
            <a:xfrm>
              <a:off x="1670714" y="3369700"/>
              <a:ext cx="125507" cy="123305"/>
            </a:xfrm>
            <a:custGeom>
              <a:avLst/>
              <a:gdLst/>
              <a:ahLst/>
              <a:cxnLst/>
              <a:rect l="l" t="t" r="r" b="b"/>
              <a:pathLst>
                <a:path w="48" h="47" extrusionOk="0">
                  <a:moveTo>
                    <a:pt x="5" y="32"/>
                  </a:moveTo>
                  <a:cubicBezTo>
                    <a:pt x="15" y="32"/>
                    <a:pt x="15" y="32"/>
                    <a:pt x="15" y="32"/>
                  </a:cubicBezTo>
                  <a:cubicBezTo>
                    <a:pt x="15" y="43"/>
                    <a:pt x="15" y="43"/>
                    <a:pt x="15" y="43"/>
                  </a:cubicBezTo>
                  <a:cubicBezTo>
                    <a:pt x="15" y="45"/>
                    <a:pt x="17" y="47"/>
                    <a:pt x="20" y="47"/>
                  </a:cubicBez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20" y="0"/>
                    <a:pt x="20" y="0"/>
                    <a:pt x="20" y="0"/>
                  </a:cubicBezTo>
                  <a:cubicBezTo>
                    <a:pt x="17" y="0"/>
                    <a:pt x="15" y="2"/>
                    <a:pt x="15" y="4"/>
                  </a:cubicBezTo>
                  <a:cubicBezTo>
                    <a:pt x="15" y="15"/>
                    <a:pt x="15" y="15"/>
                    <a:pt x="15" y="15"/>
                  </a:cubicBezTo>
                  <a:cubicBezTo>
                    <a:pt x="5" y="15"/>
                    <a:pt x="5" y="15"/>
                    <a:pt x="5" y="15"/>
                  </a:cubicBezTo>
                  <a:cubicBezTo>
                    <a:pt x="2" y="15"/>
                    <a:pt x="0" y="17"/>
                    <a:pt x="0" y="19"/>
                  </a:cubicBezTo>
                  <a:cubicBezTo>
                    <a:pt x="0" y="28"/>
                    <a:pt x="0" y="28"/>
                    <a:pt x="0" y="28"/>
                  </a:cubicBezTo>
                  <a:cubicBezTo>
                    <a:pt x="0" y="30"/>
                    <a:pt x="2" y="32"/>
                    <a:pt x="5" y="32"/>
                  </a:cubicBezTo>
                  <a:close/>
                  <a:moveTo>
                    <a:pt x="6" y="20"/>
                  </a:moveTo>
                  <a:cubicBezTo>
                    <a:pt x="18" y="20"/>
                    <a:pt x="18" y="20"/>
                    <a:pt x="18" y="20"/>
                  </a:cubicBezTo>
                  <a:cubicBezTo>
                    <a:pt x="19" y="20"/>
                    <a:pt x="21" y="19"/>
                    <a:pt x="21" y="18"/>
                  </a:cubicBezTo>
                  <a:cubicBezTo>
                    <a:pt x="21" y="5"/>
                    <a:pt x="21" y="5"/>
                    <a:pt x="21"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1" y="42"/>
                    <a:pt x="21" y="42"/>
                    <a:pt x="21" y="42"/>
                  </a:cubicBezTo>
                  <a:cubicBezTo>
                    <a:pt x="21" y="29"/>
                    <a:pt x="21" y="29"/>
                    <a:pt x="21" y="29"/>
                  </a:cubicBezTo>
                  <a:cubicBezTo>
                    <a:pt x="21" y="28"/>
                    <a:pt x="19" y="27"/>
                    <a:pt x="18" y="27"/>
                  </a:cubicBezTo>
                  <a:cubicBezTo>
                    <a:pt x="6" y="27"/>
                    <a:pt x="6" y="27"/>
                    <a:pt x="6" y="27"/>
                  </a:cubicBezTo>
                  <a:lnTo>
                    <a:pt x="6"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5" name="Google Shape;915;p52"/>
            <p:cNvSpPr/>
            <p:nvPr/>
          </p:nvSpPr>
          <p:spPr>
            <a:xfrm>
              <a:off x="1634383" y="3521629"/>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6" name="Google Shape;916;p52"/>
            <p:cNvSpPr/>
            <p:nvPr/>
          </p:nvSpPr>
          <p:spPr>
            <a:xfrm>
              <a:off x="1634383" y="3557960"/>
              <a:ext cx="198169" cy="16514"/>
            </a:xfrm>
            <a:custGeom>
              <a:avLst/>
              <a:gdLst/>
              <a:ahLst/>
              <a:cxnLst/>
              <a:rect l="l" t="t" r="r" b="b"/>
              <a:pathLst>
                <a:path w="76" h="6" extrusionOk="0">
                  <a:moveTo>
                    <a:pt x="3" y="6"/>
                  </a:moveTo>
                  <a:cubicBezTo>
                    <a:pt x="73" y="6"/>
                    <a:pt x="73" y="6"/>
                    <a:pt x="73" y="6"/>
                  </a:cubicBezTo>
                  <a:cubicBezTo>
                    <a:pt x="74" y="6"/>
                    <a:pt x="76" y="5"/>
                    <a:pt x="76" y="4"/>
                  </a:cubicBezTo>
                  <a:cubicBezTo>
                    <a:pt x="76" y="2"/>
                    <a:pt x="75" y="0"/>
                    <a:pt x="73" y="0"/>
                  </a:cubicBezTo>
                  <a:cubicBezTo>
                    <a:pt x="3" y="0"/>
                    <a:pt x="3" y="0"/>
                    <a:pt x="3" y="0"/>
                  </a:cubicBezTo>
                  <a:cubicBezTo>
                    <a:pt x="1"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7" name="Google Shape;917;p52"/>
            <p:cNvSpPr/>
            <p:nvPr/>
          </p:nvSpPr>
          <p:spPr>
            <a:xfrm>
              <a:off x="1634383" y="3597594"/>
              <a:ext cx="198169" cy="13211"/>
            </a:xfrm>
            <a:custGeom>
              <a:avLst/>
              <a:gdLst/>
              <a:ahLst/>
              <a:cxnLst/>
              <a:rect l="l" t="t" r="r" b="b"/>
              <a:pathLst>
                <a:path w="76" h="5" extrusionOk="0">
                  <a:moveTo>
                    <a:pt x="3" y="5"/>
                  </a:moveTo>
                  <a:cubicBezTo>
                    <a:pt x="73" y="5"/>
                    <a:pt x="73" y="5"/>
                    <a:pt x="73" y="5"/>
                  </a:cubicBezTo>
                  <a:cubicBezTo>
                    <a:pt x="74" y="5"/>
                    <a:pt x="76" y="4"/>
                    <a:pt x="76" y="3"/>
                  </a:cubicBezTo>
                  <a:cubicBezTo>
                    <a:pt x="76" y="1"/>
                    <a:pt x="75" y="0"/>
                    <a:pt x="73" y="0"/>
                  </a:cubicBezTo>
                  <a:cubicBezTo>
                    <a:pt x="3" y="0"/>
                    <a:pt x="3" y="0"/>
                    <a:pt x="3" y="0"/>
                  </a:cubicBezTo>
                  <a:cubicBezTo>
                    <a:pt x="1" y="0"/>
                    <a:pt x="0" y="0"/>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8" name="Google Shape;918;p52"/>
            <p:cNvSpPr/>
            <p:nvPr/>
          </p:nvSpPr>
          <p:spPr>
            <a:xfrm>
              <a:off x="1634383" y="3633924"/>
              <a:ext cx="165141" cy="13211"/>
            </a:xfrm>
            <a:custGeom>
              <a:avLst/>
              <a:gdLst/>
              <a:ahLst/>
              <a:cxnLst/>
              <a:rect l="l" t="t" r="r" b="b"/>
              <a:pathLst>
                <a:path w="63" h="5" extrusionOk="0">
                  <a:moveTo>
                    <a:pt x="60" y="0"/>
                  </a:moveTo>
                  <a:cubicBezTo>
                    <a:pt x="3" y="0"/>
                    <a:pt x="3" y="0"/>
                    <a:pt x="3" y="0"/>
                  </a:cubicBezTo>
                  <a:cubicBezTo>
                    <a:pt x="1" y="0"/>
                    <a:pt x="0" y="1"/>
                    <a:pt x="0" y="2"/>
                  </a:cubicBezTo>
                  <a:cubicBezTo>
                    <a:pt x="0" y="4"/>
                    <a:pt x="1" y="5"/>
                    <a:pt x="3" y="5"/>
                  </a:cubicBezTo>
                  <a:cubicBezTo>
                    <a:pt x="60" y="5"/>
                    <a:pt x="60" y="5"/>
                    <a:pt x="60" y="5"/>
                  </a:cubicBezTo>
                  <a:cubicBezTo>
                    <a:pt x="62" y="5"/>
                    <a:pt x="63" y="4"/>
                    <a:pt x="63" y="3"/>
                  </a:cubicBezTo>
                  <a:cubicBezTo>
                    <a:pt x="63" y="1"/>
                    <a:pt x="62" y="0"/>
                    <a:pt x="6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19" name="Google Shape;919;p52"/>
            <p:cNvSpPr/>
            <p:nvPr/>
          </p:nvSpPr>
          <p:spPr>
            <a:xfrm>
              <a:off x="1817139" y="3633924"/>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0" name="Google Shape;920;p52"/>
          <p:cNvGrpSpPr/>
          <p:nvPr/>
        </p:nvGrpSpPr>
        <p:grpSpPr>
          <a:xfrm>
            <a:off x="7122643" y="2689063"/>
            <a:ext cx="362038" cy="306173"/>
            <a:chOff x="7190818" y="2734461"/>
            <a:chExt cx="371016" cy="313766"/>
          </a:xfrm>
        </p:grpSpPr>
        <p:sp>
          <p:nvSpPr>
            <p:cNvPr id="921" name="Google Shape;921;p52"/>
            <p:cNvSpPr/>
            <p:nvPr/>
          </p:nvSpPr>
          <p:spPr>
            <a:xfrm>
              <a:off x="7190818" y="2734461"/>
              <a:ext cx="371016" cy="313766"/>
            </a:xfrm>
            <a:custGeom>
              <a:avLst/>
              <a:gdLst/>
              <a:ahLst/>
              <a:cxnLst/>
              <a:rect l="l" t="t" r="r" b="b"/>
              <a:pathLst>
                <a:path w="142" h="120" extrusionOk="0">
                  <a:moveTo>
                    <a:pt x="139" y="57"/>
                  </a:moveTo>
                  <a:cubicBezTo>
                    <a:pt x="133" y="57"/>
                    <a:pt x="133" y="57"/>
                    <a:pt x="133" y="57"/>
                  </a:cubicBezTo>
                  <a:cubicBezTo>
                    <a:pt x="139" y="43"/>
                    <a:pt x="137" y="26"/>
                    <a:pt x="126" y="14"/>
                  </a:cubicBezTo>
                  <a:cubicBezTo>
                    <a:pt x="126" y="13"/>
                    <a:pt x="125" y="13"/>
                    <a:pt x="125" y="12"/>
                  </a:cubicBezTo>
                  <a:cubicBezTo>
                    <a:pt x="117" y="4"/>
                    <a:pt x="105" y="0"/>
                    <a:pt x="94" y="1"/>
                  </a:cubicBezTo>
                  <a:cubicBezTo>
                    <a:pt x="85" y="1"/>
                    <a:pt x="77" y="5"/>
                    <a:pt x="71" y="10"/>
                  </a:cubicBezTo>
                  <a:cubicBezTo>
                    <a:pt x="64" y="5"/>
                    <a:pt x="56" y="1"/>
                    <a:pt x="48" y="1"/>
                  </a:cubicBezTo>
                  <a:cubicBezTo>
                    <a:pt x="36" y="0"/>
                    <a:pt x="25" y="4"/>
                    <a:pt x="16" y="12"/>
                  </a:cubicBezTo>
                  <a:cubicBezTo>
                    <a:pt x="16" y="13"/>
                    <a:pt x="16" y="13"/>
                    <a:pt x="15" y="14"/>
                  </a:cubicBezTo>
                  <a:cubicBezTo>
                    <a:pt x="4" y="26"/>
                    <a:pt x="2" y="43"/>
                    <a:pt x="8" y="57"/>
                  </a:cubicBezTo>
                  <a:cubicBezTo>
                    <a:pt x="3" y="57"/>
                    <a:pt x="3" y="57"/>
                    <a:pt x="3" y="57"/>
                  </a:cubicBezTo>
                  <a:cubicBezTo>
                    <a:pt x="1" y="57"/>
                    <a:pt x="0" y="58"/>
                    <a:pt x="0" y="59"/>
                  </a:cubicBezTo>
                  <a:cubicBezTo>
                    <a:pt x="0" y="61"/>
                    <a:pt x="1" y="63"/>
                    <a:pt x="3" y="63"/>
                  </a:cubicBezTo>
                  <a:cubicBezTo>
                    <a:pt x="12" y="63"/>
                    <a:pt x="12" y="63"/>
                    <a:pt x="12" y="63"/>
                  </a:cubicBezTo>
                  <a:cubicBezTo>
                    <a:pt x="12" y="63"/>
                    <a:pt x="15" y="67"/>
                    <a:pt x="16" y="69"/>
                  </a:cubicBezTo>
                  <a:cubicBezTo>
                    <a:pt x="65" y="117"/>
                    <a:pt x="65" y="117"/>
                    <a:pt x="65" y="117"/>
                  </a:cubicBezTo>
                  <a:cubicBezTo>
                    <a:pt x="67" y="119"/>
                    <a:pt x="69" y="120"/>
                    <a:pt x="71" y="120"/>
                  </a:cubicBezTo>
                  <a:cubicBezTo>
                    <a:pt x="73" y="120"/>
                    <a:pt x="75" y="119"/>
                    <a:pt x="76" y="117"/>
                  </a:cubicBezTo>
                  <a:cubicBezTo>
                    <a:pt x="94" y="99"/>
                    <a:pt x="94" y="99"/>
                    <a:pt x="94" y="99"/>
                  </a:cubicBezTo>
                  <a:cubicBezTo>
                    <a:pt x="95" y="98"/>
                    <a:pt x="95" y="96"/>
                    <a:pt x="94" y="95"/>
                  </a:cubicBezTo>
                  <a:cubicBezTo>
                    <a:pt x="93" y="94"/>
                    <a:pt x="92" y="94"/>
                    <a:pt x="90" y="95"/>
                  </a:cubicBezTo>
                  <a:cubicBezTo>
                    <a:pt x="72" y="113"/>
                    <a:pt x="72" y="113"/>
                    <a:pt x="72" y="113"/>
                  </a:cubicBezTo>
                  <a:cubicBezTo>
                    <a:pt x="71" y="114"/>
                    <a:pt x="70" y="114"/>
                    <a:pt x="69" y="113"/>
                  </a:cubicBezTo>
                  <a:cubicBezTo>
                    <a:pt x="20" y="65"/>
                    <a:pt x="20" y="65"/>
                    <a:pt x="20" y="65"/>
                  </a:cubicBezTo>
                  <a:cubicBezTo>
                    <a:pt x="20" y="64"/>
                    <a:pt x="19" y="63"/>
                    <a:pt x="19" y="63"/>
                  </a:cubicBezTo>
                  <a:cubicBezTo>
                    <a:pt x="36" y="63"/>
                    <a:pt x="36" y="63"/>
                    <a:pt x="36" y="63"/>
                  </a:cubicBezTo>
                  <a:cubicBezTo>
                    <a:pt x="37" y="63"/>
                    <a:pt x="38" y="62"/>
                    <a:pt x="39" y="61"/>
                  </a:cubicBezTo>
                  <a:cubicBezTo>
                    <a:pt x="53" y="34"/>
                    <a:pt x="53" y="34"/>
                    <a:pt x="53" y="34"/>
                  </a:cubicBezTo>
                  <a:cubicBezTo>
                    <a:pt x="71" y="88"/>
                    <a:pt x="71" y="88"/>
                    <a:pt x="71" y="88"/>
                  </a:cubicBezTo>
                  <a:cubicBezTo>
                    <a:pt x="71" y="91"/>
                    <a:pt x="73" y="92"/>
                    <a:pt x="76" y="92"/>
                  </a:cubicBezTo>
                  <a:cubicBezTo>
                    <a:pt x="76" y="92"/>
                    <a:pt x="76" y="92"/>
                    <a:pt x="76" y="92"/>
                  </a:cubicBezTo>
                  <a:cubicBezTo>
                    <a:pt x="78" y="92"/>
                    <a:pt x="80" y="91"/>
                    <a:pt x="81" y="89"/>
                  </a:cubicBezTo>
                  <a:cubicBezTo>
                    <a:pt x="99" y="44"/>
                    <a:pt x="99" y="44"/>
                    <a:pt x="99" y="44"/>
                  </a:cubicBezTo>
                  <a:cubicBezTo>
                    <a:pt x="107" y="61"/>
                    <a:pt x="107" y="61"/>
                    <a:pt x="107" y="61"/>
                  </a:cubicBezTo>
                  <a:cubicBezTo>
                    <a:pt x="107" y="62"/>
                    <a:pt x="109" y="63"/>
                    <a:pt x="109" y="63"/>
                  </a:cubicBezTo>
                  <a:cubicBezTo>
                    <a:pt x="123" y="63"/>
                    <a:pt x="123" y="63"/>
                    <a:pt x="123" y="63"/>
                  </a:cubicBezTo>
                  <a:cubicBezTo>
                    <a:pt x="122" y="63"/>
                    <a:pt x="121" y="64"/>
                    <a:pt x="121" y="64"/>
                  </a:cubicBezTo>
                  <a:cubicBezTo>
                    <a:pt x="108" y="77"/>
                    <a:pt x="108" y="77"/>
                    <a:pt x="108" y="77"/>
                  </a:cubicBezTo>
                  <a:cubicBezTo>
                    <a:pt x="107" y="78"/>
                    <a:pt x="107" y="80"/>
                    <a:pt x="108" y="81"/>
                  </a:cubicBezTo>
                  <a:cubicBezTo>
                    <a:pt x="109" y="82"/>
                    <a:pt x="111" y="82"/>
                    <a:pt x="112" y="81"/>
                  </a:cubicBezTo>
                  <a:cubicBezTo>
                    <a:pt x="125" y="68"/>
                    <a:pt x="125" y="68"/>
                    <a:pt x="125" y="68"/>
                  </a:cubicBezTo>
                  <a:cubicBezTo>
                    <a:pt x="127" y="67"/>
                    <a:pt x="128" y="65"/>
                    <a:pt x="130" y="63"/>
                  </a:cubicBezTo>
                  <a:cubicBezTo>
                    <a:pt x="139" y="63"/>
                    <a:pt x="139" y="63"/>
                    <a:pt x="139" y="63"/>
                  </a:cubicBezTo>
                  <a:cubicBezTo>
                    <a:pt x="140" y="63"/>
                    <a:pt x="142" y="62"/>
                    <a:pt x="142" y="60"/>
                  </a:cubicBezTo>
                  <a:cubicBezTo>
                    <a:pt x="142" y="59"/>
                    <a:pt x="141" y="57"/>
                    <a:pt x="139" y="57"/>
                  </a:cubicBezTo>
                  <a:close/>
                  <a:moveTo>
                    <a:pt x="111" y="57"/>
                  </a:moveTo>
                  <a:cubicBezTo>
                    <a:pt x="104" y="41"/>
                    <a:pt x="104" y="41"/>
                    <a:pt x="104" y="41"/>
                  </a:cubicBezTo>
                  <a:cubicBezTo>
                    <a:pt x="103" y="39"/>
                    <a:pt x="101" y="38"/>
                    <a:pt x="99" y="38"/>
                  </a:cubicBezTo>
                  <a:cubicBezTo>
                    <a:pt x="97" y="38"/>
                    <a:pt x="95" y="39"/>
                    <a:pt x="94" y="41"/>
                  </a:cubicBezTo>
                  <a:cubicBezTo>
                    <a:pt x="76" y="87"/>
                    <a:pt x="76" y="87"/>
                    <a:pt x="76" y="87"/>
                  </a:cubicBezTo>
                  <a:cubicBezTo>
                    <a:pt x="58" y="32"/>
                    <a:pt x="58" y="32"/>
                    <a:pt x="58" y="32"/>
                  </a:cubicBezTo>
                  <a:cubicBezTo>
                    <a:pt x="58" y="30"/>
                    <a:pt x="56" y="28"/>
                    <a:pt x="53" y="28"/>
                  </a:cubicBezTo>
                  <a:cubicBezTo>
                    <a:pt x="51" y="28"/>
                    <a:pt x="49" y="29"/>
                    <a:pt x="48" y="31"/>
                  </a:cubicBezTo>
                  <a:cubicBezTo>
                    <a:pt x="35" y="57"/>
                    <a:pt x="35" y="57"/>
                    <a:pt x="35" y="57"/>
                  </a:cubicBezTo>
                  <a:cubicBezTo>
                    <a:pt x="15" y="57"/>
                    <a:pt x="15" y="57"/>
                    <a:pt x="15" y="57"/>
                  </a:cubicBezTo>
                  <a:cubicBezTo>
                    <a:pt x="8" y="45"/>
                    <a:pt x="9" y="28"/>
                    <a:pt x="19" y="17"/>
                  </a:cubicBezTo>
                  <a:cubicBezTo>
                    <a:pt x="20" y="17"/>
                    <a:pt x="20" y="16"/>
                    <a:pt x="20" y="16"/>
                  </a:cubicBezTo>
                  <a:cubicBezTo>
                    <a:pt x="27" y="9"/>
                    <a:pt x="37" y="5"/>
                    <a:pt x="47" y="6"/>
                  </a:cubicBezTo>
                  <a:cubicBezTo>
                    <a:pt x="55" y="7"/>
                    <a:pt x="63" y="10"/>
                    <a:pt x="69" y="16"/>
                  </a:cubicBezTo>
                  <a:cubicBezTo>
                    <a:pt x="69" y="16"/>
                    <a:pt x="69" y="16"/>
                    <a:pt x="69" y="17"/>
                  </a:cubicBezTo>
                  <a:cubicBezTo>
                    <a:pt x="70" y="17"/>
                    <a:pt x="72" y="17"/>
                    <a:pt x="73" y="16"/>
                  </a:cubicBezTo>
                  <a:cubicBezTo>
                    <a:pt x="78" y="10"/>
                    <a:pt x="86" y="7"/>
                    <a:pt x="94" y="6"/>
                  </a:cubicBezTo>
                  <a:cubicBezTo>
                    <a:pt x="104" y="5"/>
                    <a:pt x="114" y="9"/>
                    <a:pt x="121" y="16"/>
                  </a:cubicBezTo>
                  <a:cubicBezTo>
                    <a:pt x="121" y="16"/>
                    <a:pt x="122" y="17"/>
                    <a:pt x="122" y="17"/>
                  </a:cubicBezTo>
                  <a:cubicBezTo>
                    <a:pt x="132" y="28"/>
                    <a:pt x="134" y="45"/>
                    <a:pt x="127" y="57"/>
                  </a:cubicBezTo>
                  <a:lnTo>
                    <a:pt x="111" y="5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2" name="Google Shape;922;p52"/>
            <p:cNvSpPr/>
            <p:nvPr/>
          </p:nvSpPr>
          <p:spPr>
            <a:xfrm>
              <a:off x="7447337" y="295685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3" name="Google Shape;923;p52"/>
          <p:cNvGrpSpPr/>
          <p:nvPr/>
        </p:nvGrpSpPr>
        <p:grpSpPr>
          <a:xfrm>
            <a:off x="6406090" y="2661131"/>
            <a:ext cx="267499" cy="362036"/>
            <a:chOff x="6517044" y="2705837"/>
            <a:chExt cx="274133" cy="371015"/>
          </a:xfrm>
        </p:grpSpPr>
        <p:sp>
          <p:nvSpPr>
            <p:cNvPr id="924" name="Google Shape;924;p52"/>
            <p:cNvSpPr/>
            <p:nvPr/>
          </p:nvSpPr>
          <p:spPr>
            <a:xfrm>
              <a:off x="6517044" y="2705837"/>
              <a:ext cx="274133" cy="371015"/>
            </a:xfrm>
            <a:custGeom>
              <a:avLst/>
              <a:gdLst/>
              <a:ahLst/>
              <a:cxnLst/>
              <a:rect l="l" t="t" r="r" b="b"/>
              <a:pathLst>
                <a:path w="105" h="142" extrusionOk="0">
                  <a:moveTo>
                    <a:pt x="96" y="25"/>
                  </a:moveTo>
                  <a:cubicBezTo>
                    <a:pt x="87" y="9"/>
                    <a:pt x="71" y="0"/>
                    <a:pt x="53" y="0"/>
                  </a:cubicBezTo>
                  <a:cubicBezTo>
                    <a:pt x="35" y="0"/>
                    <a:pt x="18" y="9"/>
                    <a:pt x="9" y="25"/>
                  </a:cubicBezTo>
                  <a:cubicBezTo>
                    <a:pt x="0" y="41"/>
                    <a:pt x="0" y="60"/>
                    <a:pt x="9" y="75"/>
                  </a:cubicBezTo>
                  <a:cubicBezTo>
                    <a:pt x="45" y="138"/>
                    <a:pt x="45" y="138"/>
                    <a:pt x="45" y="138"/>
                  </a:cubicBezTo>
                  <a:cubicBezTo>
                    <a:pt x="47" y="141"/>
                    <a:pt x="50" y="142"/>
                    <a:pt x="53" y="142"/>
                  </a:cubicBezTo>
                  <a:cubicBezTo>
                    <a:pt x="56" y="142"/>
                    <a:pt x="59" y="141"/>
                    <a:pt x="60" y="138"/>
                  </a:cubicBezTo>
                  <a:cubicBezTo>
                    <a:pt x="75" y="112"/>
                    <a:pt x="75" y="112"/>
                    <a:pt x="75" y="112"/>
                  </a:cubicBezTo>
                  <a:cubicBezTo>
                    <a:pt x="76" y="111"/>
                    <a:pt x="75" y="109"/>
                    <a:pt x="74" y="108"/>
                  </a:cubicBezTo>
                  <a:cubicBezTo>
                    <a:pt x="73" y="108"/>
                    <a:pt x="71" y="108"/>
                    <a:pt x="70" y="109"/>
                  </a:cubicBezTo>
                  <a:cubicBezTo>
                    <a:pt x="55" y="135"/>
                    <a:pt x="55" y="135"/>
                    <a:pt x="55" y="135"/>
                  </a:cubicBezTo>
                  <a:cubicBezTo>
                    <a:pt x="55" y="137"/>
                    <a:pt x="53" y="137"/>
                    <a:pt x="53" y="137"/>
                  </a:cubicBezTo>
                  <a:cubicBezTo>
                    <a:pt x="52" y="137"/>
                    <a:pt x="51" y="137"/>
                    <a:pt x="50" y="135"/>
                  </a:cubicBezTo>
                  <a:cubicBezTo>
                    <a:pt x="14" y="73"/>
                    <a:pt x="14" y="73"/>
                    <a:pt x="14" y="73"/>
                  </a:cubicBezTo>
                  <a:cubicBezTo>
                    <a:pt x="6" y="59"/>
                    <a:pt x="6" y="42"/>
                    <a:pt x="14" y="28"/>
                  </a:cubicBezTo>
                  <a:cubicBezTo>
                    <a:pt x="22" y="14"/>
                    <a:pt x="37" y="5"/>
                    <a:pt x="53" y="5"/>
                  </a:cubicBezTo>
                  <a:cubicBezTo>
                    <a:pt x="69" y="5"/>
                    <a:pt x="83" y="14"/>
                    <a:pt x="92" y="28"/>
                  </a:cubicBezTo>
                  <a:cubicBezTo>
                    <a:pt x="100" y="42"/>
                    <a:pt x="100" y="59"/>
                    <a:pt x="92" y="73"/>
                  </a:cubicBezTo>
                  <a:cubicBezTo>
                    <a:pt x="83" y="88"/>
                    <a:pt x="83" y="88"/>
                    <a:pt x="83" y="88"/>
                  </a:cubicBezTo>
                  <a:cubicBezTo>
                    <a:pt x="82" y="89"/>
                    <a:pt x="83" y="91"/>
                    <a:pt x="84" y="92"/>
                  </a:cubicBezTo>
                  <a:cubicBezTo>
                    <a:pt x="85" y="92"/>
                    <a:pt x="87" y="92"/>
                    <a:pt x="88" y="91"/>
                  </a:cubicBezTo>
                  <a:cubicBezTo>
                    <a:pt x="96" y="75"/>
                    <a:pt x="96" y="75"/>
                    <a:pt x="96" y="75"/>
                  </a:cubicBezTo>
                  <a:cubicBezTo>
                    <a:pt x="105" y="60"/>
                    <a:pt x="105" y="41"/>
                    <a:pt x="96" y="2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5" name="Google Shape;925;p52"/>
            <p:cNvSpPr/>
            <p:nvPr/>
          </p:nvSpPr>
          <p:spPr>
            <a:xfrm>
              <a:off x="6600715" y="2781802"/>
              <a:ext cx="106791" cy="106790"/>
            </a:xfrm>
            <a:custGeom>
              <a:avLst/>
              <a:gdLst/>
              <a:ahLst/>
              <a:cxnLst/>
              <a:rect l="l" t="t" r="r" b="b"/>
              <a:pathLst>
                <a:path w="41" h="41" extrusionOk="0">
                  <a:moveTo>
                    <a:pt x="37" y="12"/>
                  </a:moveTo>
                  <a:cubicBezTo>
                    <a:pt x="29" y="12"/>
                    <a:pt x="29" y="12"/>
                    <a:pt x="29" y="12"/>
                  </a:cubicBezTo>
                  <a:cubicBezTo>
                    <a:pt x="29" y="5"/>
                    <a:pt x="29" y="5"/>
                    <a:pt x="29" y="5"/>
                  </a:cubicBezTo>
                  <a:cubicBezTo>
                    <a:pt x="29" y="2"/>
                    <a:pt x="27" y="0"/>
                    <a:pt x="25" y="0"/>
                  </a:cubicBezTo>
                  <a:cubicBezTo>
                    <a:pt x="17" y="0"/>
                    <a:pt x="17" y="0"/>
                    <a:pt x="17" y="0"/>
                  </a:cubicBezTo>
                  <a:cubicBezTo>
                    <a:pt x="14" y="0"/>
                    <a:pt x="12" y="2"/>
                    <a:pt x="12" y="5"/>
                  </a:cubicBezTo>
                  <a:cubicBezTo>
                    <a:pt x="12" y="12"/>
                    <a:pt x="12" y="12"/>
                    <a:pt x="12" y="12"/>
                  </a:cubicBezTo>
                  <a:cubicBezTo>
                    <a:pt x="5" y="12"/>
                    <a:pt x="5" y="12"/>
                    <a:pt x="5" y="12"/>
                  </a:cubicBezTo>
                  <a:cubicBezTo>
                    <a:pt x="2" y="12"/>
                    <a:pt x="0" y="14"/>
                    <a:pt x="0" y="17"/>
                  </a:cubicBezTo>
                  <a:cubicBezTo>
                    <a:pt x="0" y="25"/>
                    <a:pt x="0" y="25"/>
                    <a:pt x="0" y="25"/>
                  </a:cubicBezTo>
                  <a:cubicBezTo>
                    <a:pt x="0" y="27"/>
                    <a:pt x="2" y="29"/>
                    <a:pt x="5" y="29"/>
                  </a:cubicBezTo>
                  <a:cubicBezTo>
                    <a:pt x="12" y="29"/>
                    <a:pt x="12" y="29"/>
                    <a:pt x="12" y="29"/>
                  </a:cubicBezTo>
                  <a:cubicBezTo>
                    <a:pt x="12" y="37"/>
                    <a:pt x="12" y="37"/>
                    <a:pt x="12" y="37"/>
                  </a:cubicBezTo>
                  <a:cubicBezTo>
                    <a:pt x="12" y="39"/>
                    <a:pt x="14" y="41"/>
                    <a:pt x="17" y="41"/>
                  </a:cubicBezTo>
                  <a:cubicBezTo>
                    <a:pt x="25" y="41"/>
                    <a:pt x="25" y="41"/>
                    <a:pt x="25" y="41"/>
                  </a:cubicBezTo>
                  <a:cubicBezTo>
                    <a:pt x="27" y="41"/>
                    <a:pt x="29" y="39"/>
                    <a:pt x="29" y="37"/>
                  </a:cubicBezTo>
                  <a:cubicBezTo>
                    <a:pt x="29" y="29"/>
                    <a:pt x="29" y="29"/>
                    <a:pt x="29" y="29"/>
                  </a:cubicBezTo>
                  <a:cubicBezTo>
                    <a:pt x="37" y="29"/>
                    <a:pt x="37" y="29"/>
                    <a:pt x="37" y="29"/>
                  </a:cubicBezTo>
                  <a:cubicBezTo>
                    <a:pt x="39" y="29"/>
                    <a:pt x="41" y="27"/>
                    <a:pt x="41" y="25"/>
                  </a:cubicBezTo>
                  <a:cubicBezTo>
                    <a:pt x="41" y="17"/>
                    <a:pt x="41" y="17"/>
                    <a:pt x="41" y="17"/>
                  </a:cubicBezTo>
                  <a:cubicBezTo>
                    <a:pt x="41" y="14"/>
                    <a:pt x="39" y="12"/>
                    <a:pt x="37" y="12"/>
                  </a:cubicBezTo>
                  <a:close/>
                  <a:moveTo>
                    <a:pt x="36" y="24"/>
                  </a:moveTo>
                  <a:cubicBezTo>
                    <a:pt x="27" y="24"/>
                    <a:pt x="27" y="24"/>
                    <a:pt x="27" y="24"/>
                  </a:cubicBezTo>
                  <a:cubicBezTo>
                    <a:pt x="25" y="24"/>
                    <a:pt x="24" y="25"/>
                    <a:pt x="24" y="26"/>
                  </a:cubicBezTo>
                  <a:cubicBezTo>
                    <a:pt x="24" y="36"/>
                    <a:pt x="24" y="36"/>
                    <a:pt x="24" y="36"/>
                  </a:cubicBezTo>
                  <a:cubicBezTo>
                    <a:pt x="18" y="36"/>
                    <a:pt x="18" y="36"/>
                    <a:pt x="18" y="36"/>
                  </a:cubicBezTo>
                  <a:cubicBezTo>
                    <a:pt x="18" y="26"/>
                    <a:pt x="18" y="26"/>
                    <a:pt x="18" y="26"/>
                  </a:cubicBezTo>
                  <a:cubicBezTo>
                    <a:pt x="18" y="25"/>
                    <a:pt x="17" y="24"/>
                    <a:pt x="15" y="24"/>
                  </a:cubicBezTo>
                  <a:cubicBezTo>
                    <a:pt x="6" y="24"/>
                    <a:pt x="6" y="24"/>
                    <a:pt x="6" y="24"/>
                  </a:cubicBezTo>
                  <a:cubicBezTo>
                    <a:pt x="6" y="18"/>
                    <a:pt x="6" y="18"/>
                    <a:pt x="6" y="18"/>
                  </a:cubicBezTo>
                  <a:cubicBezTo>
                    <a:pt x="15" y="18"/>
                    <a:pt x="15" y="18"/>
                    <a:pt x="15" y="18"/>
                  </a:cubicBezTo>
                  <a:cubicBezTo>
                    <a:pt x="17" y="18"/>
                    <a:pt x="18" y="17"/>
                    <a:pt x="18" y="15"/>
                  </a:cubicBezTo>
                  <a:cubicBezTo>
                    <a:pt x="18" y="6"/>
                    <a:pt x="18" y="6"/>
                    <a:pt x="18" y="6"/>
                  </a:cubicBezTo>
                  <a:cubicBezTo>
                    <a:pt x="24" y="6"/>
                    <a:pt x="24" y="6"/>
                    <a:pt x="24" y="6"/>
                  </a:cubicBezTo>
                  <a:cubicBezTo>
                    <a:pt x="24" y="15"/>
                    <a:pt x="24" y="15"/>
                    <a:pt x="24" y="15"/>
                  </a:cubicBezTo>
                  <a:cubicBezTo>
                    <a:pt x="24" y="17"/>
                    <a:pt x="25" y="18"/>
                    <a:pt x="27" y="18"/>
                  </a:cubicBezTo>
                  <a:cubicBezTo>
                    <a:pt x="36" y="18"/>
                    <a:pt x="36" y="18"/>
                    <a:pt x="36" y="18"/>
                  </a:cubicBezTo>
                  <a:lnTo>
                    <a:pt x="36" y="2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6" name="Google Shape;926;p52"/>
            <p:cNvSpPr/>
            <p:nvPr/>
          </p:nvSpPr>
          <p:spPr>
            <a:xfrm>
              <a:off x="6566586" y="2747673"/>
              <a:ext cx="177251" cy="177251"/>
            </a:xfrm>
            <a:custGeom>
              <a:avLst/>
              <a:gdLst/>
              <a:ahLst/>
              <a:cxnLst/>
              <a:rect l="l" t="t" r="r" b="b"/>
              <a:pathLst>
                <a:path w="68" h="68" extrusionOk="0">
                  <a:moveTo>
                    <a:pt x="68" y="34"/>
                  </a:moveTo>
                  <a:cubicBezTo>
                    <a:pt x="68" y="15"/>
                    <a:pt x="53" y="0"/>
                    <a:pt x="34" y="0"/>
                  </a:cubicBezTo>
                  <a:cubicBezTo>
                    <a:pt x="15" y="0"/>
                    <a:pt x="0" y="15"/>
                    <a:pt x="0" y="34"/>
                  </a:cubicBezTo>
                  <a:cubicBezTo>
                    <a:pt x="0" y="52"/>
                    <a:pt x="15" y="68"/>
                    <a:pt x="34" y="68"/>
                  </a:cubicBezTo>
                  <a:cubicBezTo>
                    <a:pt x="53" y="68"/>
                    <a:pt x="68" y="52"/>
                    <a:pt x="68" y="34"/>
                  </a:cubicBezTo>
                  <a:close/>
                  <a:moveTo>
                    <a:pt x="34" y="62"/>
                  </a:moveTo>
                  <a:cubicBezTo>
                    <a:pt x="18" y="62"/>
                    <a:pt x="5" y="49"/>
                    <a:pt x="5" y="34"/>
                  </a:cubicBezTo>
                  <a:cubicBezTo>
                    <a:pt x="5" y="18"/>
                    <a:pt x="18" y="5"/>
                    <a:pt x="34" y="5"/>
                  </a:cubicBezTo>
                  <a:cubicBezTo>
                    <a:pt x="49" y="5"/>
                    <a:pt x="62" y="18"/>
                    <a:pt x="62" y="34"/>
                  </a:cubicBezTo>
                  <a:cubicBezTo>
                    <a:pt x="62" y="49"/>
                    <a:pt x="49" y="62"/>
                    <a:pt x="34" y="6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27" name="Google Shape;927;p52"/>
            <p:cNvSpPr/>
            <p:nvPr/>
          </p:nvSpPr>
          <p:spPr>
            <a:xfrm>
              <a:off x="6715213" y="2959052"/>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28" name="Google Shape;928;p52"/>
          <p:cNvGrpSpPr/>
          <p:nvPr/>
        </p:nvGrpSpPr>
        <p:grpSpPr>
          <a:xfrm>
            <a:off x="5618488" y="2661131"/>
            <a:ext cx="247370" cy="362036"/>
            <a:chOff x="5639596" y="2705837"/>
            <a:chExt cx="253505" cy="371015"/>
          </a:xfrm>
        </p:grpSpPr>
        <p:sp>
          <p:nvSpPr>
            <p:cNvPr id="929" name="Google Shape;929;p52"/>
            <p:cNvSpPr/>
            <p:nvPr/>
          </p:nvSpPr>
          <p:spPr>
            <a:xfrm>
              <a:off x="5639596" y="2705837"/>
              <a:ext cx="253216" cy="371015"/>
            </a:xfrm>
            <a:custGeom>
              <a:avLst/>
              <a:gdLst/>
              <a:ahLst/>
              <a:cxnLst/>
              <a:rect l="l" t="t" r="r" b="b"/>
              <a:pathLst>
                <a:path w="97" h="142" extrusionOk="0">
                  <a:moveTo>
                    <a:pt x="95" y="112"/>
                  </a:moveTo>
                  <a:cubicBezTo>
                    <a:pt x="93" y="112"/>
                    <a:pt x="92" y="113"/>
                    <a:pt x="92" y="115"/>
                  </a:cubicBezTo>
                  <a:cubicBezTo>
                    <a:pt x="92" y="128"/>
                    <a:pt x="92" y="128"/>
                    <a:pt x="92" y="128"/>
                  </a:cubicBezTo>
                  <a:cubicBezTo>
                    <a:pt x="92" y="133"/>
                    <a:pt x="88" y="137"/>
                    <a:pt x="83" y="137"/>
                  </a:cubicBezTo>
                  <a:cubicBezTo>
                    <a:pt x="14" y="137"/>
                    <a:pt x="14" y="137"/>
                    <a:pt x="14" y="137"/>
                  </a:cubicBezTo>
                  <a:cubicBezTo>
                    <a:pt x="10" y="137"/>
                    <a:pt x="6" y="133"/>
                    <a:pt x="6" y="128"/>
                  </a:cubicBezTo>
                  <a:cubicBezTo>
                    <a:pt x="6" y="14"/>
                    <a:pt x="6" y="14"/>
                    <a:pt x="6" y="14"/>
                  </a:cubicBezTo>
                  <a:cubicBezTo>
                    <a:pt x="6" y="9"/>
                    <a:pt x="10" y="5"/>
                    <a:pt x="14" y="5"/>
                  </a:cubicBezTo>
                  <a:cubicBezTo>
                    <a:pt x="89" y="5"/>
                    <a:pt x="89" y="5"/>
                    <a:pt x="89" y="5"/>
                  </a:cubicBezTo>
                  <a:cubicBezTo>
                    <a:pt x="90" y="5"/>
                    <a:pt x="92" y="7"/>
                    <a:pt x="92" y="8"/>
                  </a:cubicBezTo>
                  <a:cubicBezTo>
                    <a:pt x="92" y="91"/>
                    <a:pt x="92" y="91"/>
                    <a:pt x="92" y="91"/>
                  </a:cubicBezTo>
                  <a:cubicBezTo>
                    <a:pt x="92" y="91"/>
                    <a:pt x="92" y="91"/>
                    <a:pt x="92" y="92"/>
                  </a:cubicBezTo>
                  <a:cubicBezTo>
                    <a:pt x="94" y="94"/>
                    <a:pt x="97" y="92"/>
                    <a:pt x="97" y="90"/>
                  </a:cubicBezTo>
                  <a:cubicBezTo>
                    <a:pt x="97" y="14"/>
                    <a:pt x="97" y="14"/>
                    <a:pt x="97" y="14"/>
                  </a:cubicBezTo>
                  <a:cubicBezTo>
                    <a:pt x="97" y="6"/>
                    <a:pt x="91" y="0"/>
                    <a:pt x="83" y="0"/>
                  </a:cubicBezTo>
                  <a:cubicBezTo>
                    <a:pt x="14" y="0"/>
                    <a:pt x="14" y="0"/>
                    <a:pt x="14" y="0"/>
                  </a:cubicBezTo>
                  <a:cubicBezTo>
                    <a:pt x="6" y="0"/>
                    <a:pt x="0" y="6"/>
                    <a:pt x="0" y="14"/>
                  </a:cubicBezTo>
                  <a:cubicBezTo>
                    <a:pt x="0" y="128"/>
                    <a:pt x="0" y="128"/>
                    <a:pt x="0" y="128"/>
                  </a:cubicBezTo>
                  <a:cubicBezTo>
                    <a:pt x="0" y="136"/>
                    <a:pt x="6" y="142"/>
                    <a:pt x="14" y="142"/>
                  </a:cubicBezTo>
                  <a:cubicBezTo>
                    <a:pt x="83" y="142"/>
                    <a:pt x="83" y="142"/>
                    <a:pt x="83" y="142"/>
                  </a:cubicBezTo>
                  <a:cubicBezTo>
                    <a:pt x="91" y="142"/>
                    <a:pt x="97" y="136"/>
                    <a:pt x="97" y="128"/>
                  </a:cubicBezTo>
                  <a:cubicBezTo>
                    <a:pt x="97" y="115"/>
                    <a:pt x="97" y="115"/>
                    <a:pt x="97" y="115"/>
                  </a:cubicBezTo>
                  <a:cubicBezTo>
                    <a:pt x="97" y="113"/>
                    <a:pt x="96" y="112"/>
                    <a:pt x="95" y="1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0" name="Google Shape;930;p52"/>
            <p:cNvSpPr/>
            <p:nvPr/>
          </p:nvSpPr>
          <p:spPr>
            <a:xfrm>
              <a:off x="5673726"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1" name="Google Shape;931;p52"/>
            <p:cNvSpPr/>
            <p:nvPr/>
          </p:nvSpPr>
          <p:spPr>
            <a:xfrm>
              <a:off x="5795930" y="2734461"/>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2" name="Google Shape;932;p52"/>
            <p:cNvSpPr/>
            <p:nvPr/>
          </p:nvSpPr>
          <p:spPr>
            <a:xfrm>
              <a:off x="5673726"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3" name="Google Shape;933;p52"/>
            <p:cNvSpPr/>
            <p:nvPr/>
          </p:nvSpPr>
          <p:spPr>
            <a:xfrm>
              <a:off x="5795930" y="2818132"/>
              <a:ext cx="64955" cy="64955"/>
            </a:xfrm>
            <a:custGeom>
              <a:avLst/>
              <a:gdLst/>
              <a:ahLst/>
              <a:cxnLst/>
              <a:rect l="l" t="t" r="r" b="b"/>
              <a:pathLst>
                <a:path w="25" h="25" extrusionOk="0">
                  <a:moveTo>
                    <a:pt x="12" y="0"/>
                  </a:moveTo>
                  <a:cubicBezTo>
                    <a:pt x="5" y="0"/>
                    <a:pt x="0" y="6"/>
                    <a:pt x="0" y="12"/>
                  </a:cubicBezTo>
                  <a:cubicBezTo>
                    <a:pt x="0" y="19"/>
                    <a:pt x="5" y="25"/>
                    <a:pt x="12" y="25"/>
                  </a:cubicBezTo>
                  <a:cubicBezTo>
                    <a:pt x="19" y="25"/>
                    <a:pt x="25" y="19"/>
                    <a:pt x="25" y="12"/>
                  </a:cubicBezTo>
                  <a:cubicBezTo>
                    <a:pt x="25" y="6"/>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4" name="Google Shape;934;p52"/>
            <p:cNvSpPr/>
            <p:nvPr/>
          </p:nvSpPr>
          <p:spPr>
            <a:xfrm>
              <a:off x="5673726"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8" y="20"/>
                    <a:pt x="5" y="17"/>
                    <a:pt x="5" y="13"/>
                  </a:cubicBezTo>
                  <a:cubicBezTo>
                    <a:pt x="5" y="9"/>
                    <a:pt x="8"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5" name="Google Shape;935;p52"/>
            <p:cNvSpPr/>
            <p:nvPr/>
          </p:nvSpPr>
          <p:spPr>
            <a:xfrm>
              <a:off x="5795930" y="2899602"/>
              <a:ext cx="64955" cy="64955"/>
            </a:xfrm>
            <a:custGeom>
              <a:avLst/>
              <a:gdLst/>
              <a:ahLst/>
              <a:cxnLst/>
              <a:rect l="l" t="t" r="r" b="b"/>
              <a:pathLst>
                <a:path w="25" h="25" extrusionOk="0">
                  <a:moveTo>
                    <a:pt x="12" y="0"/>
                  </a:moveTo>
                  <a:cubicBezTo>
                    <a:pt x="5" y="0"/>
                    <a:pt x="0" y="6"/>
                    <a:pt x="0" y="13"/>
                  </a:cubicBezTo>
                  <a:cubicBezTo>
                    <a:pt x="0" y="20"/>
                    <a:pt x="5" y="25"/>
                    <a:pt x="12" y="25"/>
                  </a:cubicBezTo>
                  <a:cubicBezTo>
                    <a:pt x="19" y="25"/>
                    <a:pt x="25" y="20"/>
                    <a:pt x="25" y="13"/>
                  </a:cubicBezTo>
                  <a:cubicBezTo>
                    <a:pt x="25" y="6"/>
                    <a:pt x="19" y="0"/>
                    <a:pt x="12" y="0"/>
                  </a:cubicBezTo>
                  <a:close/>
                  <a:moveTo>
                    <a:pt x="12" y="20"/>
                  </a:moveTo>
                  <a:cubicBezTo>
                    <a:pt x="9" y="20"/>
                    <a:pt x="5" y="17"/>
                    <a:pt x="5" y="13"/>
                  </a:cubicBezTo>
                  <a:cubicBezTo>
                    <a:pt x="5" y="9"/>
                    <a:pt x="9" y="6"/>
                    <a:pt x="12" y="6"/>
                  </a:cubicBezTo>
                  <a:cubicBezTo>
                    <a:pt x="16" y="6"/>
                    <a:pt x="19" y="9"/>
                    <a:pt x="19" y="13"/>
                  </a:cubicBezTo>
                  <a:cubicBezTo>
                    <a:pt x="19" y="17"/>
                    <a:pt x="16" y="20"/>
                    <a:pt x="12"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6" name="Google Shape;936;p52"/>
            <p:cNvSpPr/>
            <p:nvPr/>
          </p:nvSpPr>
          <p:spPr>
            <a:xfrm>
              <a:off x="5673726"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8" y="19"/>
                    <a:pt x="5" y="16"/>
                    <a:pt x="5" y="12"/>
                  </a:cubicBezTo>
                  <a:cubicBezTo>
                    <a:pt x="5" y="9"/>
                    <a:pt x="8"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7" name="Google Shape;937;p52"/>
            <p:cNvSpPr/>
            <p:nvPr/>
          </p:nvSpPr>
          <p:spPr>
            <a:xfrm>
              <a:off x="5795930" y="2983273"/>
              <a:ext cx="64955" cy="64955"/>
            </a:xfrm>
            <a:custGeom>
              <a:avLst/>
              <a:gdLst/>
              <a:ahLst/>
              <a:cxnLst/>
              <a:rect l="l" t="t" r="r" b="b"/>
              <a:pathLst>
                <a:path w="25" h="25" extrusionOk="0">
                  <a:moveTo>
                    <a:pt x="12" y="0"/>
                  </a:moveTo>
                  <a:cubicBezTo>
                    <a:pt x="5" y="0"/>
                    <a:pt x="0" y="5"/>
                    <a:pt x="0" y="12"/>
                  </a:cubicBezTo>
                  <a:cubicBezTo>
                    <a:pt x="0" y="19"/>
                    <a:pt x="5" y="25"/>
                    <a:pt x="12" y="25"/>
                  </a:cubicBezTo>
                  <a:cubicBezTo>
                    <a:pt x="19" y="25"/>
                    <a:pt x="25" y="19"/>
                    <a:pt x="25" y="12"/>
                  </a:cubicBezTo>
                  <a:cubicBezTo>
                    <a:pt x="25" y="5"/>
                    <a:pt x="19" y="0"/>
                    <a:pt x="12" y="0"/>
                  </a:cubicBezTo>
                  <a:close/>
                  <a:moveTo>
                    <a:pt x="12" y="19"/>
                  </a:moveTo>
                  <a:cubicBezTo>
                    <a:pt x="9" y="19"/>
                    <a:pt x="5" y="16"/>
                    <a:pt x="5" y="12"/>
                  </a:cubicBezTo>
                  <a:cubicBezTo>
                    <a:pt x="5" y="9"/>
                    <a:pt x="9" y="5"/>
                    <a:pt x="12" y="5"/>
                  </a:cubicBezTo>
                  <a:cubicBezTo>
                    <a:pt x="16" y="5"/>
                    <a:pt x="19" y="9"/>
                    <a:pt x="19" y="12"/>
                  </a:cubicBezTo>
                  <a:cubicBezTo>
                    <a:pt x="19" y="16"/>
                    <a:pt x="16" y="19"/>
                    <a:pt x="12" y="1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8" name="Google Shape;938;p52"/>
            <p:cNvSpPr/>
            <p:nvPr/>
          </p:nvSpPr>
          <p:spPr>
            <a:xfrm>
              <a:off x="5759599" y="2760884"/>
              <a:ext cx="15413" cy="264224"/>
            </a:xfrm>
            <a:custGeom>
              <a:avLst/>
              <a:gdLst/>
              <a:ahLst/>
              <a:cxnLst/>
              <a:rect l="l" t="t" r="r" b="b"/>
              <a:pathLst>
                <a:path w="6" h="101" extrusionOk="0">
                  <a:moveTo>
                    <a:pt x="0" y="3"/>
                  </a:moveTo>
                  <a:cubicBezTo>
                    <a:pt x="0" y="98"/>
                    <a:pt x="0" y="98"/>
                    <a:pt x="0" y="98"/>
                  </a:cubicBezTo>
                  <a:cubicBezTo>
                    <a:pt x="0" y="99"/>
                    <a:pt x="1" y="100"/>
                    <a:pt x="2" y="100"/>
                  </a:cubicBezTo>
                  <a:cubicBezTo>
                    <a:pt x="4" y="101"/>
                    <a:pt x="6" y="99"/>
                    <a:pt x="6" y="98"/>
                  </a:cubicBezTo>
                  <a:cubicBezTo>
                    <a:pt x="6" y="3"/>
                    <a:pt x="6" y="3"/>
                    <a:pt x="6" y="3"/>
                  </a:cubicBezTo>
                  <a:cubicBezTo>
                    <a:pt x="6" y="1"/>
                    <a:pt x="5" y="0"/>
                    <a:pt x="3" y="0"/>
                  </a:cubicBezTo>
                  <a:cubicBezTo>
                    <a:pt x="2" y="0"/>
                    <a:pt x="0" y="1"/>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9" name="Google Shape;939;p52"/>
            <p:cNvSpPr/>
            <p:nvPr/>
          </p:nvSpPr>
          <p:spPr>
            <a:xfrm>
              <a:off x="5879601" y="2966758"/>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0" name="Google Shape;940;p52"/>
          <p:cNvGrpSpPr/>
          <p:nvPr/>
        </p:nvGrpSpPr>
        <p:grpSpPr>
          <a:xfrm>
            <a:off x="4861161" y="2661131"/>
            <a:ext cx="176367" cy="362036"/>
            <a:chOff x="4892059" y="2705837"/>
            <a:chExt cx="180741" cy="371015"/>
          </a:xfrm>
        </p:grpSpPr>
        <p:sp>
          <p:nvSpPr>
            <p:cNvPr id="941" name="Google Shape;941;p52"/>
            <p:cNvSpPr/>
            <p:nvPr/>
          </p:nvSpPr>
          <p:spPr>
            <a:xfrm>
              <a:off x="4892059" y="2705837"/>
              <a:ext cx="180554" cy="371015"/>
            </a:xfrm>
            <a:custGeom>
              <a:avLst/>
              <a:gdLst/>
              <a:ahLst/>
              <a:cxnLst/>
              <a:rect l="l" t="t" r="r" b="b"/>
              <a:pathLst>
                <a:path w="69" h="142" extrusionOk="0">
                  <a:moveTo>
                    <a:pt x="69" y="58"/>
                  </a:moveTo>
                  <a:cubicBezTo>
                    <a:pt x="69" y="49"/>
                    <a:pt x="63" y="42"/>
                    <a:pt x="55" y="40"/>
                  </a:cubicBezTo>
                  <a:cubicBezTo>
                    <a:pt x="55" y="34"/>
                    <a:pt x="55" y="34"/>
                    <a:pt x="55" y="34"/>
                  </a:cubicBezTo>
                  <a:cubicBezTo>
                    <a:pt x="55" y="30"/>
                    <a:pt x="52" y="26"/>
                    <a:pt x="48" y="26"/>
                  </a:cubicBezTo>
                  <a:cubicBezTo>
                    <a:pt x="48" y="13"/>
                    <a:pt x="48" y="13"/>
                    <a:pt x="48" y="13"/>
                  </a:cubicBezTo>
                  <a:cubicBezTo>
                    <a:pt x="48" y="9"/>
                    <a:pt x="46" y="6"/>
                    <a:pt x="44" y="4"/>
                  </a:cubicBezTo>
                  <a:cubicBezTo>
                    <a:pt x="41" y="1"/>
                    <a:pt x="38" y="0"/>
                    <a:pt x="35" y="0"/>
                  </a:cubicBezTo>
                  <a:cubicBezTo>
                    <a:pt x="28" y="0"/>
                    <a:pt x="22" y="6"/>
                    <a:pt x="22" y="13"/>
                  </a:cubicBezTo>
                  <a:cubicBezTo>
                    <a:pt x="22" y="26"/>
                    <a:pt x="22" y="26"/>
                    <a:pt x="22" y="26"/>
                  </a:cubicBezTo>
                  <a:cubicBezTo>
                    <a:pt x="18" y="26"/>
                    <a:pt x="15" y="30"/>
                    <a:pt x="15" y="34"/>
                  </a:cubicBezTo>
                  <a:cubicBezTo>
                    <a:pt x="15" y="40"/>
                    <a:pt x="15" y="40"/>
                    <a:pt x="15" y="40"/>
                  </a:cubicBezTo>
                  <a:cubicBezTo>
                    <a:pt x="7" y="42"/>
                    <a:pt x="0" y="49"/>
                    <a:pt x="0" y="58"/>
                  </a:cubicBezTo>
                  <a:cubicBezTo>
                    <a:pt x="0" y="131"/>
                    <a:pt x="0" y="131"/>
                    <a:pt x="0" y="131"/>
                  </a:cubicBezTo>
                  <a:cubicBezTo>
                    <a:pt x="0" y="137"/>
                    <a:pt x="5" y="142"/>
                    <a:pt x="12" y="142"/>
                  </a:cubicBezTo>
                  <a:cubicBezTo>
                    <a:pt x="66" y="142"/>
                    <a:pt x="66" y="142"/>
                    <a:pt x="66" y="142"/>
                  </a:cubicBezTo>
                  <a:cubicBezTo>
                    <a:pt x="67" y="142"/>
                    <a:pt x="69" y="141"/>
                    <a:pt x="69" y="140"/>
                  </a:cubicBezTo>
                  <a:cubicBezTo>
                    <a:pt x="69" y="119"/>
                    <a:pt x="69" y="119"/>
                    <a:pt x="69" y="119"/>
                  </a:cubicBezTo>
                  <a:cubicBezTo>
                    <a:pt x="69" y="118"/>
                    <a:pt x="69" y="118"/>
                    <a:pt x="68" y="118"/>
                  </a:cubicBezTo>
                  <a:cubicBezTo>
                    <a:pt x="66" y="116"/>
                    <a:pt x="63" y="117"/>
                    <a:pt x="63" y="120"/>
                  </a:cubicBezTo>
                  <a:cubicBezTo>
                    <a:pt x="63" y="131"/>
                    <a:pt x="63" y="131"/>
                    <a:pt x="63" y="131"/>
                  </a:cubicBezTo>
                  <a:cubicBezTo>
                    <a:pt x="63" y="134"/>
                    <a:pt x="61" y="137"/>
                    <a:pt x="58" y="137"/>
                  </a:cubicBezTo>
                  <a:cubicBezTo>
                    <a:pt x="12" y="137"/>
                    <a:pt x="12" y="137"/>
                    <a:pt x="12" y="137"/>
                  </a:cubicBezTo>
                  <a:cubicBezTo>
                    <a:pt x="9" y="137"/>
                    <a:pt x="6" y="134"/>
                    <a:pt x="6" y="131"/>
                  </a:cubicBezTo>
                  <a:cubicBezTo>
                    <a:pt x="6" y="76"/>
                    <a:pt x="6" y="76"/>
                    <a:pt x="6" y="76"/>
                  </a:cubicBezTo>
                  <a:cubicBezTo>
                    <a:pt x="22" y="76"/>
                    <a:pt x="22" y="76"/>
                    <a:pt x="22" y="76"/>
                  </a:cubicBezTo>
                  <a:cubicBezTo>
                    <a:pt x="22" y="96"/>
                    <a:pt x="22" y="96"/>
                    <a:pt x="22" y="96"/>
                  </a:cubicBezTo>
                  <a:cubicBezTo>
                    <a:pt x="22" y="100"/>
                    <a:pt x="23" y="104"/>
                    <a:pt x="26" y="106"/>
                  </a:cubicBezTo>
                  <a:cubicBezTo>
                    <a:pt x="26" y="114"/>
                    <a:pt x="26" y="114"/>
                    <a:pt x="26" y="114"/>
                  </a:cubicBezTo>
                  <a:cubicBezTo>
                    <a:pt x="26" y="118"/>
                    <a:pt x="29" y="122"/>
                    <a:pt x="34" y="123"/>
                  </a:cubicBezTo>
                  <a:cubicBezTo>
                    <a:pt x="39" y="123"/>
                    <a:pt x="43" y="119"/>
                    <a:pt x="43" y="114"/>
                  </a:cubicBezTo>
                  <a:cubicBezTo>
                    <a:pt x="43" y="106"/>
                    <a:pt x="43" y="106"/>
                    <a:pt x="43" y="106"/>
                  </a:cubicBezTo>
                  <a:cubicBezTo>
                    <a:pt x="46" y="104"/>
                    <a:pt x="48" y="100"/>
                    <a:pt x="48" y="96"/>
                  </a:cubicBezTo>
                  <a:cubicBezTo>
                    <a:pt x="48" y="76"/>
                    <a:pt x="48" y="76"/>
                    <a:pt x="48" y="76"/>
                  </a:cubicBezTo>
                  <a:cubicBezTo>
                    <a:pt x="63" y="76"/>
                    <a:pt x="63" y="76"/>
                    <a:pt x="63" y="76"/>
                  </a:cubicBezTo>
                  <a:cubicBezTo>
                    <a:pt x="63" y="95"/>
                    <a:pt x="63" y="95"/>
                    <a:pt x="63" y="95"/>
                  </a:cubicBezTo>
                  <a:cubicBezTo>
                    <a:pt x="63" y="96"/>
                    <a:pt x="64" y="97"/>
                    <a:pt x="65" y="97"/>
                  </a:cubicBezTo>
                  <a:cubicBezTo>
                    <a:pt x="67" y="98"/>
                    <a:pt x="69" y="96"/>
                    <a:pt x="69" y="95"/>
                  </a:cubicBezTo>
                  <a:cubicBezTo>
                    <a:pt x="69" y="58"/>
                    <a:pt x="69" y="58"/>
                    <a:pt x="69" y="58"/>
                  </a:cubicBezTo>
                  <a:close/>
                  <a:moveTo>
                    <a:pt x="35" y="5"/>
                  </a:moveTo>
                  <a:cubicBezTo>
                    <a:pt x="37" y="5"/>
                    <a:pt x="38" y="6"/>
                    <a:pt x="40" y="8"/>
                  </a:cubicBezTo>
                  <a:cubicBezTo>
                    <a:pt x="41" y="9"/>
                    <a:pt x="42" y="11"/>
                    <a:pt x="42" y="13"/>
                  </a:cubicBezTo>
                  <a:cubicBezTo>
                    <a:pt x="42" y="26"/>
                    <a:pt x="42" y="26"/>
                    <a:pt x="42" y="26"/>
                  </a:cubicBezTo>
                  <a:cubicBezTo>
                    <a:pt x="27" y="26"/>
                    <a:pt x="27" y="26"/>
                    <a:pt x="27" y="26"/>
                  </a:cubicBezTo>
                  <a:cubicBezTo>
                    <a:pt x="27" y="13"/>
                    <a:pt x="27" y="13"/>
                    <a:pt x="27" y="13"/>
                  </a:cubicBezTo>
                  <a:cubicBezTo>
                    <a:pt x="27" y="9"/>
                    <a:pt x="31" y="5"/>
                    <a:pt x="35" y="5"/>
                  </a:cubicBezTo>
                  <a:close/>
                  <a:moveTo>
                    <a:pt x="23" y="31"/>
                  </a:moveTo>
                  <a:cubicBezTo>
                    <a:pt x="46" y="31"/>
                    <a:pt x="46" y="31"/>
                    <a:pt x="46" y="31"/>
                  </a:cubicBezTo>
                  <a:cubicBezTo>
                    <a:pt x="48" y="31"/>
                    <a:pt x="49" y="32"/>
                    <a:pt x="49" y="34"/>
                  </a:cubicBezTo>
                  <a:cubicBezTo>
                    <a:pt x="49" y="40"/>
                    <a:pt x="49" y="40"/>
                    <a:pt x="49" y="40"/>
                  </a:cubicBezTo>
                  <a:cubicBezTo>
                    <a:pt x="20" y="40"/>
                    <a:pt x="20" y="40"/>
                    <a:pt x="20" y="40"/>
                  </a:cubicBezTo>
                  <a:cubicBezTo>
                    <a:pt x="20" y="34"/>
                    <a:pt x="20" y="34"/>
                    <a:pt x="20" y="34"/>
                  </a:cubicBezTo>
                  <a:cubicBezTo>
                    <a:pt x="20" y="32"/>
                    <a:pt x="21" y="31"/>
                    <a:pt x="23" y="31"/>
                  </a:cubicBezTo>
                  <a:close/>
                  <a:moveTo>
                    <a:pt x="42" y="70"/>
                  </a:moveTo>
                  <a:cubicBezTo>
                    <a:pt x="27" y="70"/>
                    <a:pt x="27" y="70"/>
                    <a:pt x="27" y="70"/>
                  </a:cubicBezTo>
                  <a:cubicBezTo>
                    <a:pt x="27" y="46"/>
                    <a:pt x="27" y="46"/>
                    <a:pt x="27" y="46"/>
                  </a:cubicBezTo>
                  <a:cubicBezTo>
                    <a:pt x="42" y="46"/>
                    <a:pt x="42" y="46"/>
                    <a:pt x="42" y="46"/>
                  </a:cubicBezTo>
                  <a:lnTo>
                    <a:pt x="42" y="70"/>
                  </a:lnTo>
                  <a:close/>
                  <a:moveTo>
                    <a:pt x="6" y="70"/>
                  </a:moveTo>
                  <a:cubicBezTo>
                    <a:pt x="6" y="58"/>
                    <a:pt x="6" y="58"/>
                    <a:pt x="6" y="58"/>
                  </a:cubicBezTo>
                  <a:cubicBezTo>
                    <a:pt x="6" y="51"/>
                    <a:pt x="12" y="46"/>
                    <a:pt x="18" y="46"/>
                  </a:cubicBezTo>
                  <a:cubicBezTo>
                    <a:pt x="22" y="46"/>
                    <a:pt x="22" y="46"/>
                    <a:pt x="22" y="46"/>
                  </a:cubicBezTo>
                  <a:cubicBezTo>
                    <a:pt x="22" y="70"/>
                    <a:pt x="22" y="70"/>
                    <a:pt x="22" y="70"/>
                  </a:cubicBezTo>
                  <a:lnTo>
                    <a:pt x="6" y="70"/>
                  </a:lnTo>
                  <a:close/>
                  <a:moveTo>
                    <a:pt x="42" y="96"/>
                  </a:moveTo>
                  <a:cubicBezTo>
                    <a:pt x="42" y="99"/>
                    <a:pt x="41" y="101"/>
                    <a:pt x="39" y="103"/>
                  </a:cubicBezTo>
                  <a:cubicBezTo>
                    <a:pt x="38" y="104"/>
                    <a:pt x="38" y="104"/>
                    <a:pt x="38" y="105"/>
                  </a:cubicBezTo>
                  <a:cubicBezTo>
                    <a:pt x="38" y="114"/>
                    <a:pt x="38" y="114"/>
                    <a:pt x="38" y="114"/>
                  </a:cubicBezTo>
                  <a:cubicBezTo>
                    <a:pt x="38" y="116"/>
                    <a:pt x="37" y="117"/>
                    <a:pt x="35" y="117"/>
                  </a:cubicBezTo>
                  <a:cubicBezTo>
                    <a:pt x="33" y="118"/>
                    <a:pt x="32" y="116"/>
                    <a:pt x="32" y="114"/>
                  </a:cubicBezTo>
                  <a:cubicBezTo>
                    <a:pt x="32" y="105"/>
                    <a:pt x="32" y="105"/>
                    <a:pt x="32" y="105"/>
                  </a:cubicBezTo>
                  <a:cubicBezTo>
                    <a:pt x="32" y="104"/>
                    <a:pt x="31" y="104"/>
                    <a:pt x="31" y="103"/>
                  </a:cubicBezTo>
                  <a:cubicBezTo>
                    <a:pt x="29" y="101"/>
                    <a:pt x="27" y="99"/>
                    <a:pt x="27" y="96"/>
                  </a:cubicBezTo>
                  <a:cubicBezTo>
                    <a:pt x="27" y="76"/>
                    <a:pt x="27" y="76"/>
                    <a:pt x="27" y="76"/>
                  </a:cubicBezTo>
                  <a:cubicBezTo>
                    <a:pt x="42" y="76"/>
                    <a:pt x="42" y="76"/>
                    <a:pt x="42" y="76"/>
                  </a:cubicBezTo>
                  <a:lnTo>
                    <a:pt x="42" y="96"/>
                  </a:lnTo>
                  <a:close/>
                  <a:moveTo>
                    <a:pt x="48" y="70"/>
                  </a:moveTo>
                  <a:cubicBezTo>
                    <a:pt x="48" y="46"/>
                    <a:pt x="48" y="46"/>
                    <a:pt x="48" y="46"/>
                  </a:cubicBezTo>
                  <a:cubicBezTo>
                    <a:pt x="51" y="46"/>
                    <a:pt x="51" y="46"/>
                    <a:pt x="51" y="46"/>
                  </a:cubicBezTo>
                  <a:cubicBezTo>
                    <a:pt x="58" y="46"/>
                    <a:pt x="63" y="51"/>
                    <a:pt x="63" y="58"/>
                  </a:cubicBezTo>
                  <a:cubicBezTo>
                    <a:pt x="63" y="70"/>
                    <a:pt x="63" y="70"/>
                    <a:pt x="63" y="70"/>
                  </a:cubicBezTo>
                  <a:lnTo>
                    <a:pt x="48" y="7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2" name="Google Shape;942;p52"/>
            <p:cNvSpPr/>
            <p:nvPr/>
          </p:nvSpPr>
          <p:spPr>
            <a:xfrm>
              <a:off x="5057200" y="2977768"/>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3" name="Google Shape;943;p52"/>
          <p:cNvGrpSpPr/>
          <p:nvPr/>
        </p:nvGrpSpPr>
        <p:grpSpPr>
          <a:xfrm>
            <a:off x="3977107" y="2661131"/>
            <a:ext cx="362038" cy="362036"/>
            <a:chOff x="4003602" y="2705837"/>
            <a:chExt cx="371016" cy="371015"/>
          </a:xfrm>
        </p:grpSpPr>
        <p:sp>
          <p:nvSpPr>
            <p:cNvPr id="944" name="Google Shape;944;p52"/>
            <p:cNvSpPr/>
            <p:nvPr/>
          </p:nvSpPr>
          <p:spPr>
            <a:xfrm>
              <a:off x="4050943" y="2755379"/>
              <a:ext cx="135415" cy="133213"/>
            </a:xfrm>
            <a:custGeom>
              <a:avLst/>
              <a:gdLst/>
              <a:ahLst/>
              <a:cxnLst/>
              <a:rect l="l" t="t" r="r" b="b"/>
              <a:pathLst>
                <a:path w="52" h="51" extrusionOk="0">
                  <a:moveTo>
                    <a:pt x="52" y="14"/>
                  </a:moveTo>
                  <a:cubicBezTo>
                    <a:pt x="52" y="11"/>
                    <a:pt x="51" y="7"/>
                    <a:pt x="48" y="5"/>
                  </a:cubicBezTo>
                  <a:cubicBezTo>
                    <a:pt x="48" y="4"/>
                    <a:pt x="48" y="4"/>
                    <a:pt x="48" y="4"/>
                  </a:cubicBezTo>
                  <a:cubicBezTo>
                    <a:pt x="45" y="2"/>
                    <a:pt x="42" y="0"/>
                    <a:pt x="39" y="0"/>
                  </a:cubicBezTo>
                  <a:cubicBezTo>
                    <a:pt x="35" y="0"/>
                    <a:pt x="31" y="1"/>
                    <a:pt x="28" y="4"/>
                  </a:cubicBezTo>
                  <a:cubicBezTo>
                    <a:pt x="5" y="27"/>
                    <a:pt x="5" y="27"/>
                    <a:pt x="5" y="27"/>
                  </a:cubicBezTo>
                  <a:cubicBezTo>
                    <a:pt x="0" y="32"/>
                    <a:pt x="0" y="41"/>
                    <a:pt x="5" y="46"/>
                  </a:cubicBezTo>
                  <a:cubicBezTo>
                    <a:pt x="6" y="47"/>
                    <a:pt x="6" y="47"/>
                    <a:pt x="6" y="47"/>
                  </a:cubicBezTo>
                  <a:cubicBezTo>
                    <a:pt x="6" y="47"/>
                    <a:pt x="6" y="47"/>
                    <a:pt x="6" y="47"/>
                  </a:cubicBezTo>
                  <a:cubicBezTo>
                    <a:pt x="8" y="49"/>
                    <a:pt x="12" y="51"/>
                    <a:pt x="16" y="51"/>
                  </a:cubicBezTo>
                  <a:cubicBezTo>
                    <a:pt x="19" y="51"/>
                    <a:pt x="23" y="49"/>
                    <a:pt x="25" y="47"/>
                  </a:cubicBezTo>
                  <a:cubicBezTo>
                    <a:pt x="48" y="24"/>
                    <a:pt x="48" y="24"/>
                    <a:pt x="48" y="24"/>
                  </a:cubicBezTo>
                  <a:cubicBezTo>
                    <a:pt x="51" y="22"/>
                    <a:pt x="52" y="18"/>
                    <a:pt x="52" y="14"/>
                  </a:cubicBezTo>
                  <a:close/>
                  <a:moveTo>
                    <a:pt x="21" y="43"/>
                  </a:moveTo>
                  <a:cubicBezTo>
                    <a:pt x="18" y="46"/>
                    <a:pt x="13" y="46"/>
                    <a:pt x="10" y="43"/>
                  </a:cubicBezTo>
                  <a:cubicBezTo>
                    <a:pt x="9" y="42"/>
                    <a:pt x="9" y="42"/>
                    <a:pt x="9" y="42"/>
                  </a:cubicBezTo>
                  <a:cubicBezTo>
                    <a:pt x="6" y="39"/>
                    <a:pt x="6" y="34"/>
                    <a:pt x="9" y="31"/>
                  </a:cubicBezTo>
                  <a:cubicBezTo>
                    <a:pt x="18" y="21"/>
                    <a:pt x="18" y="21"/>
                    <a:pt x="18" y="21"/>
                  </a:cubicBezTo>
                  <a:cubicBezTo>
                    <a:pt x="31" y="34"/>
                    <a:pt x="31" y="34"/>
                    <a:pt x="31" y="34"/>
                  </a:cubicBezTo>
                  <a:lnTo>
                    <a:pt x="21" y="43"/>
                  </a:lnTo>
                  <a:close/>
                  <a:moveTo>
                    <a:pt x="44" y="20"/>
                  </a:moveTo>
                  <a:cubicBezTo>
                    <a:pt x="35" y="30"/>
                    <a:pt x="35" y="30"/>
                    <a:pt x="35" y="30"/>
                  </a:cubicBezTo>
                  <a:cubicBezTo>
                    <a:pt x="22" y="17"/>
                    <a:pt x="22" y="17"/>
                    <a:pt x="22" y="17"/>
                  </a:cubicBezTo>
                  <a:cubicBezTo>
                    <a:pt x="32" y="8"/>
                    <a:pt x="32" y="8"/>
                    <a:pt x="32" y="8"/>
                  </a:cubicBezTo>
                  <a:cubicBezTo>
                    <a:pt x="33" y="6"/>
                    <a:pt x="35" y="6"/>
                    <a:pt x="38" y="6"/>
                  </a:cubicBezTo>
                  <a:cubicBezTo>
                    <a:pt x="40" y="6"/>
                    <a:pt x="42" y="6"/>
                    <a:pt x="43" y="8"/>
                  </a:cubicBezTo>
                  <a:cubicBezTo>
                    <a:pt x="44" y="8"/>
                    <a:pt x="44" y="8"/>
                    <a:pt x="44" y="8"/>
                  </a:cubicBezTo>
                  <a:cubicBezTo>
                    <a:pt x="45" y="10"/>
                    <a:pt x="46" y="12"/>
                    <a:pt x="46" y="14"/>
                  </a:cubicBezTo>
                  <a:cubicBezTo>
                    <a:pt x="46" y="17"/>
                    <a:pt x="45" y="19"/>
                    <a:pt x="44" y="2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5" name="Google Shape;945;p52"/>
            <p:cNvSpPr/>
            <p:nvPr/>
          </p:nvSpPr>
          <p:spPr>
            <a:xfrm>
              <a:off x="4003602" y="2705837"/>
              <a:ext cx="371016"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6" name="Google Shape;946;p52"/>
            <p:cNvSpPr/>
            <p:nvPr/>
          </p:nvSpPr>
          <p:spPr>
            <a:xfrm>
              <a:off x="4170945" y="2875381"/>
              <a:ext cx="172847" cy="172847"/>
            </a:xfrm>
            <a:custGeom>
              <a:avLst/>
              <a:gdLst/>
              <a:ahLst/>
              <a:cxnLst/>
              <a:rect l="l" t="t" r="r" b="b"/>
              <a:pathLst>
                <a:path w="66" h="66" extrusionOk="0">
                  <a:moveTo>
                    <a:pt x="0" y="33"/>
                  </a:moveTo>
                  <a:cubicBezTo>
                    <a:pt x="0" y="51"/>
                    <a:pt x="15" y="66"/>
                    <a:pt x="33" y="66"/>
                  </a:cubicBezTo>
                  <a:cubicBezTo>
                    <a:pt x="51" y="66"/>
                    <a:pt x="66" y="51"/>
                    <a:pt x="66" y="33"/>
                  </a:cubicBezTo>
                  <a:cubicBezTo>
                    <a:pt x="66" y="15"/>
                    <a:pt x="51" y="0"/>
                    <a:pt x="33" y="0"/>
                  </a:cubicBezTo>
                  <a:cubicBezTo>
                    <a:pt x="15" y="0"/>
                    <a:pt x="0" y="15"/>
                    <a:pt x="0" y="33"/>
                  </a:cubicBezTo>
                  <a:close/>
                  <a:moveTo>
                    <a:pt x="49" y="17"/>
                  </a:moveTo>
                  <a:cubicBezTo>
                    <a:pt x="49" y="18"/>
                    <a:pt x="50" y="18"/>
                    <a:pt x="51" y="18"/>
                  </a:cubicBezTo>
                  <a:cubicBezTo>
                    <a:pt x="51" y="18"/>
                    <a:pt x="52" y="18"/>
                    <a:pt x="53" y="17"/>
                  </a:cubicBezTo>
                  <a:cubicBezTo>
                    <a:pt x="54" y="16"/>
                    <a:pt x="54" y="16"/>
                    <a:pt x="54" y="16"/>
                  </a:cubicBezTo>
                  <a:cubicBezTo>
                    <a:pt x="58" y="20"/>
                    <a:pt x="60" y="25"/>
                    <a:pt x="60" y="30"/>
                  </a:cubicBezTo>
                  <a:cubicBezTo>
                    <a:pt x="58" y="30"/>
                    <a:pt x="58" y="30"/>
                    <a:pt x="58" y="30"/>
                  </a:cubicBezTo>
                  <a:cubicBezTo>
                    <a:pt x="57" y="30"/>
                    <a:pt x="55" y="31"/>
                    <a:pt x="55" y="32"/>
                  </a:cubicBezTo>
                  <a:cubicBezTo>
                    <a:pt x="55" y="34"/>
                    <a:pt x="56" y="36"/>
                    <a:pt x="58" y="36"/>
                  </a:cubicBezTo>
                  <a:cubicBezTo>
                    <a:pt x="60" y="36"/>
                    <a:pt x="60" y="36"/>
                    <a:pt x="60" y="36"/>
                  </a:cubicBezTo>
                  <a:cubicBezTo>
                    <a:pt x="60" y="41"/>
                    <a:pt x="58" y="46"/>
                    <a:pt x="54" y="50"/>
                  </a:cubicBezTo>
                  <a:cubicBezTo>
                    <a:pt x="53" y="49"/>
                    <a:pt x="53" y="49"/>
                    <a:pt x="53" y="49"/>
                  </a:cubicBezTo>
                  <a:cubicBezTo>
                    <a:pt x="52" y="48"/>
                    <a:pt x="50" y="47"/>
                    <a:pt x="49" y="48"/>
                  </a:cubicBezTo>
                  <a:cubicBezTo>
                    <a:pt x="48" y="49"/>
                    <a:pt x="48" y="51"/>
                    <a:pt x="49" y="52"/>
                  </a:cubicBezTo>
                  <a:cubicBezTo>
                    <a:pt x="50" y="54"/>
                    <a:pt x="50" y="54"/>
                    <a:pt x="50" y="54"/>
                  </a:cubicBezTo>
                  <a:cubicBezTo>
                    <a:pt x="46" y="57"/>
                    <a:pt x="41" y="60"/>
                    <a:pt x="36" y="60"/>
                  </a:cubicBezTo>
                  <a:cubicBezTo>
                    <a:pt x="36" y="58"/>
                    <a:pt x="36" y="58"/>
                    <a:pt x="36" y="58"/>
                  </a:cubicBezTo>
                  <a:cubicBezTo>
                    <a:pt x="36" y="56"/>
                    <a:pt x="35" y="55"/>
                    <a:pt x="33" y="55"/>
                  </a:cubicBezTo>
                  <a:cubicBezTo>
                    <a:pt x="32" y="55"/>
                    <a:pt x="30" y="56"/>
                    <a:pt x="30" y="58"/>
                  </a:cubicBezTo>
                  <a:cubicBezTo>
                    <a:pt x="30" y="60"/>
                    <a:pt x="30" y="60"/>
                    <a:pt x="30" y="60"/>
                  </a:cubicBezTo>
                  <a:cubicBezTo>
                    <a:pt x="25" y="60"/>
                    <a:pt x="20" y="57"/>
                    <a:pt x="16" y="54"/>
                  </a:cubicBezTo>
                  <a:cubicBezTo>
                    <a:pt x="17" y="52"/>
                    <a:pt x="17" y="52"/>
                    <a:pt x="17" y="52"/>
                  </a:cubicBezTo>
                  <a:cubicBezTo>
                    <a:pt x="18" y="51"/>
                    <a:pt x="19" y="50"/>
                    <a:pt x="18" y="49"/>
                  </a:cubicBezTo>
                  <a:cubicBezTo>
                    <a:pt x="17" y="47"/>
                    <a:pt x="15" y="47"/>
                    <a:pt x="14" y="48"/>
                  </a:cubicBezTo>
                  <a:cubicBezTo>
                    <a:pt x="12" y="50"/>
                    <a:pt x="12" y="50"/>
                    <a:pt x="12" y="50"/>
                  </a:cubicBezTo>
                  <a:cubicBezTo>
                    <a:pt x="9" y="46"/>
                    <a:pt x="6" y="41"/>
                    <a:pt x="6" y="36"/>
                  </a:cubicBezTo>
                  <a:cubicBezTo>
                    <a:pt x="8" y="36"/>
                    <a:pt x="8" y="36"/>
                    <a:pt x="8" y="36"/>
                  </a:cubicBezTo>
                  <a:cubicBezTo>
                    <a:pt x="9" y="36"/>
                    <a:pt x="11" y="35"/>
                    <a:pt x="11" y="33"/>
                  </a:cubicBezTo>
                  <a:cubicBezTo>
                    <a:pt x="11" y="32"/>
                    <a:pt x="10" y="30"/>
                    <a:pt x="8" y="30"/>
                  </a:cubicBezTo>
                  <a:cubicBezTo>
                    <a:pt x="6" y="30"/>
                    <a:pt x="6" y="30"/>
                    <a:pt x="6" y="30"/>
                  </a:cubicBezTo>
                  <a:cubicBezTo>
                    <a:pt x="6" y="25"/>
                    <a:pt x="9" y="20"/>
                    <a:pt x="12" y="16"/>
                  </a:cubicBezTo>
                  <a:cubicBezTo>
                    <a:pt x="14" y="17"/>
                    <a:pt x="14" y="17"/>
                    <a:pt x="14" y="17"/>
                  </a:cubicBezTo>
                  <a:cubicBezTo>
                    <a:pt x="14" y="18"/>
                    <a:pt x="15" y="18"/>
                    <a:pt x="15" y="18"/>
                  </a:cubicBezTo>
                  <a:cubicBezTo>
                    <a:pt x="16" y="18"/>
                    <a:pt x="17" y="18"/>
                    <a:pt x="18" y="17"/>
                  </a:cubicBezTo>
                  <a:cubicBezTo>
                    <a:pt x="19" y="16"/>
                    <a:pt x="18" y="14"/>
                    <a:pt x="17" y="13"/>
                  </a:cubicBezTo>
                  <a:cubicBezTo>
                    <a:pt x="16" y="12"/>
                    <a:pt x="16" y="12"/>
                    <a:pt x="16" y="12"/>
                  </a:cubicBezTo>
                  <a:cubicBezTo>
                    <a:pt x="20" y="8"/>
                    <a:pt x="25" y="6"/>
                    <a:pt x="30" y="6"/>
                  </a:cubicBezTo>
                  <a:cubicBezTo>
                    <a:pt x="30" y="8"/>
                    <a:pt x="30" y="8"/>
                    <a:pt x="30" y="8"/>
                  </a:cubicBezTo>
                  <a:cubicBezTo>
                    <a:pt x="30" y="9"/>
                    <a:pt x="31" y="11"/>
                    <a:pt x="33" y="11"/>
                  </a:cubicBezTo>
                  <a:cubicBezTo>
                    <a:pt x="34" y="11"/>
                    <a:pt x="36" y="10"/>
                    <a:pt x="36" y="8"/>
                  </a:cubicBezTo>
                  <a:cubicBezTo>
                    <a:pt x="36" y="6"/>
                    <a:pt x="36" y="6"/>
                    <a:pt x="36" y="6"/>
                  </a:cubicBezTo>
                  <a:cubicBezTo>
                    <a:pt x="41" y="6"/>
                    <a:pt x="46" y="8"/>
                    <a:pt x="50" y="12"/>
                  </a:cubicBezTo>
                  <a:cubicBezTo>
                    <a:pt x="49" y="13"/>
                    <a:pt x="49" y="13"/>
                    <a:pt x="49" y="13"/>
                  </a:cubicBezTo>
                  <a:cubicBezTo>
                    <a:pt x="48" y="14"/>
                    <a:pt x="48" y="16"/>
                    <a:pt x="49"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7" name="Google Shape;947;p52"/>
            <p:cNvSpPr/>
            <p:nvPr/>
          </p:nvSpPr>
          <p:spPr>
            <a:xfrm>
              <a:off x="4249112" y="2930428"/>
              <a:ext cx="49542" cy="39634"/>
            </a:xfrm>
            <a:custGeom>
              <a:avLst/>
              <a:gdLst/>
              <a:ahLst/>
              <a:cxnLst/>
              <a:rect l="l" t="t" r="r" b="b"/>
              <a:pathLst>
                <a:path w="19" h="15" extrusionOk="0">
                  <a:moveTo>
                    <a:pt x="6" y="9"/>
                  </a:moveTo>
                  <a:cubicBezTo>
                    <a:pt x="6" y="3"/>
                    <a:pt x="6" y="3"/>
                    <a:pt x="6" y="3"/>
                  </a:cubicBezTo>
                  <a:cubicBezTo>
                    <a:pt x="6" y="2"/>
                    <a:pt x="5" y="1"/>
                    <a:pt x="3" y="0"/>
                  </a:cubicBezTo>
                  <a:cubicBezTo>
                    <a:pt x="2" y="0"/>
                    <a:pt x="0" y="2"/>
                    <a:pt x="0" y="3"/>
                  </a:cubicBezTo>
                  <a:cubicBezTo>
                    <a:pt x="0" y="12"/>
                    <a:pt x="0" y="12"/>
                    <a:pt x="0" y="12"/>
                  </a:cubicBezTo>
                  <a:cubicBezTo>
                    <a:pt x="0" y="13"/>
                    <a:pt x="2" y="15"/>
                    <a:pt x="3" y="15"/>
                  </a:cubicBezTo>
                  <a:cubicBezTo>
                    <a:pt x="16" y="15"/>
                    <a:pt x="16" y="15"/>
                    <a:pt x="16" y="15"/>
                  </a:cubicBezTo>
                  <a:cubicBezTo>
                    <a:pt x="18" y="15"/>
                    <a:pt x="19" y="14"/>
                    <a:pt x="19" y="12"/>
                  </a:cubicBezTo>
                  <a:cubicBezTo>
                    <a:pt x="19" y="11"/>
                    <a:pt x="18" y="9"/>
                    <a:pt x="16" y="9"/>
                  </a:cubicBezTo>
                  <a:lnTo>
                    <a:pt x="6" y="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48" name="Google Shape;948;p52"/>
            <p:cNvSpPr/>
            <p:nvPr/>
          </p:nvSpPr>
          <p:spPr>
            <a:xfrm>
              <a:off x="4319572" y="2869876"/>
              <a:ext cx="13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49" name="Google Shape;949;p52"/>
          <p:cNvGrpSpPr/>
          <p:nvPr/>
        </p:nvGrpSpPr>
        <p:grpSpPr>
          <a:xfrm>
            <a:off x="3246583" y="2661131"/>
            <a:ext cx="267499" cy="362036"/>
            <a:chOff x="3141568" y="2705837"/>
            <a:chExt cx="274133" cy="371015"/>
          </a:xfrm>
        </p:grpSpPr>
        <p:sp>
          <p:nvSpPr>
            <p:cNvPr id="950" name="Google Shape;950;p52"/>
            <p:cNvSpPr/>
            <p:nvPr/>
          </p:nvSpPr>
          <p:spPr>
            <a:xfrm>
              <a:off x="3141568" y="2705837"/>
              <a:ext cx="274133" cy="371015"/>
            </a:xfrm>
            <a:custGeom>
              <a:avLst/>
              <a:gdLst/>
              <a:ahLst/>
              <a:cxnLst/>
              <a:rect l="l" t="t" r="r" b="b"/>
              <a:pathLst>
                <a:path w="105" h="142" extrusionOk="0">
                  <a:moveTo>
                    <a:pt x="97" y="11"/>
                  </a:moveTo>
                  <a:cubicBezTo>
                    <a:pt x="72" y="11"/>
                    <a:pt x="72" y="11"/>
                    <a:pt x="72" y="11"/>
                  </a:cubicBezTo>
                  <a:cubicBezTo>
                    <a:pt x="72" y="10"/>
                    <a:pt x="70" y="8"/>
                    <a:pt x="67" y="8"/>
                  </a:cubicBezTo>
                  <a:cubicBezTo>
                    <a:pt x="63" y="8"/>
                    <a:pt x="63" y="8"/>
                    <a:pt x="63" y="8"/>
                  </a:cubicBezTo>
                  <a:cubicBezTo>
                    <a:pt x="62" y="3"/>
                    <a:pt x="58" y="0"/>
                    <a:pt x="53" y="0"/>
                  </a:cubicBezTo>
                  <a:cubicBezTo>
                    <a:pt x="48" y="0"/>
                    <a:pt x="43" y="3"/>
                    <a:pt x="42" y="8"/>
                  </a:cubicBezTo>
                  <a:cubicBezTo>
                    <a:pt x="38" y="8"/>
                    <a:pt x="38" y="8"/>
                    <a:pt x="38" y="8"/>
                  </a:cubicBezTo>
                  <a:cubicBezTo>
                    <a:pt x="36" y="8"/>
                    <a:pt x="34" y="10"/>
                    <a:pt x="33" y="11"/>
                  </a:cubicBezTo>
                  <a:cubicBezTo>
                    <a:pt x="9" y="11"/>
                    <a:pt x="9" y="11"/>
                    <a:pt x="9" y="11"/>
                  </a:cubicBezTo>
                  <a:cubicBezTo>
                    <a:pt x="4" y="11"/>
                    <a:pt x="0" y="15"/>
                    <a:pt x="0" y="20"/>
                  </a:cubicBezTo>
                  <a:cubicBezTo>
                    <a:pt x="0" y="134"/>
                    <a:pt x="0" y="134"/>
                    <a:pt x="0" y="134"/>
                  </a:cubicBezTo>
                  <a:cubicBezTo>
                    <a:pt x="0" y="139"/>
                    <a:pt x="4" y="142"/>
                    <a:pt x="9" y="142"/>
                  </a:cubicBezTo>
                  <a:cubicBezTo>
                    <a:pt x="97" y="142"/>
                    <a:pt x="97" y="142"/>
                    <a:pt x="97" y="142"/>
                  </a:cubicBezTo>
                  <a:cubicBezTo>
                    <a:pt x="101" y="142"/>
                    <a:pt x="105" y="139"/>
                    <a:pt x="105" y="134"/>
                  </a:cubicBezTo>
                  <a:cubicBezTo>
                    <a:pt x="105" y="20"/>
                    <a:pt x="105" y="20"/>
                    <a:pt x="105" y="20"/>
                  </a:cubicBezTo>
                  <a:cubicBezTo>
                    <a:pt x="105" y="15"/>
                    <a:pt x="101" y="11"/>
                    <a:pt x="97" y="11"/>
                  </a:cubicBezTo>
                  <a:close/>
                  <a:moveTo>
                    <a:pt x="33" y="28"/>
                  </a:moveTo>
                  <a:cubicBezTo>
                    <a:pt x="34" y="30"/>
                    <a:pt x="36" y="31"/>
                    <a:pt x="39" y="31"/>
                  </a:cubicBezTo>
                  <a:cubicBezTo>
                    <a:pt x="67" y="31"/>
                    <a:pt x="67" y="31"/>
                    <a:pt x="67" y="31"/>
                  </a:cubicBezTo>
                  <a:cubicBezTo>
                    <a:pt x="70" y="31"/>
                    <a:pt x="71" y="30"/>
                    <a:pt x="72" y="28"/>
                  </a:cubicBezTo>
                  <a:cubicBezTo>
                    <a:pt x="89" y="28"/>
                    <a:pt x="89" y="28"/>
                    <a:pt x="89" y="28"/>
                  </a:cubicBezTo>
                  <a:cubicBezTo>
                    <a:pt x="89" y="126"/>
                    <a:pt x="89" y="126"/>
                    <a:pt x="89" y="126"/>
                  </a:cubicBezTo>
                  <a:cubicBezTo>
                    <a:pt x="17" y="126"/>
                    <a:pt x="17" y="126"/>
                    <a:pt x="17" y="126"/>
                  </a:cubicBezTo>
                  <a:cubicBezTo>
                    <a:pt x="17" y="28"/>
                    <a:pt x="17" y="28"/>
                    <a:pt x="17" y="28"/>
                  </a:cubicBezTo>
                  <a:cubicBezTo>
                    <a:pt x="33" y="28"/>
                    <a:pt x="33" y="28"/>
                    <a:pt x="33" y="28"/>
                  </a:cubicBezTo>
                  <a:close/>
                  <a:moveTo>
                    <a:pt x="45" y="14"/>
                  </a:moveTo>
                  <a:cubicBezTo>
                    <a:pt x="46" y="14"/>
                    <a:pt x="46" y="14"/>
                    <a:pt x="47" y="13"/>
                  </a:cubicBezTo>
                  <a:cubicBezTo>
                    <a:pt x="47" y="12"/>
                    <a:pt x="48" y="12"/>
                    <a:pt x="48" y="11"/>
                  </a:cubicBezTo>
                  <a:cubicBezTo>
                    <a:pt x="48" y="11"/>
                    <a:pt x="48" y="11"/>
                    <a:pt x="48" y="11"/>
                  </a:cubicBezTo>
                  <a:cubicBezTo>
                    <a:pt x="48" y="8"/>
                    <a:pt x="50" y="5"/>
                    <a:pt x="53" y="5"/>
                  </a:cubicBezTo>
                  <a:cubicBezTo>
                    <a:pt x="56" y="5"/>
                    <a:pt x="58" y="8"/>
                    <a:pt x="58" y="11"/>
                  </a:cubicBezTo>
                  <a:cubicBezTo>
                    <a:pt x="58" y="11"/>
                    <a:pt x="58" y="11"/>
                    <a:pt x="58" y="11"/>
                  </a:cubicBezTo>
                  <a:cubicBezTo>
                    <a:pt x="58" y="11"/>
                    <a:pt x="58" y="11"/>
                    <a:pt x="58" y="12"/>
                  </a:cubicBezTo>
                  <a:cubicBezTo>
                    <a:pt x="59" y="13"/>
                    <a:pt x="60" y="14"/>
                    <a:pt x="61" y="14"/>
                  </a:cubicBezTo>
                  <a:cubicBezTo>
                    <a:pt x="67" y="14"/>
                    <a:pt x="67" y="14"/>
                    <a:pt x="67" y="14"/>
                  </a:cubicBezTo>
                  <a:cubicBezTo>
                    <a:pt x="67" y="14"/>
                    <a:pt x="67" y="14"/>
                    <a:pt x="67" y="14"/>
                  </a:cubicBezTo>
                  <a:cubicBezTo>
                    <a:pt x="67" y="14"/>
                    <a:pt x="67" y="14"/>
                    <a:pt x="67" y="14"/>
                  </a:cubicBezTo>
                  <a:cubicBezTo>
                    <a:pt x="67" y="14"/>
                    <a:pt x="67" y="14"/>
                    <a:pt x="67" y="14"/>
                  </a:cubicBezTo>
                  <a:cubicBezTo>
                    <a:pt x="67" y="26"/>
                    <a:pt x="67" y="26"/>
                    <a:pt x="67" y="26"/>
                  </a:cubicBezTo>
                  <a:cubicBezTo>
                    <a:pt x="38" y="26"/>
                    <a:pt x="38" y="26"/>
                    <a:pt x="38" y="26"/>
                  </a:cubicBezTo>
                  <a:cubicBezTo>
                    <a:pt x="38" y="14"/>
                    <a:pt x="38" y="14"/>
                    <a:pt x="38" y="14"/>
                  </a:cubicBezTo>
                  <a:cubicBezTo>
                    <a:pt x="45" y="14"/>
                    <a:pt x="45" y="14"/>
                    <a:pt x="45" y="14"/>
                  </a:cubicBezTo>
                  <a:close/>
                  <a:moveTo>
                    <a:pt x="100" y="134"/>
                  </a:moveTo>
                  <a:cubicBezTo>
                    <a:pt x="100" y="136"/>
                    <a:pt x="98" y="137"/>
                    <a:pt x="97" y="137"/>
                  </a:cubicBezTo>
                  <a:cubicBezTo>
                    <a:pt x="9" y="137"/>
                    <a:pt x="9" y="137"/>
                    <a:pt x="9" y="137"/>
                  </a:cubicBezTo>
                  <a:cubicBezTo>
                    <a:pt x="7" y="137"/>
                    <a:pt x="6" y="136"/>
                    <a:pt x="6" y="134"/>
                  </a:cubicBezTo>
                  <a:cubicBezTo>
                    <a:pt x="6" y="20"/>
                    <a:pt x="6" y="20"/>
                    <a:pt x="6" y="20"/>
                  </a:cubicBezTo>
                  <a:cubicBezTo>
                    <a:pt x="6" y="18"/>
                    <a:pt x="7" y="17"/>
                    <a:pt x="9" y="17"/>
                  </a:cubicBezTo>
                  <a:cubicBezTo>
                    <a:pt x="33" y="17"/>
                    <a:pt x="33" y="17"/>
                    <a:pt x="33" y="17"/>
                  </a:cubicBezTo>
                  <a:cubicBezTo>
                    <a:pt x="33" y="22"/>
                    <a:pt x="33" y="22"/>
                    <a:pt x="33" y="22"/>
                  </a:cubicBezTo>
                  <a:cubicBezTo>
                    <a:pt x="17" y="22"/>
                    <a:pt x="17" y="22"/>
                    <a:pt x="17" y="22"/>
                  </a:cubicBezTo>
                  <a:cubicBezTo>
                    <a:pt x="14" y="22"/>
                    <a:pt x="12" y="25"/>
                    <a:pt x="12" y="28"/>
                  </a:cubicBezTo>
                  <a:cubicBezTo>
                    <a:pt x="12" y="126"/>
                    <a:pt x="12" y="126"/>
                    <a:pt x="12" y="126"/>
                  </a:cubicBezTo>
                  <a:cubicBezTo>
                    <a:pt x="12" y="129"/>
                    <a:pt x="14" y="131"/>
                    <a:pt x="17" y="131"/>
                  </a:cubicBezTo>
                  <a:cubicBezTo>
                    <a:pt x="89" y="131"/>
                    <a:pt x="89" y="131"/>
                    <a:pt x="89" y="131"/>
                  </a:cubicBezTo>
                  <a:cubicBezTo>
                    <a:pt x="92" y="131"/>
                    <a:pt x="94" y="129"/>
                    <a:pt x="94" y="126"/>
                  </a:cubicBezTo>
                  <a:cubicBezTo>
                    <a:pt x="94" y="28"/>
                    <a:pt x="94" y="28"/>
                    <a:pt x="94" y="28"/>
                  </a:cubicBezTo>
                  <a:cubicBezTo>
                    <a:pt x="94" y="25"/>
                    <a:pt x="92" y="22"/>
                    <a:pt x="89" y="22"/>
                  </a:cubicBezTo>
                  <a:cubicBezTo>
                    <a:pt x="73" y="22"/>
                    <a:pt x="73" y="22"/>
                    <a:pt x="73" y="22"/>
                  </a:cubicBezTo>
                  <a:cubicBezTo>
                    <a:pt x="73" y="17"/>
                    <a:pt x="73" y="17"/>
                    <a:pt x="73" y="17"/>
                  </a:cubicBezTo>
                  <a:cubicBezTo>
                    <a:pt x="97" y="17"/>
                    <a:pt x="97" y="17"/>
                    <a:pt x="97" y="17"/>
                  </a:cubicBezTo>
                  <a:cubicBezTo>
                    <a:pt x="98" y="17"/>
                    <a:pt x="100" y="18"/>
                    <a:pt x="100" y="20"/>
                  </a:cubicBezTo>
                  <a:lnTo>
                    <a:pt x="100" y="13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1" name="Google Shape;951;p52"/>
            <p:cNvSpPr/>
            <p:nvPr/>
          </p:nvSpPr>
          <p:spPr>
            <a:xfrm>
              <a:off x="3223037" y="2941437"/>
              <a:ext cx="114498" cy="15413"/>
            </a:xfrm>
            <a:custGeom>
              <a:avLst/>
              <a:gdLst/>
              <a:ahLst/>
              <a:cxnLst/>
              <a:rect l="l" t="t" r="r" b="b"/>
              <a:pathLst>
                <a:path w="44" h="6" extrusionOk="0">
                  <a:moveTo>
                    <a:pt x="3" y="6"/>
                  </a:moveTo>
                  <a:cubicBezTo>
                    <a:pt x="41" y="6"/>
                    <a:pt x="41" y="6"/>
                    <a:pt x="41" y="6"/>
                  </a:cubicBezTo>
                  <a:cubicBezTo>
                    <a:pt x="42" y="6"/>
                    <a:pt x="43" y="5"/>
                    <a:pt x="43" y="3"/>
                  </a:cubicBezTo>
                  <a:cubicBezTo>
                    <a:pt x="44" y="2"/>
                    <a:pt x="42" y="0"/>
                    <a:pt x="41" y="0"/>
                  </a:cubicBezTo>
                  <a:cubicBezTo>
                    <a:pt x="3" y="0"/>
                    <a:pt x="3" y="0"/>
                    <a:pt x="3" y="0"/>
                  </a:cubicBezTo>
                  <a:cubicBezTo>
                    <a:pt x="2" y="0"/>
                    <a:pt x="0" y="1"/>
                    <a:pt x="0" y="2"/>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2" name="Google Shape;952;p52"/>
            <p:cNvSpPr/>
            <p:nvPr/>
          </p:nvSpPr>
          <p:spPr>
            <a:xfrm>
              <a:off x="3223037" y="2972263"/>
              <a:ext cx="114498" cy="13211"/>
            </a:xfrm>
            <a:custGeom>
              <a:avLst/>
              <a:gdLst/>
              <a:ahLst/>
              <a:cxnLst/>
              <a:rect l="l" t="t" r="r" b="b"/>
              <a:pathLst>
                <a:path w="44" h="5" extrusionOk="0">
                  <a:moveTo>
                    <a:pt x="3" y="5"/>
                  </a:moveTo>
                  <a:cubicBezTo>
                    <a:pt x="41" y="5"/>
                    <a:pt x="41" y="5"/>
                    <a:pt x="41" y="5"/>
                  </a:cubicBezTo>
                  <a:cubicBezTo>
                    <a:pt x="42" y="5"/>
                    <a:pt x="43" y="4"/>
                    <a:pt x="43" y="3"/>
                  </a:cubicBezTo>
                  <a:cubicBezTo>
                    <a:pt x="44" y="1"/>
                    <a:pt x="42" y="0"/>
                    <a:pt x="41"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3" name="Google Shape;953;p52"/>
            <p:cNvSpPr/>
            <p:nvPr/>
          </p:nvSpPr>
          <p:spPr>
            <a:xfrm>
              <a:off x="3223037" y="3000887"/>
              <a:ext cx="80369" cy="15413"/>
            </a:xfrm>
            <a:custGeom>
              <a:avLst/>
              <a:gdLst/>
              <a:ahLst/>
              <a:cxnLst/>
              <a:rect l="l" t="t" r="r" b="b"/>
              <a:pathLst>
                <a:path w="31" h="6" extrusionOk="0">
                  <a:moveTo>
                    <a:pt x="28" y="0"/>
                  </a:moveTo>
                  <a:cubicBezTo>
                    <a:pt x="3" y="0"/>
                    <a:pt x="3" y="0"/>
                    <a:pt x="3" y="0"/>
                  </a:cubicBezTo>
                  <a:cubicBezTo>
                    <a:pt x="2" y="0"/>
                    <a:pt x="0" y="1"/>
                    <a:pt x="0" y="3"/>
                  </a:cubicBezTo>
                  <a:cubicBezTo>
                    <a:pt x="0" y="4"/>
                    <a:pt x="1" y="6"/>
                    <a:pt x="3" y="6"/>
                  </a:cubicBezTo>
                  <a:cubicBezTo>
                    <a:pt x="28" y="6"/>
                    <a:pt x="28" y="6"/>
                    <a:pt x="28" y="6"/>
                  </a:cubicBezTo>
                  <a:cubicBezTo>
                    <a:pt x="29" y="6"/>
                    <a:pt x="31" y="5"/>
                    <a:pt x="31" y="3"/>
                  </a:cubicBezTo>
                  <a:cubicBezTo>
                    <a:pt x="31" y="2"/>
                    <a:pt x="30" y="0"/>
                    <a:pt x="28"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4" name="Google Shape;954;p52"/>
            <p:cNvSpPr/>
            <p:nvPr/>
          </p:nvSpPr>
          <p:spPr>
            <a:xfrm>
              <a:off x="3219734" y="2802719"/>
              <a:ext cx="121103" cy="120002"/>
            </a:xfrm>
            <a:custGeom>
              <a:avLst/>
              <a:gdLst/>
              <a:ahLst/>
              <a:cxnLst/>
              <a:rect l="l" t="t" r="r" b="b"/>
              <a:pathLst>
                <a:path w="46" h="46" extrusionOk="0">
                  <a:moveTo>
                    <a:pt x="4" y="32"/>
                  </a:moveTo>
                  <a:cubicBezTo>
                    <a:pt x="14" y="32"/>
                    <a:pt x="14" y="32"/>
                    <a:pt x="14" y="32"/>
                  </a:cubicBezTo>
                  <a:cubicBezTo>
                    <a:pt x="14" y="42"/>
                    <a:pt x="14" y="42"/>
                    <a:pt x="14" y="42"/>
                  </a:cubicBezTo>
                  <a:cubicBezTo>
                    <a:pt x="14" y="44"/>
                    <a:pt x="16" y="46"/>
                    <a:pt x="19" y="46"/>
                  </a:cubicBezTo>
                  <a:cubicBezTo>
                    <a:pt x="27" y="46"/>
                    <a:pt x="27" y="46"/>
                    <a:pt x="27" y="46"/>
                  </a:cubicBezTo>
                  <a:cubicBezTo>
                    <a:pt x="30" y="46"/>
                    <a:pt x="32" y="44"/>
                    <a:pt x="32" y="42"/>
                  </a:cubicBezTo>
                  <a:cubicBezTo>
                    <a:pt x="32" y="32"/>
                    <a:pt x="32" y="32"/>
                    <a:pt x="32" y="32"/>
                  </a:cubicBezTo>
                  <a:cubicBezTo>
                    <a:pt x="41" y="32"/>
                    <a:pt x="41" y="32"/>
                    <a:pt x="41" y="32"/>
                  </a:cubicBezTo>
                  <a:cubicBezTo>
                    <a:pt x="44" y="32"/>
                    <a:pt x="46" y="30"/>
                    <a:pt x="46" y="28"/>
                  </a:cubicBezTo>
                  <a:cubicBezTo>
                    <a:pt x="46" y="19"/>
                    <a:pt x="46" y="19"/>
                    <a:pt x="46" y="19"/>
                  </a:cubicBezTo>
                  <a:cubicBezTo>
                    <a:pt x="46" y="16"/>
                    <a:pt x="44" y="14"/>
                    <a:pt x="41" y="14"/>
                  </a:cubicBezTo>
                  <a:cubicBezTo>
                    <a:pt x="32" y="14"/>
                    <a:pt x="32" y="14"/>
                    <a:pt x="32" y="14"/>
                  </a:cubicBezTo>
                  <a:cubicBezTo>
                    <a:pt x="32" y="5"/>
                    <a:pt x="32" y="5"/>
                    <a:pt x="32" y="5"/>
                  </a:cubicBezTo>
                  <a:cubicBezTo>
                    <a:pt x="32" y="2"/>
                    <a:pt x="30" y="0"/>
                    <a:pt x="27" y="0"/>
                  </a:cubicBezTo>
                  <a:cubicBezTo>
                    <a:pt x="19" y="0"/>
                    <a:pt x="19" y="0"/>
                    <a:pt x="19" y="0"/>
                  </a:cubicBezTo>
                  <a:cubicBezTo>
                    <a:pt x="16" y="0"/>
                    <a:pt x="14" y="2"/>
                    <a:pt x="14" y="5"/>
                  </a:cubicBezTo>
                  <a:cubicBezTo>
                    <a:pt x="14" y="15"/>
                    <a:pt x="14" y="15"/>
                    <a:pt x="14"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7" y="20"/>
                    <a:pt x="17" y="20"/>
                    <a:pt x="17" y="20"/>
                  </a:cubicBezTo>
                  <a:cubicBezTo>
                    <a:pt x="18" y="20"/>
                    <a:pt x="20" y="19"/>
                    <a:pt x="20" y="17"/>
                  </a:cubicBezTo>
                  <a:cubicBezTo>
                    <a:pt x="20" y="6"/>
                    <a:pt x="20" y="6"/>
                    <a:pt x="20" y="6"/>
                  </a:cubicBezTo>
                  <a:cubicBezTo>
                    <a:pt x="26" y="6"/>
                    <a:pt x="26" y="6"/>
                    <a:pt x="26" y="6"/>
                  </a:cubicBezTo>
                  <a:cubicBezTo>
                    <a:pt x="26" y="17"/>
                    <a:pt x="26" y="17"/>
                    <a:pt x="26" y="17"/>
                  </a:cubicBezTo>
                  <a:cubicBezTo>
                    <a:pt x="26" y="19"/>
                    <a:pt x="27" y="20"/>
                    <a:pt x="29" y="20"/>
                  </a:cubicBezTo>
                  <a:cubicBezTo>
                    <a:pt x="40" y="20"/>
                    <a:pt x="40" y="20"/>
                    <a:pt x="40" y="20"/>
                  </a:cubicBezTo>
                  <a:cubicBezTo>
                    <a:pt x="40" y="27"/>
                    <a:pt x="40" y="27"/>
                    <a:pt x="40" y="27"/>
                  </a:cubicBezTo>
                  <a:cubicBezTo>
                    <a:pt x="29" y="27"/>
                    <a:pt x="29" y="27"/>
                    <a:pt x="29" y="27"/>
                  </a:cubicBezTo>
                  <a:cubicBezTo>
                    <a:pt x="27" y="27"/>
                    <a:pt x="26" y="28"/>
                    <a:pt x="26" y="29"/>
                  </a:cubicBezTo>
                  <a:cubicBezTo>
                    <a:pt x="26" y="41"/>
                    <a:pt x="26" y="41"/>
                    <a:pt x="26" y="41"/>
                  </a:cubicBezTo>
                  <a:cubicBezTo>
                    <a:pt x="20" y="41"/>
                    <a:pt x="20" y="41"/>
                    <a:pt x="20" y="41"/>
                  </a:cubicBezTo>
                  <a:cubicBezTo>
                    <a:pt x="20" y="29"/>
                    <a:pt x="20" y="29"/>
                    <a:pt x="20" y="29"/>
                  </a:cubicBezTo>
                  <a:cubicBezTo>
                    <a:pt x="20" y="28"/>
                    <a:pt x="18" y="27"/>
                    <a:pt x="17"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5" name="Google Shape;955;p52"/>
            <p:cNvSpPr/>
            <p:nvPr/>
          </p:nvSpPr>
          <p:spPr>
            <a:xfrm>
              <a:off x="3272579" y="2726755"/>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6" name="Google Shape;956;p52"/>
            <p:cNvSpPr/>
            <p:nvPr/>
          </p:nvSpPr>
          <p:spPr>
            <a:xfrm>
              <a:off x="3322122" y="300088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57" name="Google Shape;957;p52"/>
          <p:cNvGrpSpPr/>
          <p:nvPr/>
        </p:nvGrpSpPr>
        <p:grpSpPr>
          <a:xfrm>
            <a:off x="2391985" y="2655760"/>
            <a:ext cx="331957" cy="372778"/>
            <a:chOff x="2315864" y="2700333"/>
            <a:chExt cx="340190" cy="382023"/>
          </a:xfrm>
        </p:grpSpPr>
        <p:sp>
          <p:nvSpPr>
            <p:cNvPr id="958" name="Google Shape;958;p52"/>
            <p:cNvSpPr/>
            <p:nvPr/>
          </p:nvSpPr>
          <p:spPr>
            <a:xfrm>
              <a:off x="2315864" y="2705837"/>
              <a:ext cx="340190" cy="376519"/>
            </a:xfrm>
            <a:custGeom>
              <a:avLst/>
              <a:gdLst/>
              <a:ahLst/>
              <a:cxnLst/>
              <a:rect l="l" t="t" r="r" b="b"/>
              <a:pathLst>
                <a:path w="130" h="144" extrusionOk="0">
                  <a:moveTo>
                    <a:pt x="130" y="78"/>
                  </a:moveTo>
                  <a:cubicBezTo>
                    <a:pt x="130" y="70"/>
                    <a:pt x="122" y="62"/>
                    <a:pt x="113" y="63"/>
                  </a:cubicBezTo>
                  <a:cubicBezTo>
                    <a:pt x="105" y="63"/>
                    <a:pt x="99" y="70"/>
                    <a:pt x="99" y="78"/>
                  </a:cubicBezTo>
                  <a:cubicBezTo>
                    <a:pt x="98" y="86"/>
                    <a:pt x="104" y="93"/>
                    <a:pt x="111" y="94"/>
                  </a:cubicBezTo>
                  <a:cubicBezTo>
                    <a:pt x="111" y="100"/>
                    <a:pt x="111" y="100"/>
                    <a:pt x="111" y="100"/>
                  </a:cubicBezTo>
                  <a:cubicBezTo>
                    <a:pt x="111" y="119"/>
                    <a:pt x="97" y="135"/>
                    <a:pt x="78" y="137"/>
                  </a:cubicBezTo>
                  <a:cubicBezTo>
                    <a:pt x="57" y="138"/>
                    <a:pt x="39" y="121"/>
                    <a:pt x="39" y="101"/>
                  </a:cubicBezTo>
                  <a:cubicBezTo>
                    <a:pt x="39" y="96"/>
                    <a:pt x="39" y="96"/>
                    <a:pt x="39" y="96"/>
                  </a:cubicBezTo>
                  <a:cubicBezTo>
                    <a:pt x="58" y="95"/>
                    <a:pt x="73" y="78"/>
                    <a:pt x="73" y="59"/>
                  </a:cubicBezTo>
                  <a:cubicBezTo>
                    <a:pt x="73" y="54"/>
                    <a:pt x="73" y="54"/>
                    <a:pt x="73" y="54"/>
                  </a:cubicBezTo>
                  <a:cubicBezTo>
                    <a:pt x="73" y="53"/>
                    <a:pt x="72" y="52"/>
                    <a:pt x="71" y="51"/>
                  </a:cubicBezTo>
                  <a:cubicBezTo>
                    <a:pt x="69" y="51"/>
                    <a:pt x="67" y="52"/>
                    <a:pt x="67" y="54"/>
                  </a:cubicBezTo>
                  <a:cubicBezTo>
                    <a:pt x="67" y="59"/>
                    <a:pt x="67" y="59"/>
                    <a:pt x="67" y="59"/>
                  </a:cubicBezTo>
                  <a:cubicBezTo>
                    <a:pt x="67" y="76"/>
                    <a:pt x="54" y="91"/>
                    <a:pt x="36" y="91"/>
                  </a:cubicBezTo>
                  <a:cubicBezTo>
                    <a:pt x="36" y="91"/>
                    <a:pt x="36" y="91"/>
                    <a:pt x="36" y="91"/>
                  </a:cubicBezTo>
                  <a:cubicBezTo>
                    <a:pt x="28" y="91"/>
                    <a:pt x="20" y="87"/>
                    <a:pt x="14" y="82"/>
                  </a:cubicBezTo>
                  <a:cubicBezTo>
                    <a:pt x="8" y="76"/>
                    <a:pt x="5" y="68"/>
                    <a:pt x="5" y="59"/>
                  </a:cubicBezTo>
                  <a:cubicBezTo>
                    <a:pt x="5" y="15"/>
                    <a:pt x="5" y="15"/>
                    <a:pt x="5" y="15"/>
                  </a:cubicBezTo>
                  <a:cubicBezTo>
                    <a:pt x="5" y="13"/>
                    <a:pt x="7" y="12"/>
                    <a:pt x="8" y="12"/>
                  </a:cubicBezTo>
                  <a:cubicBezTo>
                    <a:pt x="15" y="12"/>
                    <a:pt x="15" y="12"/>
                    <a:pt x="15" y="12"/>
                  </a:cubicBezTo>
                  <a:cubicBezTo>
                    <a:pt x="16" y="15"/>
                    <a:pt x="20" y="18"/>
                    <a:pt x="24" y="18"/>
                  </a:cubicBezTo>
                  <a:cubicBezTo>
                    <a:pt x="28" y="17"/>
                    <a:pt x="32" y="14"/>
                    <a:pt x="32" y="9"/>
                  </a:cubicBezTo>
                  <a:cubicBezTo>
                    <a:pt x="33" y="4"/>
                    <a:pt x="28" y="0"/>
                    <a:pt x="23" y="0"/>
                  </a:cubicBezTo>
                  <a:cubicBezTo>
                    <a:pt x="20" y="0"/>
                    <a:pt x="16" y="2"/>
                    <a:pt x="15" y="6"/>
                  </a:cubicBezTo>
                  <a:cubicBezTo>
                    <a:pt x="8" y="6"/>
                    <a:pt x="8" y="6"/>
                    <a:pt x="8" y="6"/>
                  </a:cubicBezTo>
                  <a:cubicBezTo>
                    <a:pt x="4" y="6"/>
                    <a:pt x="0" y="10"/>
                    <a:pt x="0" y="15"/>
                  </a:cubicBezTo>
                  <a:cubicBezTo>
                    <a:pt x="0" y="59"/>
                    <a:pt x="0" y="59"/>
                    <a:pt x="0" y="59"/>
                  </a:cubicBezTo>
                  <a:cubicBezTo>
                    <a:pt x="0" y="69"/>
                    <a:pt x="3" y="78"/>
                    <a:pt x="10" y="85"/>
                  </a:cubicBezTo>
                  <a:cubicBezTo>
                    <a:pt x="17" y="92"/>
                    <a:pt x="25" y="95"/>
                    <a:pt x="34" y="96"/>
                  </a:cubicBezTo>
                  <a:cubicBezTo>
                    <a:pt x="34" y="100"/>
                    <a:pt x="34" y="100"/>
                    <a:pt x="34" y="100"/>
                  </a:cubicBezTo>
                  <a:cubicBezTo>
                    <a:pt x="34" y="122"/>
                    <a:pt x="51" y="141"/>
                    <a:pt x="73" y="142"/>
                  </a:cubicBezTo>
                  <a:cubicBezTo>
                    <a:pt x="97" y="144"/>
                    <a:pt x="117" y="124"/>
                    <a:pt x="117" y="101"/>
                  </a:cubicBezTo>
                  <a:cubicBezTo>
                    <a:pt x="117" y="94"/>
                    <a:pt x="117" y="94"/>
                    <a:pt x="117" y="94"/>
                  </a:cubicBezTo>
                  <a:cubicBezTo>
                    <a:pt x="124" y="93"/>
                    <a:pt x="130" y="86"/>
                    <a:pt x="130" y="78"/>
                  </a:cubicBezTo>
                  <a:close/>
                  <a:moveTo>
                    <a:pt x="23" y="5"/>
                  </a:moveTo>
                  <a:cubicBezTo>
                    <a:pt x="25" y="5"/>
                    <a:pt x="27" y="7"/>
                    <a:pt x="27" y="9"/>
                  </a:cubicBezTo>
                  <a:cubicBezTo>
                    <a:pt x="27" y="10"/>
                    <a:pt x="25" y="12"/>
                    <a:pt x="23" y="12"/>
                  </a:cubicBezTo>
                  <a:cubicBezTo>
                    <a:pt x="22" y="12"/>
                    <a:pt x="20" y="10"/>
                    <a:pt x="20" y="9"/>
                  </a:cubicBezTo>
                  <a:cubicBezTo>
                    <a:pt x="20" y="7"/>
                    <a:pt x="22" y="5"/>
                    <a:pt x="23" y="5"/>
                  </a:cubicBezTo>
                  <a:close/>
                  <a:moveTo>
                    <a:pt x="114" y="89"/>
                  </a:moveTo>
                  <a:cubicBezTo>
                    <a:pt x="109" y="89"/>
                    <a:pt x="104" y="84"/>
                    <a:pt x="104" y="79"/>
                  </a:cubicBezTo>
                  <a:cubicBezTo>
                    <a:pt x="104" y="73"/>
                    <a:pt x="109" y="68"/>
                    <a:pt x="114" y="68"/>
                  </a:cubicBezTo>
                  <a:cubicBezTo>
                    <a:pt x="120" y="68"/>
                    <a:pt x="124" y="73"/>
                    <a:pt x="124" y="79"/>
                  </a:cubicBezTo>
                  <a:cubicBezTo>
                    <a:pt x="124" y="84"/>
                    <a:pt x="120" y="89"/>
                    <a:pt x="114" y="8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9" name="Google Shape;959;p52"/>
            <p:cNvSpPr/>
            <p:nvPr/>
          </p:nvSpPr>
          <p:spPr>
            <a:xfrm>
              <a:off x="2418251" y="2700333"/>
              <a:ext cx="89176" cy="91378"/>
            </a:xfrm>
            <a:custGeom>
              <a:avLst/>
              <a:gdLst/>
              <a:ahLst/>
              <a:cxnLst/>
              <a:rect l="l" t="t" r="r" b="b"/>
              <a:pathLst>
                <a:path w="34" h="35" extrusionOk="0">
                  <a:moveTo>
                    <a:pt x="11" y="20"/>
                  </a:moveTo>
                  <a:cubicBezTo>
                    <a:pt x="14" y="20"/>
                    <a:pt x="18" y="17"/>
                    <a:pt x="19" y="14"/>
                  </a:cubicBezTo>
                  <a:cubicBezTo>
                    <a:pt x="26" y="14"/>
                    <a:pt x="26" y="14"/>
                    <a:pt x="26" y="14"/>
                  </a:cubicBezTo>
                  <a:cubicBezTo>
                    <a:pt x="27" y="14"/>
                    <a:pt x="28" y="15"/>
                    <a:pt x="28" y="16"/>
                  </a:cubicBezTo>
                  <a:cubicBezTo>
                    <a:pt x="28" y="31"/>
                    <a:pt x="28" y="31"/>
                    <a:pt x="28" y="31"/>
                  </a:cubicBezTo>
                  <a:cubicBezTo>
                    <a:pt x="28" y="32"/>
                    <a:pt x="29" y="33"/>
                    <a:pt x="30" y="34"/>
                  </a:cubicBezTo>
                  <a:cubicBezTo>
                    <a:pt x="32" y="35"/>
                    <a:pt x="34" y="33"/>
                    <a:pt x="34" y="31"/>
                  </a:cubicBezTo>
                  <a:cubicBezTo>
                    <a:pt x="34" y="16"/>
                    <a:pt x="34" y="16"/>
                    <a:pt x="34" y="16"/>
                  </a:cubicBezTo>
                  <a:cubicBezTo>
                    <a:pt x="34" y="12"/>
                    <a:pt x="31" y="8"/>
                    <a:pt x="26" y="8"/>
                  </a:cubicBezTo>
                  <a:cubicBezTo>
                    <a:pt x="19" y="8"/>
                    <a:pt x="19" y="8"/>
                    <a:pt x="19" y="8"/>
                  </a:cubicBezTo>
                  <a:cubicBezTo>
                    <a:pt x="17" y="3"/>
                    <a:pt x="12" y="0"/>
                    <a:pt x="6" y="3"/>
                  </a:cubicBezTo>
                  <a:cubicBezTo>
                    <a:pt x="5" y="4"/>
                    <a:pt x="4" y="5"/>
                    <a:pt x="3" y="7"/>
                  </a:cubicBezTo>
                  <a:cubicBezTo>
                    <a:pt x="0" y="13"/>
                    <a:pt x="4" y="20"/>
                    <a:pt x="11" y="20"/>
                  </a:cubicBezTo>
                  <a:close/>
                  <a:moveTo>
                    <a:pt x="11" y="7"/>
                  </a:moveTo>
                  <a:cubicBezTo>
                    <a:pt x="12" y="7"/>
                    <a:pt x="14" y="9"/>
                    <a:pt x="14" y="11"/>
                  </a:cubicBezTo>
                  <a:cubicBezTo>
                    <a:pt x="14" y="12"/>
                    <a:pt x="12" y="14"/>
                    <a:pt x="11" y="14"/>
                  </a:cubicBezTo>
                  <a:cubicBezTo>
                    <a:pt x="9" y="14"/>
                    <a:pt x="7" y="12"/>
                    <a:pt x="7" y="11"/>
                  </a:cubicBezTo>
                  <a:cubicBezTo>
                    <a:pt x="7" y="9"/>
                    <a:pt x="9" y="7"/>
                    <a:pt x="11"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0" name="Google Shape;960;p52"/>
            <p:cNvSpPr/>
            <p:nvPr/>
          </p:nvSpPr>
          <p:spPr>
            <a:xfrm>
              <a:off x="2494216" y="2807123"/>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1" name="Google Shape;961;p52"/>
            <p:cNvSpPr/>
            <p:nvPr/>
          </p:nvSpPr>
          <p:spPr>
            <a:xfrm>
              <a:off x="2606512" y="2904005"/>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62" name="Google Shape;962;p52"/>
          <p:cNvGrpSpPr/>
          <p:nvPr/>
        </p:nvGrpSpPr>
        <p:grpSpPr>
          <a:xfrm>
            <a:off x="1624936" y="2661131"/>
            <a:ext cx="326586" cy="362036"/>
            <a:chOff x="1545207" y="2705837"/>
            <a:chExt cx="334685" cy="371015"/>
          </a:xfrm>
        </p:grpSpPr>
        <p:sp>
          <p:nvSpPr>
            <p:cNvPr id="963" name="Google Shape;963;p52"/>
            <p:cNvSpPr/>
            <p:nvPr/>
          </p:nvSpPr>
          <p:spPr>
            <a:xfrm>
              <a:off x="1545207" y="2705837"/>
              <a:ext cx="334685" cy="371015"/>
            </a:xfrm>
            <a:custGeom>
              <a:avLst/>
              <a:gdLst/>
              <a:ahLst/>
              <a:cxnLst/>
              <a:rect l="l" t="t" r="r" b="b"/>
              <a:pathLst>
                <a:path w="128" h="142" extrusionOk="0">
                  <a:moveTo>
                    <a:pt x="121" y="68"/>
                  </a:moveTo>
                  <a:cubicBezTo>
                    <a:pt x="121" y="26"/>
                    <a:pt x="121" y="26"/>
                    <a:pt x="121" y="26"/>
                  </a:cubicBezTo>
                  <a:cubicBezTo>
                    <a:pt x="121" y="25"/>
                    <a:pt x="120" y="24"/>
                    <a:pt x="120" y="24"/>
                  </a:cubicBezTo>
                  <a:cubicBezTo>
                    <a:pt x="97" y="1"/>
                    <a:pt x="97" y="1"/>
                    <a:pt x="97" y="1"/>
                  </a:cubicBezTo>
                  <a:cubicBezTo>
                    <a:pt x="96" y="0"/>
                    <a:pt x="96" y="0"/>
                    <a:pt x="95" y="0"/>
                  </a:cubicBezTo>
                  <a:cubicBezTo>
                    <a:pt x="72" y="0"/>
                    <a:pt x="72" y="0"/>
                    <a:pt x="72" y="0"/>
                  </a:cubicBezTo>
                  <a:cubicBezTo>
                    <a:pt x="71" y="0"/>
                    <a:pt x="70" y="1"/>
                    <a:pt x="70" y="2"/>
                  </a:cubicBezTo>
                  <a:cubicBezTo>
                    <a:pt x="69" y="4"/>
                    <a:pt x="71" y="5"/>
                    <a:pt x="72" y="5"/>
                  </a:cubicBezTo>
                  <a:cubicBezTo>
                    <a:pt x="90" y="5"/>
                    <a:pt x="90" y="5"/>
                    <a:pt x="90" y="5"/>
                  </a:cubicBezTo>
                  <a:cubicBezTo>
                    <a:pt x="90" y="22"/>
                    <a:pt x="90" y="22"/>
                    <a:pt x="90" y="22"/>
                  </a:cubicBezTo>
                  <a:cubicBezTo>
                    <a:pt x="90" y="27"/>
                    <a:pt x="94" y="31"/>
                    <a:pt x="98" y="31"/>
                  </a:cubicBezTo>
                  <a:cubicBezTo>
                    <a:pt x="115" y="31"/>
                    <a:pt x="115" y="31"/>
                    <a:pt x="115" y="31"/>
                  </a:cubicBezTo>
                  <a:cubicBezTo>
                    <a:pt x="115" y="68"/>
                    <a:pt x="115" y="68"/>
                    <a:pt x="115" y="68"/>
                  </a:cubicBezTo>
                  <a:cubicBezTo>
                    <a:pt x="48" y="68"/>
                    <a:pt x="48" y="68"/>
                    <a:pt x="48" y="68"/>
                  </a:cubicBezTo>
                  <a:cubicBezTo>
                    <a:pt x="47" y="68"/>
                    <a:pt x="47" y="67"/>
                    <a:pt x="46" y="66"/>
                  </a:cubicBezTo>
                  <a:cubicBezTo>
                    <a:pt x="42" y="60"/>
                    <a:pt x="42" y="60"/>
                    <a:pt x="42" y="60"/>
                  </a:cubicBezTo>
                  <a:cubicBezTo>
                    <a:pt x="41" y="57"/>
                    <a:pt x="38" y="56"/>
                    <a:pt x="35" y="56"/>
                  </a:cubicBezTo>
                  <a:cubicBezTo>
                    <a:pt x="12" y="56"/>
                    <a:pt x="12" y="56"/>
                    <a:pt x="12" y="56"/>
                  </a:cubicBezTo>
                  <a:cubicBezTo>
                    <a:pt x="12" y="8"/>
                    <a:pt x="12" y="8"/>
                    <a:pt x="12" y="8"/>
                  </a:cubicBezTo>
                  <a:cubicBezTo>
                    <a:pt x="12" y="7"/>
                    <a:pt x="14" y="5"/>
                    <a:pt x="15" y="5"/>
                  </a:cubicBezTo>
                  <a:cubicBezTo>
                    <a:pt x="47" y="5"/>
                    <a:pt x="47" y="5"/>
                    <a:pt x="47" y="5"/>
                  </a:cubicBezTo>
                  <a:cubicBezTo>
                    <a:pt x="48" y="5"/>
                    <a:pt x="50" y="5"/>
                    <a:pt x="50" y="3"/>
                  </a:cubicBezTo>
                  <a:cubicBezTo>
                    <a:pt x="50" y="1"/>
                    <a:pt x="49" y="0"/>
                    <a:pt x="47" y="0"/>
                  </a:cubicBezTo>
                  <a:cubicBezTo>
                    <a:pt x="15" y="0"/>
                    <a:pt x="15" y="0"/>
                    <a:pt x="15" y="0"/>
                  </a:cubicBezTo>
                  <a:cubicBezTo>
                    <a:pt x="11" y="0"/>
                    <a:pt x="7" y="4"/>
                    <a:pt x="7" y="8"/>
                  </a:cubicBezTo>
                  <a:cubicBezTo>
                    <a:pt x="7" y="56"/>
                    <a:pt x="7" y="56"/>
                    <a:pt x="7" y="56"/>
                  </a:cubicBezTo>
                  <a:cubicBezTo>
                    <a:pt x="3" y="57"/>
                    <a:pt x="0" y="60"/>
                    <a:pt x="0" y="64"/>
                  </a:cubicBezTo>
                  <a:cubicBezTo>
                    <a:pt x="0" y="135"/>
                    <a:pt x="0" y="135"/>
                    <a:pt x="0" y="135"/>
                  </a:cubicBezTo>
                  <a:cubicBezTo>
                    <a:pt x="0" y="139"/>
                    <a:pt x="3" y="142"/>
                    <a:pt x="8" y="142"/>
                  </a:cubicBezTo>
                  <a:cubicBezTo>
                    <a:pt x="120" y="142"/>
                    <a:pt x="120" y="142"/>
                    <a:pt x="120" y="142"/>
                  </a:cubicBezTo>
                  <a:cubicBezTo>
                    <a:pt x="124" y="142"/>
                    <a:pt x="128" y="139"/>
                    <a:pt x="128" y="135"/>
                  </a:cubicBezTo>
                  <a:cubicBezTo>
                    <a:pt x="128" y="75"/>
                    <a:pt x="128" y="75"/>
                    <a:pt x="128" y="75"/>
                  </a:cubicBezTo>
                  <a:cubicBezTo>
                    <a:pt x="128" y="71"/>
                    <a:pt x="125" y="68"/>
                    <a:pt x="121" y="68"/>
                  </a:cubicBezTo>
                  <a:close/>
                  <a:moveTo>
                    <a:pt x="96" y="22"/>
                  </a:moveTo>
                  <a:cubicBezTo>
                    <a:pt x="96" y="7"/>
                    <a:pt x="96" y="7"/>
                    <a:pt x="96" y="7"/>
                  </a:cubicBezTo>
                  <a:cubicBezTo>
                    <a:pt x="113" y="25"/>
                    <a:pt x="113" y="25"/>
                    <a:pt x="113" y="25"/>
                  </a:cubicBezTo>
                  <a:cubicBezTo>
                    <a:pt x="98" y="25"/>
                    <a:pt x="98" y="25"/>
                    <a:pt x="98" y="25"/>
                  </a:cubicBezTo>
                  <a:cubicBezTo>
                    <a:pt x="97" y="25"/>
                    <a:pt x="96" y="24"/>
                    <a:pt x="96" y="22"/>
                  </a:cubicBezTo>
                  <a:close/>
                  <a:moveTo>
                    <a:pt x="122" y="135"/>
                  </a:moveTo>
                  <a:cubicBezTo>
                    <a:pt x="122" y="136"/>
                    <a:pt x="121" y="137"/>
                    <a:pt x="120" y="137"/>
                  </a:cubicBezTo>
                  <a:cubicBezTo>
                    <a:pt x="8" y="137"/>
                    <a:pt x="8" y="137"/>
                    <a:pt x="8" y="137"/>
                  </a:cubicBezTo>
                  <a:cubicBezTo>
                    <a:pt x="7" y="137"/>
                    <a:pt x="6" y="136"/>
                    <a:pt x="6" y="135"/>
                  </a:cubicBezTo>
                  <a:cubicBezTo>
                    <a:pt x="6" y="64"/>
                    <a:pt x="6" y="64"/>
                    <a:pt x="6" y="64"/>
                  </a:cubicBezTo>
                  <a:cubicBezTo>
                    <a:pt x="6" y="63"/>
                    <a:pt x="7" y="62"/>
                    <a:pt x="8" y="62"/>
                  </a:cubicBezTo>
                  <a:cubicBezTo>
                    <a:pt x="35" y="62"/>
                    <a:pt x="35" y="62"/>
                    <a:pt x="35" y="62"/>
                  </a:cubicBezTo>
                  <a:cubicBezTo>
                    <a:pt x="36" y="62"/>
                    <a:pt x="37" y="62"/>
                    <a:pt x="37" y="63"/>
                  </a:cubicBezTo>
                  <a:cubicBezTo>
                    <a:pt x="42" y="69"/>
                    <a:pt x="42" y="69"/>
                    <a:pt x="42" y="69"/>
                  </a:cubicBezTo>
                  <a:cubicBezTo>
                    <a:pt x="43" y="72"/>
                    <a:pt x="45" y="73"/>
                    <a:pt x="48" y="73"/>
                  </a:cubicBezTo>
                  <a:cubicBezTo>
                    <a:pt x="120" y="73"/>
                    <a:pt x="120" y="73"/>
                    <a:pt x="120" y="73"/>
                  </a:cubicBezTo>
                  <a:cubicBezTo>
                    <a:pt x="121" y="73"/>
                    <a:pt x="122" y="74"/>
                    <a:pt x="122" y="75"/>
                  </a:cubicBezTo>
                  <a:cubicBezTo>
                    <a:pt x="122" y="135"/>
                    <a:pt x="122" y="135"/>
                    <a:pt x="122" y="1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4" name="Google Shape;964;p52"/>
            <p:cNvSpPr/>
            <p:nvPr/>
          </p:nvSpPr>
          <p:spPr>
            <a:xfrm>
              <a:off x="1649797" y="2920519"/>
              <a:ext cx="125507" cy="125506"/>
            </a:xfrm>
            <a:custGeom>
              <a:avLst/>
              <a:gdLst/>
              <a:ahLst/>
              <a:cxnLst/>
              <a:rect l="l" t="t" r="r" b="b"/>
              <a:pathLst>
                <a:path w="48" h="48" extrusionOk="0">
                  <a:moveTo>
                    <a:pt x="43" y="15"/>
                  </a:move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0"/>
                    <a:pt x="2" y="33"/>
                    <a:pt x="5"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0"/>
                    <a:pt x="48" y="28"/>
                  </a:cubicBezTo>
                  <a:cubicBezTo>
                    <a:pt x="48" y="20"/>
                    <a:pt x="48" y="20"/>
                    <a:pt x="48" y="20"/>
                  </a:cubicBezTo>
                  <a:cubicBezTo>
                    <a:pt x="48" y="17"/>
                    <a:pt x="46" y="15"/>
                    <a:pt x="43" y="15"/>
                  </a:cubicBezTo>
                  <a:close/>
                  <a:moveTo>
                    <a:pt x="42" y="27"/>
                  </a:move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cubicBezTo>
                    <a:pt x="6" y="21"/>
                    <a:pt x="6" y="21"/>
                    <a:pt x="6" y="21"/>
                  </a:cubicBez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5" name="Google Shape;965;p52"/>
            <p:cNvSpPr/>
            <p:nvPr/>
          </p:nvSpPr>
          <p:spPr>
            <a:xfrm>
              <a:off x="1694935" y="2705837"/>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66" name="Google Shape;966;p52"/>
          <p:cNvGrpSpPr/>
          <p:nvPr/>
        </p:nvGrpSpPr>
        <p:grpSpPr>
          <a:xfrm>
            <a:off x="808471" y="2073494"/>
            <a:ext cx="374929" cy="367408"/>
            <a:chOff x="715100" y="2103626"/>
            <a:chExt cx="384227" cy="376519"/>
          </a:xfrm>
        </p:grpSpPr>
        <p:sp>
          <p:nvSpPr>
            <p:cNvPr id="967" name="Google Shape;967;p52"/>
            <p:cNvSpPr/>
            <p:nvPr/>
          </p:nvSpPr>
          <p:spPr>
            <a:xfrm>
              <a:off x="715100" y="2103626"/>
              <a:ext cx="384227" cy="376519"/>
            </a:xfrm>
            <a:custGeom>
              <a:avLst/>
              <a:gdLst/>
              <a:ahLst/>
              <a:cxnLst/>
              <a:rect l="l" t="t" r="r" b="b"/>
              <a:pathLst>
                <a:path w="147" h="144" extrusionOk="0">
                  <a:moveTo>
                    <a:pt x="139" y="45"/>
                  </a:moveTo>
                  <a:cubicBezTo>
                    <a:pt x="147" y="37"/>
                    <a:pt x="147" y="23"/>
                    <a:pt x="139" y="14"/>
                  </a:cubicBezTo>
                  <a:cubicBezTo>
                    <a:pt x="133" y="8"/>
                    <a:pt x="133" y="8"/>
                    <a:pt x="133" y="8"/>
                  </a:cubicBezTo>
                  <a:cubicBezTo>
                    <a:pt x="124" y="0"/>
                    <a:pt x="110" y="0"/>
                    <a:pt x="102" y="8"/>
                  </a:cubicBezTo>
                  <a:cubicBezTo>
                    <a:pt x="102" y="9"/>
                    <a:pt x="102" y="9"/>
                    <a:pt x="102" y="9"/>
                  </a:cubicBezTo>
                  <a:cubicBezTo>
                    <a:pt x="93" y="4"/>
                    <a:pt x="82" y="5"/>
                    <a:pt x="75" y="12"/>
                  </a:cubicBezTo>
                  <a:cubicBezTo>
                    <a:pt x="13" y="74"/>
                    <a:pt x="13" y="74"/>
                    <a:pt x="13" y="74"/>
                  </a:cubicBezTo>
                  <a:cubicBezTo>
                    <a:pt x="5" y="81"/>
                    <a:pt x="4" y="92"/>
                    <a:pt x="9" y="101"/>
                  </a:cubicBezTo>
                  <a:cubicBezTo>
                    <a:pt x="9" y="101"/>
                    <a:pt x="9" y="101"/>
                    <a:pt x="9" y="101"/>
                  </a:cubicBezTo>
                  <a:cubicBezTo>
                    <a:pt x="0" y="110"/>
                    <a:pt x="0" y="123"/>
                    <a:pt x="9" y="132"/>
                  </a:cubicBezTo>
                  <a:cubicBezTo>
                    <a:pt x="15" y="138"/>
                    <a:pt x="15" y="138"/>
                    <a:pt x="15" y="138"/>
                  </a:cubicBezTo>
                  <a:cubicBezTo>
                    <a:pt x="19" y="142"/>
                    <a:pt x="25" y="144"/>
                    <a:pt x="30" y="144"/>
                  </a:cubicBezTo>
                  <a:cubicBezTo>
                    <a:pt x="36" y="144"/>
                    <a:pt x="42" y="142"/>
                    <a:pt x="46" y="138"/>
                  </a:cubicBezTo>
                  <a:cubicBezTo>
                    <a:pt x="46" y="138"/>
                    <a:pt x="46" y="138"/>
                    <a:pt x="46" y="138"/>
                  </a:cubicBezTo>
                  <a:cubicBezTo>
                    <a:pt x="50" y="140"/>
                    <a:pt x="53" y="141"/>
                    <a:pt x="57" y="141"/>
                  </a:cubicBezTo>
                  <a:cubicBezTo>
                    <a:pt x="63" y="141"/>
                    <a:pt x="68" y="139"/>
                    <a:pt x="73" y="134"/>
                  </a:cubicBezTo>
                  <a:cubicBezTo>
                    <a:pt x="95" y="112"/>
                    <a:pt x="95" y="112"/>
                    <a:pt x="95" y="112"/>
                  </a:cubicBezTo>
                  <a:cubicBezTo>
                    <a:pt x="96" y="111"/>
                    <a:pt x="96" y="109"/>
                    <a:pt x="95" y="108"/>
                  </a:cubicBezTo>
                  <a:cubicBezTo>
                    <a:pt x="94" y="107"/>
                    <a:pt x="92" y="107"/>
                    <a:pt x="91" y="108"/>
                  </a:cubicBezTo>
                  <a:cubicBezTo>
                    <a:pt x="69" y="130"/>
                    <a:pt x="69" y="130"/>
                    <a:pt x="69" y="130"/>
                  </a:cubicBezTo>
                  <a:cubicBezTo>
                    <a:pt x="62" y="137"/>
                    <a:pt x="52" y="137"/>
                    <a:pt x="46" y="130"/>
                  </a:cubicBezTo>
                  <a:cubicBezTo>
                    <a:pt x="16" y="101"/>
                    <a:pt x="16" y="101"/>
                    <a:pt x="16" y="101"/>
                  </a:cubicBezTo>
                  <a:cubicBezTo>
                    <a:pt x="10" y="95"/>
                    <a:pt x="10" y="84"/>
                    <a:pt x="16" y="78"/>
                  </a:cubicBezTo>
                  <a:cubicBezTo>
                    <a:pt x="79" y="16"/>
                    <a:pt x="79" y="16"/>
                    <a:pt x="79" y="16"/>
                  </a:cubicBezTo>
                  <a:cubicBezTo>
                    <a:pt x="85" y="9"/>
                    <a:pt x="95" y="9"/>
                    <a:pt x="102" y="16"/>
                  </a:cubicBezTo>
                  <a:cubicBezTo>
                    <a:pt x="131" y="45"/>
                    <a:pt x="131" y="45"/>
                    <a:pt x="131" y="45"/>
                  </a:cubicBezTo>
                  <a:cubicBezTo>
                    <a:pt x="137" y="51"/>
                    <a:pt x="137" y="62"/>
                    <a:pt x="131" y="68"/>
                  </a:cubicBezTo>
                  <a:cubicBezTo>
                    <a:pt x="109" y="90"/>
                    <a:pt x="109" y="90"/>
                    <a:pt x="109" y="90"/>
                  </a:cubicBezTo>
                  <a:cubicBezTo>
                    <a:pt x="108" y="92"/>
                    <a:pt x="108" y="93"/>
                    <a:pt x="109" y="94"/>
                  </a:cubicBezTo>
                  <a:cubicBezTo>
                    <a:pt x="110" y="95"/>
                    <a:pt x="112" y="95"/>
                    <a:pt x="113" y="94"/>
                  </a:cubicBezTo>
                  <a:cubicBezTo>
                    <a:pt x="135" y="72"/>
                    <a:pt x="135" y="72"/>
                    <a:pt x="135" y="72"/>
                  </a:cubicBezTo>
                  <a:cubicBezTo>
                    <a:pt x="142" y="65"/>
                    <a:pt x="143" y="54"/>
                    <a:pt x="138" y="45"/>
                  </a:cubicBezTo>
                  <a:lnTo>
                    <a:pt x="139" y="45"/>
                  </a:lnTo>
                  <a:close/>
                  <a:moveTo>
                    <a:pt x="42" y="134"/>
                  </a:moveTo>
                  <a:cubicBezTo>
                    <a:pt x="39" y="137"/>
                    <a:pt x="34" y="139"/>
                    <a:pt x="30" y="139"/>
                  </a:cubicBezTo>
                  <a:cubicBezTo>
                    <a:pt x="26" y="139"/>
                    <a:pt x="22" y="137"/>
                    <a:pt x="19" y="134"/>
                  </a:cubicBezTo>
                  <a:cubicBezTo>
                    <a:pt x="13" y="128"/>
                    <a:pt x="13" y="128"/>
                    <a:pt x="13" y="128"/>
                  </a:cubicBezTo>
                  <a:cubicBezTo>
                    <a:pt x="7" y="122"/>
                    <a:pt x="7" y="112"/>
                    <a:pt x="13" y="105"/>
                  </a:cubicBezTo>
                  <a:lnTo>
                    <a:pt x="42" y="134"/>
                  </a:lnTo>
                  <a:close/>
                  <a:moveTo>
                    <a:pt x="106" y="12"/>
                  </a:moveTo>
                  <a:cubicBezTo>
                    <a:pt x="112" y="6"/>
                    <a:pt x="122" y="6"/>
                    <a:pt x="129" y="12"/>
                  </a:cubicBezTo>
                  <a:cubicBezTo>
                    <a:pt x="135" y="18"/>
                    <a:pt x="135" y="18"/>
                    <a:pt x="135" y="18"/>
                  </a:cubicBezTo>
                  <a:cubicBezTo>
                    <a:pt x="141" y="24"/>
                    <a:pt x="141" y="35"/>
                    <a:pt x="135" y="41"/>
                  </a:cubicBezTo>
                  <a:lnTo>
                    <a:pt x="106" y="1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8" name="Google Shape;968;p52"/>
            <p:cNvSpPr/>
            <p:nvPr/>
          </p:nvSpPr>
          <p:spPr>
            <a:xfrm>
              <a:off x="795468" y="2181793"/>
              <a:ext cx="157434" cy="157433"/>
            </a:xfrm>
            <a:custGeom>
              <a:avLst/>
              <a:gdLst/>
              <a:ahLst/>
              <a:cxnLst/>
              <a:rect l="l" t="t" r="r" b="b"/>
              <a:pathLst>
                <a:path w="60" h="60" extrusionOk="0">
                  <a:moveTo>
                    <a:pt x="59" y="1"/>
                  </a:moveTo>
                  <a:cubicBezTo>
                    <a:pt x="58" y="0"/>
                    <a:pt x="56" y="0"/>
                    <a:pt x="55" y="1"/>
                  </a:cubicBezTo>
                  <a:cubicBezTo>
                    <a:pt x="1" y="55"/>
                    <a:pt x="1" y="55"/>
                    <a:pt x="1" y="55"/>
                  </a:cubicBezTo>
                  <a:cubicBezTo>
                    <a:pt x="0" y="56"/>
                    <a:pt x="0" y="58"/>
                    <a:pt x="1" y="59"/>
                  </a:cubicBezTo>
                  <a:cubicBezTo>
                    <a:pt x="1" y="60"/>
                    <a:pt x="2" y="60"/>
                    <a:pt x="3" y="60"/>
                  </a:cubicBezTo>
                  <a:cubicBezTo>
                    <a:pt x="3" y="60"/>
                    <a:pt x="4" y="60"/>
                    <a:pt x="5" y="59"/>
                  </a:cubicBezTo>
                  <a:cubicBezTo>
                    <a:pt x="59" y="5"/>
                    <a:pt x="59" y="5"/>
                    <a:pt x="59" y="5"/>
                  </a:cubicBezTo>
                  <a:cubicBezTo>
                    <a:pt x="60" y="4"/>
                    <a:pt x="60" y="2"/>
                    <a:pt x="59" y="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9" name="Google Shape;969;p52"/>
            <p:cNvSpPr/>
            <p:nvPr/>
          </p:nvSpPr>
          <p:spPr>
            <a:xfrm>
              <a:off x="827396" y="2213720"/>
              <a:ext cx="156333" cy="156333"/>
            </a:xfrm>
            <a:custGeom>
              <a:avLst/>
              <a:gdLst/>
              <a:ahLst/>
              <a:cxnLst/>
              <a:rect l="l" t="t" r="r" b="b"/>
              <a:pathLst>
                <a:path w="60" h="60" extrusionOk="0">
                  <a:moveTo>
                    <a:pt x="3" y="60"/>
                  </a:moveTo>
                  <a:cubicBezTo>
                    <a:pt x="4" y="60"/>
                    <a:pt x="5" y="60"/>
                    <a:pt x="5" y="59"/>
                  </a:cubicBezTo>
                  <a:cubicBezTo>
                    <a:pt x="59" y="5"/>
                    <a:pt x="59" y="5"/>
                    <a:pt x="59" y="5"/>
                  </a:cubicBezTo>
                  <a:cubicBezTo>
                    <a:pt x="60" y="4"/>
                    <a:pt x="60" y="3"/>
                    <a:pt x="59" y="2"/>
                  </a:cubicBezTo>
                  <a:cubicBezTo>
                    <a:pt x="58" y="0"/>
                    <a:pt x="56" y="0"/>
                    <a:pt x="55" y="2"/>
                  </a:cubicBezTo>
                  <a:cubicBezTo>
                    <a:pt x="1" y="55"/>
                    <a:pt x="1" y="55"/>
                    <a:pt x="1" y="55"/>
                  </a:cubicBezTo>
                  <a:cubicBezTo>
                    <a:pt x="0" y="57"/>
                    <a:pt x="0" y="58"/>
                    <a:pt x="1" y="59"/>
                  </a:cubicBezTo>
                  <a:cubicBezTo>
                    <a:pt x="2" y="60"/>
                    <a:pt x="2" y="60"/>
                    <a:pt x="3" y="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0" name="Google Shape;970;p52"/>
            <p:cNvSpPr/>
            <p:nvPr/>
          </p:nvSpPr>
          <p:spPr>
            <a:xfrm>
              <a:off x="863727" y="2250051"/>
              <a:ext cx="156333" cy="157433"/>
            </a:xfrm>
            <a:custGeom>
              <a:avLst/>
              <a:gdLst/>
              <a:ahLst/>
              <a:cxnLst/>
              <a:rect l="l" t="t" r="r" b="b"/>
              <a:pathLst>
                <a:path w="60" h="60" extrusionOk="0">
                  <a:moveTo>
                    <a:pt x="3" y="60"/>
                  </a:moveTo>
                  <a:cubicBezTo>
                    <a:pt x="4" y="60"/>
                    <a:pt x="4" y="60"/>
                    <a:pt x="5" y="59"/>
                  </a:cubicBezTo>
                  <a:cubicBezTo>
                    <a:pt x="59" y="5"/>
                    <a:pt x="59" y="5"/>
                    <a:pt x="59" y="5"/>
                  </a:cubicBezTo>
                  <a:cubicBezTo>
                    <a:pt x="60" y="4"/>
                    <a:pt x="60" y="2"/>
                    <a:pt x="59" y="1"/>
                  </a:cubicBezTo>
                  <a:cubicBezTo>
                    <a:pt x="58" y="0"/>
                    <a:pt x="56" y="0"/>
                    <a:pt x="55" y="1"/>
                  </a:cubicBezTo>
                  <a:cubicBezTo>
                    <a:pt x="1" y="55"/>
                    <a:pt x="1" y="55"/>
                    <a:pt x="1" y="55"/>
                  </a:cubicBezTo>
                  <a:cubicBezTo>
                    <a:pt x="0" y="56"/>
                    <a:pt x="0" y="58"/>
                    <a:pt x="1" y="59"/>
                  </a:cubicBezTo>
                  <a:cubicBezTo>
                    <a:pt x="1" y="60"/>
                    <a:pt x="2" y="60"/>
                    <a:pt x="3" y="6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1" name="Google Shape;971;p52"/>
            <p:cNvSpPr/>
            <p:nvPr/>
          </p:nvSpPr>
          <p:spPr>
            <a:xfrm>
              <a:off x="973820" y="2360144"/>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72" name="Google Shape;972;p52"/>
          <p:cNvGrpSpPr/>
          <p:nvPr/>
        </p:nvGrpSpPr>
        <p:grpSpPr>
          <a:xfrm>
            <a:off x="6406086" y="2047711"/>
            <a:ext cx="267499" cy="365259"/>
            <a:chOff x="6412455" y="2077204"/>
            <a:chExt cx="274133" cy="374317"/>
          </a:xfrm>
        </p:grpSpPr>
        <p:sp>
          <p:nvSpPr>
            <p:cNvPr id="973" name="Google Shape;973;p52"/>
            <p:cNvSpPr/>
            <p:nvPr/>
          </p:nvSpPr>
          <p:spPr>
            <a:xfrm>
              <a:off x="6412455" y="2077204"/>
              <a:ext cx="274133" cy="374317"/>
            </a:xfrm>
            <a:custGeom>
              <a:avLst/>
              <a:gdLst/>
              <a:ahLst/>
              <a:cxnLst/>
              <a:rect l="l" t="t" r="r" b="b"/>
              <a:pathLst>
                <a:path w="105" h="143" extrusionOk="0">
                  <a:moveTo>
                    <a:pt x="105" y="57"/>
                  </a:moveTo>
                  <a:cubicBezTo>
                    <a:pt x="105" y="48"/>
                    <a:pt x="98" y="42"/>
                    <a:pt x="90" y="42"/>
                  </a:cubicBezTo>
                  <a:cubicBezTo>
                    <a:pt x="82" y="42"/>
                    <a:pt x="76" y="49"/>
                    <a:pt x="75" y="56"/>
                  </a:cubicBezTo>
                  <a:cubicBezTo>
                    <a:pt x="75" y="64"/>
                    <a:pt x="80" y="71"/>
                    <a:pt x="87" y="72"/>
                  </a:cubicBezTo>
                  <a:cubicBezTo>
                    <a:pt x="87" y="88"/>
                    <a:pt x="87" y="88"/>
                    <a:pt x="87" y="88"/>
                  </a:cubicBezTo>
                  <a:cubicBezTo>
                    <a:pt x="87" y="98"/>
                    <a:pt x="80" y="106"/>
                    <a:pt x="71" y="107"/>
                  </a:cubicBezTo>
                  <a:cubicBezTo>
                    <a:pt x="59" y="108"/>
                    <a:pt x="50" y="99"/>
                    <a:pt x="50" y="88"/>
                  </a:cubicBezTo>
                  <a:cubicBezTo>
                    <a:pt x="50" y="71"/>
                    <a:pt x="50" y="71"/>
                    <a:pt x="50" y="71"/>
                  </a:cubicBezTo>
                  <a:cubicBezTo>
                    <a:pt x="56" y="71"/>
                    <a:pt x="56" y="71"/>
                    <a:pt x="56" y="71"/>
                  </a:cubicBezTo>
                  <a:cubicBezTo>
                    <a:pt x="57" y="71"/>
                    <a:pt x="59" y="70"/>
                    <a:pt x="59" y="68"/>
                  </a:cubicBezTo>
                  <a:cubicBezTo>
                    <a:pt x="59" y="57"/>
                    <a:pt x="59" y="57"/>
                    <a:pt x="59" y="57"/>
                  </a:cubicBezTo>
                  <a:cubicBezTo>
                    <a:pt x="59" y="57"/>
                    <a:pt x="58" y="56"/>
                    <a:pt x="58" y="56"/>
                  </a:cubicBezTo>
                  <a:cubicBezTo>
                    <a:pt x="56" y="54"/>
                    <a:pt x="53" y="55"/>
                    <a:pt x="53" y="58"/>
                  </a:cubicBezTo>
                  <a:cubicBezTo>
                    <a:pt x="53" y="63"/>
                    <a:pt x="53" y="63"/>
                    <a:pt x="53" y="63"/>
                  </a:cubicBezTo>
                  <a:cubicBezTo>
                    <a:pt x="53" y="65"/>
                    <a:pt x="52" y="66"/>
                    <a:pt x="50" y="66"/>
                  </a:cubicBezTo>
                  <a:cubicBezTo>
                    <a:pt x="20" y="66"/>
                    <a:pt x="20" y="66"/>
                    <a:pt x="20" y="66"/>
                  </a:cubicBezTo>
                  <a:cubicBezTo>
                    <a:pt x="20" y="5"/>
                    <a:pt x="20" y="5"/>
                    <a:pt x="20" y="5"/>
                  </a:cubicBezTo>
                  <a:cubicBezTo>
                    <a:pt x="50" y="5"/>
                    <a:pt x="50" y="5"/>
                    <a:pt x="50" y="5"/>
                  </a:cubicBezTo>
                  <a:cubicBezTo>
                    <a:pt x="52" y="5"/>
                    <a:pt x="53" y="7"/>
                    <a:pt x="53" y="8"/>
                  </a:cubicBezTo>
                  <a:cubicBezTo>
                    <a:pt x="53" y="33"/>
                    <a:pt x="53" y="33"/>
                    <a:pt x="53" y="33"/>
                  </a:cubicBezTo>
                  <a:cubicBezTo>
                    <a:pt x="53" y="34"/>
                    <a:pt x="54" y="35"/>
                    <a:pt x="55" y="35"/>
                  </a:cubicBezTo>
                  <a:cubicBezTo>
                    <a:pt x="57" y="36"/>
                    <a:pt x="59" y="34"/>
                    <a:pt x="59" y="33"/>
                  </a:cubicBezTo>
                  <a:cubicBezTo>
                    <a:pt x="59" y="8"/>
                    <a:pt x="59" y="8"/>
                    <a:pt x="59" y="8"/>
                  </a:cubicBezTo>
                  <a:cubicBezTo>
                    <a:pt x="59" y="4"/>
                    <a:pt x="55" y="0"/>
                    <a:pt x="50" y="0"/>
                  </a:cubicBezTo>
                  <a:cubicBezTo>
                    <a:pt x="9" y="0"/>
                    <a:pt x="9" y="0"/>
                    <a:pt x="9" y="0"/>
                  </a:cubicBezTo>
                  <a:cubicBezTo>
                    <a:pt x="4" y="0"/>
                    <a:pt x="0" y="4"/>
                    <a:pt x="0" y="8"/>
                  </a:cubicBezTo>
                  <a:cubicBezTo>
                    <a:pt x="0" y="63"/>
                    <a:pt x="0" y="63"/>
                    <a:pt x="0" y="63"/>
                  </a:cubicBezTo>
                  <a:cubicBezTo>
                    <a:pt x="0" y="68"/>
                    <a:pt x="4" y="71"/>
                    <a:pt x="9" y="71"/>
                  </a:cubicBezTo>
                  <a:cubicBezTo>
                    <a:pt x="15" y="71"/>
                    <a:pt x="15" y="71"/>
                    <a:pt x="15" y="71"/>
                  </a:cubicBezTo>
                  <a:cubicBezTo>
                    <a:pt x="15" y="96"/>
                    <a:pt x="15" y="96"/>
                    <a:pt x="15" y="96"/>
                  </a:cubicBezTo>
                  <a:cubicBezTo>
                    <a:pt x="9" y="97"/>
                    <a:pt x="4" y="102"/>
                    <a:pt x="4" y="109"/>
                  </a:cubicBezTo>
                  <a:cubicBezTo>
                    <a:pt x="4" y="123"/>
                    <a:pt x="4" y="123"/>
                    <a:pt x="4" y="123"/>
                  </a:cubicBezTo>
                  <a:cubicBezTo>
                    <a:pt x="4" y="129"/>
                    <a:pt x="9" y="135"/>
                    <a:pt x="15" y="136"/>
                  </a:cubicBezTo>
                  <a:cubicBezTo>
                    <a:pt x="15" y="139"/>
                    <a:pt x="15" y="139"/>
                    <a:pt x="15" y="139"/>
                  </a:cubicBezTo>
                  <a:cubicBezTo>
                    <a:pt x="15" y="141"/>
                    <a:pt x="16" y="142"/>
                    <a:pt x="17" y="142"/>
                  </a:cubicBezTo>
                  <a:cubicBezTo>
                    <a:pt x="19" y="143"/>
                    <a:pt x="20" y="141"/>
                    <a:pt x="20" y="140"/>
                  </a:cubicBezTo>
                  <a:cubicBezTo>
                    <a:pt x="20" y="136"/>
                    <a:pt x="20" y="136"/>
                    <a:pt x="20" y="136"/>
                  </a:cubicBezTo>
                  <a:cubicBezTo>
                    <a:pt x="26" y="135"/>
                    <a:pt x="31" y="129"/>
                    <a:pt x="31" y="123"/>
                  </a:cubicBezTo>
                  <a:cubicBezTo>
                    <a:pt x="31" y="109"/>
                    <a:pt x="31" y="109"/>
                    <a:pt x="31" y="109"/>
                  </a:cubicBezTo>
                  <a:cubicBezTo>
                    <a:pt x="31" y="102"/>
                    <a:pt x="26" y="97"/>
                    <a:pt x="20" y="96"/>
                  </a:cubicBezTo>
                  <a:cubicBezTo>
                    <a:pt x="20" y="71"/>
                    <a:pt x="20" y="71"/>
                    <a:pt x="20" y="71"/>
                  </a:cubicBezTo>
                  <a:cubicBezTo>
                    <a:pt x="44" y="71"/>
                    <a:pt x="44" y="71"/>
                    <a:pt x="44" y="71"/>
                  </a:cubicBezTo>
                  <a:cubicBezTo>
                    <a:pt x="44" y="88"/>
                    <a:pt x="44" y="88"/>
                    <a:pt x="44" y="88"/>
                  </a:cubicBezTo>
                  <a:cubicBezTo>
                    <a:pt x="44" y="101"/>
                    <a:pt x="54" y="112"/>
                    <a:pt x="67" y="113"/>
                  </a:cubicBezTo>
                  <a:cubicBezTo>
                    <a:pt x="81" y="114"/>
                    <a:pt x="93" y="102"/>
                    <a:pt x="93" y="88"/>
                  </a:cubicBezTo>
                  <a:cubicBezTo>
                    <a:pt x="93" y="72"/>
                    <a:pt x="93" y="72"/>
                    <a:pt x="93" y="72"/>
                  </a:cubicBezTo>
                  <a:cubicBezTo>
                    <a:pt x="100" y="71"/>
                    <a:pt x="105" y="65"/>
                    <a:pt x="105" y="57"/>
                  </a:cubicBezTo>
                  <a:close/>
                  <a:moveTo>
                    <a:pt x="25" y="109"/>
                  </a:moveTo>
                  <a:cubicBezTo>
                    <a:pt x="25" y="123"/>
                    <a:pt x="25" y="123"/>
                    <a:pt x="25" y="123"/>
                  </a:cubicBezTo>
                  <a:cubicBezTo>
                    <a:pt x="25" y="127"/>
                    <a:pt x="22" y="131"/>
                    <a:pt x="18" y="131"/>
                  </a:cubicBezTo>
                  <a:cubicBezTo>
                    <a:pt x="18" y="131"/>
                    <a:pt x="18" y="131"/>
                    <a:pt x="18" y="131"/>
                  </a:cubicBezTo>
                  <a:cubicBezTo>
                    <a:pt x="13" y="131"/>
                    <a:pt x="10" y="127"/>
                    <a:pt x="10" y="123"/>
                  </a:cubicBezTo>
                  <a:cubicBezTo>
                    <a:pt x="10" y="109"/>
                    <a:pt x="10" y="109"/>
                    <a:pt x="10" y="109"/>
                  </a:cubicBezTo>
                  <a:cubicBezTo>
                    <a:pt x="10" y="104"/>
                    <a:pt x="13" y="101"/>
                    <a:pt x="18" y="101"/>
                  </a:cubicBezTo>
                  <a:cubicBezTo>
                    <a:pt x="18" y="101"/>
                    <a:pt x="18" y="101"/>
                    <a:pt x="18" y="101"/>
                  </a:cubicBezTo>
                  <a:cubicBezTo>
                    <a:pt x="22" y="101"/>
                    <a:pt x="25" y="104"/>
                    <a:pt x="25" y="109"/>
                  </a:cubicBezTo>
                  <a:close/>
                  <a:moveTo>
                    <a:pt x="6" y="63"/>
                  </a:moveTo>
                  <a:cubicBezTo>
                    <a:pt x="6" y="8"/>
                    <a:pt x="6" y="8"/>
                    <a:pt x="6" y="8"/>
                  </a:cubicBezTo>
                  <a:cubicBezTo>
                    <a:pt x="6" y="7"/>
                    <a:pt x="7" y="5"/>
                    <a:pt x="8" y="5"/>
                  </a:cubicBezTo>
                  <a:cubicBezTo>
                    <a:pt x="15" y="5"/>
                    <a:pt x="15" y="5"/>
                    <a:pt x="15" y="5"/>
                  </a:cubicBezTo>
                  <a:cubicBezTo>
                    <a:pt x="15" y="66"/>
                    <a:pt x="15" y="66"/>
                    <a:pt x="15" y="66"/>
                  </a:cubicBezTo>
                  <a:cubicBezTo>
                    <a:pt x="8" y="66"/>
                    <a:pt x="8" y="66"/>
                    <a:pt x="8" y="66"/>
                  </a:cubicBezTo>
                  <a:cubicBezTo>
                    <a:pt x="7" y="66"/>
                    <a:pt x="6" y="65"/>
                    <a:pt x="6" y="63"/>
                  </a:cubicBezTo>
                  <a:close/>
                  <a:moveTo>
                    <a:pt x="90" y="67"/>
                  </a:moveTo>
                  <a:cubicBezTo>
                    <a:pt x="85" y="67"/>
                    <a:pt x="81" y="62"/>
                    <a:pt x="81" y="57"/>
                  </a:cubicBezTo>
                  <a:cubicBezTo>
                    <a:pt x="81" y="52"/>
                    <a:pt x="85" y="47"/>
                    <a:pt x="90" y="47"/>
                  </a:cubicBezTo>
                  <a:cubicBezTo>
                    <a:pt x="95" y="47"/>
                    <a:pt x="100" y="52"/>
                    <a:pt x="100" y="57"/>
                  </a:cubicBezTo>
                  <a:cubicBezTo>
                    <a:pt x="100" y="62"/>
                    <a:pt x="95" y="67"/>
                    <a:pt x="90" y="6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4" name="Google Shape;974;p52"/>
            <p:cNvSpPr/>
            <p:nvPr/>
          </p:nvSpPr>
          <p:spPr>
            <a:xfrm>
              <a:off x="6640349" y="2210417"/>
              <a:ext cx="15413" cy="24221"/>
            </a:xfrm>
            <a:custGeom>
              <a:avLst/>
              <a:gdLst/>
              <a:ahLst/>
              <a:cxnLst/>
              <a:rect l="l" t="t" r="r" b="b"/>
              <a:pathLst>
                <a:path w="6" h="9" extrusionOk="0">
                  <a:moveTo>
                    <a:pt x="0" y="3"/>
                  </a:moveTo>
                  <a:cubicBezTo>
                    <a:pt x="0" y="6"/>
                    <a:pt x="0" y="6"/>
                    <a:pt x="0" y="6"/>
                  </a:cubicBezTo>
                  <a:cubicBezTo>
                    <a:pt x="0" y="7"/>
                    <a:pt x="1" y="9"/>
                    <a:pt x="3" y="9"/>
                  </a:cubicBezTo>
                  <a:cubicBezTo>
                    <a:pt x="5" y="9"/>
                    <a:pt x="6" y="8"/>
                    <a:pt x="6" y="6"/>
                  </a:cubicBezTo>
                  <a:cubicBezTo>
                    <a:pt x="6" y="3"/>
                    <a:pt x="6" y="3"/>
                    <a:pt x="6" y="3"/>
                  </a:cubicBezTo>
                  <a:cubicBezTo>
                    <a:pt x="6" y="2"/>
                    <a:pt x="5" y="0"/>
                    <a:pt x="3" y="0"/>
                  </a:cubicBezTo>
                  <a:cubicBezTo>
                    <a:pt x="1" y="1"/>
                    <a:pt x="0" y="2"/>
                    <a:pt x="0" y="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5" name="Google Shape;975;p52"/>
            <p:cNvSpPr/>
            <p:nvPr/>
          </p:nvSpPr>
          <p:spPr>
            <a:xfrm>
              <a:off x="6551173" y="218949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76" name="Google Shape;976;p52"/>
          <p:cNvGrpSpPr/>
          <p:nvPr/>
        </p:nvGrpSpPr>
        <p:grpSpPr>
          <a:xfrm>
            <a:off x="7990579" y="2047711"/>
            <a:ext cx="308508" cy="365259"/>
            <a:chOff x="8011017" y="2077204"/>
            <a:chExt cx="316159" cy="374317"/>
          </a:xfrm>
        </p:grpSpPr>
        <p:sp>
          <p:nvSpPr>
            <p:cNvPr id="977" name="Google Shape;977;p52"/>
            <p:cNvSpPr/>
            <p:nvPr/>
          </p:nvSpPr>
          <p:spPr>
            <a:xfrm>
              <a:off x="8092487" y="2208215"/>
              <a:ext cx="112296" cy="44037"/>
            </a:xfrm>
            <a:custGeom>
              <a:avLst/>
              <a:gdLst/>
              <a:ahLst/>
              <a:cxnLst/>
              <a:rect l="l" t="t" r="r" b="b"/>
              <a:pathLst>
                <a:path w="43" h="17" extrusionOk="0">
                  <a:moveTo>
                    <a:pt x="38" y="15"/>
                  </a:moveTo>
                  <a:cubicBezTo>
                    <a:pt x="38" y="16"/>
                    <a:pt x="39" y="16"/>
                    <a:pt x="40" y="16"/>
                  </a:cubicBezTo>
                  <a:cubicBezTo>
                    <a:pt x="41" y="16"/>
                    <a:pt x="41" y="16"/>
                    <a:pt x="42" y="16"/>
                  </a:cubicBezTo>
                  <a:cubicBezTo>
                    <a:pt x="43" y="15"/>
                    <a:pt x="43" y="14"/>
                    <a:pt x="43" y="12"/>
                  </a:cubicBezTo>
                  <a:cubicBezTo>
                    <a:pt x="38" y="5"/>
                    <a:pt x="30" y="0"/>
                    <a:pt x="22" y="0"/>
                  </a:cubicBezTo>
                  <a:cubicBezTo>
                    <a:pt x="13" y="0"/>
                    <a:pt x="5" y="5"/>
                    <a:pt x="1" y="12"/>
                  </a:cubicBezTo>
                  <a:cubicBezTo>
                    <a:pt x="0" y="14"/>
                    <a:pt x="0" y="15"/>
                    <a:pt x="2" y="16"/>
                  </a:cubicBezTo>
                  <a:cubicBezTo>
                    <a:pt x="3" y="17"/>
                    <a:pt x="5" y="16"/>
                    <a:pt x="5" y="15"/>
                  </a:cubicBezTo>
                  <a:cubicBezTo>
                    <a:pt x="9" y="9"/>
                    <a:pt x="15" y="6"/>
                    <a:pt x="22" y="6"/>
                  </a:cubicBezTo>
                  <a:cubicBezTo>
                    <a:pt x="28" y="6"/>
                    <a:pt x="34" y="9"/>
                    <a:pt x="3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8" name="Google Shape;978;p52"/>
            <p:cNvSpPr/>
            <p:nvPr/>
          </p:nvSpPr>
          <p:spPr>
            <a:xfrm>
              <a:off x="8011017" y="2077204"/>
              <a:ext cx="315969" cy="374317"/>
            </a:xfrm>
            <a:custGeom>
              <a:avLst/>
              <a:gdLst/>
              <a:ahLst/>
              <a:cxnLst/>
              <a:rect l="l" t="t" r="r" b="b"/>
              <a:pathLst>
                <a:path w="121" h="143" extrusionOk="0">
                  <a:moveTo>
                    <a:pt x="118" y="122"/>
                  </a:moveTo>
                  <a:cubicBezTo>
                    <a:pt x="120" y="122"/>
                    <a:pt x="121" y="121"/>
                    <a:pt x="121" y="119"/>
                  </a:cubicBezTo>
                  <a:cubicBezTo>
                    <a:pt x="121" y="112"/>
                    <a:pt x="121" y="112"/>
                    <a:pt x="121" y="112"/>
                  </a:cubicBezTo>
                  <a:cubicBezTo>
                    <a:pt x="121" y="102"/>
                    <a:pt x="113" y="94"/>
                    <a:pt x="103" y="94"/>
                  </a:cubicBezTo>
                  <a:cubicBezTo>
                    <a:pt x="93" y="93"/>
                    <a:pt x="84" y="102"/>
                    <a:pt x="84" y="112"/>
                  </a:cubicBezTo>
                  <a:cubicBezTo>
                    <a:pt x="84" y="122"/>
                    <a:pt x="84" y="122"/>
                    <a:pt x="84" y="122"/>
                  </a:cubicBezTo>
                  <a:cubicBezTo>
                    <a:pt x="84" y="129"/>
                    <a:pt x="79" y="136"/>
                    <a:pt x="72" y="137"/>
                  </a:cubicBezTo>
                  <a:cubicBezTo>
                    <a:pt x="63" y="138"/>
                    <a:pt x="55" y="131"/>
                    <a:pt x="55" y="122"/>
                  </a:cubicBezTo>
                  <a:cubicBezTo>
                    <a:pt x="55" y="102"/>
                    <a:pt x="55" y="102"/>
                    <a:pt x="55" y="102"/>
                  </a:cubicBezTo>
                  <a:cubicBezTo>
                    <a:pt x="59" y="101"/>
                    <a:pt x="62" y="98"/>
                    <a:pt x="62" y="94"/>
                  </a:cubicBezTo>
                  <a:cubicBezTo>
                    <a:pt x="62" y="93"/>
                    <a:pt x="62" y="93"/>
                    <a:pt x="62" y="93"/>
                  </a:cubicBezTo>
                  <a:cubicBezTo>
                    <a:pt x="70" y="92"/>
                    <a:pt x="77" y="88"/>
                    <a:pt x="82" y="82"/>
                  </a:cubicBezTo>
                  <a:cubicBezTo>
                    <a:pt x="88" y="76"/>
                    <a:pt x="92" y="68"/>
                    <a:pt x="92" y="60"/>
                  </a:cubicBezTo>
                  <a:cubicBezTo>
                    <a:pt x="92" y="57"/>
                    <a:pt x="91" y="55"/>
                    <a:pt x="91" y="52"/>
                  </a:cubicBezTo>
                  <a:cubicBezTo>
                    <a:pt x="93" y="51"/>
                    <a:pt x="95" y="50"/>
                    <a:pt x="97" y="48"/>
                  </a:cubicBezTo>
                  <a:cubicBezTo>
                    <a:pt x="102" y="42"/>
                    <a:pt x="105" y="35"/>
                    <a:pt x="105" y="28"/>
                  </a:cubicBezTo>
                  <a:cubicBezTo>
                    <a:pt x="105" y="12"/>
                    <a:pt x="93" y="0"/>
                    <a:pt x="77" y="0"/>
                  </a:cubicBezTo>
                  <a:cubicBezTo>
                    <a:pt x="28" y="0"/>
                    <a:pt x="28" y="0"/>
                    <a:pt x="28" y="0"/>
                  </a:cubicBezTo>
                  <a:cubicBezTo>
                    <a:pt x="21" y="0"/>
                    <a:pt x="14" y="3"/>
                    <a:pt x="9" y="8"/>
                  </a:cubicBezTo>
                  <a:cubicBezTo>
                    <a:pt x="3" y="13"/>
                    <a:pt x="0" y="20"/>
                    <a:pt x="0" y="28"/>
                  </a:cubicBezTo>
                  <a:cubicBezTo>
                    <a:pt x="0" y="38"/>
                    <a:pt x="6" y="48"/>
                    <a:pt x="15" y="52"/>
                  </a:cubicBezTo>
                  <a:cubicBezTo>
                    <a:pt x="14" y="55"/>
                    <a:pt x="14" y="57"/>
                    <a:pt x="14" y="60"/>
                  </a:cubicBezTo>
                  <a:cubicBezTo>
                    <a:pt x="14" y="68"/>
                    <a:pt x="17" y="76"/>
                    <a:pt x="23" y="82"/>
                  </a:cubicBezTo>
                  <a:cubicBezTo>
                    <a:pt x="29" y="88"/>
                    <a:pt x="36" y="92"/>
                    <a:pt x="44" y="93"/>
                  </a:cubicBezTo>
                  <a:cubicBezTo>
                    <a:pt x="44" y="94"/>
                    <a:pt x="44" y="94"/>
                    <a:pt x="44" y="94"/>
                  </a:cubicBezTo>
                  <a:cubicBezTo>
                    <a:pt x="44" y="98"/>
                    <a:pt x="46" y="101"/>
                    <a:pt x="50" y="102"/>
                  </a:cubicBezTo>
                  <a:cubicBezTo>
                    <a:pt x="50" y="122"/>
                    <a:pt x="50" y="122"/>
                    <a:pt x="50" y="122"/>
                  </a:cubicBezTo>
                  <a:cubicBezTo>
                    <a:pt x="50" y="132"/>
                    <a:pt x="58" y="141"/>
                    <a:pt x="68" y="142"/>
                  </a:cubicBezTo>
                  <a:cubicBezTo>
                    <a:pt x="80" y="143"/>
                    <a:pt x="90" y="134"/>
                    <a:pt x="90" y="122"/>
                  </a:cubicBezTo>
                  <a:cubicBezTo>
                    <a:pt x="90" y="112"/>
                    <a:pt x="90" y="112"/>
                    <a:pt x="90" y="112"/>
                  </a:cubicBezTo>
                  <a:cubicBezTo>
                    <a:pt x="90" y="105"/>
                    <a:pt x="96" y="99"/>
                    <a:pt x="103" y="99"/>
                  </a:cubicBezTo>
                  <a:cubicBezTo>
                    <a:pt x="110" y="99"/>
                    <a:pt x="116" y="105"/>
                    <a:pt x="116" y="112"/>
                  </a:cubicBezTo>
                  <a:cubicBezTo>
                    <a:pt x="116" y="119"/>
                    <a:pt x="116" y="119"/>
                    <a:pt x="116" y="119"/>
                  </a:cubicBezTo>
                  <a:cubicBezTo>
                    <a:pt x="116" y="121"/>
                    <a:pt x="117" y="122"/>
                    <a:pt x="118" y="122"/>
                  </a:cubicBezTo>
                  <a:close/>
                  <a:moveTo>
                    <a:pt x="5" y="28"/>
                  </a:moveTo>
                  <a:cubicBezTo>
                    <a:pt x="5" y="22"/>
                    <a:pt x="7" y="16"/>
                    <a:pt x="12" y="12"/>
                  </a:cubicBezTo>
                  <a:cubicBezTo>
                    <a:pt x="16" y="8"/>
                    <a:pt x="22" y="5"/>
                    <a:pt x="28" y="5"/>
                  </a:cubicBezTo>
                  <a:cubicBezTo>
                    <a:pt x="77" y="5"/>
                    <a:pt x="77" y="5"/>
                    <a:pt x="77" y="5"/>
                  </a:cubicBezTo>
                  <a:cubicBezTo>
                    <a:pt x="89" y="5"/>
                    <a:pt x="100" y="15"/>
                    <a:pt x="100" y="27"/>
                  </a:cubicBezTo>
                  <a:cubicBezTo>
                    <a:pt x="100" y="34"/>
                    <a:pt x="98" y="39"/>
                    <a:pt x="94" y="44"/>
                  </a:cubicBezTo>
                  <a:cubicBezTo>
                    <a:pt x="92" y="45"/>
                    <a:pt x="91" y="46"/>
                    <a:pt x="89" y="47"/>
                  </a:cubicBezTo>
                  <a:cubicBezTo>
                    <a:pt x="87" y="41"/>
                    <a:pt x="82" y="36"/>
                    <a:pt x="76" y="32"/>
                  </a:cubicBezTo>
                  <a:cubicBezTo>
                    <a:pt x="72" y="30"/>
                    <a:pt x="69" y="26"/>
                    <a:pt x="67" y="23"/>
                  </a:cubicBezTo>
                  <a:cubicBezTo>
                    <a:pt x="64" y="17"/>
                    <a:pt x="58" y="14"/>
                    <a:pt x="53" y="14"/>
                  </a:cubicBezTo>
                  <a:cubicBezTo>
                    <a:pt x="47" y="14"/>
                    <a:pt x="41" y="17"/>
                    <a:pt x="38" y="23"/>
                  </a:cubicBezTo>
                  <a:cubicBezTo>
                    <a:pt x="36" y="26"/>
                    <a:pt x="33" y="30"/>
                    <a:pt x="30" y="32"/>
                  </a:cubicBezTo>
                  <a:cubicBezTo>
                    <a:pt x="23" y="36"/>
                    <a:pt x="19" y="41"/>
                    <a:pt x="16" y="47"/>
                  </a:cubicBezTo>
                  <a:cubicBezTo>
                    <a:pt x="9" y="43"/>
                    <a:pt x="5" y="36"/>
                    <a:pt x="5" y="28"/>
                  </a:cubicBezTo>
                  <a:close/>
                  <a:moveTo>
                    <a:pt x="26" y="78"/>
                  </a:moveTo>
                  <a:cubicBezTo>
                    <a:pt x="21" y="73"/>
                    <a:pt x="19" y="67"/>
                    <a:pt x="19" y="60"/>
                  </a:cubicBezTo>
                  <a:cubicBezTo>
                    <a:pt x="19" y="51"/>
                    <a:pt x="24" y="42"/>
                    <a:pt x="32" y="37"/>
                  </a:cubicBezTo>
                  <a:cubicBezTo>
                    <a:pt x="37" y="34"/>
                    <a:pt x="41" y="30"/>
                    <a:pt x="43" y="25"/>
                  </a:cubicBezTo>
                  <a:cubicBezTo>
                    <a:pt x="45" y="21"/>
                    <a:pt x="49" y="19"/>
                    <a:pt x="53" y="19"/>
                  </a:cubicBezTo>
                  <a:cubicBezTo>
                    <a:pt x="56" y="19"/>
                    <a:pt x="60" y="21"/>
                    <a:pt x="62" y="25"/>
                  </a:cubicBezTo>
                  <a:cubicBezTo>
                    <a:pt x="65" y="30"/>
                    <a:pt x="68" y="34"/>
                    <a:pt x="73" y="37"/>
                  </a:cubicBezTo>
                  <a:cubicBezTo>
                    <a:pt x="81" y="42"/>
                    <a:pt x="87" y="51"/>
                    <a:pt x="87" y="60"/>
                  </a:cubicBezTo>
                  <a:cubicBezTo>
                    <a:pt x="87" y="67"/>
                    <a:pt x="84" y="73"/>
                    <a:pt x="79" y="78"/>
                  </a:cubicBezTo>
                  <a:cubicBezTo>
                    <a:pt x="74" y="83"/>
                    <a:pt x="68" y="86"/>
                    <a:pt x="62" y="88"/>
                  </a:cubicBezTo>
                  <a:cubicBezTo>
                    <a:pt x="62" y="75"/>
                    <a:pt x="62" y="75"/>
                    <a:pt x="62" y="75"/>
                  </a:cubicBezTo>
                  <a:cubicBezTo>
                    <a:pt x="62" y="71"/>
                    <a:pt x="58" y="67"/>
                    <a:pt x="54" y="66"/>
                  </a:cubicBezTo>
                  <a:cubicBezTo>
                    <a:pt x="48" y="65"/>
                    <a:pt x="44" y="70"/>
                    <a:pt x="44" y="75"/>
                  </a:cubicBezTo>
                  <a:cubicBezTo>
                    <a:pt x="44" y="88"/>
                    <a:pt x="44" y="88"/>
                    <a:pt x="44" y="88"/>
                  </a:cubicBezTo>
                  <a:cubicBezTo>
                    <a:pt x="37" y="86"/>
                    <a:pt x="31" y="83"/>
                    <a:pt x="26" y="78"/>
                  </a:cubicBezTo>
                  <a:close/>
                  <a:moveTo>
                    <a:pt x="49" y="75"/>
                  </a:moveTo>
                  <a:cubicBezTo>
                    <a:pt x="49" y="73"/>
                    <a:pt x="51" y="71"/>
                    <a:pt x="53" y="71"/>
                  </a:cubicBezTo>
                  <a:cubicBezTo>
                    <a:pt x="55" y="72"/>
                    <a:pt x="56" y="73"/>
                    <a:pt x="56" y="75"/>
                  </a:cubicBezTo>
                  <a:cubicBezTo>
                    <a:pt x="56" y="94"/>
                    <a:pt x="56" y="94"/>
                    <a:pt x="56" y="94"/>
                  </a:cubicBezTo>
                  <a:cubicBezTo>
                    <a:pt x="56" y="95"/>
                    <a:pt x="55" y="97"/>
                    <a:pt x="53" y="97"/>
                  </a:cubicBezTo>
                  <a:cubicBezTo>
                    <a:pt x="51" y="98"/>
                    <a:pt x="49" y="96"/>
                    <a:pt x="49" y="94"/>
                  </a:cubicBezTo>
                  <a:lnTo>
                    <a:pt x="49" y="7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9" name="Google Shape;979;p52"/>
            <p:cNvSpPr/>
            <p:nvPr/>
          </p:nvSpPr>
          <p:spPr>
            <a:xfrm>
              <a:off x="8314876" y="2415191"/>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0" name="Google Shape;980;p52"/>
          <p:cNvGrpSpPr/>
          <p:nvPr/>
        </p:nvGrpSpPr>
        <p:grpSpPr>
          <a:xfrm>
            <a:off x="5561153" y="2047711"/>
            <a:ext cx="362038" cy="363392"/>
            <a:chOff x="5550420" y="2077204"/>
            <a:chExt cx="371016" cy="372404"/>
          </a:xfrm>
        </p:grpSpPr>
        <p:sp>
          <p:nvSpPr>
            <p:cNvPr id="981" name="Google Shape;981;p52"/>
            <p:cNvSpPr/>
            <p:nvPr/>
          </p:nvSpPr>
          <p:spPr>
            <a:xfrm>
              <a:off x="5683634" y="2166380"/>
              <a:ext cx="102387" cy="193764"/>
            </a:xfrm>
            <a:custGeom>
              <a:avLst/>
              <a:gdLst/>
              <a:ahLst/>
              <a:cxnLst/>
              <a:rect l="l" t="t" r="r" b="b"/>
              <a:pathLst>
                <a:path w="39" h="74" extrusionOk="0">
                  <a:moveTo>
                    <a:pt x="35" y="16"/>
                  </a:moveTo>
                  <a:cubicBezTo>
                    <a:pt x="32" y="16"/>
                    <a:pt x="32" y="16"/>
                    <a:pt x="32" y="16"/>
                  </a:cubicBezTo>
                  <a:cubicBezTo>
                    <a:pt x="30" y="7"/>
                    <a:pt x="23" y="0"/>
                    <a:pt x="14" y="0"/>
                  </a:cubicBezTo>
                  <a:cubicBezTo>
                    <a:pt x="12" y="0"/>
                    <a:pt x="12" y="0"/>
                    <a:pt x="12" y="0"/>
                  </a:cubicBezTo>
                  <a:cubicBezTo>
                    <a:pt x="10" y="0"/>
                    <a:pt x="9" y="1"/>
                    <a:pt x="9" y="3"/>
                  </a:cubicBezTo>
                  <a:cubicBezTo>
                    <a:pt x="8" y="5"/>
                    <a:pt x="10" y="6"/>
                    <a:pt x="11" y="6"/>
                  </a:cubicBezTo>
                  <a:cubicBezTo>
                    <a:pt x="14" y="6"/>
                    <a:pt x="14" y="6"/>
                    <a:pt x="14" y="6"/>
                  </a:cubicBezTo>
                  <a:cubicBezTo>
                    <a:pt x="20" y="6"/>
                    <a:pt x="25" y="10"/>
                    <a:pt x="26" y="16"/>
                  </a:cubicBezTo>
                  <a:cubicBezTo>
                    <a:pt x="5" y="16"/>
                    <a:pt x="5" y="16"/>
                    <a:pt x="5" y="16"/>
                  </a:cubicBezTo>
                  <a:cubicBezTo>
                    <a:pt x="4" y="16"/>
                    <a:pt x="2" y="16"/>
                    <a:pt x="1" y="17"/>
                  </a:cubicBezTo>
                  <a:cubicBezTo>
                    <a:pt x="0" y="19"/>
                    <a:pt x="0" y="21"/>
                    <a:pt x="1" y="23"/>
                  </a:cubicBezTo>
                  <a:cubicBezTo>
                    <a:pt x="14" y="39"/>
                    <a:pt x="14" y="39"/>
                    <a:pt x="14" y="39"/>
                  </a:cubicBezTo>
                  <a:cubicBezTo>
                    <a:pt x="12" y="39"/>
                    <a:pt x="12" y="39"/>
                    <a:pt x="12" y="39"/>
                  </a:cubicBezTo>
                  <a:cubicBezTo>
                    <a:pt x="6" y="39"/>
                    <a:pt x="2" y="44"/>
                    <a:pt x="2" y="49"/>
                  </a:cubicBezTo>
                  <a:cubicBezTo>
                    <a:pt x="2" y="54"/>
                    <a:pt x="6" y="58"/>
                    <a:pt x="11" y="58"/>
                  </a:cubicBezTo>
                  <a:cubicBezTo>
                    <a:pt x="17" y="58"/>
                    <a:pt x="17" y="58"/>
                    <a:pt x="17" y="58"/>
                  </a:cubicBezTo>
                  <a:cubicBezTo>
                    <a:pt x="17" y="68"/>
                    <a:pt x="17" y="68"/>
                    <a:pt x="17" y="68"/>
                  </a:cubicBezTo>
                  <a:cubicBezTo>
                    <a:pt x="13" y="68"/>
                    <a:pt x="13" y="68"/>
                    <a:pt x="13" y="68"/>
                  </a:cubicBezTo>
                  <a:cubicBezTo>
                    <a:pt x="11" y="68"/>
                    <a:pt x="10" y="69"/>
                    <a:pt x="10" y="70"/>
                  </a:cubicBezTo>
                  <a:cubicBezTo>
                    <a:pt x="9" y="72"/>
                    <a:pt x="11" y="74"/>
                    <a:pt x="12" y="74"/>
                  </a:cubicBezTo>
                  <a:cubicBezTo>
                    <a:pt x="27" y="74"/>
                    <a:pt x="27" y="74"/>
                    <a:pt x="27" y="74"/>
                  </a:cubicBezTo>
                  <a:cubicBezTo>
                    <a:pt x="28" y="74"/>
                    <a:pt x="30" y="73"/>
                    <a:pt x="30" y="71"/>
                  </a:cubicBezTo>
                  <a:cubicBezTo>
                    <a:pt x="30" y="70"/>
                    <a:pt x="29" y="68"/>
                    <a:pt x="27" y="68"/>
                  </a:cubicBezTo>
                  <a:cubicBezTo>
                    <a:pt x="23" y="68"/>
                    <a:pt x="23" y="68"/>
                    <a:pt x="23" y="68"/>
                  </a:cubicBezTo>
                  <a:cubicBezTo>
                    <a:pt x="23" y="58"/>
                    <a:pt x="23" y="58"/>
                    <a:pt x="23" y="58"/>
                  </a:cubicBezTo>
                  <a:cubicBezTo>
                    <a:pt x="34" y="58"/>
                    <a:pt x="34" y="58"/>
                    <a:pt x="34" y="58"/>
                  </a:cubicBezTo>
                  <a:cubicBezTo>
                    <a:pt x="35" y="58"/>
                    <a:pt x="37" y="57"/>
                    <a:pt x="37" y="56"/>
                  </a:cubicBezTo>
                  <a:cubicBezTo>
                    <a:pt x="37" y="54"/>
                    <a:pt x="36" y="53"/>
                    <a:pt x="34" y="53"/>
                  </a:cubicBezTo>
                  <a:cubicBezTo>
                    <a:pt x="23" y="53"/>
                    <a:pt x="23" y="53"/>
                    <a:pt x="23" y="53"/>
                  </a:cubicBezTo>
                  <a:cubicBezTo>
                    <a:pt x="23" y="43"/>
                    <a:pt x="23" y="43"/>
                    <a:pt x="23" y="43"/>
                  </a:cubicBezTo>
                  <a:cubicBezTo>
                    <a:pt x="38" y="23"/>
                    <a:pt x="38" y="23"/>
                    <a:pt x="38" y="23"/>
                  </a:cubicBezTo>
                  <a:cubicBezTo>
                    <a:pt x="39" y="21"/>
                    <a:pt x="39" y="19"/>
                    <a:pt x="39" y="18"/>
                  </a:cubicBezTo>
                  <a:cubicBezTo>
                    <a:pt x="38" y="16"/>
                    <a:pt x="36" y="16"/>
                    <a:pt x="35" y="16"/>
                  </a:cubicBezTo>
                  <a:close/>
                  <a:moveTo>
                    <a:pt x="11" y="53"/>
                  </a:moveTo>
                  <a:cubicBezTo>
                    <a:pt x="9" y="53"/>
                    <a:pt x="7" y="51"/>
                    <a:pt x="7" y="49"/>
                  </a:cubicBezTo>
                  <a:cubicBezTo>
                    <a:pt x="8" y="47"/>
                    <a:pt x="9" y="45"/>
                    <a:pt x="11" y="45"/>
                  </a:cubicBezTo>
                  <a:cubicBezTo>
                    <a:pt x="17" y="45"/>
                    <a:pt x="17" y="45"/>
                    <a:pt x="17" y="45"/>
                  </a:cubicBezTo>
                  <a:cubicBezTo>
                    <a:pt x="17" y="53"/>
                    <a:pt x="17" y="53"/>
                    <a:pt x="17" y="53"/>
                  </a:cubicBezTo>
                  <a:lnTo>
                    <a:pt x="11" y="53"/>
                  </a:lnTo>
                  <a:close/>
                  <a:moveTo>
                    <a:pt x="20" y="38"/>
                  </a:moveTo>
                  <a:cubicBezTo>
                    <a:pt x="7" y="21"/>
                    <a:pt x="7" y="21"/>
                    <a:pt x="7" y="21"/>
                  </a:cubicBezTo>
                  <a:cubicBezTo>
                    <a:pt x="32" y="21"/>
                    <a:pt x="32" y="21"/>
                    <a:pt x="32" y="21"/>
                  </a:cubicBezTo>
                  <a:lnTo>
                    <a:pt x="20" y="3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2" name="Google Shape;982;p52"/>
            <p:cNvSpPr/>
            <p:nvPr/>
          </p:nvSpPr>
          <p:spPr>
            <a:xfrm>
              <a:off x="5550420" y="2077204"/>
              <a:ext cx="371016" cy="372116"/>
            </a:xfrm>
            <a:custGeom>
              <a:avLst/>
              <a:gdLst/>
              <a:ahLst/>
              <a:cxnLst/>
              <a:rect l="l" t="t" r="r" b="b"/>
              <a:pathLst>
                <a:path w="142" h="142" extrusionOk="0">
                  <a:moveTo>
                    <a:pt x="134" y="38"/>
                  </a:moveTo>
                  <a:cubicBezTo>
                    <a:pt x="116" y="38"/>
                    <a:pt x="116" y="38"/>
                    <a:pt x="116" y="38"/>
                  </a:cubicBezTo>
                  <a:cubicBezTo>
                    <a:pt x="113" y="33"/>
                    <a:pt x="109" y="29"/>
                    <a:pt x="104" y="26"/>
                  </a:cubicBezTo>
                  <a:cubicBezTo>
                    <a:pt x="104" y="8"/>
                    <a:pt x="104" y="8"/>
                    <a:pt x="104" y="8"/>
                  </a:cubicBezTo>
                  <a:cubicBezTo>
                    <a:pt x="104" y="4"/>
                    <a:pt x="101" y="0"/>
                    <a:pt x="96" y="0"/>
                  </a:cubicBezTo>
                  <a:cubicBezTo>
                    <a:pt x="45" y="0"/>
                    <a:pt x="45" y="0"/>
                    <a:pt x="45" y="0"/>
                  </a:cubicBezTo>
                  <a:cubicBezTo>
                    <a:pt x="41" y="0"/>
                    <a:pt x="37" y="4"/>
                    <a:pt x="37" y="8"/>
                  </a:cubicBezTo>
                  <a:cubicBezTo>
                    <a:pt x="37" y="26"/>
                    <a:pt x="37" y="26"/>
                    <a:pt x="37" y="26"/>
                  </a:cubicBezTo>
                  <a:cubicBezTo>
                    <a:pt x="33" y="29"/>
                    <a:pt x="29" y="33"/>
                    <a:pt x="25" y="38"/>
                  </a:cubicBezTo>
                  <a:cubicBezTo>
                    <a:pt x="8" y="38"/>
                    <a:pt x="8" y="38"/>
                    <a:pt x="8" y="38"/>
                  </a:cubicBezTo>
                  <a:cubicBezTo>
                    <a:pt x="3" y="38"/>
                    <a:pt x="0" y="41"/>
                    <a:pt x="0" y="46"/>
                  </a:cubicBezTo>
                  <a:cubicBezTo>
                    <a:pt x="0" y="96"/>
                    <a:pt x="0" y="96"/>
                    <a:pt x="0" y="96"/>
                  </a:cubicBezTo>
                  <a:cubicBezTo>
                    <a:pt x="0" y="101"/>
                    <a:pt x="3" y="105"/>
                    <a:pt x="8" y="105"/>
                  </a:cubicBezTo>
                  <a:cubicBezTo>
                    <a:pt x="25" y="105"/>
                    <a:pt x="25" y="105"/>
                    <a:pt x="25" y="105"/>
                  </a:cubicBezTo>
                  <a:cubicBezTo>
                    <a:pt x="29" y="109"/>
                    <a:pt x="33" y="113"/>
                    <a:pt x="37" y="116"/>
                  </a:cubicBezTo>
                  <a:cubicBezTo>
                    <a:pt x="37" y="134"/>
                    <a:pt x="37" y="134"/>
                    <a:pt x="37" y="134"/>
                  </a:cubicBezTo>
                  <a:cubicBezTo>
                    <a:pt x="37" y="138"/>
                    <a:pt x="41" y="142"/>
                    <a:pt x="45" y="142"/>
                  </a:cubicBezTo>
                  <a:cubicBezTo>
                    <a:pt x="58" y="142"/>
                    <a:pt x="58" y="142"/>
                    <a:pt x="58" y="142"/>
                  </a:cubicBezTo>
                  <a:cubicBezTo>
                    <a:pt x="60" y="142"/>
                    <a:pt x="61" y="141"/>
                    <a:pt x="61" y="140"/>
                  </a:cubicBezTo>
                  <a:cubicBezTo>
                    <a:pt x="61" y="138"/>
                    <a:pt x="60" y="137"/>
                    <a:pt x="58" y="137"/>
                  </a:cubicBezTo>
                  <a:cubicBezTo>
                    <a:pt x="45" y="137"/>
                    <a:pt x="45" y="137"/>
                    <a:pt x="45" y="137"/>
                  </a:cubicBezTo>
                  <a:cubicBezTo>
                    <a:pt x="44" y="137"/>
                    <a:pt x="43" y="135"/>
                    <a:pt x="43" y="134"/>
                  </a:cubicBezTo>
                  <a:cubicBezTo>
                    <a:pt x="43" y="120"/>
                    <a:pt x="43" y="120"/>
                    <a:pt x="43" y="120"/>
                  </a:cubicBezTo>
                  <a:cubicBezTo>
                    <a:pt x="51" y="125"/>
                    <a:pt x="61" y="128"/>
                    <a:pt x="71" y="128"/>
                  </a:cubicBezTo>
                  <a:cubicBezTo>
                    <a:pt x="81" y="128"/>
                    <a:pt x="91" y="125"/>
                    <a:pt x="99" y="120"/>
                  </a:cubicBezTo>
                  <a:cubicBezTo>
                    <a:pt x="99" y="134"/>
                    <a:pt x="99" y="134"/>
                    <a:pt x="99" y="134"/>
                  </a:cubicBezTo>
                  <a:cubicBezTo>
                    <a:pt x="99" y="135"/>
                    <a:pt x="98" y="137"/>
                    <a:pt x="96" y="137"/>
                  </a:cubicBezTo>
                  <a:cubicBezTo>
                    <a:pt x="83" y="137"/>
                    <a:pt x="83" y="137"/>
                    <a:pt x="83" y="137"/>
                  </a:cubicBezTo>
                  <a:cubicBezTo>
                    <a:pt x="82" y="137"/>
                    <a:pt x="81" y="138"/>
                    <a:pt x="81" y="139"/>
                  </a:cubicBezTo>
                  <a:cubicBezTo>
                    <a:pt x="80" y="141"/>
                    <a:pt x="82" y="142"/>
                    <a:pt x="83" y="142"/>
                  </a:cubicBezTo>
                  <a:cubicBezTo>
                    <a:pt x="96" y="142"/>
                    <a:pt x="96" y="142"/>
                    <a:pt x="96" y="142"/>
                  </a:cubicBezTo>
                  <a:cubicBezTo>
                    <a:pt x="101" y="142"/>
                    <a:pt x="104" y="138"/>
                    <a:pt x="104" y="134"/>
                  </a:cubicBezTo>
                  <a:cubicBezTo>
                    <a:pt x="104" y="116"/>
                    <a:pt x="104" y="116"/>
                    <a:pt x="104" y="116"/>
                  </a:cubicBezTo>
                  <a:cubicBezTo>
                    <a:pt x="109" y="113"/>
                    <a:pt x="113" y="109"/>
                    <a:pt x="116" y="105"/>
                  </a:cubicBezTo>
                  <a:cubicBezTo>
                    <a:pt x="134" y="105"/>
                    <a:pt x="134" y="105"/>
                    <a:pt x="134" y="105"/>
                  </a:cubicBezTo>
                  <a:cubicBezTo>
                    <a:pt x="138" y="105"/>
                    <a:pt x="142" y="101"/>
                    <a:pt x="142" y="96"/>
                  </a:cubicBezTo>
                  <a:cubicBezTo>
                    <a:pt x="142" y="46"/>
                    <a:pt x="142" y="46"/>
                    <a:pt x="142" y="46"/>
                  </a:cubicBezTo>
                  <a:cubicBezTo>
                    <a:pt x="142" y="41"/>
                    <a:pt x="138" y="38"/>
                    <a:pt x="134" y="38"/>
                  </a:cubicBezTo>
                  <a:close/>
                  <a:moveTo>
                    <a:pt x="45" y="5"/>
                  </a:moveTo>
                  <a:cubicBezTo>
                    <a:pt x="96" y="5"/>
                    <a:pt x="96" y="5"/>
                    <a:pt x="96" y="5"/>
                  </a:cubicBezTo>
                  <a:cubicBezTo>
                    <a:pt x="98" y="5"/>
                    <a:pt x="99" y="7"/>
                    <a:pt x="99" y="8"/>
                  </a:cubicBezTo>
                  <a:cubicBezTo>
                    <a:pt x="99" y="22"/>
                    <a:pt x="99" y="22"/>
                    <a:pt x="99" y="22"/>
                  </a:cubicBezTo>
                  <a:cubicBezTo>
                    <a:pt x="91" y="17"/>
                    <a:pt x="81" y="14"/>
                    <a:pt x="71" y="14"/>
                  </a:cubicBezTo>
                  <a:cubicBezTo>
                    <a:pt x="61" y="14"/>
                    <a:pt x="51" y="17"/>
                    <a:pt x="43" y="22"/>
                  </a:cubicBezTo>
                  <a:cubicBezTo>
                    <a:pt x="43" y="8"/>
                    <a:pt x="43" y="8"/>
                    <a:pt x="43" y="8"/>
                  </a:cubicBezTo>
                  <a:cubicBezTo>
                    <a:pt x="43" y="7"/>
                    <a:pt x="44" y="5"/>
                    <a:pt x="45" y="5"/>
                  </a:cubicBezTo>
                  <a:close/>
                  <a:moveTo>
                    <a:pt x="5" y="96"/>
                  </a:moveTo>
                  <a:cubicBezTo>
                    <a:pt x="5" y="46"/>
                    <a:pt x="5" y="46"/>
                    <a:pt x="5" y="46"/>
                  </a:cubicBezTo>
                  <a:cubicBezTo>
                    <a:pt x="5" y="44"/>
                    <a:pt x="6" y="43"/>
                    <a:pt x="8" y="43"/>
                  </a:cubicBezTo>
                  <a:cubicBezTo>
                    <a:pt x="22" y="43"/>
                    <a:pt x="22" y="43"/>
                    <a:pt x="22" y="43"/>
                  </a:cubicBezTo>
                  <a:cubicBezTo>
                    <a:pt x="17" y="51"/>
                    <a:pt x="14" y="61"/>
                    <a:pt x="14" y="71"/>
                  </a:cubicBezTo>
                  <a:cubicBezTo>
                    <a:pt x="14" y="81"/>
                    <a:pt x="17" y="91"/>
                    <a:pt x="22" y="99"/>
                  </a:cubicBezTo>
                  <a:cubicBezTo>
                    <a:pt x="8" y="99"/>
                    <a:pt x="8" y="99"/>
                    <a:pt x="8" y="99"/>
                  </a:cubicBezTo>
                  <a:cubicBezTo>
                    <a:pt x="6" y="99"/>
                    <a:pt x="5" y="98"/>
                    <a:pt x="5" y="96"/>
                  </a:cubicBezTo>
                  <a:close/>
                  <a:moveTo>
                    <a:pt x="71" y="122"/>
                  </a:moveTo>
                  <a:cubicBezTo>
                    <a:pt x="43" y="122"/>
                    <a:pt x="20" y="99"/>
                    <a:pt x="20" y="71"/>
                  </a:cubicBezTo>
                  <a:cubicBezTo>
                    <a:pt x="20" y="43"/>
                    <a:pt x="43" y="20"/>
                    <a:pt x="71" y="20"/>
                  </a:cubicBezTo>
                  <a:cubicBezTo>
                    <a:pt x="99" y="20"/>
                    <a:pt x="122" y="43"/>
                    <a:pt x="122" y="71"/>
                  </a:cubicBezTo>
                  <a:cubicBezTo>
                    <a:pt x="122" y="99"/>
                    <a:pt x="99" y="122"/>
                    <a:pt x="71" y="122"/>
                  </a:cubicBezTo>
                  <a:close/>
                  <a:moveTo>
                    <a:pt x="134" y="99"/>
                  </a:moveTo>
                  <a:cubicBezTo>
                    <a:pt x="120" y="99"/>
                    <a:pt x="120" y="99"/>
                    <a:pt x="120" y="99"/>
                  </a:cubicBezTo>
                  <a:cubicBezTo>
                    <a:pt x="125" y="91"/>
                    <a:pt x="127" y="81"/>
                    <a:pt x="127" y="71"/>
                  </a:cubicBezTo>
                  <a:cubicBezTo>
                    <a:pt x="127" y="61"/>
                    <a:pt x="125" y="51"/>
                    <a:pt x="120" y="43"/>
                  </a:cubicBezTo>
                  <a:cubicBezTo>
                    <a:pt x="134" y="43"/>
                    <a:pt x="134" y="43"/>
                    <a:pt x="134" y="43"/>
                  </a:cubicBezTo>
                  <a:cubicBezTo>
                    <a:pt x="135" y="43"/>
                    <a:pt x="136" y="44"/>
                    <a:pt x="136" y="46"/>
                  </a:cubicBezTo>
                  <a:cubicBezTo>
                    <a:pt x="136" y="96"/>
                    <a:pt x="136" y="96"/>
                    <a:pt x="136" y="96"/>
                  </a:cubicBezTo>
                  <a:cubicBezTo>
                    <a:pt x="136" y="98"/>
                    <a:pt x="135" y="99"/>
                    <a:pt x="134" y="9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3" name="Google Shape;983;p52"/>
            <p:cNvSpPr/>
            <p:nvPr/>
          </p:nvSpPr>
          <p:spPr>
            <a:xfrm>
              <a:off x="5727671" y="2436108"/>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4" name="Google Shape;984;p52"/>
          <p:cNvGrpSpPr/>
          <p:nvPr/>
        </p:nvGrpSpPr>
        <p:grpSpPr>
          <a:xfrm>
            <a:off x="7111362" y="2062751"/>
            <a:ext cx="384598" cy="329807"/>
            <a:chOff x="7146781" y="2092617"/>
            <a:chExt cx="394136" cy="337987"/>
          </a:xfrm>
        </p:grpSpPr>
        <p:sp>
          <p:nvSpPr>
            <p:cNvPr id="985" name="Google Shape;985;p52"/>
            <p:cNvSpPr/>
            <p:nvPr/>
          </p:nvSpPr>
          <p:spPr>
            <a:xfrm>
              <a:off x="7146781" y="2092617"/>
              <a:ext cx="394136" cy="337987"/>
            </a:xfrm>
            <a:custGeom>
              <a:avLst/>
              <a:gdLst/>
              <a:ahLst/>
              <a:cxnLst/>
              <a:rect l="l" t="t" r="r" b="b"/>
              <a:pathLst>
                <a:path w="151" h="129" extrusionOk="0">
                  <a:moveTo>
                    <a:pt x="76" y="129"/>
                  </a:moveTo>
                  <a:cubicBezTo>
                    <a:pt x="74" y="129"/>
                    <a:pt x="72" y="129"/>
                    <a:pt x="70" y="127"/>
                  </a:cubicBezTo>
                  <a:cubicBezTo>
                    <a:pt x="17" y="74"/>
                    <a:pt x="17" y="74"/>
                    <a:pt x="17" y="74"/>
                  </a:cubicBezTo>
                  <a:cubicBezTo>
                    <a:pt x="1" y="58"/>
                    <a:pt x="0" y="32"/>
                    <a:pt x="16" y="15"/>
                  </a:cubicBezTo>
                  <a:cubicBezTo>
                    <a:pt x="16" y="14"/>
                    <a:pt x="17" y="14"/>
                    <a:pt x="17" y="13"/>
                  </a:cubicBezTo>
                  <a:cubicBezTo>
                    <a:pt x="26" y="5"/>
                    <a:pt x="38" y="0"/>
                    <a:pt x="51" y="1"/>
                  </a:cubicBezTo>
                  <a:cubicBezTo>
                    <a:pt x="60" y="2"/>
                    <a:pt x="69" y="6"/>
                    <a:pt x="76" y="12"/>
                  </a:cubicBezTo>
                  <a:cubicBezTo>
                    <a:pt x="83" y="5"/>
                    <a:pt x="92" y="2"/>
                    <a:pt x="101" y="1"/>
                  </a:cubicBezTo>
                  <a:cubicBezTo>
                    <a:pt x="114" y="0"/>
                    <a:pt x="126" y="5"/>
                    <a:pt x="134" y="13"/>
                  </a:cubicBezTo>
                  <a:cubicBezTo>
                    <a:pt x="135" y="14"/>
                    <a:pt x="135" y="14"/>
                    <a:pt x="136" y="15"/>
                  </a:cubicBezTo>
                  <a:cubicBezTo>
                    <a:pt x="151" y="32"/>
                    <a:pt x="151" y="58"/>
                    <a:pt x="134" y="74"/>
                  </a:cubicBezTo>
                  <a:cubicBezTo>
                    <a:pt x="120" y="89"/>
                    <a:pt x="120" y="89"/>
                    <a:pt x="120" y="89"/>
                  </a:cubicBezTo>
                  <a:cubicBezTo>
                    <a:pt x="119" y="90"/>
                    <a:pt x="117" y="90"/>
                    <a:pt x="116" y="89"/>
                  </a:cubicBezTo>
                  <a:cubicBezTo>
                    <a:pt x="115" y="88"/>
                    <a:pt x="115" y="86"/>
                    <a:pt x="116" y="85"/>
                  </a:cubicBezTo>
                  <a:cubicBezTo>
                    <a:pt x="130" y="70"/>
                    <a:pt x="130" y="70"/>
                    <a:pt x="130" y="70"/>
                  </a:cubicBezTo>
                  <a:cubicBezTo>
                    <a:pt x="145" y="56"/>
                    <a:pt x="145" y="33"/>
                    <a:pt x="132" y="19"/>
                  </a:cubicBezTo>
                  <a:cubicBezTo>
                    <a:pt x="131" y="18"/>
                    <a:pt x="131" y="18"/>
                    <a:pt x="130" y="17"/>
                  </a:cubicBezTo>
                  <a:cubicBezTo>
                    <a:pt x="123" y="10"/>
                    <a:pt x="112" y="6"/>
                    <a:pt x="102" y="7"/>
                  </a:cubicBezTo>
                  <a:cubicBezTo>
                    <a:pt x="93" y="7"/>
                    <a:pt x="84" y="11"/>
                    <a:pt x="78" y="17"/>
                  </a:cubicBezTo>
                  <a:cubicBezTo>
                    <a:pt x="77" y="18"/>
                    <a:pt x="75" y="18"/>
                    <a:pt x="74" y="17"/>
                  </a:cubicBezTo>
                  <a:cubicBezTo>
                    <a:pt x="68" y="11"/>
                    <a:pt x="59" y="7"/>
                    <a:pt x="51" y="7"/>
                  </a:cubicBezTo>
                  <a:cubicBezTo>
                    <a:pt x="40" y="6"/>
                    <a:pt x="29" y="10"/>
                    <a:pt x="21" y="17"/>
                  </a:cubicBezTo>
                  <a:cubicBezTo>
                    <a:pt x="21" y="18"/>
                    <a:pt x="20" y="18"/>
                    <a:pt x="20" y="19"/>
                  </a:cubicBezTo>
                  <a:cubicBezTo>
                    <a:pt x="6" y="33"/>
                    <a:pt x="7" y="56"/>
                    <a:pt x="21" y="70"/>
                  </a:cubicBezTo>
                  <a:cubicBezTo>
                    <a:pt x="74" y="123"/>
                    <a:pt x="74" y="123"/>
                    <a:pt x="74" y="123"/>
                  </a:cubicBezTo>
                  <a:cubicBezTo>
                    <a:pt x="75" y="124"/>
                    <a:pt x="77" y="124"/>
                    <a:pt x="78" y="123"/>
                  </a:cubicBezTo>
                  <a:cubicBezTo>
                    <a:pt x="98" y="103"/>
                    <a:pt x="98" y="103"/>
                    <a:pt x="98" y="103"/>
                  </a:cubicBezTo>
                  <a:cubicBezTo>
                    <a:pt x="99" y="101"/>
                    <a:pt x="101" y="101"/>
                    <a:pt x="102" y="103"/>
                  </a:cubicBezTo>
                  <a:cubicBezTo>
                    <a:pt x="103" y="104"/>
                    <a:pt x="103" y="105"/>
                    <a:pt x="102" y="106"/>
                  </a:cubicBezTo>
                  <a:cubicBezTo>
                    <a:pt x="82" y="127"/>
                    <a:pt x="82" y="127"/>
                    <a:pt x="82" y="127"/>
                  </a:cubicBezTo>
                  <a:cubicBezTo>
                    <a:pt x="80" y="129"/>
                    <a:pt x="78" y="129"/>
                    <a:pt x="76" y="12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6" name="Google Shape;986;p52"/>
            <p:cNvSpPr/>
            <p:nvPr/>
          </p:nvSpPr>
          <p:spPr>
            <a:xfrm>
              <a:off x="7287701" y="2160875"/>
              <a:ext cx="114498" cy="180553"/>
            </a:xfrm>
            <a:custGeom>
              <a:avLst/>
              <a:gdLst/>
              <a:ahLst/>
              <a:cxnLst/>
              <a:rect l="l" t="t" r="r" b="b"/>
              <a:pathLst>
                <a:path w="44" h="69" extrusionOk="0">
                  <a:moveTo>
                    <a:pt x="11" y="69"/>
                  </a:moveTo>
                  <a:cubicBezTo>
                    <a:pt x="11" y="69"/>
                    <a:pt x="10" y="69"/>
                    <a:pt x="9" y="69"/>
                  </a:cubicBezTo>
                  <a:cubicBezTo>
                    <a:pt x="8" y="68"/>
                    <a:pt x="7" y="66"/>
                    <a:pt x="7" y="64"/>
                  </a:cubicBezTo>
                  <a:cubicBezTo>
                    <a:pt x="12" y="38"/>
                    <a:pt x="12" y="38"/>
                    <a:pt x="12" y="38"/>
                  </a:cubicBezTo>
                  <a:cubicBezTo>
                    <a:pt x="5" y="38"/>
                    <a:pt x="5" y="38"/>
                    <a:pt x="5" y="38"/>
                  </a:cubicBezTo>
                  <a:cubicBezTo>
                    <a:pt x="3" y="38"/>
                    <a:pt x="2" y="37"/>
                    <a:pt x="1" y="36"/>
                  </a:cubicBezTo>
                  <a:cubicBezTo>
                    <a:pt x="0" y="34"/>
                    <a:pt x="0" y="32"/>
                    <a:pt x="1" y="30"/>
                  </a:cubicBezTo>
                  <a:cubicBezTo>
                    <a:pt x="29" y="2"/>
                    <a:pt x="29" y="2"/>
                    <a:pt x="29" y="2"/>
                  </a:cubicBezTo>
                  <a:cubicBezTo>
                    <a:pt x="30" y="0"/>
                    <a:pt x="32" y="0"/>
                    <a:pt x="34" y="1"/>
                  </a:cubicBezTo>
                  <a:cubicBezTo>
                    <a:pt x="36" y="2"/>
                    <a:pt x="37" y="3"/>
                    <a:pt x="36" y="5"/>
                  </a:cubicBezTo>
                  <a:cubicBezTo>
                    <a:pt x="32" y="32"/>
                    <a:pt x="32" y="32"/>
                    <a:pt x="32" y="32"/>
                  </a:cubicBezTo>
                  <a:cubicBezTo>
                    <a:pt x="39" y="32"/>
                    <a:pt x="39" y="32"/>
                    <a:pt x="39" y="32"/>
                  </a:cubicBezTo>
                  <a:cubicBezTo>
                    <a:pt x="40" y="32"/>
                    <a:pt x="42" y="33"/>
                    <a:pt x="43" y="34"/>
                  </a:cubicBezTo>
                  <a:cubicBezTo>
                    <a:pt x="44" y="36"/>
                    <a:pt x="44" y="38"/>
                    <a:pt x="42" y="39"/>
                  </a:cubicBezTo>
                  <a:cubicBezTo>
                    <a:pt x="15" y="68"/>
                    <a:pt x="15" y="68"/>
                    <a:pt x="15" y="68"/>
                  </a:cubicBezTo>
                  <a:cubicBezTo>
                    <a:pt x="14" y="69"/>
                    <a:pt x="13" y="69"/>
                    <a:pt x="11" y="69"/>
                  </a:cubicBezTo>
                  <a:close/>
                  <a:moveTo>
                    <a:pt x="7" y="32"/>
                  </a:moveTo>
                  <a:cubicBezTo>
                    <a:pt x="13" y="32"/>
                    <a:pt x="13" y="32"/>
                    <a:pt x="13" y="32"/>
                  </a:cubicBezTo>
                  <a:cubicBezTo>
                    <a:pt x="14" y="32"/>
                    <a:pt x="15" y="32"/>
                    <a:pt x="15" y="33"/>
                  </a:cubicBezTo>
                  <a:cubicBezTo>
                    <a:pt x="17" y="34"/>
                    <a:pt x="18" y="35"/>
                    <a:pt x="17" y="37"/>
                  </a:cubicBezTo>
                  <a:cubicBezTo>
                    <a:pt x="13" y="61"/>
                    <a:pt x="13" y="61"/>
                    <a:pt x="13" y="61"/>
                  </a:cubicBezTo>
                  <a:cubicBezTo>
                    <a:pt x="36" y="38"/>
                    <a:pt x="36" y="38"/>
                    <a:pt x="36" y="38"/>
                  </a:cubicBezTo>
                  <a:cubicBezTo>
                    <a:pt x="31" y="38"/>
                    <a:pt x="31" y="38"/>
                    <a:pt x="31" y="38"/>
                  </a:cubicBezTo>
                  <a:cubicBezTo>
                    <a:pt x="30" y="38"/>
                    <a:pt x="29" y="37"/>
                    <a:pt x="28" y="37"/>
                  </a:cubicBezTo>
                  <a:cubicBezTo>
                    <a:pt x="27" y="36"/>
                    <a:pt x="26" y="34"/>
                    <a:pt x="26" y="33"/>
                  </a:cubicBezTo>
                  <a:cubicBezTo>
                    <a:pt x="30" y="8"/>
                    <a:pt x="30" y="8"/>
                    <a:pt x="30" y="8"/>
                  </a:cubicBezTo>
                  <a:lnTo>
                    <a:pt x="7" y="32"/>
                  </a:lnTo>
                  <a:close/>
                  <a:moveTo>
                    <a:pt x="39" y="38"/>
                  </a:moveTo>
                  <a:cubicBezTo>
                    <a:pt x="39" y="38"/>
                    <a:pt x="39" y="38"/>
                    <a:pt x="39" y="3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7" name="Google Shape;987;p52"/>
            <p:cNvSpPr/>
            <p:nvPr/>
          </p:nvSpPr>
          <p:spPr>
            <a:xfrm>
              <a:off x="7423116" y="2335923"/>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88" name="Google Shape;988;p52"/>
          <p:cNvGrpSpPr/>
          <p:nvPr/>
        </p:nvGrpSpPr>
        <p:grpSpPr>
          <a:xfrm>
            <a:off x="4768324" y="2071345"/>
            <a:ext cx="362038" cy="319051"/>
            <a:chOff x="4745635" y="2101425"/>
            <a:chExt cx="371016" cy="326963"/>
          </a:xfrm>
        </p:grpSpPr>
        <p:sp>
          <p:nvSpPr>
            <p:cNvPr id="989" name="Google Shape;989;p52"/>
            <p:cNvSpPr/>
            <p:nvPr/>
          </p:nvSpPr>
          <p:spPr>
            <a:xfrm>
              <a:off x="4745635" y="2101425"/>
              <a:ext cx="371016" cy="323675"/>
            </a:xfrm>
            <a:custGeom>
              <a:avLst/>
              <a:gdLst/>
              <a:ahLst/>
              <a:cxnLst/>
              <a:rect l="l" t="t" r="r" b="b"/>
              <a:pathLst>
                <a:path w="142" h="124" extrusionOk="0">
                  <a:moveTo>
                    <a:pt x="131" y="15"/>
                  </a:moveTo>
                  <a:cubicBezTo>
                    <a:pt x="100" y="15"/>
                    <a:pt x="100" y="15"/>
                    <a:pt x="100" y="15"/>
                  </a:cubicBezTo>
                  <a:cubicBezTo>
                    <a:pt x="100" y="8"/>
                    <a:pt x="100" y="8"/>
                    <a:pt x="100" y="8"/>
                  </a:cubicBezTo>
                  <a:cubicBezTo>
                    <a:pt x="100" y="3"/>
                    <a:pt x="96" y="0"/>
                    <a:pt x="91" y="0"/>
                  </a:cubicBezTo>
                  <a:cubicBezTo>
                    <a:pt x="50" y="0"/>
                    <a:pt x="50" y="0"/>
                    <a:pt x="50" y="0"/>
                  </a:cubicBezTo>
                  <a:cubicBezTo>
                    <a:pt x="46" y="0"/>
                    <a:pt x="42" y="3"/>
                    <a:pt x="42" y="8"/>
                  </a:cubicBezTo>
                  <a:cubicBezTo>
                    <a:pt x="42" y="15"/>
                    <a:pt x="42" y="15"/>
                    <a:pt x="42" y="15"/>
                  </a:cubicBezTo>
                  <a:cubicBezTo>
                    <a:pt x="11" y="15"/>
                    <a:pt x="11" y="15"/>
                    <a:pt x="11" y="15"/>
                  </a:cubicBezTo>
                  <a:cubicBezTo>
                    <a:pt x="5" y="15"/>
                    <a:pt x="0" y="20"/>
                    <a:pt x="0" y="26"/>
                  </a:cubicBezTo>
                  <a:cubicBezTo>
                    <a:pt x="0" y="121"/>
                    <a:pt x="0" y="121"/>
                    <a:pt x="0" y="121"/>
                  </a:cubicBezTo>
                  <a:cubicBezTo>
                    <a:pt x="0" y="123"/>
                    <a:pt x="1" y="124"/>
                    <a:pt x="2" y="124"/>
                  </a:cubicBezTo>
                  <a:cubicBezTo>
                    <a:pt x="99" y="124"/>
                    <a:pt x="99" y="124"/>
                    <a:pt x="99" y="124"/>
                  </a:cubicBezTo>
                  <a:cubicBezTo>
                    <a:pt x="99" y="124"/>
                    <a:pt x="100" y="124"/>
                    <a:pt x="100" y="124"/>
                  </a:cubicBezTo>
                  <a:cubicBezTo>
                    <a:pt x="102" y="122"/>
                    <a:pt x="101" y="119"/>
                    <a:pt x="98" y="119"/>
                  </a:cubicBezTo>
                  <a:cubicBezTo>
                    <a:pt x="7" y="119"/>
                    <a:pt x="7" y="119"/>
                    <a:pt x="7" y="119"/>
                  </a:cubicBezTo>
                  <a:cubicBezTo>
                    <a:pt x="6" y="119"/>
                    <a:pt x="5" y="118"/>
                    <a:pt x="5" y="117"/>
                  </a:cubicBezTo>
                  <a:cubicBezTo>
                    <a:pt x="5" y="47"/>
                    <a:pt x="5" y="47"/>
                    <a:pt x="5" y="47"/>
                  </a:cubicBezTo>
                  <a:cubicBezTo>
                    <a:pt x="21" y="47"/>
                    <a:pt x="21" y="47"/>
                    <a:pt x="21" y="47"/>
                  </a:cubicBezTo>
                  <a:cubicBezTo>
                    <a:pt x="21" y="48"/>
                    <a:pt x="21" y="48"/>
                    <a:pt x="21" y="48"/>
                  </a:cubicBezTo>
                  <a:cubicBezTo>
                    <a:pt x="21" y="51"/>
                    <a:pt x="23" y="54"/>
                    <a:pt x="26" y="54"/>
                  </a:cubicBezTo>
                  <a:cubicBezTo>
                    <a:pt x="37" y="54"/>
                    <a:pt x="37" y="54"/>
                    <a:pt x="37" y="54"/>
                  </a:cubicBezTo>
                  <a:cubicBezTo>
                    <a:pt x="39" y="54"/>
                    <a:pt x="41" y="52"/>
                    <a:pt x="41" y="50"/>
                  </a:cubicBezTo>
                  <a:cubicBezTo>
                    <a:pt x="41" y="47"/>
                    <a:pt x="41" y="47"/>
                    <a:pt x="41" y="47"/>
                  </a:cubicBezTo>
                  <a:cubicBezTo>
                    <a:pt x="101" y="47"/>
                    <a:pt x="101" y="47"/>
                    <a:pt x="101" y="47"/>
                  </a:cubicBezTo>
                  <a:cubicBezTo>
                    <a:pt x="101" y="50"/>
                    <a:pt x="101" y="50"/>
                    <a:pt x="101" y="50"/>
                  </a:cubicBezTo>
                  <a:cubicBezTo>
                    <a:pt x="101" y="52"/>
                    <a:pt x="102" y="54"/>
                    <a:pt x="104" y="54"/>
                  </a:cubicBezTo>
                  <a:cubicBezTo>
                    <a:pt x="115" y="54"/>
                    <a:pt x="115" y="54"/>
                    <a:pt x="115" y="54"/>
                  </a:cubicBezTo>
                  <a:cubicBezTo>
                    <a:pt x="118" y="54"/>
                    <a:pt x="121" y="51"/>
                    <a:pt x="121" y="48"/>
                  </a:cubicBezTo>
                  <a:cubicBezTo>
                    <a:pt x="121" y="47"/>
                    <a:pt x="121" y="47"/>
                    <a:pt x="121" y="47"/>
                  </a:cubicBezTo>
                  <a:cubicBezTo>
                    <a:pt x="136" y="47"/>
                    <a:pt x="136" y="47"/>
                    <a:pt x="136" y="47"/>
                  </a:cubicBezTo>
                  <a:cubicBezTo>
                    <a:pt x="136" y="117"/>
                    <a:pt x="136" y="117"/>
                    <a:pt x="136" y="117"/>
                  </a:cubicBezTo>
                  <a:cubicBezTo>
                    <a:pt x="136" y="118"/>
                    <a:pt x="136" y="119"/>
                    <a:pt x="135" y="119"/>
                  </a:cubicBezTo>
                  <a:cubicBezTo>
                    <a:pt x="122" y="119"/>
                    <a:pt x="122" y="119"/>
                    <a:pt x="122" y="119"/>
                  </a:cubicBezTo>
                  <a:cubicBezTo>
                    <a:pt x="122" y="119"/>
                    <a:pt x="122" y="119"/>
                    <a:pt x="122" y="119"/>
                  </a:cubicBezTo>
                  <a:cubicBezTo>
                    <a:pt x="119" y="121"/>
                    <a:pt x="121" y="124"/>
                    <a:pt x="123" y="124"/>
                  </a:cubicBezTo>
                  <a:cubicBezTo>
                    <a:pt x="139" y="124"/>
                    <a:pt x="139" y="124"/>
                    <a:pt x="139" y="124"/>
                  </a:cubicBezTo>
                  <a:cubicBezTo>
                    <a:pt x="141" y="124"/>
                    <a:pt x="142" y="123"/>
                    <a:pt x="142" y="121"/>
                  </a:cubicBezTo>
                  <a:cubicBezTo>
                    <a:pt x="142" y="26"/>
                    <a:pt x="142" y="26"/>
                    <a:pt x="142" y="26"/>
                  </a:cubicBezTo>
                  <a:cubicBezTo>
                    <a:pt x="142" y="20"/>
                    <a:pt x="137" y="15"/>
                    <a:pt x="131" y="15"/>
                  </a:cubicBezTo>
                  <a:close/>
                  <a:moveTo>
                    <a:pt x="50" y="5"/>
                  </a:moveTo>
                  <a:cubicBezTo>
                    <a:pt x="91" y="5"/>
                    <a:pt x="91" y="5"/>
                    <a:pt x="91" y="5"/>
                  </a:cubicBezTo>
                  <a:cubicBezTo>
                    <a:pt x="93" y="5"/>
                    <a:pt x="94" y="7"/>
                    <a:pt x="94" y="8"/>
                  </a:cubicBezTo>
                  <a:cubicBezTo>
                    <a:pt x="94" y="15"/>
                    <a:pt x="94" y="15"/>
                    <a:pt x="94" y="15"/>
                  </a:cubicBezTo>
                  <a:cubicBezTo>
                    <a:pt x="47" y="15"/>
                    <a:pt x="47" y="15"/>
                    <a:pt x="47" y="15"/>
                  </a:cubicBezTo>
                  <a:cubicBezTo>
                    <a:pt x="47" y="8"/>
                    <a:pt x="47" y="8"/>
                    <a:pt x="47" y="8"/>
                  </a:cubicBezTo>
                  <a:cubicBezTo>
                    <a:pt x="47" y="7"/>
                    <a:pt x="49" y="5"/>
                    <a:pt x="50" y="5"/>
                  </a:cubicBezTo>
                  <a:close/>
                  <a:moveTo>
                    <a:pt x="35" y="48"/>
                  </a:moveTo>
                  <a:cubicBezTo>
                    <a:pt x="26" y="48"/>
                    <a:pt x="26" y="48"/>
                    <a:pt x="26" y="48"/>
                  </a:cubicBezTo>
                  <a:cubicBezTo>
                    <a:pt x="26" y="39"/>
                    <a:pt x="26" y="39"/>
                    <a:pt x="26" y="39"/>
                  </a:cubicBezTo>
                  <a:cubicBezTo>
                    <a:pt x="35" y="39"/>
                    <a:pt x="35" y="39"/>
                    <a:pt x="35" y="39"/>
                  </a:cubicBezTo>
                  <a:cubicBezTo>
                    <a:pt x="35" y="44"/>
                    <a:pt x="35" y="44"/>
                    <a:pt x="35" y="44"/>
                  </a:cubicBezTo>
                  <a:cubicBezTo>
                    <a:pt x="35" y="44"/>
                    <a:pt x="35" y="44"/>
                    <a:pt x="35" y="44"/>
                  </a:cubicBezTo>
                  <a:cubicBezTo>
                    <a:pt x="35" y="44"/>
                    <a:pt x="35" y="44"/>
                    <a:pt x="35" y="44"/>
                  </a:cubicBezTo>
                  <a:cubicBezTo>
                    <a:pt x="35" y="48"/>
                    <a:pt x="35" y="48"/>
                    <a:pt x="35" y="48"/>
                  </a:cubicBezTo>
                  <a:cubicBezTo>
                    <a:pt x="35" y="48"/>
                    <a:pt x="35" y="48"/>
                    <a:pt x="35" y="48"/>
                  </a:cubicBezTo>
                  <a:close/>
                  <a:moveTo>
                    <a:pt x="115" y="48"/>
                  </a:moveTo>
                  <a:cubicBezTo>
                    <a:pt x="106" y="48"/>
                    <a:pt x="106" y="48"/>
                    <a:pt x="106" y="48"/>
                  </a:cubicBezTo>
                  <a:cubicBezTo>
                    <a:pt x="106" y="39"/>
                    <a:pt x="106" y="39"/>
                    <a:pt x="106" y="39"/>
                  </a:cubicBezTo>
                  <a:cubicBezTo>
                    <a:pt x="115" y="39"/>
                    <a:pt x="115" y="39"/>
                    <a:pt x="115" y="39"/>
                  </a:cubicBezTo>
                  <a:cubicBezTo>
                    <a:pt x="115" y="44"/>
                    <a:pt x="115" y="44"/>
                    <a:pt x="115" y="44"/>
                  </a:cubicBezTo>
                  <a:cubicBezTo>
                    <a:pt x="115" y="44"/>
                    <a:pt x="115" y="44"/>
                    <a:pt x="115" y="44"/>
                  </a:cubicBezTo>
                  <a:cubicBezTo>
                    <a:pt x="115" y="44"/>
                    <a:pt x="115" y="44"/>
                    <a:pt x="116" y="44"/>
                  </a:cubicBezTo>
                  <a:cubicBezTo>
                    <a:pt x="116" y="48"/>
                    <a:pt x="116" y="48"/>
                    <a:pt x="116" y="48"/>
                  </a:cubicBezTo>
                  <a:cubicBezTo>
                    <a:pt x="115" y="48"/>
                    <a:pt x="115" y="48"/>
                    <a:pt x="115" y="48"/>
                  </a:cubicBezTo>
                  <a:close/>
                  <a:moveTo>
                    <a:pt x="121" y="41"/>
                  </a:moveTo>
                  <a:cubicBezTo>
                    <a:pt x="121" y="39"/>
                    <a:pt x="121" y="39"/>
                    <a:pt x="121" y="39"/>
                  </a:cubicBezTo>
                  <a:cubicBezTo>
                    <a:pt x="121" y="36"/>
                    <a:pt x="119" y="34"/>
                    <a:pt x="116" y="34"/>
                  </a:cubicBezTo>
                  <a:cubicBezTo>
                    <a:pt x="106" y="34"/>
                    <a:pt x="106" y="34"/>
                    <a:pt x="106" y="34"/>
                  </a:cubicBezTo>
                  <a:cubicBezTo>
                    <a:pt x="103" y="34"/>
                    <a:pt x="101" y="36"/>
                    <a:pt x="101" y="39"/>
                  </a:cubicBezTo>
                  <a:cubicBezTo>
                    <a:pt x="101" y="41"/>
                    <a:pt x="101" y="41"/>
                    <a:pt x="101" y="41"/>
                  </a:cubicBezTo>
                  <a:cubicBezTo>
                    <a:pt x="41" y="41"/>
                    <a:pt x="41" y="41"/>
                    <a:pt x="41" y="41"/>
                  </a:cubicBezTo>
                  <a:cubicBezTo>
                    <a:pt x="41" y="39"/>
                    <a:pt x="41" y="39"/>
                    <a:pt x="41" y="39"/>
                  </a:cubicBezTo>
                  <a:cubicBezTo>
                    <a:pt x="41" y="36"/>
                    <a:pt x="38" y="34"/>
                    <a:pt x="35" y="34"/>
                  </a:cubicBezTo>
                  <a:cubicBezTo>
                    <a:pt x="26" y="34"/>
                    <a:pt x="26" y="34"/>
                    <a:pt x="26" y="34"/>
                  </a:cubicBezTo>
                  <a:cubicBezTo>
                    <a:pt x="23" y="34"/>
                    <a:pt x="20" y="36"/>
                    <a:pt x="20" y="39"/>
                  </a:cubicBezTo>
                  <a:cubicBezTo>
                    <a:pt x="20" y="41"/>
                    <a:pt x="20" y="41"/>
                    <a:pt x="20" y="41"/>
                  </a:cubicBezTo>
                  <a:cubicBezTo>
                    <a:pt x="5" y="41"/>
                    <a:pt x="5" y="41"/>
                    <a:pt x="5" y="41"/>
                  </a:cubicBezTo>
                  <a:cubicBezTo>
                    <a:pt x="5" y="26"/>
                    <a:pt x="5" y="26"/>
                    <a:pt x="5" y="26"/>
                  </a:cubicBezTo>
                  <a:cubicBezTo>
                    <a:pt x="5" y="23"/>
                    <a:pt x="8" y="21"/>
                    <a:pt x="11" y="21"/>
                  </a:cubicBezTo>
                  <a:cubicBezTo>
                    <a:pt x="131" y="21"/>
                    <a:pt x="131" y="21"/>
                    <a:pt x="131" y="21"/>
                  </a:cubicBezTo>
                  <a:cubicBezTo>
                    <a:pt x="134" y="21"/>
                    <a:pt x="136" y="23"/>
                    <a:pt x="136" y="26"/>
                  </a:cubicBezTo>
                  <a:cubicBezTo>
                    <a:pt x="136" y="41"/>
                    <a:pt x="136" y="41"/>
                    <a:pt x="136" y="41"/>
                  </a:cubicBezTo>
                  <a:lnTo>
                    <a:pt x="121" y="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0" name="Google Shape;990;p52"/>
            <p:cNvSpPr/>
            <p:nvPr/>
          </p:nvSpPr>
          <p:spPr>
            <a:xfrm>
              <a:off x="4868940" y="2263262"/>
              <a:ext cx="125507" cy="123305"/>
            </a:xfrm>
            <a:custGeom>
              <a:avLst/>
              <a:gdLst/>
              <a:ahLst/>
              <a:cxnLst/>
              <a:rect l="l" t="t" r="r" b="b"/>
              <a:pathLst>
                <a:path w="48" h="47" extrusionOk="0">
                  <a:moveTo>
                    <a:pt x="19" y="47"/>
                  </a:moveTo>
                  <a:cubicBezTo>
                    <a:pt x="28" y="47"/>
                    <a:pt x="28" y="47"/>
                    <a:pt x="28" y="47"/>
                  </a:cubicBezTo>
                  <a:cubicBezTo>
                    <a:pt x="31" y="47"/>
                    <a:pt x="33" y="45"/>
                    <a:pt x="33" y="43"/>
                  </a:cubicBezTo>
                  <a:cubicBezTo>
                    <a:pt x="33" y="32"/>
                    <a:pt x="33" y="32"/>
                    <a:pt x="33" y="32"/>
                  </a:cubicBezTo>
                  <a:cubicBezTo>
                    <a:pt x="43" y="32"/>
                    <a:pt x="43" y="32"/>
                    <a:pt x="43" y="32"/>
                  </a:cubicBezTo>
                  <a:cubicBezTo>
                    <a:pt x="46" y="32"/>
                    <a:pt x="48" y="30"/>
                    <a:pt x="48" y="28"/>
                  </a:cubicBezTo>
                  <a:cubicBezTo>
                    <a:pt x="48" y="19"/>
                    <a:pt x="48" y="19"/>
                    <a:pt x="48" y="19"/>
                  </a:cubicBezTo>
                  <a:cubicBezTo>
                    <a:pt x="48" y="17"/>
                    <a:pt x="46" y="15"/>
                    <a:pt x="43" y="15"/>
                  </a:cubicBezTo>
                  <a:cubicBezTo>
                    <a:pt x="33" y="15"/>
                    <a:pt x="33" y="15"/>
                    <a:pt x="33" y="15"/>
                  </a:cubicBezTo>
                  <a:cubicBezTo>
                    <a:pt x="33" y="4"/>
                    <a:pt x="33" y="4"/>
                    <a:pt x="33" y="4"/>
                  </a:cubicBezTo>
                  <a:cubicBezTo>
                    <a:pt x="33" y="2"/>
                    <a:pt x="31"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ubicBezTo>
                    <a:pt x="15" y="32"/>
                    <a:pt x="15" y="32"/>
                    <a:pt x="15" y="32"/>
                  </a:cubicBezTo>
                  <a:cubicBezTo>
                    <a:pt x="15" y="43"/>
                    <a:pt x="15" y="43"/>
                    <a:pt x="15" y="43"/>
                  </a:cubicBezTo>
                  <a:cubicBezTo>
                    <a:pt x="15" y="45"/>
                    <a:pt x="17" y="47"/>
                    <a:pt x="19" y="47"/>
                  </a:cubicBezTo>
                  <a:close/>
                  <a:moveTo>
                    <a:pt x="5" y="27"/>
                  </a:moveTo>
                  <a:cubicBezTo>
                    <a:pt x="5" y="20"/>
                    <a:pt x="5" y="20"/>
                    <a:pt x="5" y="20"/>
                  </a:cubicBezTo>
                  <a:cubicBezTo>
                    <a:pt x="18" y="20"/>
                    <a:pt x="18" y="20"/>
                    <a:pt x="18" y="20"/>
                  </a:cubicBezTo>
                  <a:cubicBezTo>
                    <a:pt x="19" y="20"/>
                    <a:pt x="20" y="19"/>
                    <a:pt x="20" y="18"/>
                  </a:cubicBezTo>
                  <a:cubicBezTo>
                    <a:pt x="20" y="5"/>
                    <a:pt x="20" y="5"/>
                    <a:pt x="20" y="5"/>
                  </a:cubicBezTo>
                  <a:cubicBezTo>
                    <a:pt x="27" y="5"/>
                    <a:pt x="27" y="5"/>
                    <a:pt x="27" y="5"/>
                  </a:cubicBezTo>
                  <a:cubicBezTo>
                    <a:pt x="27" y="18"/>
                    <a:pt x="27" y="18"/>
                    <a:pt x="27" y="18"/>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30"/>
                  </a:cubicBezTo>
                  <a:cubicBezTo>
                    <a:pt x="27" y="42"/>
                    <a:pt x="27" y="42"/>
                    <a:pt x="27" y="42"/>
                  </a:cubicBezTo>
                  <a:cubicBezTo>
                    <a:pt x="20" y="42"/>
                    <a:pt x="20" y="42"/>
                    <a:pt x="20" y="42"/>
                  </a:cubicBezTo>
                  <a:cubicBezTo>
                    <a:pt x="20" y="30"/>
                    <a:pt x="20" y="30"/>
                    <a:pt x="20" y="30"/>
                  </a:cubicBezTo>
                  <a:cubicBezTo>
                    <a:pt x="20" y="28"/>
                    <a:pt x="19" y="27"/>
                    <a:pt x="18" y="27"/>
                  </a:cubicBezTo>
                  <a:lnTo>
                    <a:pt x="5" y="2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1" name="Google Shape;991;p52"/>
            <p:cNvSpPr/>
            <p:nvPr/>
          </p:nvSpPr>
          <p:spPr>
            <a:xfrm>
              <a:off x="5027475" y="241188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92" name="Google Shape;992;p52"/>
          <p:cNvGrpSpPr/>
          <p:nvPr/>
        </p:nvGrpSpPr>
        <p:grpSpPr>
          <a:xfrm>
            <a:off x="3977105" y="2078865"/>
            <a:ext cx="362038" cy="301083"/>
            <a:chOff x="3940849" y="2109131"/>
            <a:chExt cx="371016" cy="308550"/>
          </a:xfrm>
        </p:grpSpPr>
        <p:sp>
          <p:nvSpPr>
            <p:cNvPr id="993" name="Google Shape;993;p52"/>
            <p:cNvSpPr/>
            <p:nvPr/>
          </p:nvSpPr>
          <p:spPr>
            <a:xfrm>
              <a:off x="3940849" y="2109131"/>
              <a:ext cx="371016" cy="308261"/>
            </a:xfrm>
            <a:custGeom>
              <a:avLst/>
              <a:gdLst/>
              <a:ahLst/>
              <a:cxnLst/>
              <a:rect l="l" t="t" r="r" b="b"/>
              <a:pathLst>
                <a:path w="142" h="118" extrusionOk="0">
                  <a:moveTo>
                    <a:pt x="128" y="16"/>
                  </a:moveTo>
                  <a:cubicBezTo>
                    <a:pt x="100" y="16"/>
                    <a:pt x="100" y="16"/>
                    <a:pt x="100" y="16"/>
                  </a:cubicBezTo>
                  <a:cubicBezTo>
                    <a:pt x="100" y="8"/>
                    <a:pt x="100" y="8"/>
                    <a:pt x="100" y="8"/>
                  </a:cubicBezTo>
                  <a:cubicBezTo>
                    <a:pt x="100" y="4"/>
                    <a:pt x="96" y="0"/>
                    <a:pt x="91" y="0"/>
                  </a:cubicBezTo>
                  <a:cubicBezTo>
                    <a:pt x="50" y="0"/>
                    <a:pt x="50" y="0"/>
                    <a:pt x="50" y="0"/>
                  </a:cubicBezTo>
                  <a:cubicBezTo>
                    <a:pt x="46" y="0"/>
                    <a:pt x="42" y="4"/>
                    <a:pt x="42" y="8"/>
                  </a:cubicBezTo>
                  <a:cubicBezTo>
                    <a:pt x="42" y="16"/>
                    <a:pt x="42" y="16"/>
                    <a:pt x="42" y="16"/>
                  </a:cubicBezTo>
                  <a:cubicBezTo>
                    <a:pt x="14" y="16"/>
                    <a:pt x="14" y="16"/>
                    <a:pt x="14" y="16"/>
                  </a:cubicBezTo>
                  <a:cubicBezTo>
                    <a:pt x="6" y="16"/>
                    <a:pt x="0" y="22"/>
                    <a:pt x="0" y="30"/>
                  </a:cubicBezTo>
                  <a:cubicBezTo>
                    <a:pt x="0" y="115"/>
                    <a:pt x="0" y="115"/>
                    <a:pt x="0" y="115"/>
                  </a:cubicBezTo>
                  <a:cubicBezTo>
                    <a:pt x="0" y="117"/>
                    <a:pt x="1" y="118"/>
                    <a:pt x="2" y="118"/>
                  </a:cubicBezTo>
                  <a:cubicBezTo>
                    <a:pt x="59" y="118"/>
                    <a:pt x="59" y="118"/>
                    <a:pt x="59" y="118"/>
                  </a:cubicBezTo>
                  <a:cubicBezTo>
                    <a:pt x="59" y="118"/>
                    <a:pt x="60" y="118"/>
                    <a:pt x="60" y="118"/>
                  </a:cubicBezTo>
                  <a:cubicBezTo>
                    <a:pt x="62" y="115"/>
                    <a:pt x="61" y="113"/>
                    <a:pt x="58" y="113"/>
                  </a:cubicBezTo>
                  <a:cubicBezTo>
                    <a:pt x="32" y="113"/>
                    <a:pt x="32" y="113"/>
                    <a:pt x="32" y="113"/>
                  </a:cubicBezTo>
                  <a:cubicBezTo>
                    <a:pt x="32" y="101"/>
                    <a:pt x="32" y="101"/>
                    <a:pt x="32" y="101"/>
                  </a:cubicBezTo>
                  <a:cubicBezTo>
                    <a:pt x="32" y="93"/>
                    <a:pt x="26" y="87"/>
                    <a:pt x="18" y="87"/>
                  </a:cubicBezTo>
                  <a:cubicBezTo>
                    <a:pt x="5" y="87"/>
                    <a:pt x="5" y="87"/>
                    <a:pt x="5" y="87"/>
                  </a:cubicBezTo>
                  <a:cubicBezTo>
                    <a:pt x="5" y="42"/>
                    <a:pt x="5" y="42"/>
                    <a:pt x="5" y="42"/>
                  </a:cubicBezTo>
                  <a:cubicBezTo>
                    <a:pt x="18" y="42"/>
                    <a:pt x="18" y="42"/>
                    <a:pt x="18" y="42"/>
                  </a:cubicBezTo>
                  <a:cubicBezTo>
                    <a:pt x="26" y="42"/>
                    <a:pt x="32" y="36"/>
                    <a:pt x="32" y="28"/>
                  </a:cubicBezTo>
                  <a:cubicBezTo>
                    <a:pt x="32" y="22"/>
                    <a:pt x="32" y="22"/>
                    <a:pt x="32" y="22"/>
                  </a:cubicBezTo>
                  <a:cubicBezTo>
                    <a:pt x="109" y="22"/>
                    <a:pt x="109" y="22"/>
                    <a:pt x="109" y="22"/>
                  </a:cubicBezTo>
                  <a:cubicBezTo>
                    <a:pt x="109" y="29"/>
                    <a:pt x="109" y="29"/>
                    <a:pt x="109" y="29"/>
                  </a:cubicBezTo>
                  <a:cubicBezTo>
                    <a:pt x="109" y="36"/>
                    <a:pt x="115" y="42"/>
                    <a:pt x="123" y="42"/>
                  </a:cubicBezTo>
                  <a:cubicBezTo>
                    <a:pt x="136" y="42"/>
                    <a:pt x="136" y="42"/>
                    <a:pt x="136" y="42"/>
                  </a:cubicBezTo>
                  <a:cubicBezTo>
                    <a:pt x="136" y="87"/>
                    <a:pt x="136" y="87"/>
                    <a:pt x="136" y="87"/>
                  </a:cubicBezTo>
                  <a:cubicBezTo>
                    <a:pt x="123" y="87"/>
                    <a:pt x="123" y="87"/>
                    <a:pt x="123" y="87"/>
                  </a:cubicBezTo>
                  <a:cubicBezTo>
                    <a:pt x="115" y="87"/>
                    <a:pt x="109" y="93"/>
                    <a:pt x="109" y="100"/>
                  </a:cubicBezTo>
                  <a:cubicBezTo>
                    <a:pt x="109" y="113"/>
                    <a:pt x="109" y="113"/>
                    <a:pt x="109" y="113"/>
                  </a:cubicBezTo>
                  <a:cubicBezTo>
                    <a:pt x="83" y="113"/>
                    <a:pt x="83" y="113"/>
                    <a:pt x="83" y="113"/>
                  </a:cubicBezTo>
                  <a:cubicBezTo>
                    <a:pt x="82" y="113"/>
                    <a:pt x="81" y="113"/>
                    <a:pt x="81" y="115"/>
                  </a:cubicBezTo>
                  <a:cubicBezTo>
                    <a:pt x="80" y="117"/>
                    <a:pt x="82" y="118"/>
                    <a:pt x="83" y="118"/>
                  </a:cubicBezTo>
                  <a:cubicBezTo>
                    <a:pt x="128" y="118"/>
                    <a:pt x="128" y="118"/>
                    <a:pt x="128" y="118"/>
                  </a:cubicBezTo>
                  <a:cubicBezTo>
                    <a:pt x="136" y="118"/>
                    <a:pt x="142" y="112"/>
                    <a:pt x="142" y="104"/>
                  </a:cubicBezTo>
                  <a:cubicBezTo>
                    <a:pt x="142" y="30"/>
                    <a:pt x="142" y="30"/>
                    <a:pt x="142" y="30"/>
                  </a:cubicBezTo>
                  <a:cubicBezTo>
                    <a:pt x="142" y="22"/>
                    <a:pt x="136" y="16"/>
                    <a:pt x="128" y="16"/>
                  </a:cubicBezTo>
                  <a:close/>
                  <a:moveTo>
                    <a:pt x="50" y="6"/>
                  </a:moveTo>
                  <a:cubicBezTo>
                    <a:pt x="91" y="6"/>
                    <a:pt x="91" y="6"/>
                    <a:pt x="91" y="6"/>
                  </a:cubicBezTo>
                  <a:cubicBezTo>
                    <a:pt x="93" y="6"/>
                    <a:pt x="94" y="7"/>
                    <a:pt x="94" y="8"/>
                  </a:cubicBezTo>
                  <a:cubicBezTo>
                    <a:pt x="94" y="16"/>
                    <a:pt x="94" y="16"/>
                    <a:pt x="94" y="16"/>
                  </a:cubicBezTo>
                  <a:cubicBezTo>
                    <a:pt x="47" y="16"/>
                    <a:pt x="47" y="16"/>
                    <a:pt x="47" y="16"/>
                  </a:cubicBezTo>
                  <a:cubicBezTo>
                    <a:pt x="47" y="8"/>
                    <a:pt x="47" y="8"/>
                    <a:pt x="47" y="8"/>
                  </a:cubicBezTo>
                  <a:cubicBezTo>
                    <a:pt x="47" y="7"/>
                    <a:pt x="49" y="6"/>
                    <a:pt x="50" y="6"/>
                  </a:cubicBezTo>
                  <a:close/>
                  <a:moveTo>
                    <a:pt x="27" y="101"/>
                  </a:moveTo>
                  <a:cubicBezTo>
                    <a:pt x="27" y="113"/>
                    <a:pt x="27" y="113"/>
                    <a:pt x="27" y="113"/>
                  </a:cubicBezTo>
                  <a:cubicBezTo>
                    <a:pt x="14" y="113"/>
                    <a:pt x="14" y="113"/>
                    <a:pt x="14" y="113"/>
                  </a:cubicBezTo>
                  <a:cubicBezTo>
                    <a:pt x="9" y="113"/>
                    <a:pt x="5" y="109"/>
                    <a:pt x="5" y="104"/>
                  </a:cubicBezTo>
                  <a:cubicBezTo>
                    <a:pt x="5" y="92"/>
                    <a:pt x="5" y="92"/>
                    <a:pt x="5" y="92"/>
                  </a:cubicBezTo>
                  <a:cubicBezTo>
                    <a:pt x="18" y="92"/>
                    <a:pt x="18" y="92"/>
                    <a:pt x="18" y="92"/>
                  </a:cubicBezTo>
                  <a:cubicBezTo>
                    <a:pt x="23" y="92"/>
                    <a:pt x="27" y="96"/>
                    <a:pt x="27" y="101"/>
                  </a:cubicBezTo>
                  <a:close/>
                  <a:moveTo>
                    <a:pt x="18" y="37"/>
                  </a:moveTo>
                  <a:cubicBezTo>
                    <a:pt x="5" y="37"/>
                    <a:pt x="5" y="37"/>
                    <a:pt x="5" y="37"/>
                  </a:cubicBezTo>
                  <a:cubicBezTo>
                    <a:pt x="5" y="30"/>
                    <a:pt x="5" y="30"/>
                    <a:pt x="5" y="30"/>
                  </a:cubicBezTo>
                  <a:cubicBezTo>
                    <a:pt x="5" y="26"/>
                    <a:pt x="9" y="22"/>
                    <a:pt x="14" y="22"/>
                  </a:cubicBezTo>
                  <a:cubicBezTo>
                    <a:pt x="27" y="22"/>
                    <a:pt x="27" y="22"/>
                    <a:pt x="27" y="22"/>
                  </a:cubicBezTo>
                  <a:cubicBezTo>
                    <a:pt x="27" y="28"/>
                    <a:pt x="27" y="28"/>
                    <a:pt x="27" y="28"/>
                  </a:cubicBezTo>
                  <a:cubicBezTo>
                    <a:pt x="27" y="33"/>
                    <a:pt x="23" y="37"/>
                    <a:pt x="18" y="37"/>
                  </a:cubicBezTo>
                  <a:close/>
                  <a:moveTo>
                    <a:pt x="115" y="28"/>
                  </a:moveTo>
                  <a:cubicBezTo>
                    <a:pt x="115" y="22"/>
                    <a:pt x="115" y="22"/>
                    <a:pt x="115" y="22"/>
                  </a:cubicBezTo>
                  <a:cubicBezTo>
                    <a:pt x="128" y="22"/>
                    <a:pt x="128" y="22"/>
                    <a:pt x="128" y="22"/>
                  </a:cubicBezTo>
                  <a:cubicBezTo>
                    <a:pt x="133" y="22"/>
                    <a:pt x="136" y="26"/>
                    <a:pt x="136" y="30"/>
                  </a:cubicBezTo>
                  <a:cubicBezTo>
                    <a:pt x="136" y="37"/>
                    <a:pt x="136" y="37"/>
                    <a:pt x="136" y="37"/>
                  </a:cubicBezTo>
                  <a:cubicBezTo>
                    <a:pt x="123" y="37"/>
                    <a:pt x="123" y="37"/>
                    <a:pt x="123" y="37"/>
                  </a:cubicBezTo>
                  <a:cubicBezTo>
                    <a:pt x="119" y="37"/>
                    <a:pt x="115" y="33"/>
                    <a:pt x="115" y="28"/>
                  </a:cubicBezTo>
                  <a:close/>
                  <a:moveTo>
                    <a:pt x="128" y="113"/>
                  </a:moveTo>
                  <a:cubicBezTo>
                    <a:pt x="115" y="113"/>
                    <a:pt x="115" y="113"/>
                    <a:pt x="115" y="113"/>
                  </a:cubicBezTo>
                  <a:cubicBezTo>
                    <a:pt x="115" y="101"/>
                    <a:pt x="115" y="101"/>
                    <a:pt x="115" y="101"/>
                  </a:cubicBezTo>
                  <a:cubicBezTo>
                    <a:pt x="115" y="96"/>
                    <a:pt x="119" y="92"/>
                    <a:pt x="123" y="92"/>
                  </a:cubicBezTo>
                  <a:cubicBezTo>
                    <a:pt x="136" y="92"/>
                    <a:pt x="136" y="92"/>
                    <a:pt x="136" y="92"/>
                  </a:cubicBezTo>
                  <a:cubicBezTo>
                    <a:pt x="136" y="104"/>
                    <a:pt x="136" y="104"/>
                    <a:pt x="136" y="104"/>
                  </a:cubicBezTo>
                  <a:cubicBezTo>
                    <a:pt x="136" y="109"/>
                    <a:pt x="133" y="113"/>
                    <a:pt x="128" y="11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4" name="Google Shape;994;p52"/>
            <p:cNvSpPr/>
            <p:nvPr/>
          </p:nvSpPr>
          <p:spPr>
            <a:xfrm>
              <a:off x="4064154" y="2219224"/>
              <a:ext cx="125507" cy="125506"/>
            </a:xfrm>
            <a:custGeom>
              <a:avLst/>
              <a:gdLst/>
              <a:ahLst/>
              <a:cxnLst/>
              <a:rect l="l" t="t" r="r" b="b"/>
              <a:pathLst>
                <a:path w="48" h="48" extrusionOk="0">
                  <a:moveTo>
                    <a:pt x="33" y="43"/>
                  </a:move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2" y="15"/>
                    <a:pt x="32" y="15"/>
                    <a:pt x="32" y="15"/>
                  </a:cubicBezTo>
                  <a:cubicBezTo>
                    <a:pt x="32" y="5"/>
                    <a:pt x="32" y="5"/>
                    <a:pt x="32" y="5"/>
                  </a:cubicBezTo>
                  <a:cubicBezTo>
                    <a:pt x="32" y="2"/>
                    <a:pt x="30" y="0"/>
                    <a:pt x="28" y="0"/>
                  </a:cubicBez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8"/>
                    <a:pt x="0" y="28"/>
                    <a:pt x="0" y="28"/>
                  </a:cubicBezTo>
                  <a:cubicBezTo>
                    <a:pt x="0" y="31"/>
                    <a:pt x="2" y="33"/>
                    <a:pt x="4" y="33"/>
                  </a:cubicBezTo>
                  <a:cubicBezTo>
                    <a:pt x="15" y="33"/>
                    <a:pt x="15" y="33"/>
                    <a:pt x="15" y="33"/>
                  </a:cubicBezTo>
                  <a:cubicBezTo>
                    <a:pt x="15" y="43"/>
                    <a:pt x="15" y="43"/>
                    <a:pt x="15" y="43"/>
                  </a:cubicBezTo>
                  <a:cubicBezTo>
                    <a:pt x="15" y="46"/>
                    <a:pt x="17" y="48"/>
                    <a:pt x="20" y="48"/>
                  </a:cubicBezTo>
                  <a:cubicBezTo>
                    <a:pt x="28" y="48"/>
                    <a:pt x="28" y="48"/>
                    <a:pt x="28" y="48"/>
                  </a:cubicBezTo>
                  <a:cubicBezTo>
                    <a:pt x="31" y="48"/>
                    <a:pt x="33" y="46"/>
                    <a:pt x="33" y="43"/>
                  </a:cubicBezTo>
                  <a:close/>
                  <a:moveTo>
                    <a:pt x="27" y="30"/>
                  </a:moveTo>
                  <a:cubicBezTo>
                    <a:pt x="27" y="42"/>
                    <a:pt x="27" y="42"/>
                    <a:pt x="27" y="42"/>
                  </a:cubicBezTo>
                  <a:cubicBezTo>
                    <a:pt x="20" y="42"/>
                    <a:pt x="20" y="42"/>
                    <a:pt x="20" y="42"/>
                  </a:cubicBezTo>
                  <a:cubicBezTo>
                    <a:pt x="20" y="30"/>
                    <a:pt x="20" y="30"/>
                    <a:pt x="20" y="30"/>
                  </a:cubicBezTo>
                  <a:cubicBezTo>
                    <a:pt x="20" y="28"/>
                    <a:pt x="19" y="27"/>
                    <a:pt x="18" y="27"/>
                  </a:cubicBezTo>
                  <a:cubicBezTo>
                    <a:pt x="5" y="27"/>
                    <a:pt x="5" y="27"/>
                    <a:pt x="5" y="27"/>
                  </a:cubicBezTo>
                  <a:cubicBezTo>
                    <a:pt x="5" y="21"/>
                    <a:pt x="5" y="21"/>
                    <a:pt x="5" y="21"/>
                  </a:cubicBezTo>
                  <a:cubicBezTo>
                    <a:pt x="18" y="21"/>
                    <a:pt x="18" y="21"/>
                    <a:pt x="18" y="21"/>
                  </a:cubicBezTo>
                  <a:cubicBezTo>
                    <a:pt x="19" y="21"/>
                    <a:pt x="20" y="19"/>
                    <a:pt x="20" y="18"/>
                  </a:cubicBezTo>
                  <a:cubicBezTo>
                    <a:pt x="20" y="6"/>
                    <a:pt x="20" y="6"/>
                    <a:pt x="20"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5" name="Google Shape;995;p52"/>
            <p:cNvSpPr/>
            <p:nvPr/>
          </p:nvSpPr>
          <p:spPr>
            <a:xfrm>
              <a:off x="4030025" y="2185096"/>
              <a:ext cx="193765" cy="193764"/>
            </a:xfrm>
            <a:custGeom>
              <a:avLst/>
              <a:gdLst/>
              <a:ahLst/>
              <a:cxnLst/>
              <a:rect l="l" t="t" r="r" b="b"/>
              <a:pathLst>
                <a:path w="74" h="74" extrusionOk="0">
                  <a:moveTo>
                    <a:pt x="74" y="37"/>
                  </a:moveTo>
                  <a:cubicBezTo>
                    <a:pt x="74" y="17"/>
                    <a:pt x="57" y="0"/>
                    <a:pt x="37" y="0"/>
                  </a:cubicBezTo>
                  <a:cubicBezTo>
                    <a:pt x="17" y="0"/>
                    <a:pt x="0" y="17"/>
                    <a:pt x="0" y="37"/>
                  </a:cubicBezTo>
                  <a:cubicBezTo>
                    <a:pt x="0" y="57"/>
                    <a:pt x="17" y="74"/>
                    <a:pt x="37" y="74"/>
                  </a:cubicBezTo>
                  <a:cubicBezTo>
                    <a:pt x="57" y="74"/>
                    <a:pt x="74" y="57"/>
                    <a:pt x="74" y="37"/>
                  </a:cubicBezTo>
                  <a:close/>
                  <a:moveTo>
                    <a:pt x="6" y="37"/>
                  </a:moveTo>
                  <a:cubicBezTo>
                    <a:pt x="6" y="20"/>
                    <a:pt x="20" y="6"/>
                    <a:pt x="37" y="6"/>
                  </a:cubicBezTo>
                  <a:cubicBezTo>
                    <a:pt x="54" y="6"/>
                    <a:pt x="68" y="20"/>
                    <a:pt x="68" y="37"/>
                  </a:cubicBezTo>
                  <a:cubicBezTo>
                    <a:pt x="68" y="54"/>
                    <a:pt x="54" y="68"/>
                    <a:pt x="37" y="68"/>
                  </a:cubicBezTo>
                  <a:cubicBezTo>
                    <a:pt x="20" y="68"/>
                    <a:pt x="6" y="54"/>
                    <a:pt x="6" y="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6" name="Google Shape;996;p52"/>
            <p:cNvSpPr/>
            <p:nvPr/>
          </p:nvSpPr>
          <p:spPr>
            <a:xfrm>
              <a:off x="4119201" y="2404181"/>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997" name="Google Shape;997;p52"/>
          <p:cNvGrpSpPr/>
          <p:nvPr/>
        </p:nvGrpSpPr>
        <p:grpSpPr>
          <a:xfrm>
            <a:off x="1607211" y="2055231"/>
            <a:ext cx="362038" cy="348069"/>
            <a:chOff x="1558419" y="2084911"/>
            <a:chExt cx="371016" cy="356702"/>
          </a:xfrm>
        </p:grpSpPr>
        <p:sp>
          <p:nvSpPr>
            <p:cNvPr id="998" name="Google Shape;998;p52"/>
            <p:cNvSpPr/>
            <p:nvPr/>
          </p:nvSpPr>
          <p:spPr>
            <a:xfrm>
              <a:off x="1681724" y="2119039"/>
              <a:ext cx="125507" cy="125506"/>
            </a:xfrm>
            <a:custGeom>
              <a:avLst/>
              <a:gdLst/>
              <a:ahLst/>
              <a:cxnLst/>
              <a:rect l="l" t="t" r="r" b="b"/>
              <a:pathLst>
                <a:path w="48" h="48" extrusionOk="0">
                  <a:moveTo>
                    <a:pt x="15" y="33"/>
                  </a:moveTo>
                  <a:cubicBezTo>
                    <a:pt x="15" y="43"/>
                    <a:pt x="15" y="43"/>
                    <a:pt x="15" y="43"/>
                  </a:cubicBezTo>
                  <a:cubicBezTo>
                    <a:pt x="15" y="46"/>
                    <a:pt x="17" y="48"/>
                    <a:pt x="20" y="48"/>
                  </a:cubicBezTo>
                  <a:cubicBezTo>
                    <a:pt x="28" y="48"/>
                    <a:pt x="28" y="48"/>
                    <a:pt x="28" y="48"/>
                  </a:cubicBezTo>
                  <a:cubicBezTo>
                    <a:pt x="31" y="48"/>
                    <a:pt x="33" y="46"/>
                    <a:pt x="33" y="43"/>
                  </a:cubicBezTo>
                  <a:cubicBezTo>
                    <a:pt x="33" y="33"/>
                    <a:pt x="33" y="33"/>
                    <a:pt x="33" y="33"/>
                  </a:cubicBezTo>
                  <a:cubicBezTo>
                    <a:pt x="43" y="33"/>
                    <a:pt x="43" y="33"/>
                    <a:pt x="43" y="33"/>
                  </a:cubicBezTo>
                  <a:cubicBezTo>
                    <a:pt x="46" y="33"/>
                    <a:pt x="48" y="31"/>
                    <a:pt x="48" y="28"/>
                  </a:cubicBezTo>
                  <a:cubicBezTo>
                    <a:pt x="48" y="20"/>
                    <a:pt x="48" y="20"/>
                    <a:pt x="48" y="20"/>
                  </a:cubicBezTo>
                  <a:cubicBezTo>
                    <a:pt x="48" y="17"/>
                    <a:pt x="46" y="15"/>
                    <a:pt x="43" y="15"/>
                  </a:cubicBezTo>
                  <a:cubicBezTo>
                    <a:pt x="33" y="15"/>
                    <a:pt x="33" y="15"/>
                    <a:pt x="33" y="15"/>
                  </a:cubicBezTo>
                  <a:cubicBezTo>
                    <a:pt x="33" y="5"/>
                    <a:pt x="33" y="5"/>
                    <a:pt x="33" y="5"/>
                  </a:cubicBezTo>
                  <a:cubicBezTo>
                    <a:pt x="33" y="2"/>
                    <a:pt x="31" y="0"/>
                    <a:pt x="28" y="0"/>
                  </a:cubicBezTo>
                  <a:cubicBezTo>
                    <a:pt x="20" y="0"/>
                    <a:pt x="20" y="0"/>
                    <a:pt x="20" y="0"/>
                  </a:cubicBezTo>
                  <a:cubicBezTo>
                    <a:pt x="17" y="0"/>
                    <a:pt x="15" y="2"/>
                    <a:pt x="15" y="5"/>
                  </a:cubicBezTo>
                  <a:cubicBezTo>
                    <a:pt x="15" y="15"/>
                    <a:pt x="15" y="15"/>
                    <a:pt x="15" y="15"/>
                  </a:cubicBezTo>
                  <a:cubicBezTo>
                    <a:pt x="5" y="15"/>
                    <a:pt x="5" y="15"/>
                    <a:pt x="5" y="15"/>
                  </a:cubicBezTo>
                  <a:cubicBezTo>
                    <a:pt x="2" y="15"/>
                    <a:pt x="0" y="17"/>
                    <a:pt x="0" y="20"/>
                  </a:cubicBezTo>
                  <a:cubicBezTo>
                    <a:pt x="0" y="28"/>
                    <a:pt x="0" y="28"/>
                    <a:pt x="0" y="28"/>
                  </a:cubicBezTo>
                  <a:cubicBezTo>
                    <a:pt x="0" y="31"/>
                    <a:pt x="2" y="33"/>
                    <a:pt x="5" y="33"/>
                  </a:cubicBezTo>
                  <a:lnTo>
                    <a:pt x="15" y="33"/>
                  </a:lnTo>
                  <a:close/>
                  <a:moveTo>
                    <a:pt x="6" y="21"/>
                  </a:moveTo>
                  <a:cubicBezTo>
                    <a:pt x="18" y="21"/>
                    <a:pt x="18" y="21"/>
                    <a:pt x="18" y="21"/>
                  </a:cubicBezTo>
                  <a:cubicBezTo>
                    <a:pt x="19" y="21"/>
                    <a:pt x="21" y="19"/>
                    <a:pt x="21" y="18"/>
                  </a:cubicBezTo>
                  <a:cubicBezTo>
                    <a:pt x="21" y="6"/>
                    <a:pt x="21" y="6"/>
                    <a:pt x="21" y="6"/>
                  </a:cubicBezTo>
                  <a:cubicBezTo>
                    <a:pt x="27" y="6"/>
                    <a:pt x="27" y="6"/>
                    <a:pt x="27" y="6"/>
                  </a:cubicBezTo>
                  <a:cubicBezTo>
                    <a:pt x="27" y="18"/>
                    <a:pt x="27" y="18"/>
                    <a:pt x="27" y="18"/>
                  </a:cubicBezTo>
                  <a:cubicBezTo>
                    <a:pt x="27" y="19"/>
                    <a:pt x="28" y="21"/>
                    <a:pt x="30" y="21"/>
                  </a:cubicBezTo>
                  <a:cubicBezTo>
                    <a:pt x="42" y="21"/>
                    <a:pt x="42" y="21"/>
                    <a:pt x="42" y="21"/>
                  </a:cubicBezTo>
                  <a:cubicBezTo>
                    <a:pt x="42" y="27"/>
                    <a:pt x="42" y="27"/>
                    <a:pt x="42" y="27"/>
                  </a:cubicBezTo>
                  <a:cubicBezTo>
                    <a:pt x="30" y="27"/>
                    <a:pt x="30" y="27"/>
                    <a:pt x="30" y="27"/>
                  </a:cubicBezTo>
                  <a:cubicBezTo>
                    <a:pt x="28" y="27"/>
                    <a:pt x="27" y="28"/>
                    <a:pt x="27" y="30"/>
                  </a:cubicBezTo>
                  <a:cubicBezTo>
                    <a:pt x="27" y="42"/>
                    <a:pt x="27" y="42"/>
                    <a:pt x="27" y="42"/>
                  </a:cubicBezTo>
                  <a:cubicBezTo>
                    <a:pt x="21" y="42"/>
                    <a:pt x="21" y="42"/>
                    <a:pt x="21" y="42"/>
                  </a:cubicBezTo>
                  <a:cubicBezTo>
                    <a:pt x="21" y="30"/>
                    <a:pt x="21" y="30"/>
                    <a:pt x="21" y="30"/>
                  </a:cubicBezTo>
                  <a:cubicBezTo>
                    <a:pt x="21" y="28"/>
                    <a:pt x="19" y="27"/>
                    <a:pt x="18" y="27"/>
                  </a:cubicBezTo>
                  <a:cubicBezTo>
                    <a:pt x="6" y="27"/>
                    <a:pt x="6" y="27"/>
                    <a:pt x="6" y="27"/>
                  </a:cubicBezTo>
                  <a:lnTo>
                    <a:pt x="6"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9" name="Google Shape;999;p52"/>
            <p:cNvSpPr/>
            <p:nvPr/>
          </p:nvSpPr>
          <p:spPr>
            <a:xfrm>
              <a:off x="1639888" y="2084911"/>
              <a:ext cx="209178" cy="193764"/>
            </a:xfrm>
            <a:custGeom>
              <a:avLst/>
              <a:gdLst/>
              <a:ahLst/>
              <a:cxnLst/>
              <a:rect l="l" t="t" r="r" b="b"/>
              <a:pathLst>
                <a:path w="80" h="74" extrusionOk="0">
                  <a:moveTo>
                    <a:pt x="40" y="74"/>
                  </a:moveTo>
                  <a:cubicBezTo>
                    <a:pt x="49" y="74"/>
                    <a:pt x="59" y="70"/>
                    <a:pt x="66" y="63"/>
                  </a:cubicBezTo>
                  <a:cubicBezTo>
                    <a:pt x="80" y="48"/>
                    <a:pt x="80" y="25"/>
                    <a:pt x="66" y="11"/>
                  </a:cubicBezTo>
                  <a:cubicBezTo>
                    <a:pt x="59" y="4"/>
                    <a:pt x="50" y="0"/>
                    <a:pt x="40" y="0"/>
                  </a:cubicBezTo>
                  <a:cubicBezTo>
                    <a:pt x="30" y="0"/>
                    <a:pt x="21" y="4"/>
                    <a:pt x="14" y="11"/>
                  </a:cubicBezTo>
                  <a:cubicBezTo>
                    <a:pt x="0" y="25"/>
                    <a:pt x="0" y="48"/>
                    <a:pt x="14" y="63"/>
                  </a:cubicBezTo>
                  <a:cubicBezTo>
                    <a:pt x="21" y="70"/>
                    <a:pt x="31" y="74"/>
                    <a:pt x="40" y="74"/>
                  </a:cubicBezTo>
                  <a:close/>
                  <a:moveTo>
                    <a:pt x="18" y="15"/>
                  </a:moveTo>
                  <a:cubicBezTo>
                    <a:pt x="24" y="9"/>
                    <a:pt x="32" y="6"/>
                    <a:pt x="40" y="6"/>
                  </a:cubicBezTo>
                  <a:cubicBezTo>
                    <a:pt x="48" y="6"/>
                    <a:pt x="56" y="9"/>
                    <a:pt x="62" y="15"/>
                  </a:cubicBezTo>
                  <a:cubicBezTo>
                    <a:pt x="74" y="27"/>
                    <a:pt x="74" y="47"/>
                    <a:pt x="62" y="59"/>
                  </a:cubicBezTo>
                  <a:cubicBezTo>
                    <a:pt x="50" y="71"/>
                    <a:pt x="30" y="71"/>
                    <a:pt x="18" y="59"/>
                  </a:cubicBezTo>
                  <a:cubicBezTo>
                    <a:pt x="6" y="47"/>
                    <a:pt x="6" y="27"/>
                    <a:pt x="18"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0" name="Google Shape;1000;p52"/>
            <p:cNvSpPr/>
            <p:nvPr/>
          </p:nvSpPr>
          <p:spPr>
            <a:xfrm>
              <a:off x="1558419" y="2255555"/>
              <a:ext cx="371016" cy="186058"/>
            </a:xfrm>
            <a:custGeom>
              <a:avLst/>
              <a:gdLst/>
              <a:ahLst/>
              <a:cxnLst/>
              <a:rect l="l" t="t" r="r" b="b"/>
              <a:pathLst>
                <a:path w="142" h="71" extrusionOk="0">
                  <a:moveTo>
                    <a:pt x="136" y="14"/>
                  </a:moveTo>
                  <a:cubicBezTo>
                    <a:pt x="130" y="14"/>
                    <a:pt x="130" y="14"/>
                    <a:pt x="130" y="14"/>
                  </a:cubicBezTo>
                  <a:cubicBezTo>
                    <a:pt x="127" y="14"/>
                    <a:pt x="124" y="17"/>
                    <a:pt x="124" y="20"/>
                  </a:cubicBezTo>
                  <a:cubicBezTo>
                    <a:pt x="124" y="24"/>
                    <a:pt x="124" y="24"/>
                    <a:pt x="124" y="24"/>
                  </a:cubicBezTo>
                  <a:cubicBezTo>
                    <a:pt x="51" y="24"/>
                    <a:pt x="51" y="24"/>
                    <a:pt x="51" y="24"/>
                  </a:cubicBezTo>
                  <a:cubicBezTo>
                    <a:pt x="52" y="23"/>
                    <a:pt x="52" y="21"/>
                    <a:pt x="52" y="20"/>
                  </a:cubicBezTo>
                  <a:cubicBezTo>
                    <a:pt x="52" y="14"/>
                    <a:pt x="48" y="10"/>
                    <a:pt x="43" y="10"/>
                  </a:cubicBezTo>
                  <a:cubicBezTo>
                    <a:pt x="17" y="10"/>
                    <a:pt x="17" y="10"/>
                    <a:pt x="17" y="10"/>
                  </a:cubicBezTo>
                  <a:cubicBezTo>
                    <a:pt x="17" y="5"/>
                    <a:pt x="17" y="5"/>
                    <a:pt x="17" y="5"/>
                  </a:cubicBezTo>
                  <a:cubicBezTo>
                    <a:pt x="17" y="2"/>
                    <a:pt x="15" y="0"/>
                    <a:pt x="12" y="0"/>
                  </a:cubicBezTo>
                  <a:cubicBezTo>
                    <a:pt x="5" y="0"/>
                    <a:pt x="5" y="0"/>
                    <a:pt x="5" y="0"/>
                  </a:cubicBezTo>
                  <a:cubicBezTo>
                    <a:pt x="2" y="0"/>
                    <a:pt x="0" y="2"/>
                    <a:pt x="0" y="5"/>
                  </a:cubicBezTo>
                  <a:cubicBezTo>
                    <a:pt x="0" y="66"/>
                    <a:pt x="0" y="66"/>
                    <a:pt x="0" y="66"/>
                  </a:cubicBezTo>
                  <a:cubicBezTo>
                    <a:pt x="0" y="69"/>
                    <a:pt x="2" y="71"/>
                    <a:pt x="5" y="71"/>
                  </a:cubicBezTo>
                  <a:cubicBezTo>
                    <a:pt x="12" y="71"/>
                    <a:pt x="12" y="71"/>
                    <a:pt x="12" y="71"/>
                  </a:cubicBezTo>
                  <a:cubicBezTo>
                    <a:pt x="15" y="71"/>
                    <a:pt x="17" y="69"/>
                    <a:pt x="17" y="66"/>
                  </a:cubicBezTo>
                  <a:cubicBezTo>
                    <a:pt x="17" y="61"/>
                    <a:pt x="17" y="61"/>
                    <a:pt x="17" y="61"/>
                  </a:cubicBezTo>
                  <a:cubicBezTo>
                    <a:pt x="81" y="61"/>
                    <a:pt x="81" y="61"/>
                    <a:pt x="81" y="61"/>
                  </a:cubicBezTo>
                  <a:cubicBezTo>
                    <a:pt x="82" y="61"/>
                    <a:pt x="84" y="60"/>
                    <a:pt x="84" y="58"/>
                  </a:cubicBezTo>
                  <a:cubicBezTo>
                    <a:pt x="84" y="57"/>
                    <a:pt x="83" y="55"/>
                    <a:pt x="81" y="55"/>
                  </a:cubicBezTo>
                  <a:cubicBezTo>
                    <a:pt x="65" y="55"/>
                    <a:pt x="65" y="55"/>
                    <a:pt x="65" y="55"/>
                  </a:cubicBezTo>
                  <a:cubicBezTo>
                    <a:pt x="65" y="30"/>
                    <a:pt x="65" y="30"/>
                    <a:pt x="65" y="30"/>
                  </a:cubicBezTo>
                  <a:cubicBezTo>
                    <a:pt x="124" y="30"/>
                    <a:pt x="124" y="30"/>
                    <a:pt x="124" y="30"/>
                  </a:cubicBezTo>
                  <a:cubicBezTo>
                    <a:pt x="124" y="55"/>
                    <a:pt x="124" y="55"/>
                    <a:pt x="124" y="55"/>
                  </a:cubicBezTo>
                  <a:cubicBezTo>
                    <a:pt x="106" y="55"/>
                    <a:pt x="106" y="55"/>
                    <a:pt x="106" y="55"/>
                  </a:cubicBezTo>
                  <a:cubicBezTo>
                    <a:pt x="105" y="55"/>
                    <a:pt x="104" y="56"/>
                    <a:pt x="103" y="58"/>
                  </a:cubicBezTo>
                  <a:cubicBezTo>
                    <a:pt x="103" y="59"/>
                    <a:pt x="105" y="61"/>
                    <a:pt x="106" y="61"/>
                  </a:cubicBezTo>
                  <a:cubicBezTo>
                    <a:pt x="124" y="61"/>
                    <a:pt x="124" y="61"/>
                    <a:pt x="124" y="61"/>
                  </a:cubicBezTo>
                  <a:cubicBezTo>
                    <a:pt x="124" y="66"/>
                    <a:pt x="124" y="66"/>
                    <a:pt x="124" y="66"/>
                  </a:cubicBezTo>
                  <a:cubicBezTo>
                    <a:pt x="124" y="69"/>
                    <a:pt x="127" y="71"/>
                    <a:pt x="130" y="71"/>
                  </a:cubicBezTo>
                  <a:cubicBezTo>
                    <a:pt x="136" y="71"/>
                    <a:pt x="136" y="71"/>
                    <a:pt x="136" y="71"/>
                  </a:cubicBezTo>
                  <a:cubicBezTo>
                    <a:pt x="140" y="71"/>
                    <a:pt x="142" y="69"/>
                    <a:pt x="142" y="66"/>
                  </a:cubicBezTo>
                  <a:cubicBezTo>
                    <a:pt x="142" y="20"/>
                    <a:pt x="142" y="20"/>
                    <a:pt x="142" y="20"/>
                  </a:cubicBezTo>
                  <a:cubicBezTo>
                    <a:pt x="142" y="17"/>
                    <a:pt x="139" y="14"/>
                    <a:pt x="136" y="14"/>
                  </a:cubicBezTo>
                  <a:close/>
                  <a:moveTo>
                    <a:pt x="43" y="16"/>
                  </a:moveTo>
                  <a:cubicBezTo>
                    <a:pt x="45" y="16"/>
                    <a:pt x="47" y="18"/>
                    <a:pt x="47" y="20"/>
                  </a:cubicBezTo>
                  <a:cubicBezTo>
                    <a:pt x="47" y="22"/>
                    <a:pt x="45" y="24"/>
                    <a:pt x="43" y="24"/>
                  </a:cubicBezTo>
                  <a:cubicBezTo>
                    <a:pt x="17" y="24"/>
                    <a:pt x="17" y="24"/>
                    <a:pt x="17" y="24"/>
                  </a:cubicBezTo>
                  <a:cubicBezTo>
                    <a:pt x="17" y="16"/>
                    <a:pt x="17" y="16"/>
                    <a:pt x="17" y="16"/>
                  </a:cubicBezTo>
                  <a:cubicBezTo>
                    <a:pt x="43" y="16"/>
                    <a:pt x="43" y="16"/>
                    <a:pt x="43" y="16"/>
                  </a:cubicBezTo>
                  <a:close/>
                  <a:moveTo>
                    <a:pt x="12" y="66"/>
                  </a:moveTo>
                  <a:cubicBezTo>
                    <a:pt x="5" y="66"/>
                    <a:pt x="5" y="66"/>
                    <a:pt x="5" y="66"/>
                  </a:cubicBezTo>
                  <a:cubicBezTo>
                    <a:pt x="5" y="5"/>
                    <a:pt x="5" y="5"/>
                    <a:pt x="5" y="5"/>
                  </a:cubicBezTo>
                  <a:cubicBezTo>
                    <a:pt x="12" y="5"/>
                    <a:pt x="12" y="5"/>
                    <a:pt x="12" y="5"/>
                  </a:cubicBezTo>
                  <a:cubicBezTo>
                    <a:pt x="12" y="66"/>
                    <a:pt x="12" y="66"/>
                    <a:pt x="12" y="66"/>
                  </a:cubicBezTo>
                  <a:cubicBezTo>
                    <a:pt x="12" y="66"/>
                    <a:pt x="12" y="66"/>
                    <a:pt x="12" y="66"/>
                  </a:cubicBezTo>
                  <a:close/>
                  <a:moveTo>
                    <a:pt x="17" y="55"/>
                  </a:moveTo>
                  <a:cubicBezTo>
                    <a:pt x="17" y="30"/>
                    <a:pt x="17" y="30"/>
                    <a:pt x="17" y="30"/>
                  </a:cubicBezTo>
                  <a:cubicBezTo>
                    <a:pt x="47" y="30"/>
                    <a:pt x="47" y="30"/>
                    <a:pt x="47" y="30"/>
                  </a:cubicBezTo>
                  <a:cubicBezTo>
                    <a:pt x="47" y="55"/>
                    <a:pt x="47" y="55"/>
                    <a:pt x="47" y="55"/>
                  </a:cubicBezTo>
                  <a:lnTo>
                    <a:pt x="17" y="55"/>
                  </a:lnTo>
                  <a:close/>
                  <a:moveTo>
                    <a:pt x="59" y="55"/>
                  </a:moveTo>
                  <a:cubicBezTo>
                    <a:pt x="52" y="55"/>
                    <a:pt x="52" y="55"/>
                    <a:pt x="52" y="55"/>
                  </a:cubicBezTo>
                  <a:cubicBezTo>
                    <a:pt x="52" y="30"/>
                    <a:pt x="52" y="30"/>
                    <a:pt x="52" y="30"/>
                  </a:cubicBezTo>
                  <a:cubicBezTo>
                    <a:pt x="59" y="30"/>
                    <a:pt x="59" y="30"/>
                    <a:pt x="59" y="30"/>
                  </a:cubicBezTo>
                  <a:lnTo>
                    <a:pt x="59" y="55"/>
                  </a:lnTo>
                  <a:close/>
                  <a:moveTo>
                    <a:pt x="136" y="66"/>
                  </a:moveTo>
                  <a:cubicBezTo>
                    <a:pt x="130" y="66"/>
                    <a:pt x="130" y="66"/>
                    <a:pt x="130" y="66"/>
                  </a:cubicBezTo>
                  <a:cubicBezTo>
                    <a:pt x="130" y="20"/>
                    <a:pt x="130" y="20"/>
                    <a:pt x="130" y="20"/>
                  </a:cubicBezTo>
                  <a:cubicBezTo>
                    <a:pt x="136" y="20"/>
                    <a:pt x="136" y="20"/>
                    <a:pt x="136" y="20"/>
                  </a:cubicBezTo>
                  <a:cubicBezTo>
                    <a:pt x="136" y="66"/>
                    <a:pt x="136" y="66"/>
                    <a:pt x="136" y="66"/>
                  </a:cubicBezTo>
                  <a:cubicBezTo>
                    <a:pt x="136" y="66"/>
                    <a:pt x="136" y="66"/>
                    <a:pt x="136" y="6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1" name="Google Shape;1001;p52"/>
            <p:cNvSpPr/>
            <p:nvPr/>
          </p:nvSpPr>
          <p:spPr>
            <a:xfrm>
              <a:off x="1796221" y="2399778"/>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02" name="Google Shape;1002;p52"/>
          <p:cNvGrpSpPr/>
          <p:nvPr/>
        </p:nvGrpSpPr>
        <p:grpSpPr>
          <a:xfrm>
            <a:off x="814917" y="1524531"/>
            <a:ext cx="362038" cy="326584"/>
            <a:chOff x="722807" y="1541049"/>
            <a:chExt cx="371016" cy="334684"/>
          </a:xfrm>
        </p:grpSpPr>
        <p:sp>
          <p:nvSpPr>
            <p:cNvPr id="1003" name="Google Shape;1003;p52"/>
            <p:cNvSpPr/>
            <p:nvPr/>
          </p:nvSpPr>
          <p:spPr>
            <a:xfrm>
              <a:off x="722807" y="1541049"/>
              <a:ext cx="371016" cy="334684"/>
            </a:xfrm>
            <a:custGeom>
              <a:avLst/>
              <a:gdLst/>
              <a:ahLst/>
              <a:cxnLst/>
              <a:rect l="l" t="t" r="r" b="b"/>
              <a:pathLst>
                <a:path w="142" h="128" extrusionOk="0">
                  <a:moveTo>
                    <a:pt x="136" y="53"/>
                  </a:moveTo>
                  <a:cubicBezTo>
                    <a:pt x="104" y="53"/>
                    <a:pt x="104" y="53"/>
                    <a:pt x="104" y="53"/>
                  </a:cubicBezTo>
                  <a:cubicBezTo>
                    <a:pt x="104" y="28"/>
                    <a:pt x="104" y="28"/>
                    <a:pt x="104" y="28"/>
                  </a:cubicBezTo>
                  <a:cubicBezTo>
                    <a:pt x="107" y="28"/>
                    <a:pt x="109" y="26"/>
                    <a:pt x="109" y="23"/>
                  </a:cubicBezTo>
                  <a:cubicBezTo>
                    <a:pt x="109" y="16"/>
                    <a:pt x="109" y="16"/>
                    <a:pt x="109" y="16"/>
                  </a:cubicBezTo>
                  <a:cubicBezTo>
                    <a:pt x="109" y="13"/>
                    <a:pt x="106" y="11"/>
                    <a:pt x="103" y="11"/>
                  </a:cubicBezTo>
                  <a:cubicBezTo>
                    <a:pt x="89" y="11"/>
                    <a:pt x="89" y="11"/>
                    <a:pt x="89" y="11"/>
                  </a:cubicBezTo>
                  <a:cubicBezTo>
                    <a:pt x="89" y="9"/>
                    <a:pt x="89" y="9"/>
                    <a:pt x="89" y="9"/>
                  </a:cubicBezTo>
                  <a:cubicBezTo>
                    <a:pt x="89" y="4"/>
                    <a:pt x="86" y="0"/>
                    <a:pt x="81" y="0"/>
                  </a:cubicBezTo>
                  <a:cubicBezTo>
                    <a:pt x="60" y="0"/>
                    <a:pt x="60" y="0"/>
                    <a:pt x="60" y="0"/>
                  </a:cubicBezTo>
                  <a:cubicBezTo>
                    <a:pt x="56" y="0"/>
                    <a:pt x="52" y="4"/>
                    <a:pt x="52" y="9"/>
                  </a:cubicBezTo>
                  <a:cubicBezTo>
                    <a:pt x="52" y="11"/>
                    <a:pt x="52" y="11"/>
                    <a:pt x="52" y="11"/>
                  </a:cubicBezTo>
                  <a:cubicBezTo>
                    <a:pt x="38" y="11"/>
                    <a:pt x="38" y="11"/>
                    <a:pt x="38" y="11"/>
                  </a:cubicBezTo>
                  <a:cubicBezTo>
                    <a:pt x="35" y="11"/>
                    <a:pt x="32" y="13"/>
                    <a:pt x="32" y="16"/>
                  </a:cubicBezTo>
                  <a:cubicBezTo>
                    <a:pt x="32" y="23"/>
                    <a:pt x="32" y="23"/>
                    <a:pt x="32" y="23"/>
                  </a:cubicBezTo>
                  <a:cubicBezTo>
                    <a:pt x="32" y="26"/>
                    <a:pt x="35" y="28"/>
                    <a:pt x="38" y="28"/>
                  </a:cubicBezTo>
                  <a:cubicBezTo>
                    <a:pt x="38" y="53"/>
                    <a:pt x="38" y="53"/>
                    <a:pt x="38" y="53"/>
                  </a:cubicBezTo>
                  <a:cubicBezTo>
                    <a:pt x="5" y="53"/>
                    <a:pt x="5" y="53"/>
                    <a:pt x="5" y="53"/>
                  </a:cubicBezTo>
                  <a:cubicBezTo>
                    <a:pt x="2" y="53"/>
                    <a:pt x="0" y="55"/>
                    <a:pt x="0" y="58"/>
                  </a:cubicBezTo>
                  <a:cubicBezTo>
                    <a:pt x="0" y="65"/>
                    <a:pt x="0" y="65"/>
                    <a:pt x="0" y="65"/>
                  </a:cubicBezTo>
                  <a:cubicBezTo>
                    <a:pt x="0" y="68"/>
                    <a:pt x="2" y="70"/>
                    <a:pt x="5" y="70"/>
                  </a:cubicBezTo>
                  <a:cubicBezTo>
                    <a:pt x="5" y="122"/>
                    <a:pt x="5" y="122"/>
                    <a:pt x="5" y="122"/>
                  </a:cubicBezTo>
                  <a:cubicBezTo>
                    <a:pt x="5" y="125"/>
                    <a:pt x="8" y="128"/>
                    <a:pt x="11" y="128"/>
                  </a:cubicBezTo>
                  <a:cubicBezTo>
                    <a:pt x="134" y="128"/>
                    <a:pt x="134" y="128"/>
                    <a:pt x="134" y="128"/>
                  </a:cubicBezTo>
                  <a:cubicBezTo>
                    <a:pt x="135" y="128"/>
                    <a:pt x="136" y="127"/>
                    <a:pt x="136" y="125"/>
                  </a:cubicBezTo>
                  <a:cubicBezTo>
                    <a:pt x="136" y="115"/>
                    <a:pt x="136" y="115"/>
                    <a:pt x="136" y="115"/>
                  </a:cubicBezTo>
                  <a:cubicBezTo>
                    <a:pt x="136" y="115"/>
                    <a:pt x="136" y="114"/>
                    <a:pt x="136" y="114"/>
                  </a:cubicBezTo>
                  <a:cubicBezTo>
                    <a:pt x="134" y="112"/>
                    <a:pt x="131" y="114"/>
                    <a:pt x="131" y="116"/>
                  </a:cubicBezTo>
                  <a:cubicBezTo>
                    <a:pt x="131" y="122"/>
                    <a:pt x="131" y="122"/>
                    <a:pt x="131" y="122"/>
                  </a:cubicBezTo>
                  <a:cubicBezTo>
                    <a:pt x="104" y="122"/>
                    <a:pt x="104" y="122"/>
                    <a:pt x="104" y="122"/>
                  </a:cubicBezTo>
                  <a:cubicBezTo>
                    <a:pt x="104" y="70"/>
                    <a:pt x="104" y="70"/>
                    <a:pt x="104" y="70"/>
                  </a:cubicBezTo>
                  <a:cubicBezTo>
                    <a:pt x="131" y="70"/>
                    <a:pt x="131" y="70"/>
                    <a:pt x="131" y="70"/>
                  </a:cubicBezTo>
                  <a:cubicBezTo>
                    <a:pt x="131" y="91"/>
                    <a:pt x="131" y="91"/>
                    <a:pt x="131" y="91"/>
                  </a:cubicBezTo>
                  <a:cubicBezTo>
                    <a:pt x="131" y="92"/>
                    <a:pt x="132" y="93"/>
                    <a:pt x="133" y="94"/>
                  </a:cubicBezTo>
                  <a:cubicBezTo>
                    <a:pt x="135" y="94"/>
                    <a:pt x="136" y="93"/>
                    <a:pt x="136" y="91"/>
                  </a:cubicBezTo>
                  <a:cubicBezTo>
                    <a:pt x="136" y="71"/>
                    <a:pt x="136" y="71"/>
                    <a:pt x="136" y="71"/>
                  </a:cubicBezTo>
                  <a:cubicBezTo>
                    <a:pt x="140" y="70"/>
                    <a:pt x="142" y="68"/>
                    <a:pt x="142" y="65"/>
                  </a:cubicBezTo>
                  <a:cubicBezTo>
                    <a:pt x="142" y="58"/>
                    <a:pt x="142" y="58"/>
                    <a:pt x="142" y="58"/>
                  </a:cubicBezTo>
                  <a:cubicBezTo>
                    <a:pt x="142" y="55"/>
                    <a:pt x="140" y="53"/>
                    <a:pt x="136" y="53"/>
                  </a:cubicBezTo>
                  <a:close/>
                  <a:moveTo>
                    <a:pt x="103" y="16"/>
                  </a:moveTo>
                  <a:cubicBezTo>
                    <a:pt x="103" y="16"/>
                    <a:pt x="103" y="16"/>
                    <a:pt x="103" y="16"/>
                  </a:cubicBezTo>
                  <a:cubicBezTo>
                    <a:pt x="103" y="22"/>
                    <a:pt x="103" y="22"/>
                    <a:pt x="103" y="22"/>
                  </a:cubicBezTo>
                  <a:cubicBezTo>
                    <a:pt x="103" y="22"/>
                    <a:pt x="103" y="23"/>
                    <a:pt x="103" y="23"/>
                  </a:cubicBezTo>
                  <a:cubicBezTo>
                    <a:pt x="89" y="23"/>
                    <a:pt x="89" y="23"/>
                    <a:pt x="89" y="23"/>
                  </a:cubicBezTo>
                  <a:cubicBezTo>
                    <a:pt x="89" y="16"/>
                    <a:pt x="89" y="16"/>
                    <a:pt x="89" y="16"/>
                  </a:cubicBezTo>
                  <a:cubicBezTo>
                    <a:pt x="103" y="16"/>
                    <a:pt x="103" y="16"/>
                    <a:pt x="103" y="16"/>
                  </a:cubicBezTo>
                  <a:close/>
                  <a:moveTo>
                    <a:pt x="60" y="6"/>
                  </a:moveTo>
                  <a:cubicBezTo>
                    <a:pt x="81" y="6"/>
                    <a:pt x="81" y="6"/>
                    <a:pt x="81" y="6"/>
                  </a:cubicBezTo>
                  <a:cubicBezTo>
                    <a:pt x="83" y="6"/>
                    <a:pt x="84" y="7"/>
                    <a:pt x="84" y="9"/>
                  </a:cubicBezTo>
                  <a:cubicBezTo>
                    <a:pt x="84" y="29"/>
                    <a:pt x="84" y="29"/>
                    <a:pt x="84" y="29"/>
                  </a:cubicBezTo>
                  <a:cubicBezTo>
                    <a:pt x="84" y="31"/>
                    <a:pt x="83" y="32"/>
                    <a:pt x="81" y="32"/>
                  </a:cubicBezTo>
                  <a:cubicBezTo>
                    <a:pt x="60" y="32"/>
                    <a:pt x="60" y="32"/>
                    <a:pt x="60" y="32"/>
                  </a:cubicBezTo>
                  <a:cubicBezTo>
                    <a:pt x="59" y="32"/>
                    <a:pt x="57" y="31"/>
                    <a:pt x="57" y="29"/>
                  </a:cubicBezTo>
                  <a:cubicBezTo>
                    <a:pt x="57" y="9"/>
                    <a:pt x="57" y="9"/>
                    <a:pt x="57" y="9"/>
                  </a:cubicBezTo>
                  <a:cubicBezTo>
                    <a:pt x="57" y="7"/>
                    <a:pt x="59" y="6"/>
                    <a:pt x="60" y="6"/>
                  </a:cubicBezTo>
                  <a:close/>
                  <a:moveTo>
                    <a:pt x="38" y="16"/>
                  </a:moveTo>
                  <a:cubicBezTo>
                    <a:pt x="52" y="16"/>
                    <a:pt x="52" y="16"/>
                    <a:pt x="52" y="16"/>
                  </a:cubicBezTo>
                  <a:cubicBezTo>
                    <a:pt x="52" y="23"/>
                    <a:pt x="52" y="23"/>
                    <a:pt x="52" y="23"/>
                  </a:cubicBezTo>
                  <a:cubicBezTo>
                    <a:pt x="38" y="23"/>
                    <a:pt x="38" y="23"/>
                    <a:pt x="38" y="23"/>
                  </a:cubicBezTo>
                  <a:cubicBezTo>
                    <a:pt x="38" y="23"/>
                    <a:pt x="38" y="22"/>
                    <a:pt x="38" y="22"/>
                  </a:cubicBezTo>
                  <a:cubicBezTo>
                    <a:pt x="38" y="16"/>
                    <a:pt x="38" y="16"/>
                    <a:pt x="38" y="16"/>
                  </a:cubicBezTo>
                  <a:cubicBezTo>
                    <a:pt x="38" y="16"/>
                    <a:pt x="38" y="16"/>
                    <a:pt x="38" y="16"/>
                  </a:cubicBezTo>
                  <a:close/>
                  <a:moveTo>
                    <a:pt x="5" y="58"/>
                  </a:moveTo>
                  <a:cubicBezTo>
                    <a:pt x="38" y="58"/>
                    <a:pt x="38" y="58"/>
                    <a:pt x="38" y="58"/>
                  </a:cubicBezTo>
                  <a:cubicBezTo>
                    <a:pt x="38" y="65"/>
                    <a:pt x="38" y="65"/>
                    <a:pt x="38" y="65"/>
                  </a:cubicBezTo>
                  <a:cubicBezTo>
                    <a:pt x="5" y="65"/>
                    <a:pt x="5" y="65"/>
                    <a:pt x="5" y="65"/>
                  </a:cubicBezTo>
                  <a:lnTo>
                    <a:pt x="5" y="58"/>
                  </a:lnTo>
                  <a:close/>
                  <a:moveTo>
                    <a:pt x="38" y="122"/>
                  </a:moveTo>
                  <a:cubicBezTo>
                    <a:pt x="11" y="122"/>
                    <a:pt x="11" y="122"/>
                    <a:pt x="11" y="122"/>
                  </a:cubicBezTo>
                  <a:cubicBezTo>
                    <a:pt x="11" y="70"/>
                    <a:pt x="11" y="70"/>
                    <a:pt x="11" y="70"/>
                  </a:cubicBezTo>
                  <a:cubicBezTo>
                    <a:pt x="38" y="70"/>
                    <a:pt x="38" y="70"/>
                    <a:pt x="38" y="70"/>
                  </a:cubicBezTo>
                  <a:cubicBezTo>
                    <a:pt x="38" y="122"/>
                    <a:pt x="38" y="122"/>
                    <a:pt x="38" y="122"/>
                  </a:cubicBezTo>
                  <a:close/>
                  <a:moveTo>
                    <a:pt x="62" y="122"/>
                  </a:moveTo>
                  <a:cubicBezTo>
                    <a:pt x="62" y="107"/>
                    <a:pt x="62" y="107"/>
                    <a:pt x="62" y="107"/>
                  </a:cubicBezTo>
                  <a:cubicBezTo>
                    <a:pt x="80" y="107"/>
                    <a:pt x="80" y="107"/>
                    <a:pt x="80" y="107"/>
                  </a:cubicBezTo>
                  <a:cubicBezTo>
                    <a:pt x="80" y="122"/>
                    <a:pt x="80" y="122"/>
                    <a:pt x="80" y="122"/>
                  </a:cubicBezTo>
                  <a:lnTo>
                    <a:pt x="62" y="122"/>
                  </a:lnTo>
                  <a:close/>
                  <a:moveTo>
                    <a:pt x="98" y="122"/>
                  </a:moveTo>
                  <a:cubicBezTo>
                    <a:pt x="86" y="122"/>
                    <a:pt x="86" y="122"/>
                    <a:pt x="86" y="122"/>
                  </a:cubicBezTo>
                  <a:cubicBezTo>
                    <a:pt x="86" y="107"/>
                    <a:pt x="86" y="107"/>
                    <a:pt x="86" y="107"/>
                  </a:cubicBezTo>
                  <a:cubicBezTo>
                    <a:pt x="86" y="103"/>
                    <a:pt x="83" y="101"/>
                    <a:pt x="80" y="101"/>
                  </a:cubicBezTo>
                  <a:cubicBezTo>
                    <a:pt x="62" y="101"/>
                    <a:pt x="62" y="101"/>
                    <a:pt x="62" y="101"/>
                  </a:cubicBezTo>
                  <a:cubicBezTo>
                    <a:pt x="59" y="101"/>
                    <a:pt x="56" y="103"/>
                    <a:pt x="56" y="107"/>
                  </a:cubicBezTo>
                  <a:cubicBezTo>
                    <a:pt x="56" y="122"/>
                    <a:pt x="56" y="122"/>
                    <a:pt x="56" y="122"/>
                  </a:cubicBezTo>
                  <a:cubicBezTo>
                    <a:pt x="44" y="122"/>
                    <a:pt x="44" y="122"/>
                    <a:pt x="44" y="122"/>
                  </a:cubicBezTo>
                  <a:cubicBezTo>
                    <a:pt x="44" y="28"/>
                    <a:pt x="44" y="28"/>
                    <a:pt x="44" y="28"/>
                  </a:cubicBezTo>
                  <a:cubicBezTo>
                    <a:pt x="52" y="28"/>
                    <a:pt x="52" y="28"/>
                    <a:pt x="52" y="28"/>
                  </a:cubicBezTo>
                  <a:cubicBezTo>
                    <a:pt x="52" y="29"/>
                    <a:pt x="52" y="29"/>
                    <a:pt x="52" y="29"/>
                  </a:cubicBezTo>
                  <a:cubicBezTo>
                    <a:pt x="52" y="34"/>
                    <a:pt x="56" y="38"/>
                    <a:pt x="60" y="38"/>
                  </a:cubicBezTo>
                  <a:cubicBezTo>
                    <a:pt x="81" y="38"/>
                    <a:pt x="81" y="38"/>
                    <a:pt x="81" y="38"/>
                  </a:cubicBezTo>
                  <a:cubicBezTo>
                    <a:pt x="86" y="38"/>
                    <a:pt x="89" y="34"/>
                    <a:pt x="89" y="29"/>
                  </a:cubicBezTo>
                  <a:cubicBezTo>
                    <a:pt x="89" y="28"/>
                    <a:pt x="89" y="28"/>
                    <a:pt x="89" y="28"/>
                  </a:cubicBezTo>
                  <a:cubicBezTo>
                    <a:pt x="98" y="28"/>
                    <a:pt x="98" y="28"/>
                    <a:pt x="98" y="28"/>
                  </a:cubicBezTo>
                  <a:cubicBezTo>
                    <a:pt x="98" y="122"/>
                    <a:pt x="98" y="122"/>
                    <a:pt x="98" y="122"/>
                  </a:cubicBezTo>
                  <a:close/>
                  <a:moveTo>
                    <a:pt x="104" y="65"/>
                  </a:moveTo>
                  <a:cubicBezTo>
                    <a:pt x="104" y="58"/>
                    <a:pt x="104" y="58"/>
                    <a:pt x="104" y="58"/>
                  </a:cubicBezTo>
                  <a:cubicBezTo>
                    <a:pt x="136" y="58"/>
                    <a:pt x="136" y="58"/>
                    <a:pt x="136" y="58"/>
                  </a:cubicBezTo>
                  <a:cubicBezTo>
                    <a:pt x="136" y="65"/>
                    <a:pt x="136" y="65"/>
                    <a:pt x="136" y="65"/>
                  </a:cubicBezTo>
                  <a:lnTo>
                    <a:pt x="104" y="6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4" name="Google Shape;1004;p52"/>
            <p:cNvSpPr/>
            <p:nvPr/>
          </p:nvSpPr>
          <p:spPr>
            <a:xfrm>
              <a:off x="884644" y="1567472"/>
              <a:ext cx="47340" cy="49542"/>
            </a:xfrm>
            <a:custGeom>
              <a:avLst/>
              <a:gdLst/>
              <a:ahLst/>
              <a:cxnLst/>
              <a:rect l="l" t="t" r="r" b="b"/>
              <a:pathLst>
                <a:path w="18" h="19" extrusionOk="0">
                  <a:moveTo>
                    <a:pt x="3" y="12"/>
                  </a:moveTo>
                  <a:cubicBezTo>
                    <a:pt x="6" y="12"/>
                    <a:pt x="6" y="12"/>
                    <a:pt x="6" y="12"/>
                  </a:cubicBezTo>
                  <a:cubicBezTo>
                    <a:pt x="6" y="15"/>
                    <a:pt x="6" y="15"/>
                    <a:pt x="6" y="15"/>
                  </a:cubicBezTo>
                  <a:cubicBezTo>
                    <a:pt x="6" y="17"/>
                    <a:pt x="7" y="18"/>
                    <a:pt x="8" y="18"/>
                  </a:cubicBezTo>
                  <a:cubicBezTo>
                    <a:pt x="10" y="19"/>
                    <a:pt x="12" y="17"/>
                    <a:pt x="12" y="16"/>
                  </a:cubicBezTo>
                  <a:cubicBezTo>
                    <a:pt x="12" y="12"/>
                    <a:pt x="12" y="12"/>
                    <a:pt x="12" y="12"/>
                  </a:cubicBezTo>
                  <a:cubicBezTo>
                    <a:pt x="15" y="12"/>
                    <a:pt x="15" y="12"/>
                    <a:pt x="15" y="12"/>
                  </a:cubicBezTo>
                  <a:cubicBezTo>
                    <a:pt x="16" y="12"/>
                    <a:pt x="17" y="11"/>
                    <a:pt x="18" y="10"/>
                  </a:cubicBezTo>
                  <a:cubicBezTo>
                    <a:pt x="18" y="8"/>
                    <a:pt x="16" y="7"/>
                    <a:pt x="15" y="7"/>
                  </a:cubicBezTo>
                  <a:cubicBezTo>
                    <a:pt x="12" y="7"/>
                    <a:pt x="12" y="7"/>
                    <a:pt x="12" y="7"/>
                  </a:cubicBezTo>
                  <a:cubicBezTo>
                    <a:pt x="12" y="4"/>
                    <a:pt x="12" y="4"/>
                    <a:pt x="12" y="4"/>
                  </a:cubicBezTo>
                  <a:cubicBezTo>
                    <a:pt x="12" y="2"/>
                    <a:pt x="11" y="1"/>
                    <a:pt x="9" y="1"/>
                  </a:cubicBezTo>
                  <a:cubicBezTo>
                    <a:pt x="7" y="0"/>
                    <a:pt x="6" y="2"/>
                    <a:pt x="6" y="3"/>
                  </a:cubicBezTo>
                  <a:cubicBezTo>
                    <a:pt x="6" y="7"/>
                    <a:pt x="6" y="7"/>
                    <a:pt x="6" y="7"/>
                  </a:cubicBezTo>
                  <a:cubicBezTo>
                    <a:pt x="3" y="7"/>
                    <a:pt x="3" y="7"/>
                    <a:pt x="3" y="7"/>
                  </a:cubicBezTo>
                  <a:cubicBezTo>
                    <a:pt x="1" y="7"/>
                    <a:pt x="0" y="8"/>
                    <a:pt x="0" y="9"/>
                  </a:cubicBezTo>
                  <a:cubicBezTo>
                    <a:pt x="0" y="11"/>
                    <a:pt x="1" y="12"/>
                    <a:pt x="3"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5" name="Google Shape;1005;p52"/>
            <p:cNvSpPr/>
            <p:nvPr/>
          </p:nvSpPr>
          <p:spPr>
            <a:xfrm>
              <a:off x="856020" y="1668758"/>
              <a:ext cx="34129" cy="16514"/>
            </a:xfrm>
            <a:custGeom>
              <a:avLst/>
              <a:gdLst/>
              <a:ahLst/>
              <a:cxnLst/>
              <a:rect l="l" t="t" r="r" b="b"/>
              <a:pathLst>
                <a:path w="13" h="6" extrusionOk="0">
                  <a:moveTo>
                    <a:pt x="10" y="0"/>
                  </a:moveTo>
                  <a:cubicBezTo>
                    <a:pt x="3" y="0"/>
                    <a:pt x="3" y="0"/>
                    <a:pt x="3" y="0"/>
                  </a:cubicBezTo>
                  <a:cubicBezTo>
                    <a:pt x="2" y="0"/>
                    <a:pt x="0" y="1"/>
                    <a:pt x="0" y="3"/>
                  </a:cubicBezTo>
                  <a:cubicBezTo>
                    <a:pt x="0" y="4"/>
                    <a:pt x="1" y="6"/>
                    <a:pt x="3" y="6"/>
                  </a:cubicBezTo>
                  <a:cubicBezTo>
                    <a:pt x="10" y="6"/>
                    <a:pt x="10" y="6"/>
                    <a:pt x="10" y="6"/>
                  </a:cubicBezTo>
                  <a:cubicBezTo>
                    <a:pt x="11" y="6"/>
                    <a:pt x="13" y="5"/>
                    <a:pt x="13" y="3"/>
                  </a:cubicBezTo>
                  <a:cubicBezTo>
                    <a:pt x="13" y="2"/>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6" name="Google Shape;1006;p52"/>
            <p:cNvSpPr/>
            <p:nvPr/>
          </p:nvSpPr>
          <p:spPr>
            <a:xfrm>
              <a:off x="924278" y="1668758"/>
              <a:ext cx="36331" cy="16514"/>
            </a:xfrm>
            <a:custGeom>
              <a:avLst/>
              <a:gdLst/>
              <a:ahLst/>
              <a:cxnLst/>
              <a:rect l="l" t="t" r="r" b="b"/>
              <a:pathLst>
                <a:path w="14" h="6" extrusionOk="0">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3"/>
                  </a:cubicBezTo>
                  <a:cubicBezTo>
                    <a:pt x="14" y="2"/>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7" name="Google Shape;1007;p52"/>
            <p:cNvSpPr/>
            <p:nvPr/>
          </p:nvSpPr>
          <p:spPr>
            <a:xfrm>
              <a:off x="856020" y="1713896"/>
              <a:ext cx="34129" cy="13211"/>
            </a:xfrm>
            <a:custGeom>
              <a:avLst/>
              <a:gdLst/>
              <a:ahLst/>
              <a:cxnLst/>
              <a:rect l="l" t="t" r="r" b="b"/>
              <a:pathLst>
                <a:path w="13" h="5" extrusionOk="0">
                  <a:moveTo>
                    <a:pt x="10" y="0"/>
                  </a:moveTo>
                  <a:cubicBezTo>
                    <a:pt x="3" y="0"/>
                    <a:pt x="3" y="0"/>
                    <a:pt x="3" y="0"/>
                  </a:cubicBezTo>
                  <a:cubicBezTo>
                    <a:pt x="2" y="0"/>
                    <a:pt x="0" y="1"/>
                    <a:pt x="0" y="2"/>
                  </a:cubicBezTo>
                  <a:cubicBezTo>
                    <a:pt x="0" y="4"/>
                    <a:pt x="1" y="5"/>
                    <a:pt x="3" y="5"/>
                  </a:cubicBezTo>
                  <a:cubicBezTo>
                    <a:pt x="10" y="5"/>
                    <a:pt x="10" y="5"/>
                    <a:pt x="10" y="5"/>
                  </a:cubicBezTo>
                  <a:cubicBezTo>
                    <a:pt x="11" y="5"/>
                    <a:pt x="13" y="5"/>
                    <a:pt x="13" y="3"/>
                  </a:cubicBezTo>
                  <a:cubicBezTo>
                    <a:pt x="13" y="1"/>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8" name="Google Shape;1008;p52"/>
            <p:cNvSpPr/>
            <p:nvPr/>
          </p:nvSpPr>
          <p:spPr>
            <a:xfrm>
              <a:off x="924278" y="1713896"/>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5"/>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9" name="Google Shape;1009;p52"/>
            <p:cNvSpPr/>
            <p:nvPr/>
          </p:nvSpPr>
          <p:spPr>
            <a:xfrm>
              <a:off x="856020" y="1757933"/>
              <a:ext cx="34129" cy="13211"/>
            </a:xfrm>
            <a:custGeom>
              <a:avLst/>
              <a:gdLst/>
              <a:ahLst/>
              <a:cxnLst/>
              <a:rect l="l" t="t" r="r" b="b"/>
              <a:pathLst>
                <a:path w="13" h="5" extrusionOk="0">
                  <a:moveTo>
                    <a:pt x="10" y="0"/>
                  </a:moveTo>
                  <a:cubicBezTo>
                    <a:pt x="3" y="0"/>
                    <a:pt x="3" y="0"/>
                    <a:pt x="3" y="0"/>
                  </a:cubicBezTo>
                  <a:cubicBezTo>
                    <a:pt x="2" y="0"/>
                    <a:pt x="0" y="1"/>
                    <a:pt x="0" y="2"/>
                  </a:cubicBezTo>
                  <a:cubicBezTo>
                    <a:pt x="0" y="4"/>
                    <a:pt x="1" y="5"/>
                    <a:pt x="3" y="5"/>
                  </a:cubicBezTo>
                  <a:cubicBezTo>
                    <a:pt x="10" y="5"/>
                    <a:pt x="10" y="5"/>
                    <a:pt x="10" y="5"/>
                  </a:cubicBezTo>
                  <a:cubicBezTo>
                    <a:pt x="11" y="5"/>
                    <a:pt x="13" y="4"/>
                    <a:pt x="13" y="3"/>
                  </a:cubicBezTo>
                  <a:cubicBezTo>
                    <a:pt x="13" y="1"/>
                    <a:pt x="12" y="0"/>
                    <a:pt x="10"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0" name="Google Shape;1010;p52"/>
            <p:cNvSpPr/>
            <p:nvPr/>
          </p:nvSpPr>
          <p:spPr>
            <a:xfrm>
              <a:off x="924278" y="1757933"/>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1" name="Google Shape;1011;p52"/>
            <p:cNvSpPr/>
            <p:nvPr/>
          </p:nvSpPr>
          <p:spPr>
            <a:xfrm>
              <a:off x="1010151" y="1755731"/>
              <a:ext cx="36331" cy="15413"/>
            </a:xfrm>
            <a:custGeom>
              <a:avLst/>
              <a:gdLst/>
              <a:ahLst/>
              <a:cxnLst/>
              <a:rect l="l" t="t" r="r" b="b"/>
              <a:pathLst>
                <a:path w="14" h="6" extrusionOk="0">
                  <a:moveTo>
                    <a:pt x="11" y="0"/>
                  </a:moveTo>
                  <a:cubicBezTo>
                    <a:pt x="3" y="0"/>
                    <a:pt x="3" y="0"/>
                    <a:pt x="3" y="0"/>
                  </a:cubicBezTo>
                  <a:cubicBezTo>
                    <a:pt x="2" y="0"/>
                    <a:pt x="1" y="1"/>
                    <a:pt x="1" y="3"/>
                  </a:cubicBezTo>
                  <a:cubicBezTo>
                    <a:pt x="0" y="4"/>
                    <a:pt x="2" y="6"/>
                    <a:pt x="3" y="6"/>
                  </a:cubicBezTo>
                  <a:cubicBezTo>
                    <a:pt x="10" y="6"/>
                    <a:pt x="10" y="6"/>
                    <a:pt x="10" y="6"/>
                  </a:cubicBezTo>
                  <a:cubicBezTo>
                    <a:pt x="12" y="6"/>
                    <a:pt x="13" y="5"/>
                    <a:pt x="13" y="4"/>
                  </a:cubicBezTo>
                  <a:cubicBezTo>
                    <a:pt x="14" y="2"/>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2" name="Google Shape;1012;p52"/>
            <p:cNvSpPr/>
            <p:nvPr/>
          </p:nvSpPr>
          <p:spPr>
            <a:xfrm>
              <a:off x="1010151" y="1805273"/>
              <a:ext cx="36331" cy="13211"/>
            </a:xfrm>
            <a:custGeom>
              <a:avLst/>
              <a:gdLst/>
              <a:ahLst/>
              <a:cxnLst/>
              <a:rect l="l" t="t" r="r" b="b"/>
              <a:pathLst>
                <a:path w="14" h="5" extrusionOk="0">
                  <a:moveTo>
                    <a:pt x="11" y="0"/>
                  </a:moveTo>
                  <a:cubicBezTo>
                    <a:pt x="3" y="0"/>
                    <a:pt x="3" y="0"/>
                    <a:pt x="3" y="0"/>
                  </a:cubicBezTo>
                  <a:cubicBezTo>
                    <a:pt x="2" y="0"/>
                    <a:pt x="1" y="1"/>
                    <a:pt x="1" y="2"/>
                  </a:cubicBezTo>
                  <a:cubicBezTo>
                    <a:pt x="0" y="4"/>
                    <a:pt x="2" y="5"/>
                    <a:pt x="3" y="5"/>
                  </a:cubicBezTo>
                  <a:cubicBezTo>
                    <a:pt x="10" y="5"/>
                    <a:pt x="10" y="5"/>
                    <a:pt x="10" y="5"/>
                  </a:cubicBezTo>
                  <a:cubicBezTo>
                    <a:pt x="12" y="5"/>
                    <a:pt x="13" y="4"/>
                    <a:pt x="13" y="3"/>
                  </a:cubicBezTo>
                  <a:cubicBezTo>
                    <a:pt x="14" y="1"/>
                    <a:pt x="1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3" name="Google Shape;1013;p52"/>
            <p:cNvSpPr/>
            <p:nvPr/>
          </p:nvSpPr>
          <p:spPr>
            <a:xfrm>
              <a:off x="770147" y="1755732"/>
              <a:ext cx="33028" cy="15413"/>
            </a:xfrm>
            <a:custGeom>
              <a:avLst/>
              <a:gdLst/>
              <a:ahLst/>
              <a:cxnLst/>
              <a:rect l="l" t="t" r="r" b="b"/>
              <a:pathLst>
                <a:path w="13" h="6" extrusionOk="0">
                  <a:moveTo>
                    <a:pt x="3" y="6"/>
                  </a:moveTo>
                  <a:cubicBezTo>
                    <a:pt x="10" y="6"/>
                    <a:pt x="10" y="6"/>
                    <a:pt x="10" y="6"/>
                  </a:cubicBezTo>
                  <a:cubicBezTo>
                    <a:pt x="11" y="6"/>
                    <a:pt x="13" y="5"/>
                    <a:pt x="13" y="4"/>
                  </a:cubicBezTo>
                  <a:cubicBezTo>
                    <a:pt x="13" y="2"/>
                    <a:pt x="12" y="0"/>
                    <a:pt x="10" y="0"/>
                  </a:cubicBezTo>
                  <a:cubicBezTo>
                    <a:pt x="3" y="0"/>
                    <a:pt x="3" y="0"/>
                    <a:pt x="3" y="0"/>
                  </a:cubicBezTo>
                  <a:cubicBezTo>
                    <a:pt x="2" y="0"/>
                    <a:pt x="0" y="1"/>
                    <a:pt x="0" y="3"/>
                  </a:cubicBezTo>
                  <a:cubicBezTo>
                    <a:pt x="0" y="4"/>
                    <a:pt x="1"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4" name="Google Shape;1014;p52"/>
            <p:cNvSpPr/>
            <p:nvPr/>
          </p:nvSpPr>
          <p:spPr>
            <a:xfrm>
              <a:off x="770147" y="1805273"/>
              <a:ext cx="33028" cy="13211"/>
            </a:xfrm>
            <a:custGeom>
              <a:avLst/>
              <a:gdLst/>
              <a:ahLst/>
              <a:cxnLst/>
              <a:rect l="l" t="t" r="r" b="b"/>
              <a:pathLst>
                <a:path w="13" h="5" extrusionOk="0">
                  <a:moveTo>
                    <a:pt x="3" y="5"/>
                  </a:moveTo>
                  <a:cubicBezTo>
                    <a:pt x="10" y="5"/>
                    <a:pt x="10" y="5"/>
                    <a:pt x="10" y="5"/>
                  </a:cubicBezTo>
                  <a:cubicBezTo>
                    <a:pt x="11" y="5"/>
                    <a:pt x="13" y="4"/>
                    <a:pt x="13" y="3"/>
                  </a:cubicBezTo>
                  <a:cubicBezTo>
                    <a:pt x="13" y="1"/>
                    <a:pt x="12" y="0"/>
                    <a:pt x="10"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5" name="Google Shape;1015;p52"/>
            <p:cNvSpPr/>
            <p:nvPr/>
          </p:nvSpPr>
          <p:spPr>
            <a:xfrm>
              <a:off x="1065198" y="1805273"/>
              <a:ext cx="13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16" name="Google Shape;1016;p52"/>
          <p:cNvGrpSpPr/>
          <p:nvPr/>
        </p:nvGrpSpPr>
        <p:grpSpPr>
          <a:xfrm>
            <a:off x="3196631" y="2047711"/>
            <a:ext cx="367409" cy="363110"/>
            <a:chOff x="3183403" y="2077204"/>
            <a:chExt cx="376521" cy="372116"/>
          </a:xfrm>
        </p:grpSpPr>
        <p:sp>
          <p:nvSpPr>
            <p:cNvPr id="1017" name="Google Shape;1017;p52"/>
            <p:cNvSpPr/>
            <p:nvPr/>
          </p:nvSpPr>
          <p:spPr>
            <a:xfrm>
              <a:off x="3371663" y="2143260"/>
              <a:ext cx="123305" cy="122204"/>
            </a:xfrm>
            <a:custGeom>
              <a:avLst/>
              <a:gdLst/>
              <a:ahLst/>
              <a:cxnLst/>
              <a:rect l="l" t="t" r="r" b="b"/>
              <a:pathLst>
                <a:path w="47" h="47" extrusionOk="0">
                  <a:moveTo>
                    <a:pt x="4" y="32"/>
                  </a:moveTo>
                  <a:cubicBezTo>
                    <a:pt x="15" y="32"/>
                    <a:pt x="15" y="32"/>
                    <a:pt x="15" y="32"/>
                  </a:cubicBezTo>
                  <a:cubicBezTo>
                    <a:pt x="15" y="43"/>
                    <a:pt x="15" y="43"/>
                    <a:pt x="15" y="43"/>
                  </a:cubicBezTo>
                  <a:cubicBezTo>
                    <a:pt x="15" y="45"/>
                    <a:pt x="17" y="47"/>
                    <a:pt x="19" y="47"/>
                  </a:cubicBezTo>
                  <a:cubicBezTo>
                    <a:pt x="28" y="47"/>
                    <a:pt x="28" y="47"/>
                    <a:pt x="28" y="47"/>
                  </a:cubicBezTo>
                  <a:cubicBezTo>
                    <a:pt x="30" y="47"/>
                    <a:pt x="32" y="45"/>
                    <a:pt x="32" y="43"/>
                  </a:cubicBezTo>
                  <a:cubicBezTo>
                    <a:pt x="32" y="32"/>
                    <a:pt x="32" y="32"/>
                    <a:pt x="32" y="32"/>
                  </a:cubicBezTo>
                  <a:cubicBezTo>
                    <a:pt x="43" y="32"/>
                    <a:pt x="43" y="32"/>
                    <a:pt x="43" y="32"/>
                  </a:cubicBezTo>
                  <a:cubicBezTo>
                    <a:pt x="45" y="32"/>
                    <a:pt x="47" y="30"/>
                    <a:pt x="47" y="28"/>
                  </a:cubicBezTo>
                  <a:cubicBezTo>
                    <a:pt x="47" y="19"/>
                    <a:pt x="47" y="19"/>
                    <a:pt x="47" y="19"/>
                  </a:cubicBezTo>
                  <a:cubicBezTo>
                    <a:pt x="47" y="17"/>
                    <a:pt x="45" y="15"/>
                    <a:pt x="43" y="15"/>
                  </a:cubicBezTo>
                  <a:cubicBezTo>
                    <a:pt x="32" y="15"/>
                    <a:pt x="32" y="15"/>
                    <a:pt x="32" y="15"/>
                  </a:cubicBezTo>
                  <a:cubicBezTo>
                    <a:pt x="32" y="4"/>
                    <a:pt x="32" y="4"/>
                    <a:pt x="32" y="4"/>
                  </a:cubicBezTo>
                  <a:cubicBezTo>
                    <a:pt x="32" y="2"/>
                    <a:pt x="30" y="0"/>
                    <a:pt x="28" y="0"/>
                  </a:cubicBezTo>
                  <a:cubicBezTo>
                    <a:pt x="19" y="0"/>
                    <a:pt x="19" y="0"/>
                    <a:pt x="19" y="0"/>
                  </a:cubicBezTo>
                  <a:cubicBezTo>
                    <a:pt x="17" y="0"/>
                    <a:pt x="15" y="2"/>
                    <a:pt x="15" y="4"/>
                  </a:cubicBezTo>
                  <a:cubicBezTo>
                    <a:pt x="15" y="15"/>
                    <a:pt x="15" y="15"/>
                    <a:pt x="15" y="15"/>
                  </a:cubicBezTo>
                  <a:cubicBezTo>
                    <a:pt x="4" y="15"/>
                    <a:pt x="4" y="15"/>
                    <a:pt x="4" y="15"/>
                  </a:cubicBezTo>
                  <a:cubicBezTo>
                    <a:pt x="2" y="15"/>
                    <a:pt x="0" y="17"/>
                    <a:pt x="0" y="19"/>
                  </a:cubicBezTo>
                  <a:cubicBezTo>
                    <a:pt x="0" y="28"/>
                    <a:pt x="0" y="28"/>
                    <a:pt x="0" y="28"/>
                  </a:cubicBezTo>
                  <a:cubicBezTo>
                    <a:pt x="0" y="30"/>
                    <a:pt x="2" y="32"/>
                    <a:pt x="4" y="32"/>
                  </a:cubicBezTo>
                  <a:close/>
                  <a:moveTo>
                    <a:pt x="5" y="20"/>
                  </a:moveTo>
                  <a:cubicBezTo>
                    <a:pt x="18" y="20"/>
                    <a:pt x="18" y="20"/>
                    <a:pt x="18" y="20"/>
                  </a:cubicBezTo>
                  <a:cubicBezTo>
                    <a:pt x="19" y="20"/>
                    <a:pt x="20" y="19"/>
                    <a:pt x="20" y="17"/>
                  </a:cubicBezTo>
                  <a:cubicBezTo>
                    <a:pt x="20" y="5"/>
                    <a:pt x="20" y="5"/>
                    <a:pt x="20" y="5"/>
                  </a:cubicBezTo>
                  <a:cubicBezTo>
                    <a:pt x="27" y="5"/>
                    <a:pt x="27" y="5"/>
                    <a:pt x="27" y="5"/>
                  </a:cubicBezTo>
                  <a:cubicBezTo>
                    <a:pt x="27" y="17"/>
                    <a:pt x="27" y="17"/>
                    <a:pt x="27" y="17"/>
                  </a:cubicBezTo>
                  <a:cubicBezTo>
                    <a:pt x="27" y="19"/>
                    <a:pt x="28" y="20"/>
                    <a:pt x="30" y="20"/>
                  </a:cubicBezTo>
                  <a:cubicBezTo>
                    <a:pt x="42" y="20"/>
                    <a:pt x="42" y="20"/>
                    <a:pt x="42" y="20"/>
                  </a:cubicBezTo>
                  <a:cubicBezTo>
                    <a:pt x="42" y="27"/>
                    <a:pt x="42" y="27"/>
                    <a:pt x="42" y="27"/>
                  </a:cubicBezTo>
                  <a:cubicBezTo>
                    <a:pt x="30" y="27"/>
                    <a:pt x="30" y="27"/>
                    <a:pt x="30" y="27"/>
                  </a:cubicBezTo>
                  <a:cubicBezTo>
                    <a:pt x="28" y="27"/>
                    <a:pt x="27" y="28"/>
                    <a:pt x="27" y="29"/>
                  </a:cubicBezTo>
                  <a:cubicBezTo>
                    <a:pt x="27" y="42"/>
                    <a:pt x="27" y="42"/>
                    <a:pt x="27" y="42"/>
                  </a:cubicBezTo>
                  <a:cubicBezTo>
                    <a:pt x="20" y="42"/>
                    <a:pt x="20" y="42"/>
                    <a:pt x="20" y="42"/>
                  </a:cubicBezTo>
                  <a:cubicBezTo>
                    <a:pt x="20" y="29"/>
                    <a:pt x="20" y="29"/>
                    <a:pt x="20" y="29"/>
                  </a:cubicBezTo>
                  <a:cubicBezTo>
                    <a:pt x="20" y="28"/>
                    <a:pt x="19" y="27"/>
                    <a:pt x="18" y="27"/>
                  </a:cubicBezTo>
                  <a:cubicBezTo>
                    <a:pt x="5" y="27"/>
                    <a:pt x="5" y="27"/>
                    <a:pt x="5" y="27"/>
                  </a:cubicBezTo>
                  <a:lnTo>
                    <a:pt x="5" y="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8" name="Google Shape;1018;p52"/>
            <p:cNvSpPr/>
            <p:nvPr/>
          </p:nvSpPr>
          <p:spPr>
            <a:xfrm>
              <a:off x="3183403" y="2077204"/>
              <a:ext cx="376521" cy="372116"/>
            </a:xfrm>
            <a:custGeom>
              <a:avLst/>
              <a:gdLst/>
              <a:ahLst/>
              <a:cxnLst/>
              <a:rect l="l" t="t" r="r" b="b"/>
              <a:pathLst>
                <a:path w="144" h="142" extrusionOk="0">
                  <a:moveTo>
                    <a:pt x="130" y="14"/>
                  </a:moveTo>
                  <a:cubicBezTo>
                    <a:pt x="121" y="5"/>
                    <a:pt x="109" y="0"/>
                    <a:pt x="97" y="0"/>
                  </a:cubicBezTo>
                  <a:cubicBezTo>
                    <a:pt x="84" y="0"/>
                    <a:pt x="72" y="4"/>
                    <a:pt x="63" y="12"/>
                  </a:cubicBezTo>
                  <a:cubicBezTo>
                    <a:pt x="62" y="14"/>
                    <a:pt x="62" y="15"/>
                    <a:pt x="63" y="16"/>
                  </a:cubicBezTo>
                  <a:cubicBezTo>
                    <a:pt x="64" y="18"/>
                    <a:pt x="66" y="18"/>
                    <a:pt x="67" y="17"/>
                  </a:cubicBezTo>
                  <a:cubicBezTo>
                    <a:pt x="75" y="9"/>
                    <a:pt x="86" y="5"/>
                    <a:pt x="97" y="6"/>
                  </a:cubicBezTo>
                  <a:cubicBezTo>
                    <a:pt x="108" y="6"/>
                    <a:pt x="118" y="10"/>
                    <a:pt x="126" y="18"/>
                  </a:cubicBezTo>
                  <a:cubicBezTo>
                    <a:pt x="134" y="26"/>
                    <a:pt x="138" y="37"/>
                    <a:pt x="138" y="48"/>
                  </a:cubicBezTo>
                  <a:cubicBezTo>
                    <a:pt x="138" y="60"/>
                    <a:pt x="134" y="71"/>
                    <a:pt x="126" y="79"/>
                  </a:cubicBezTo>
                  <a:cubicBezTo>
                    <a:pt x="118" y="87"/>
                    <a:pt x="107" y="91"/>
                    <a:pt x="96" y="91"/>
                  </a:cubicBezTo>
                  <a:cubicBezTo>
                    <a:pt x="84" y="91"/>
                    <a:pt x="73" y="87"/>
                    <a:pt x="65" y="79"/>
                  </a:cubicBezTo>
                  <a:cubicBezTo>
                    <a:pt x="54" y="68"/>
                    <a:pt x="50" y="51"/>
                    <a:pt x="55" y="36"/>
                  </a:cubicBezTo>
                  <a:cubicBezTo>
                    <a:pt x="55" y="35"/>
                    <a:pt x="54" y="33"/>
                    <a:pt x="53" y="33"/>
                  </a:cubicBezTo>
                  <a:cubicBezTo>
                    <a:pt x="51" y="32"/>
                    <a:pt x="50" y="33"/>
                    <a:pt x="49" y="35"/>
                  </a:cubicBezTo>
                  <a:cubicBezTo>
                    <a:pt x="45" y="48"/>
                    <a:pt x="47" y="62"/>
                    <a:pt x="54" y="73"/>
                  </a:cubicBezTo>
                  <a:cubicBezTo>
                    <a:pt x="5" y="122"/>
                    <a:pt x="5" y="122"/>
                    <a:pt x="5" y="122"/>
                  </a:cubicBezTo>
                  <a:cubicBezTo>
                    <a:pt x="0" y="127"/>
                    <a:pt x="0" y="134"/>
                    <a:pt x="5" y="139"/>
                  </a:cubicBezTo>
                  <a:cubicBezTo>
                    <a:pt x="7" y="141"/>
                    <a:pt x="10" y="142"/>
                    <a:pt x="13" y="142"/>
                  </a:cubicBezTo>
                  <a:cubicBezTo>
                    <a:pt x="16" y="142"/>
                    <a:pt x="19" y="141"/>
                    <a:pt x="22" y="139"/>
                  </a:cubicBezTo>
                  <a:cubicBezTo>
                    <a:pt x="71" y="90"/>
                    <a:pt x="71" y="90"/>
                    <a:pt x="71" y="90"/>
                  </a:cubicBezTo>
                  <a:cubicBezTo>
                    <a:pt x="78" y="94"/>
                    <a:pt x="87" y="97"/>
                    <a:pt x="96" y="97"/>
                  </a:cubicBezTo>
                  <a:cubicBezTo>
                    <a:pt x="109" y="97"/>
                    <a:pt x="121" y="92"/>
                    <a:pt x="130" y="83"/>
                  </a:cubicBezTo>
                  <a:cubicBezTo>
                    <a:pt x="139" y="73"/>
                    <a:pt x="144" y="61"/>
                    <a:pt x="144" y="48"/>
                  </a:cubicBezTo>
                  <a:cubicBezTo>
                    <a:pt x="144" y="35"/>
                    <a:pt x="139" y="23"/>
                    <a:pt x="130" y="14"/>
                  </a:cubicBezTo>
                  <a:close/>
                  <a:moveTo>
                    <a:pt x="18" y="135"/>
                  </a:moveTo>
                  <a:cubicBezTo>
                    <a:pt x="15" y="137"/>
                    <a:pt x="11" y="137"/>
                    <a:pt x="9" y="135"/>
                  </a:cubicBezTo>
                  <a:cubicBezTo>
                    <a:pt x="7" y="133"/>
                    <a:pt x="7" y="129"/>
                    <a:pt x="9" y="126"/>
                  </a:cubicBezTo>
                  <a:cubicBezTo>
                    <a:pt x="41" y="94"/>
                    <a:pt x="41" y="94"/>
                    <a:pt x="41" y="94"/>
                  </a:cubicBezTo>
                  <a:cubicBezTo>
                    <a:pt x="50" y="103"/>
                    <a:pt x="50" y="103"/>
                    <a:pt x="50" y="103"/>
                  </a:cubicBezTo>
                  <a:lnTo>
                    <a:pt x="18" y="135"/>
                  </a:lnTo>
                  <a:close/>
                  <a:moveTo>
                    <a:pt x="54" y="99"/>
                  </a:moveTo>
                  <a:cubicBezTo>
                    <a:pt x="45" y="90"/>
                    <a:pt x="45" y="90"/>
                    <a:pt x="45" y="90"/>
                  </a:cubicBezTo>
                  <a:cubicBezTo>
                    <a:pt x="57" y="78"/>
                    <a:pt x="57" y="78"/>
                    <a:pt x="57" y="78"/>
                  </a:cubicBezTo>
                  <a:cubicBezTo>
                    <a:pt x="59" y="79"/>
                    <a:pt x="60" y="81"/>
                    <a:pt x="61" y="83"/>
                  </a:cubicBezTo>
                  <a:cubicBezTo>
                    <a:pt x="63" y="84"/>
                    <a:pt x="64" y="85"/>
                    <a:pt x="66" y="87"/>
                  </a:cubicBezTo>
                  <a:lnTo>
                    <a:pt x="54" y="9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9" name="Google Shape;1019;p52"/>
            <p:cNvSpPr/>
            <p:nvPr/>
          </p:nvSpPr>
          <p:spPr>
            <a:xfrm>
              <a:off x="3337535" y="2105829"/>
              <a:ext cx="190463" cy="193764"/>
            </a:xfrm>
            <a:custGeom>
              <a:avLst/>
              <a:gdLst/>
              <a:ahLst/>
              <a:cxnLst/>
              <a:rect l="l" t="t" r="r" b="b"/>
              <a:pathLst>
                <a:path w="73" h="74" extrusionOk="0">
                  <a:moveTo>
                    <a:pt x="11" y="63"/>
                  </a:moveTo>
                  <a:cubicBezTo>
                    <a:pt x="18" y="70"/>
                    <a:pt x="27" y="74"/>
                    <a:pt x="37" y="74"/>
                  </a:cubicBezTo>
                  <a:cubicBezTo>
                    <a:pt x="46" y="74"/>
                    <a:pt x="56" y="70"/>
                    <a:pt x="63" y="63"/>
                  </a:cubicBezTo>
                  <a:cubicBezTo>
                    <a:pt x="70" y="56"/>
                    <a:pt x="73" y="47"/>
                    <a:pt x="73" y="37"/>
                  </a:cubicBezTo>
                  <a:cubicBezTo>
                    <a:pt x="73" y="27"/>
                    <a:pt x="70" y="18"/>
                    <a:pt x="63" y="11"/>
                  </a:cubicBezTo>
                  <a:cubicBezTo>
                    <a:pt x="56" y="4"/>
                    <a:pt x="46" y="0"/>
                    <a:pt x="37" y="0"/>
                  </a:cubicBezTo>
                  <a:cubicBezTo>
                    <a:pt x="27" y="0"/>
                    <a:pt x="18" y="4"/>
                    <a:pt x="11" y="11"/>
                  </a:cubicBezTo>
                  <a:cubicBezTo>
                    <a:pt x="4" y="18"/>
                    <a:pt x="0" y="27"/>
                    <a:pt x="0" y="37"/>
                  </a:cubicBezTo>
                  <a:cubicBezTo>
                    <a:pt x="0" y="47"/>
                    <a:pt x="4" y="56"/>
                    <a:pt x="11" y="63"/>
                  </a:cubicBezTo>
                  <a:close/>
                  <a:moveTo>
                    <a:pt x="15" y="15"/>
                  </a:moveTo>
                  <a:cubicBezTo>
                    <a:pt x="20" y="9"/>
                    <a:pt x="28" y="6"/>
                    <a:pt x="37" y="6"/>
                  </a:cubicBezTo>
                  <a:cubicBezTo>
                    <a:pt x="45" y="6"/>
                    <a:pt x="53" y="9"/>
                    <a:pt x="59" y="15"/>
                  </a:cubicBezTo>
                  <a:cubicBezTo>
                    <a:pt x="65" y="21"/>
                    <a:pt x="68" y="29"/>
                    <a:pt x="68" y="37"/>
                  </a:cubicBezTo>
                  <a:cubicBezTo>
                    <a:pt x="68" y="46"/>
                    <a:pt x="65" y="54"/>
                    <a:pt x="59" y="59"/>
                  </a:cubicBezTo>
                  <a:cubicBezTo>
                    <a:pt x="53" y="65"/>
                    <a:pt x="45" y="69"/>
                    <a:pt x="37" y="69"/>
                  </a:cubicBezTo>
                  <a:cubicBezTo>
                    <a:pt x="28" y="69"/>
                    <a:pt x="20" y="65"/>
                    <a:pt x="15" y="59"/>
                  </a:cubicBezTo>
                  <a:cubicBezTo>
                    <a:pt x="9" y="54"/>
                    <a:pt x="5" y="46"/>
                    <a:pt x="5" y="37"/>
                  </a:cubicBezTo>
                  <a:cubicBezTo>
                    <a:pt x="5" y="29"/>
                    <a:pt x="9" y="21"/>
                    <a:pt x="15" y="1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0" name="Google Shape;1020;p52"/>
            <p:cNvSpPr/>
            <p:nvPr/>
          </p:nvSpPr>
          <p:spPr>
            <a:xfrm>
              <a:off x="3324323" y="2132251"/>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21" name="Google Shape;1021;p52"/>
          <p:cNvGrpSpPr/>
          <p:nvPr/>
        </p:nvGrpSpPr>
        <p:grpSpPr>
          <a:xfrm>
            <a:off x="7962741" y="1498748"/>
            <a:ext cx="364186" cy="358021"/>
            <a:chOff x="8024228" y="1514627"/>
            <a:chExt cx="373218" cy="366900"/>
          </a:xfrm>
        </p:grpSpPr>
        <p:sp>
          <p:nvSpPr>
            <p:cNvPr id="1022" name="Google Shape;1022;p52"/>
            <p:cNvSpPr/>
            <p:nvPr/>
          </p:nvSpPr>
          <p:spPr>
            <a:xfrm>
              <a:off x="8024228" y="1514627"/>
              <a:ext cx="373218" cy="332482"/>
            </a:xfrm>
            <a:custGeom>
              <a:avLst/>
              <a:gdLst/>
              <a:ahLst/>
              <a:cxnLst/>
              <a:rect l="l" t="t" r="r" b="b"/>
              <a:pathLst>
                <a:path w="143" h="127" extrusionOk="0">
                  <a:moveTo>
                    <a:pt x="140" y="31"/>
                  </a:moveTo>
                  <a:cubicBezTo>
                    <a:pt x="134" y="31"/>
                    <a:pt x="134" y="31"/>
                    <a:pt x="134" y="31"/>
                  </a:cubicBezTo>
                  <a:cubicBezTo>
                    <a:pt x="123" y="12"/>
                    <a:pt x="123" y="12"/>
                    <a:pt x="123" y="12"/>
                  </a:cubicBezTo>
                  <a:cubicBezTo>
                    <a:pt x="123" y="3"/>
                    <a:pt x="123" y="3"/>
                    <a:pt x="123" y="3"/>
                  </a:cubicBezTo>
                  <a:cubicBezTo>
                    <a:pt x="123" y="2"/>
                    <a:pt x="122" y="0"/>
                    <a:pt x="120" y="0"/>
                  </a:cubicBezTo>
                  <a:cubicBezTo>
                    <a:pt x="119" y="0"/>
                    <a:pt x="117" y="1"/>
                    <a:pt x="117" y="3"/>
                  </a:cubicBezTo>
                  <a:cubicBezTo>
                    <a:pt x="117" y="10"/>
                    <a:pt x="117" y="10"/>
                    <a:pt x="117" y="10"/>
                  </a:cubicBezTo>
                  <a:cubicBezTo>
                    <a:pt x="99" y="10"/>
                    <a:pt x="99" y="10"/>
                    <a:pt x="99" y="10"/>
                  </a:cubicBezTo>
                  <a:cubicBezTo>
                    <a:pt x="96" y="10"/>
                    <a:pt x="93" y="11"/>
                    <a:pt x="92" y="14"/>
                  </a:cubicBezTo>
                  <a:cubicBezTo>
                    <a:pt x="82" y="31"/>
                    <a:pt x="82" y="31"/>
                    <a:pt x="82" y="31"/>
                  </a:cubicBezTo>
                  <a:cubicBezTo>
                    <a:pt x="61" y="31"/>
                    <a:pt x="61" y="31"/>
                    <a:pt x="61" y="31"/>
                  </a:cubicBezTo>
                  <a:cubicBezTo>
                    <a:pt x="52" y="14"/>
                    <a:pt x="52" y="14"/>
                    <a:pt x="52" y="14"/>
                  </a:cubicBezTo>
                  <a:cubicBezTo>
                    <a:pt x="50" y="11"/>
                    <a:pt x="47" y="10"/>
                    <a:pt x="44" y="10"/>
                  </a:cubicBezTo>
                  <a:cubicBezTo>
                    <a:pt x="27" y="10"/>
                    <a:pt x="27" y="10"/>
                    <a:pt x="27" y="10"/>
                  </a:cubicBezTo>
                  <a:cubicBezTo>
                    <a:pt x="24" y="10"/>
                    <a:pt x="21" y="11"/>
                    <a:pt x="20" y="14"/>
                  </a:cubicBezTo>
                  <a:cubicBezTo>
                    <a:pt x="10" y="31"/>
                    <a:pt x="10" y="31"/>
                    <a:pt x="10" y="31"/>
                  </a:cubicBezTo>
                  <a:cubicBezTo>
                    <a:pt x="4" y="31"/>
                    <a:pt x="4" y="31"/>
                    <a:pt x="4" y="31"/>
                  </a:cubicBezTo>
                  <a:cubicBezTo>
                    <a:pt x="2" y="31"/>
                    <a:pt x="1" y="32"/>
                    <a:pt x="1" y="33"/>
                  </a:cubicBezTo>
                  <a:cubicBezTo>
                    <a:pt x="0" y="35"/>
                    <a:pt x="2" y="36"/>
                    <a:pt x="3" y="36"/>
                  </a:cubicBezTo>
                  <a:cubicBezTo>
                    <a:pt x="10" y="36"/>
                    <a:pt x="10" y="36"/>
                    <a:pt x="10" y="36"/>
                  </a:cubicBezTo>
                  <a:cubicBezTo>
                    <a:pt x="21" y="55"/>
                    <a:pt x="21" y="55"/>
                    <a:pt x="21" y="55"/>
                  </a:cubicBezTo>
                  <a:cubicBezTo>
                    <a:pt x="21" y="61"/>
                    <a:pt x="21" y="61"/>
                    <a:pt x="21" y="61"/>
                  </a:cubicBezTo>
                  <a:cubicBezTo>
                    <a:pt x="21" y="63"/>
                    <a:pt x="22" y="64"/>
                    <a:pt x="23" y="64"/>
                  </a:cubicBezTo>
                  <a:cubicBezTo>
                    <a:pt x="25" y="64"/>
                    <a:pt x="26" y="63"/>
                    <a:pt x="26" y="61"/>
                  </a:cubicBezTo>
                  <a:cubicBezTo>
                    <a:pt x="26" y="57"/>
                    <a:pt x="26" y="57"/>
                    <a:pt x="26" y="57"/>
                  </a:cubicBezTo>
                  <a:cubicBezTo>
                    <a:pt x="46" y="57"/>
                    <a:pt x="46" y="57"/>
                    <a:pt x="46" y="57"/>
                  </a:cubicBezTo>
                  <a:cubicBezTo>
                    <a:pt x="56" y="76"/>
                    <a:pt x="56" y="76"/>
                    <a:pt x="56" y="76"/>
                  </a:cubicBezTo>
                  <a:cubicBezTo>
                    <a:pt x="46" y="94"/>
                    <a:pt x="46" y="94"/>
                    <a:pt x="46" y="94"/>
                  </a:cubicBezTo>
                  <a:cubicBezTo>
                    <a:pt x="40" y="94"/>
                    <a:pt x="40" y="94"/>
                    <a:pt x="40" y="94"/>
                  </a:cubicBezTo>
                  <a:cubicBezTo>
                    <a:pt x="38" y="94"/>
                    <a:pt x="37" y="95"/>
                    <a:pt x="37" y="96"/>
                  </a:cubicBezTo>
                  <a:cubicBezTo>
                    <a:pt x="37" y="98"/>
                    <a:pt x="38" y="99"/>
                    <a:pt x="40" y="99"/>
                  </a:cubicBezTo>
                  <a:cubicBezTo>
                    <a:pt x="46" y="99"/>
                    <a:pt x="46" y="99"/>
                    <a:pt x="46" y="99"/>
                  </a:cubicBezTo>
                  <a:cubicBezTo>
                    <a:pt x="56" y="116"/>
                    <a:pt x="56" y="116"/>
                    <a:pt x="56" y="116"/>
                  </a:cubicBezTo>
                  <a:cubicBezTo>
                    <a:pt x="57" y="118"/>
                    <a:pt x="60" y="120"/>
                    <a:pt x="63" y="120"/>
                  </a:cubicBezTo>
                  <a:cubicBezTo>
                    <a:pt x="81" y="120"/>
                    <a:pt x="81" y="120"/>
                    <a:pt x="81" y="120"/>
                  </a:cubicBezTo>
                  <a:cubicBezTo>
                    <a:pt x="81" y="124"/>
                    <a:pt x="81" y="124"/>
                    <a:pt x="81" y="124"/>
                  </a:cubicBezTo>
                  <a:cubicBezTo>
                    <a:pt x="81" y="126"/>
                    <a:pt x="82" y="127"/>
                    <a:pt x="83" y="127"/>
                  </a:cubicBezTo>
                  <a:cubicBezTo>
                    <a:pt x="85" y="127"/>
                    <a:pt x="87" y="126"/>
                    <a:pt x="87" y="124"/>
                  </a:cubicBezTo>
                  <a:cubicBezTo>
                    <a:pt x="87" y="118"/>
                    <a:pt x="87" y="118"/>
                    <a:pt x="87" y="118"/>
                  </a:cubicBezTo>
                  <a:cubicBezTo>
                    <a:pt x="97" y="100"/>
                    <a:pt x="97" y="100"/>
                    <a:pt x="97" y="100"/>
                  </a:cubicBezTo>
                  <a:cubicBezTo>
                    <a:pt x="98" y="98"/>
                    <a:pt x="98" y="95"/>
                    <a:pt x="97" y="92"/>
                  </a:cubicBezTo>
                  <a:cubicBezTo>
                    <a:pt x="87" y="75"/>
                    <a:pt x="87" y="75"/>
                    <a:pt x="87" y="75"/>
                  </a:cubicBezTo>
                  <a:cubicBezTo>
                    <a:pt x="98" y="57"/>
                    <a:pt x="98" y="57"/>
                    <a:pt x="98" y="57"/>
                  </a:cubicBezTo>
                  <a:cubicBezTo>
                    <a:pt x="117" y="57"/>
                    <a:pt x="117" y="57"/>
                    <a:pt x="117" y="57"/>
                  </a:cubicBezTo>
                  <a:cubicBezTo>
                    <a:pt x="120" y="57"/>
                    <a:pt x="123" y="56"/>
                    <a:pt x="124" y="53"/>
                  </a:cubicBezTo>
                  <a:cubicBezTo>
                    <a:pt x="134" y="36"/>
                    <a:pt x="134" y="36"/>
                    <a:pt x="134" y="36"/>
                  </a:cubicBezTo>
                  <a:cubicBezTo>
                    <a:pt x="140" y="36"/>
                    <a:pt x="140" y="36"/>
                    <a:pt x="140" y="36"/>
                  </a:cubicBezTo>
                  <a:cubicBezTo>
                    <a:pt x="142" y="36"/>
                    <a:pt x="143" y="35"/>
                    <a:pt x="143" y="34"/>
                  </a:cubicBezTo>
                  <a:cubicBezTo>
                    <a:pt x="143" y="32"/>
                    <a:pt x="142" y="31"/>
                    <a:pt x="140" y="31"/>
                  </a:cubicBezTo>
                  <a:close/>
                  <a:moveTo>
                    <a:pt x="24" y="17"/>
                  </a:moveTo>
                  <a:cubicBezTo>
                    <a:pt x="25" y="16"/>
                    <a:pt x="26" y="15"/>
                    <a:pt x="27" y="15"/>
                  </a:cubicBezTo>
                  <a:cubicBezTo>
                    <a:pt x="44" y="15"/>
                    <a:pt x="44" y="15"/>
                    <a:pt x="44" y="15"/>
                  </a:cubicBezTo>
                  <a:cubicBezTo>
                    <a:pt x="45" y="15"/>
                    <a:pt x="46" y="16"/>
                    <a:pt x="47" y="17"/>
                  </a:cubicBezTo>
                  <a:cubicBezTo>
                    <a:pt x="56" y="34"/>
                    <a:pt x="56" y="34"/>
                    <a:pt x="56" y="34"/>
                  </a:cubicBezTo>
                  <a:cubicBezTo>
                    <a:pt x="46" y="52"/>
                    <a:pt x="46" y="52"/>
                    <a:pt x="46" y="52"/>
                  </a:cubicBezTo>
                  <a:cubicBezTo>
                    <a:pt x="25" y="52"/>
                    <a:pt x="25" y="52"/>
                    <a:pt x="25" y="52"/>
                  </a:cubicBezTo>
                  <a:cubicBezTo>
                    <a:pt x="15" y="34"/>
                    <a:pt x="15" y="34"/>
                    <a:pt x="15" y="34"/>
                  </a:cubicBezTo>
                  <a:lnTo>
                    <a:pt x="24" y="17"/>
                  </a:lnTo>
                  <a:close/>
                  <a:moveTo>
                    <a:pt x="61" y="36"/>
                  </a:moveTo>
                  <a:cubicBezTo>
                    <a:pt x="82" y="36"/>
                    <a:pt x="82" y="36"/>
                    <a:pt x="82" y="36"/>
                  </a:cubicBezTo>
                  <a:cubicBezTo>
                    <a:pt x="93" y="54"/>
                    <a:pt x="93" y="54"/>
                    <a:pt x="93" y="54"/>
                  </a:cubicBezTo>
                  <a:cubicBezTo>
                    <a:pt x="82" y="72"/>
                    <a:pt x="82" y="72"/>
                    <a:pt x="82" y="72"/>
                  </a:cubicBezTo>
                  <a:cubicBezTo>
                    <a:pt x="61" y="72"/>
                    <a:pt x="61" y="72"/>
                    <a:pt x="61" y="72"/>
                  </a:cubicBezTo>
                  <a:cubicBezTo>
                    <a:pt x="51" y="54"/>
                    <a:pt x="51" y="54"/>
                    <a:pt x="51" y="54"/>
                  </a:cubicBezTo>
                  <a:lnTo>
                    <a:pt x="61" y="36"/>
                  </a:lnTo>
                  <a:close/>
                  <a:moveTo>
                    <a:pt x="92" y="98"/>
                  </a:moveTo>
                  <a:cubicBezTo>
                    <a:pt x="82" y="114"/>
                    <a:pt x="82" y="114"/>
                    <a:pt x="82" y="114"/>
                  </a:cubicBezTo>
                  <a:cubicBezTo>
                    <a:pt x="63" y="114"/>
                    <a:pt x="63" y="114"/>
                    <a:pt x="63" y="114"/>
                  </a:cubicBezTo>
                  <a:cubicBezTo>
                    <a:pt x="62" y="114"/>
                    <a:pt x="61" y="114"/>
                    <a:pt x="60" y="113"/>
                  </a:cubicBezTo>
                  <a:cubicBezTo>
                    <a:pt x="51" y="96"/>
                    <a:pt x="51" y="96"/>
                    <a:pt x="51" y="96"/>
                  </a:cubicBezTo>
                  <a:cubicBezTo>
                    <a:pt x="61" y="78"/>
                    <a:pt x="61" y="78"/>
                    <a:pt x="61" y="78"/>
                  </a:cubicBezTo>
                  <a:cubicBezTo>
                    <a:pt x="82" y="78"/>
                    <a:pt x="82" y="78"/>
                    <a:pt x="82" y="78"/>
                  </a:cubicBezTo>
                  <a:cubicBezTo>
                    <a:pt x="92" y="95"/>
                    <a:pt x="92" y="95"/>
                    <a:pt x="92" y="95"/>
                  </a:cubicBezTo>
                  <a:cubicBezTo>
                    <a:pt x="92" y="96"/>
                    <a:pt x="92" y="97"/>
                    <a:pt x="92" y="98"/>
                  </a:cubicBezTo>
                  <a:close/>
                  <a:moveTo>
                    <a:pt x="119" y="50"/>
                  </a:moveTo>
                  <a:cubicBezTo>
                    <a:pt x="119" y="51"/>
                    <a:pt x="118" y="52"/>
                    <a:pt x="117" y="52"/>
                  </a:cubicBezTo>
                  <a:cubicBezTo>
                    <a:pt x="98" y="52"/>
                    <a:pt x="98" y="52"/>
                    <a:pt x="98" y="52"/>
                  </a:cubicBezTo>
                  <a:cubicBezTo>
                    <a:pt x="87" y="34"/>
                    <a:pt x="87" y="34"/>
                    <a:pt x="87" y="34"/>
                  </a:cubicBezTo>
                  <a:cubicBezTo>
                    <a:pt x="97" y="17"/>
                    <a:pt x="97" y="17"/>
                    <a:pt x="97" y="17"/>
                  </a:cubicBezTo>
                  <a:cubicBezTo>
                    <a:pt x="97" y="16"/>
                    <a:pt x="98" y="15"/>
                    <a:pt x="99" y="15"/>
                  </a:cubicBezTo>
                  <a:cubicBezTo>
                    <a:pt x="118" y="15"/>
                    <a:pt x="118" y="15"/>
                    <a:pt x="118" y="15"/>
                  </a:cubicBezTo>
                  <a:cubicBezTo>
                    <a:pt x="129" y="34"/>
                    <a:pt x="129" y="34"/>
                    <a:pt x="129" y="34"/>
                  </a:cubicBezTo>
                  <a:lnTo>
                    <a:pt x="119"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3" name="Google Shape;1023;p52"/>
            <p:cNvSpPr/>
            <p:nvPr/>
          </p:nvSpPr>
          <p:spPr>
            <a:xfrm>
              <a:off x="8235608" y="1868027"/>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24" name="Google Shape;1024;p52"/>
          <p:cNvGrpSpPr/>
          <p:nvPr/>
        </p:nvGrpSpPr>
        <p:grpSpPr>
          <a:xfrm>
            <a:off x="2375331" y="2047711"/>
            <a:ext cx="365260" cy="363110"/>
            <a:chOff x="2308157" y="2077204"/>
            <a:chExt cx="374319" cy="372115"/>
          </a:xfrm>
        </p:grpSpPr>
        <p:sp>
          <p:nvSpPr>
            <p:cNvPr id="1025" name="Google Shape;1025;p52"/>
            <p:cNvSpPr/>
            <p:nvPr/>
          </p:nvSpPr>
          <p:spPr>
            <a:xfrm>
              <a:off x="2507427" y="2111333"/>
              <a:ext cx="175049" cy="175049"/>
            </a:xfrm>
            <a:custGeom>
              <a:avLst/>
              <a:gdLst/>
              <a:ahLst/>
              <a:cxnLst/>
              <a:rect l="l" t="t" r="r" b="b"/>
              <a:pathLst>
                <a:path w="67" h="67" extrusionOk="0">
                  <a:moveTo>
                    <a:pt x="63" y="15"/>
                  </a:moveTo>
                  <a:cubicBezTo>
                    <a:pt x="61" y="13"/>
                    <a:pt x="58" y="12"/>
                    <a:pt x="56" y="11"/>
                  </a:cubicBezTo>
                  <a:cubicBezTo>
                    <a:pt x="55" y="9"/>
                    <a:pt x="54" y="6"/>
                    <a:pt x="52" y="4"/>
                  </a:cubicBezTo>
                  <a:cubicBezTo>
                    <a:pt x="49" y="2"/>
                    <a:pt x="45" y="0"/>
                    <a:pt x="41" y="0"/>
                  </a:cubicBezTo>
                  <a:cubicBezTo>
                    <a:pt x="37" y="0"/>
                    <a:pt x="33" y="2"/>
                    <a:pt x="30" y="5"/>
                  </a:cubicBezTo>
                  <a:cubicBezTo>
                    <a:pt x="28" y="7"/>
                    <a:pt x="27" y="10"/>
                    <a:pt x="27" y="13"/>
                  </a:cubicBezTo>
                  <a:cubicBezTo>
                    <a:pt x="27" y="16"/>
                    <a:pt x="27" y="20"/>
                    <a:pt x="29" y="23"/>
                  </a:cubicBezTo>
                  <a:cubicBezTo>
                    <a:pt x="1" y="51"/>
                    <a:pt x="1" y="51"/>
                    <a:pt x="1" y="51"/>
                  </a:cubicBezTo>
                  <a:cubicBezTo>
                    <a:pt x="0" y="52"/>
                    <a:pt x="0" y="52"/>
                    <a:pt x="0" y="53"/>
                  </a:cubicBezTo>
                  <a:cubicBezTo>
                    <a:pt x="0" y="54"/>
                    <a:pt x="1" y="56"/>
                    <a:pt x="2" y="56"/>
                  </a:cubicBezTo>
                  <a:cubicBezTo>
                    <a:pt x="10" y="57"/>
                    <a:pt x="10" y="57"/>
                    <a:pt x="10" y="57"/>
                  </a:cubicBezTo>
                  <a:cubicBezTo>
                    <a:pt x="11" y="65"/>
                    <a:pt x="11" y="65"/>
                    <a:pt x="11" y="65"/>
                  </a:cubicBezTo>
                  <a:cubicBezTo>
                    <a:pt x="11" y="66"/>
                    <a:pt x="12" y="66"/>
                    <a:pt x="12" y="67"/>
                  </a:cubicBezTo>
                  <a:cubicBezTo>
                    <a:pt x="13" y="67"/>
                    <a:pt x="13" y="67"/>
                    <a:pt x="14" y="67"/>
                  </a:cubicBezTo>
                  <a:cubicBezTo>
                    <a:pt x="15" y="67"/>
                    <a:pt x="15" y="67"/>
                    <a:pt x="16" y="66"/>
                  </a:cubicBezTo>
                  <a:cubicBezTo>
                    <a:pt x="45" y="38"/>
                    <a:pt x="45" y="38"/>
                    <a:pt x="45" y="38"/>
                  </a:cubicBezTo>
                  <a:cubicBezTo>
                    <a:pt x="47" y="39"/>
                    <a:pt x="50" y="40"/>
                    <a:pt x="52" y="40"/>
                  </a:cubicBezTo>
                  <a:cubicBezTo>
                    <a:pt x="52" y="40"/>
                    <a:pt x="53" y="40"/>
                    <a:pt x="53" y="40"/>
                  </a:cubicBezTo>
                  <a:cubicBezTo>
                    <a:pt x="56" y="40"/>
                    <a:pt x="60" y="39"/>
                    <a:pt x="63" y="36"/>
                  </a:cubicBezTo>
                  <a:cubicBezTo>
                    <a:pt x="65" y="33"/>
                    <a:pt x="67" y="29"/>
                    <a:pt x="67" y="26"/>
                  </a:cubicBezTo>
                  <a:cubicBezTo>
                    <a:pt x="67" y="22"/>
                    <a:pt x="65" y="18"/>
                    <a:pt x="63" y="15"/>
                  </a:cubicBezTo>
                  <a:close/>
                  <a:moveTo>
                    <a:pt x="59" y="32"/>
                  </a:moveTo>
                  <a:cubicBezTo>
                    <a:pt x="55" y="35"/>
                    <a:pt x="50" y="36"/>
                    <a:pt x="46" y="32"/>
                  </a:cubicBezTo>
                  <a:cubicBezTo>
                    <a:pt x="45" y="31"/>
                    <a:pt x="43" y="31"/>
                    <a:pt x="42" y="32"/>
                  </a:cubicBezTo>
                  <a:cubicBezTo>
                    <a:pt x="16" y="59"/>
                    <a:pt x="16" y="59"/>
                    <a:pt x="16" y="59"/>
                  </a:cubicBezTo>
                  <a:cubicBezTo>
                    <a:pt x="15" y="54"/>
                    <a:pt x="15" y="54"/>
                    <a:pt x="15" y="54"/>
                  </a:cubicBezTo>
                  <a:cubicBezTo>
                    <a:pt x="15" y="53"/>
                    <a:pt x="14" y="52"/>
                    <a:pt x="13" y="52"/>
                  </a:cubicBezTo>
                  <a:cubicBezTo>
                    <a:pt x="8" y="51"/>
                    <a:pt x="8" y="51"/>
                    <a:pt x="8" y="51"/>
                  </a:cubicBezTo>
                  <a:cubicBezTo>
                    <a:pt x="35" y="25"/>
                    <a:pt x="35" y="25"/>
                    <a:pt x="35" y="25"/>
                  </a:cubicBezTo>
                  <a:cubicBezTo>
                    <a:pt x="36" y="24"/>
                    <a:pt x="36" y="22"/>
                    <a:pt x="35" y="21"/>
                  </a:cubicBezTo>
                  <a:cubicBezTo>
                    <a:pt x="32" y="17"/>
                    <a:pt x="32" y="12"/>
                    <a:pt x="35" y="8"/>
                  </a:cubicBezTo>
                  <a:cubicBezTo>
                    <a:pt x="39" y="5"/>
                    <a:pt x="44" y="5"/>
                    <a:pt x="48" y="8"/>
                  </a:cubicBezTo>
                  <a:cubicBezTo>
                    <a:pt x="49" y="10"/>
                    <a:pt x="50" y="12"/>
                    <a:pt x="50" y="14"/>
                  </a:cubicBezTo>
                  <a:cubicBezTo>
                    <a:pt x="50" y="16"/>
                    <a:pt x="52" y="17"/>
                    <a:pt x="53" y="17"/>
                  </a:cubicBezTo>
                  <a:cubicBezTo>
                    <a:pt x="55" y="17"/>
                    <a:pt x="57" y="18"/>
                    <a:pt x="59" y="19"/>
                  </a:cubicBezTo>
                  <a:cubicBezTo>
                    <a:pt x="60" y="21"/>
                    <a:pt x="61" y="23"/>
                    <a:pt x="61" y="26"/>
                  </a:cubicBezTo>
                  <a:cubicBezTo>
                    <a:pt x="61" y="28"/>
                    <a:pt x="60" y="30"/>
                    <a:pt x="59" y="3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6" name="Google Shape;1026;p52"/>
            <p:cNvSpPr/>
            <p:nvPr/>
          </p:nvSpPr>
          <p:spPr>
            <a:xfrm>
              <a:off x="2344488" y="2273170"/>
              <a:ext cx="175049" cy="176149"/>
            </a:xfrm>
            <a:custGeom>
              <a:avLst/>
              <a:gdLst/>
              <a:ahLst/>
              <a:cxnLst/>
              <a:rect l="l" t="t" r="r" b="b"/>
              <a:pathLst>
                <a:path w="67" h="67" extrusionOk="0">
                  <a:moveTo>
                    <a:pt x="65" y="4"/>
                  </a:moveTo>
                  <a:cubicBezTo>
                    <a:pt x="65" y="3"/>
                    <a:pt x="64" y="2"/>
                    <a:pt x="63" y="2"/>
                  </a:cubicBezTo>
                  <a:cubicBezTo>
                    <a:pt x="54" y="0"/>
                    <a:pt x="54" y="0"/>
                    <a:pt x="54" y="0"/>
                  </a:cubicBezTo>
                  <a:cubicBezTo>
                    <a:pt x="53" y="0"/>
                    <a:pt x="52" y="0"/>
                    <a:pt x="51" y="1"/>
                  </a:cubicBezTo>
                  <a:cubicBezTo>
                    <a:pt x="22" y="29"/>
                    <a:pt x="22" y="29"/>
                    <a:pt x="22" y="29"/>
                  </a:cubicBezTo>
                  <a:cubicBezTo>
                    <a:pt x="20" y="28"/>
                    <a:pt x="17" y="27"/>
                    <a:pt x="14" y="27"/>
                  </a:cubicBezTo>
                  <a:cubicBezTo>
                    <a:pt x="11" y="27"/>
                    <a:pt x="7" y="29"/>
                    <a:pt x="4" y="31"/>
                  </a:cubicBezTo>
                  <a:cubicBezTo>
                    <a:pt x="2" y="34"/>
                    <a:pt x="0" y="38"/>
                    <a:pt x="0" y="42"/>
                  </a:cubicBezTo>
                  <a:cubicBezTo>
                    <a:pt x="0" y="45"/>
                    <a:pt x="2" y="49"/>
                    <a:pt x="4" y="52"/>
                  </a:cubicBezTo>
                  <a:cubicBezTo>
                    <a:pt x="6" y="54"/>
                    <a:pt x="9" y="55"/>
                    <a:pt x="11" y="56"/>
                  </a:cubicBezTo>
                  <a:cubicBezTo>
                    <a:pt x="12" y="58"/>
                    <a:pt x="13" y="61"/>
                    <a:pt x="15" y="63"/>
                  </a:cubicBezTo>
                  <a:cubicBezTo>
                    <a:pt x="18" y="66"/>
                    <a:pt x="22" y="67"/>
                    <a:pt x="26" y="67"/>
                  </a:cubicBezTo>
                  <a:cubicBezTo>
                    <a:pt x="29" y="67"/>
                    <a:pt x="33" y="66"/>
                    <a:pt x="36" y="63"/>
                  </a:cubicBezTo>
                  <a:cubicBezTo>
                    <a:pt x="39" y="60"/>
                    <a:pt x="40" y="57"/>
                    <a:pt x="40" y="53"/>
                  </a:cubicBezTo>
                  <a:cubicBezTo>
                    <a:pt x="40" y="50"/>
                    <a:pt x="39" y="47"/>
                    <a:pt x="38" y="45"/>
                  </a:cubicBezTo>
                  <a:cubicBezTo>
                    <a:pt x="66" y="16"/>
                    <a:pt x="66" y="16"/>
                    <a:pt x="66" y="16"/>
                  </a:cubicBezTo>
                  <a:cubicBezTo>
                    <a:pt x="67" y="15"/>
                    <a:pt x="67" y="14"/>
                    <a:pt x="67" y="14"/>
                  </a:cubicBezTo>
                  <a:lnTo>
                    <a:pt x="65" y="4"/>
                  </a:lnTo>
                  <a:close/>
                  <a:moveTo>
                    <a:pt x="32" y="42"/>
                  </a:moveTo>
                  <a:cubicBezTo>
                    <a:pt x="31" y="44"/>
                    <a:pt x="31" y="45"/>
                    <a:pt x="32" y="46"/>
                  </a:cubicBezTo>
                  <a:cubicBezTo>
                    <a:pt x="35" y="50"/>
                    <a:pt x="35" y="55"/>
                    <a:pt x="32" y="59"/>
                  </a:cubicBezTo>
                  <a:cubicBezTo>
                    <a:pt x="28" y="62"/>
                    <a:pt x="23" y="62"/>
                    <a:pt x="19" y="59"/>
                  </a:cubicBezTo>
                  <a:cubicBezTo>
                    <a:pt x="18" y="57"/>
                    <a:pt x="17" y="55"/>
                    <a:pt x="17" y="53"/>
                  </a:cubicBezTo>
                  <a:cubicBezTo>
                    <a:pt x="17" y="52"/>
                    <a:pt x="15" y="51"/>
                    <a:pt x="14" y="50"/>
                  </a:cubicBezTo>
                  <a:cubicBezTo>
                    <a:pt x="12" y="50"/>
                    <a:pt x="10" y="49"/>
                    <a:pt x="8" y="48"/>
                  </a:cubicBezTo>
                  <a:cubicBezTo>
                    <a:pt x="5" y="44"/>
                    <a:pt x="5" y="39"/>
                    <a:pt x="8" y="35"/>
                  </a:cubicBezTo>
                  <a:cubicBezTo>
                    <a:pt x="10" y="33"/>
                    <a:pt x="12" y="33"/>
                    <a:pt x="15" y="33"/>
                  </a:cubicBezTo>
                  <a:cubicBezTo>
                    <a:pt x="17" y="33"/>
                    <a:pt x="19" y="33"/>
                    <a:pt x="21" y="35"/>
                  </a:cubicBezTo>
                  <a:cubicBezTo>
                    <a:pt x="22" y="36"/>
                    <a:pt x="24" y="36"/>
                    <a:pt x="25" y="35"/>
                  </a:cubicBezTo>
                  <a:cubicBezTo>
                    <a:pt x="54" y="6"/>
                    <a:pt x="54" y="6"/>
                    <a:pt x="54" y="6"/>
                  </a:cubicBezTo>
                  <a:cubicBezTo>
                    <a:pt x="60" y="7"/>
                    <a:pt x="60" y="7"/>
                    <a:pt x="60" y="7"/>
                  </a:cubicBezTo>
                  <a:cubicBezTo>
                    <a:pt x="61" y="13"/>
                    <a:pt x="61" y="13"/>
                    <a:pt x="61" y="13"/>
                  </a:cubicBezTo>
                  <a:lnTo>
                    <a:pt x="32" y="4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7" name="Google Shape;1027;p52"/>
            <p:cNvSpPr/>
            <p:nvPr/>
          </p:nvSpPr>
          <p:spPr>
            <a:xfrm>
              <a:off x="2308157" y="2077204"/>
              <a:ext cx="175049" cy="170645"/>
            </a:xfrm>
            <a:custGeom>
              <a:avLst/>
              <a:gdLst/>
              <a:ahLst/>
              <a:cxnLst/>
              <a:rect l="l" t="t" r="r" b="b"/>
              <a:pathLst>
                <a:path w="67" h="65" extrusionOk="0">
                  <a:moveTo>
                    <a:pt x="35" y="65"/>
                  </a:moveTo>
                  <a:cubicBezTo>
                    <a:pt x="41" y="65"/>
                    <a:pt x="46" y="63"/>
                    <a:pt x="50" y="60"/>
                  </a:cubicBezTo>
                  <a:cubicBezTo>
                    <a:pt x="59" y="63"/>
                    <a:pt x="59" y="63"/>
                    <a:pt x="59" y="63"/>
                  </a:cubicBezTo>
                  <a:cubicBezTo>
                    <a:pt x="61" y="63"/>
                    <a:pt x="63" y="62"/>
                    <a:pt x="65" y="61"/>
                  </a:cubicBezTo>
                  <a:cubicBezTo>
                    <a:pt x="66" y="59"/>
                    <a:pt x="67" y="57"/>
                    <a:pt x="66" y="55"/>
                  </a:cubicBezTo>
                  <a:cubicBezTo>
                    <a:pt x="62" y="47"/>
                    <a:pt x="62" y="47"/>
                    <a:pt x="62" y="47"/>
                  </a:cubicBezTo>
                  <a:cubicBezTo>
                    <a:pt x="65" y="41"/>
                    <a:pt x="66" y="35"/>
                    <a:pt x="65" y="29"/>
                  </a:cubicBezTo>
                  <a:cubicBezTo>
                    <a:pt x="65" y="26"/>
                    <a:pt x="64" y="23"/>
                    <a:pt x="63" y="20"/>
                  </a:cubicBezTo>
                  <a:cubicBezTo>
                    <a:pt x="63" y="19"/>
                    <a:pt x="61" y="18"/>
                    <a:pt x="59" y="19"/>
                  </a:cubicBezTo>
                  <a:cubicBezTo>
                    <a:pt x="58" y="19"/>
                    <a:pt x="57" y="21"/>
                    <a:pt x="58" y="22"/>
                  </a:cubicBezTo>
                  <a:cubicBezTo>
                    <a:pt x="59" y="25"/>
                    <a:pt x="60" y="27"/>
                    <a:pt x="60" y="30"/>
                  </a:cubicBezTo>
                  <a:cubicBezTo>
                    <a:pt x="60" y="35"/>
                    <a:pt x="59" y="40"/>
                    <a:pt x="57" y="45"/>
                  </a:cubicBezTo>
                  <a:cubicBezTo>
                    <a:pt x="56" y="46"/>
                    <a:pt x="56" y="47"/>
                    <a:pt x="57" y="48"/>
                  </a:cubicBezTo>
                  <a:cubicBezTo>
                    <a:pt x="61" y="57"/>
                    <a:pt x="61" y="57"/>
                    <a:pt x="61" y="57"/>
                  </a:cubicBezTo>
                  <a:cubicBezTo>
                    <a:pt x="61" y="57"/>
                    <a:pt x="61" y="57"/>
                    <a:pt x="61" y="57"/>
                  </a:cubicBezTo>
                  <a:cubicBezTo>
                    <a:pt x="61" y="57"/>
                    <a:pt x="60" y="57"/>
                    <a:pt x="60" y="57"/>
                  </a:cubicBezTo>
                  <a:cubicBezTo>
                    <a:pt x="50" y="55"/>
                    <a:pt x="50" y="55"/>
                    <a:pt x="50" y="55"/>
                  </a:cubicBezTo>
                  <a:cubicBezTo>
                    <a:pt x="49" y="55"/>
                    <a:pt x="48" y="55"/>
                    <a:pt x="48" y="55"/>
                  </a:cubicBezTo>
                  <a:cubicBezTo>
                    <a:pt x="44" y="58"/>
                    <a:pt x="40" y="59"/>
                    <a:pt x="35" y="59"/>
                  </a:cubicBezTo>
                  <a:cubicBezTo>
                    <a:pt x="28" y="60"/>
                    <a:pt x="21" y="58"/>
                    <a:pt x="16" y="53"/>
                  </a:cubicBezTo>
                  <a:cubicBezTo>
                    <a:pt x="11" y="49"/>
                    <a:pt x="7" y="43"/>
                    <a:pt x="6" y="36"/>
                  </a:cubicBezTo>
                  <a:cubicBezTo>
                    <a:pt x="6" y="28"/>
                    <a:pt x="8" y="21"/>
                    <a:pt x="12" y="16"/>
                  </a:cubicBezTo>
                  <a:cubicBezTo>
                    <a:pt x="17" y="10"/>
                    <a:pt x="23" y="6"/>
                    <a:pt x="31" y="6"/>
                  </a:cubicBezTo>
                  <a:cubicBezTo>
                    <a:pt x="35" y="5"/>
                    <a:pt x="38" y="6"/>
                    <a:pt x="42" y="7"/>
                  </a:cubicBezTo>
                  <a:cubicBezTo>
                    <a:pt x="43" y="8"/>
                    <a:pt x="45" y="7"/>
                    <a:pt x="45" y="5"/>
                  </a:cubicBezTo>
                  <a:cubicBezTo>
                    <a:pt x="46" y="4"/>
                    <a:pt x="45" y="2"/>
                    <a:pt x="44" y="2"/>
                  </a:cubicBezTo>
                  <a:cubicBezTo>
                    <a:pt x="39" y="0"/>
                    <a:pt x="35" y="0"/>
                    <a:pt x="30" y="0"/>
                  </a:cubicBezTo>
                  <a:cubicBezTo>
                    <a:pt x="21" y="1"/>
                    <a:pt x="13" y="5"/>
                    <a:pt x="8" y="12"/>
                  </a:cubicBezTo>
                  <a:cubicBezTo>
                    <a:pt x="2" y="19"/>
                    <a:pt x="0" y="28"/>
                    <a:pt x="1" y="36"/>
                  </a:cubicBezTo>
                  <a:cubicBezTo>
                    <a:pt x="2" y="45"/>
                    <a:pt x="6" y="52"/>
                    <a:pt x="12" y="58"/>
                  </a:cubicBezTo>
                  <a:cubicBezTo>
                    <a:pt x="18" y="63"/>
                    <a:pt x="26" y="65"/>
                    <a:pt x="33" y="65"/>
                  </a:cubicBezTo>
                  <a:cubicBezTo>
                    <a:pt x="34" y="65"/>
                    <a:pt x="35" y="65"/>
                    <a:pt x="35" y="6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8" name="Google Shape;1028;p52"/>
            <p:cNvSpPr/>
            <p:nvPr/>
          </p:nvSpPr>
          <p:spPr>
            <a:xfrm>
              <a:off x="2389626" y="2119040"/>
              <a:ext cx="13211" cy="55047"/>
            </a:xfrm>
            <a:custGeom>
              <a:avLst/>
              <a:gdLst/>
              <a:ahLst/>
              <a:cxnLst/>
              <a:rect l="l" t="t" r="r" b="b"/>
              <a:pathLst>
                <a:path w="5" h="21" extrusionOk="0">
                  <a:moveTo>
                    <a:pt x="5" y="18"/>
                  </a:moveTo>
                  <a:cubicBezTo>
                    <a:pt x="5" y="3"/>
                    <a:pt x="5" y="3"/>
                    <a:pt x="5" y="3"/>
                  </a:cubicBezTo>
                  <a:cubicBezTo>
                    <a:pt x="5" y="2"/>
                    <a:pt x="4" y="1"/>
                    <a:pt x="3" y="0"/>
                  </a:cubicBezTo>
                  <a:cubicBezTo>
                    <a:pt x="1" y="0"/>
                    <a:pt x="0" y="1"/>
                    <a:pt x="0" y="3"/>
                  </a:cubicBezTo>
                  <a:cubicBezTo>
                    <a:pt x="0" y="18"/>
                    <a:pt x="0" y="18"/>
                    <a:pt x="0" y="18"/>
                  </a:cubicBezTo>
                  <a:cubicBezTo>
                    <a:pt x="0" y="19"/>
                    <a:pt x="1" y="21"/>
                    <a:pt x="3" y="20"/>
                  </a:cubicBezTo>
                  <a:cubicBezTo>
                    <a:pt x="4" y="20"/>
                    <a:pt x="5" y="19"/>
                    <a:pt x="5"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29" name="Google Shape;1029;p52"/>
            <p:cNvSpPr/>
            <p:nvPr/>
          </p:nvSpPr>
          <p:spPr>
            <a:xfrm>
              <a:off x="2389626" y="2189500"/>
              <a:ext cx="13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0" name="Google Shape;1030;p52"/>
            <p:cNvSpPr/>
            <p:nvPr/>
          </p:nvSpPr>
          <p:spPr>
            <a:xfrm>
              <a:off x="2441371" y="2098122"/>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31" name="Google Shape;1031;p52"/>
          <p:cNvGrpSpPr/>
          <p:nvPr/>
        </p:nvGrpSpPr>
        <p:grpSpPr>
          <a:xfrm>
            <a:off x="6390509" y="1496599"/>
            <a:ext cx="298654" cy="362036"/>
            <a:chOff x="6386032" y="1512425"/>
            <a:chExt cx="306061" cy="371015"/>
          </a:xfrm>
        </p:grpSpPr>
        <p:sp>
          <p:nvSpPr>
            <p:cNvPr id="1032" name="Google Shape;1032;p52"/>
            <p:cNvSpPr/>
            <p:nvPr/>
          </p:nvSpPr>
          <p:spPr>
            <a:xfrm>
              <a:off x="6386032" y="1512425"/>
              <a:ext cx="306061" cy="371015"/>
            </a:xfrm>
            <a:custGeom>
              <a:avLst/>
              <a:gdLst/>
              <a:ahLst/>
              <a:cxnLst/>
              <a:rect l="l" t="t" r="r" b="b"/>
              <a:pathLst>
                <a:path w="117" h="142" extrusionOk="0">
                  <a:moveTo>
                    <a:pt x="114" y="53"/>
                  </a:moveTo>
                  <a:cubicBezTo>
                    <a:pt x="117" y="47"/>
                    <a:pt x="117" y="40"/>
                    <a:pt x="114" y="34"/>
                  </a:cubicBezTo>
                  <a:cubicBezTo>
                    <a:pt x="106" y="19"/>
                    <a:pt x="106" y="19"/>
                    <a:pt x="106" y="19"/>
                  </a:cubicBezTo>
                  <a:cubicBezTo>
                    <a:pt x="104" y="16"/>
                    <a:pt x="101" y="14"/>
                    <a:pt x="97" y="14"/>
                  </a:cubicBezTo>
                  <a:cubicBezTo>
                    <a:pt x="94" y="14"/>
                    <a:pt x="91" y="16"/>
                    <a:pt x="89" y="19"/>
                  </a:cubicBezTo>
                  <a:cubicBezTo>
                    <a:pt x="85" y="26"/>
                    <a:pt x="85" y="26"/>
                    <a:pt x="85" y="26"/>
                  </a:cubicBezTo>
                  <a:cubicBezTo>
                    <a:pt x="77" y="12"/>
                    <a:pt x="77" y="12"/>
                    <a:pt x="77" y="12"/>
                  </a:cubicBezTo>
                  <a:cubicBezTo>
                    <a:pt x="72" y="4"/>
                    <a:pt x="65" y="0"/>
                    <a:pt x="56" y="0"/>
                  </a:cubicBezTo>
                  <a:cubicBezTo>
                    <a:pt x="56" y="0"/>
                    <a:pt x="56" y="0"/>
                    <a:pt x="56" y="0"/>
                  </a:cubicBezTo>
                  <a:cubicBezTo>
                    <a:pt x="48" y="0"/>
                    <a:pt x="40" y="4"/>
                    <a:pt x="36" y="12"/>
                  </a:cubicBezTo>
                  <a:cubicBezTo>
                    <a:pt x="24" y="32"/>
                    <a:pt x="24" y="32"/>
                    <a:pt x="24" y="32"/>
                  </a:cubicBezTo>
                  <a:cubicBezTo>
                    <a:pt x="24" y="33"/>
                    <a:pt x="24" y="35"/>
                    <a:pt x="25" y="35"/>
                  </a:cubicBezTo>
                  <a:cubicBezTo>
                    <a:pt x="26" y="36"/>
                    <a:pt x="26" y="36"/>
                    <a:pt x="27" y="36"/>
                  </a:cubicBezTo>
                  <a:cubicBezTo>
                    <a:pt x="28" y="36"/>
                    <a:pt x="29" y="35"/>
                    <a:pt x="29" y="34"/>
                  </a:cubicBezTo>
                  <a:cubicBezTo>
                    <a:pt x="41" y="15"/>
                    <a:pt x="41" y="15"/>
                    <a:pt x="41" y="15"/>
                  </a:cubicBezTo>
                  <a:cubicBezTo>
                    <a:pt x="44" y="9"/>
                    <a:pt x="50" y="6"/>
                    <a:pt x="56" y="6"/>
                  </a:cubicBezTo>
                  <a:cubicBezTo>
                    <a:pt x="56" y="6"/>
                    <a:pt x="56" y="6"/>
                    <a:pt x="56" y="6"/>
                  </a:cubicBezTo>
                  <a:cubicBezTo>
                    <a:pt x="63" y="6"/>
                    <a:pt x="69" y="9"/>
                    <a:pt x="72" y="15"/>
                  </a:cubicBezTo>
                  <a:cubicBezTo>
                    <a:pt x="82" y="32"/>
                    <a:pt x="82" y="32"/>
                    <a:pt x="82" y="32"/>
                  </a:cubicBezTo>
                  <a:cubicBezTo>
                    <a:pt x="81" y="34"/>
                    <a:pt x="81" y="34"/>
                    <a:pt x="81" y="34"/>
                  </a:cubicBezTo>
                  <a:cubicBezTo>
                    <a:pt x="77" y="40"/>
                    <a:pt x="77" y="47"/>
                    <a:pt x="81" y="53"/>
                  </a:cubicBezTo>
                  <a:cubicBezTo>
                    <a:pt x="84" y="59"/>
                    <a:pt x="91" y="62"/>
                    <a:pt x="97" y="62"/>
                  </a:cubicBezTo>
                  <a:cubicBezTo>
                    <a:pt x="98" y="62"/>
                    <a:pt x="99" y="62"/>
                    <a:pt x="99" y="62"/>
                  </a:cubicBezTo>
                  <a:cubicBezTo>
                    <a:pt x="104" y="70"/>
                    <a:pt x="106" y="78"/>
                    <a:pt x="106" y="87"/>
                  </a:cubicBezTo>
                  <a:cubicBezTo>
                    <a:pt x="106" y="100"/>
                    <a:pt x="101" y="112"/>
                    <a:pt x="92" y="122"/>
                  </a:cubicBezTo>
                  <a:cubicBezTo>
                    <a:pt x="83" y="131"/>
                    <a:pt x="70" y="137"/>
                    <a:pt x="56" y="137"/>
                  </a:cubicBezTo>
                  <a:cubicBezTo>
                    <a:pt x="43" y="137"/>
                    <a:pt x="30" y="131"/>
                    <a:pt x="21" y="122"/>
                  </a:cubicBezTo>
                  <a:cubicBezTo>
                    <a:pt x="13" y="114"/>
                    <a:pt x="9" y="104"/>
                    <a:pt x="7" y="94"/>
                  </a:cubicBezTo>
                  <a:cubicBezTo>
                    <a:pt x="5" y="83"/>
                    <a:pt x="8" y="72"/>
                    <a:pt x="13" y="62"/>
                  </a:cubicBezTo>
                  <a:cubicBezTo>
                    <a:pt x="17" y="56"/>
                    <a:pt x="17" y="56"/>
                    <a:pt x="17" y="56"/>
                  </a:cubicBezTo>
                  <a:cubicBezTo>
                    <a:pt x="18" y="55"/>
                    <a:pt x="17" y="53"/>
                    <a:pt x="16" y="52"/>
                  </a:cubicBezTo>
                  <a:cubicBezTo>
                    <a:pt x="14" y="51"/>
                    <a:pt x="13" y="52"/>
                    <a:pt x="12" y="53"/>
                  </a:cubicBezTo>
                  <a:cubicBezTo>
                    <a:pt x="8" y="59"/>
                    <a:pt x="8" y="59"/>
                    <a:pt x="8" y="59"/>
                  </a:cubicBezTo>
                  <a:cubicBezTo>
                    <a:pt x="2" y="70"/>
                    <a:pt x="0" y="82"/>
                    <a:pt x="2" y="95"/>
                  </a:cubicBezTo>
                  <a:cubicBezTo>
                    <a:pt x="3" y="106"/>
                    <a:pt x="9" y="117"/>
                    <a:pt x="17" y="125"/>
                  </a:cubicBezTo>
                  <a:cubicBezTo>
                    <a:pt x="27" y="136"/>
                    <a:pt x="41" y="142"/>
                    <a:pt x="56" y="142"/>
                  </a:cubicBezTo>
                  <a:cubicBezTo>
                    <a:pt x="71" y="142"/>
                    <a:pt x="86" y="136"/>
                    <a:pt x="96" y="125"/>
                  </a:cubicBezTo>
                  <a:cubicBezTo>
                    <a:pt x="106" y="115"/>
                    <a:pt x="112" y="101"/>
                    <a:pt x="112" y="87"/>
                  </a:cubicBezTo>
                  <a:cubicBezTo>
                    <a:pt x="112" y="78"/>
                    <a:pt x="109" y="69"/>
                    <a:pt x="105" y="61"/>
                  </a:cubicBezTo>
                  <a:cubicBezTo>
                    <a:pt x="109" y="59"/>
                    <a:pt x="112" y="57"/>
                    <a:pt x="114" y="53"/>
                  </a:cubicBezTo>
                  <a:close/>
                  <a:moveTo>
                    <a:pt x="98" y="57"/>
                  </a:moveTo>
                  <a:cubicBezTo>
                    <a:pt x="93" y="57"/>
                    <a:pt x="88" y="54"/>
                    <a:pt x="86" y="50"/>
                  </a:cubicBezTo>
                  <a:cubicBezTo>
                    <a:pt x="83" y="46"/>
                    <a:pt x="83" y="41"/>
                    <a:pt x="86" y="37"/>
                  </a:cubicBezTo>
                  <a:cubicBezTo>
                    <a:pt x="94" y="22"/>
                    <a:pt x="94" y="22"/>
                    <a:pt x="94" y="22"/>
                  </a:cubicBezTo>
                  <a:cubicBezTo>
                    <a:pt x="95" y="20"/>
                    <a:pt x="97" y="20"/>
                    <a:pt x="98" y="20"/>
                  </a:cubicBezTo>
                  <a:cubicBezTo>
                    <a:pt x="98" y="20"/>
                    <a:pt x="100" y="20"/>
                    <a:pt x="101" y="22"/>
                  </a:cubicBezTo>
                  <a:cubicBezTo>
                    <a:pt x="109" y="37"/>
                    <a:pt x="109" y="37"/>
                    <a:pt x="109" y="37"/>
                  </a:cubicBezTo>
                  <a:cubicBezTo>
                    <a:pt x="112" y="41"/>
                    <a:pt x="112" y="46"/>
                    <a:pt x="109" y="50"/>
                  </a:cubicBezTo>
                  <a:cubicBezTo>
                    <a:pt x="107" y="54"/>
                    <a:pt x="102" y="57"/>
                    <a:pt x="98" y="5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3" name="Google Shape;1033;p52"/>
            <p:cNvSpPr/>
            <p:nvPr/>
          </p:nvSpPr>
          <p:spPr>
            <a:xfrm>
              <a:off x="6473006" y="1658850"/>
              <a:ext cx="122205" cy="125506"/>
            </a:xfrm>
            <a:custGeom>
              <a:avLst/>
              <a:gdLst/>
              <a:ahLst/>
              <a:cxnLst/>
              <a:rect l="l" t="t" r="r" b="b"/>
              <a:pathLst>
                <a:path w="47" h="48" extrusionOk="0">
                  <a:moveTo>
                    <a:pt x="28" y="0"/>
                  </a:moveTo>
                  <a:cubicBezTo>
                    <a:pt x="19" y="0"/>
                    <a:pt x="19" y="0"/>
                    <a:pt x="19" y="0"/>
                  </a:cubicBezTo>
                  <a:cubicBezTo>
                    <a:pt x="17" y="0"/>
                    <a:pt x="15" y="2"/>
                    <a:pt x="15" y="5"/>
                  </a:cubicBezTo>
                  <a:cubicBezTo>
                    <a:pt x="15" y="15"/>
                    <a:pt x="15" y="15"/>
                    <a:pt x="15" y="15"/>
                  </a:cubicBezTo>
                  <a:cubicBezTo>
                    <a:pt x="4" y="15"/>
                    <a:pt x="4" y="15"/>
                    <a:pt x="4" y="15"/>
                  </a:cubicBezTo>
                  <a:cubicBezTo>
                    <a:pt x="2" y="15"/>
                    <a:pt x="0" y="17"/>
                    <a:pt x="0" y="20"/>
                  </a:cubicBezTo>
                  <a:cubicBezTo>
                    <a:pt x="0" y="29"/>
                    <a:pt x="0" y="29"/>
                    <a:pt x="0" y="29"/>
                  </a:cubicBezTo>
                  <a:cubicBezTo>
                    <a:pt x="0" y="31"/>
                    <a:pt x="2" y="33"/>
                    <a:pt x="4" y="33"/>
                  </a:cubicBezTo>
                  <a:cubicBezTo>
                    <a:pt x="15" y="33"/>
                    <a:pt x="15" y="33"/>
                    <a:pt x="15" y="33"/>
                  </a:cubicBezTo>
                  <a:cubicBezTo>
                    <a:pt x="15" y="44"/>
                    <a:pt x="15" y="44"/>
                    <a:pt x="15" y="44"/>
                  </a:cubicBezTo>
                  <a:cubicBezTo>
                    <a:pt x="15" y="46"/>
                    <a:pt x="17" y="48"/>
                    <a:pt x="19" y="48"/>
                  </a:cubicBezTo>
                  <a:cubicBezTo>
                    <a:pt x="28" y="48"/>
                    <a:pt x="28" y="48"/>
                    <a:pt x="28" y="48"/>
                  </a:cubicBezTo>
                  <a:cubicBezTo>
                    <a:pt x="30" y="48"/>
                    <a:pt x="32" y="46"/>
                    <a:pt x="32" y="44"/>
                  </a:cubicBezTo>
                  <a:cubicBezTo>
                    <a:pt x="32" y="33"/>
                    <a:pt x="32" y="33"/>
                    <a:pt x="32" y="33"/>
                  </a:cubicBezTo>
                  <a:cubicBezTo>
                    <a:pt x="43" y="33"/>
                    <a:pt x="43" y="33"/>
                    <a:pt x="43" y="33"/>
                  </a:cubicBezTo>
                  <a:cubicBezTo>
                    <a:pt x="45" y="33"/>
                    <a:pt x="47" y="31"/>
                    <a:pt x="47" y="29"/>
                  </a:cubicBezTo>
                  <a:cubicBezTo>
                    <a:pt x="47" y="20"/>
                    <a:pt x="47" y="20"/>
                    <a:pt x="47" y="20"/>
                  </a:cubicBezTo>
                  <a:cubicBezTo>
                    <a:pt x="47" y="17"/>
                    <a:pt x="45" y="15"/>
                    <a:pt x="43" y="15"/>
                  </a:cubicBezTo>
                  <a:cubicBezTo>
                    <a:pt x="32" y="15"/>
                    <a:pt x="32" y="15"/>
                    <a:pt x="32" y="15"/>
                  </a:cubicBezTo>
                  <a:cubicBezTo>
                    <a:pt x="32" y="5"/>
                    <a:pt x="32" y="5"/>
                    <a:pt x="32" y="5"/>
                  </a:cubicBezTo>
                  <a:cubicBezTo>
                    <a:pt x="32" y="2"/>
                    <a:pt x="30" y="0"/>
                    <a:pt x="28" y="0"/>
                  </a:cubicBezTo>
                  <a:close/>
                  <a:moveTo>
                    <a:pt x="42" y="21"/>
                  </a:moveTo>
                  <a:cubicBezTo>
                    <a:pt x="42" y="28"/>
                    <a:pt x="42" y="28"/>
                    <a:pt x="42" y="28"/>
                  </a:cubicBezTo>
                  <a:cubicBezTo>
                    <a:pt x="29" y="28"/>
                    <a:pt x="29" y="28"/>
                    <a:pt x="29" y="28"/>
                  </a:cubicBezTo>
                  <a:cubicBezTo>
                    <a:pt x="28" y="28"/>
                    <a:pt x="27" y="29"/>
                    <a:pt x="27" y="30"/>
                  </a:cubicBezTo>
                  <a:cubicBezTo>
                    <a:pt x="27" y="43"/>
                    <a:pt x="27" y="43"/>
                    <a:pt x="27" y="43"/>
                  </a:cubicBezTo>
                  <a:cubicBezTo>
                    <a:pt x="20" y="43"/>
                    <a:pt x="20" y="43"/>
                    <a:pt x="20" y="43"/>
                  </a:cubicBezTo>
                  <a:cubicBezTo>
                    <a:pt x="20" y="30"/>
                    <a:pt x="20" y="30"/>
                    <a:pt x="20" y="30"/>
                  </a:cubicBezTo>
                  <a:cubicBezTo>
                    <a:pt x="20" y="29"/>
                    <a:pt x="19" y="28"/>
                    <a:pt x="17" y="28"/>
                  </a:cubicBezTo>
                  <a:cubicBezTo>
                    <a:pt x="5" y="28"/>
                    <a:pt x="5" y="28"/>
                    <a:pt x="5" y="28"/>
                  </a:cubicBezTo>
                  <a:cubicBezTo>
                    <a:pt x="5" y="21"/>
                    <a:pt x="5" y="21"/>
                    <a:pt x="5" y="21"/>
                  </a:cubicBezTo>
                  <a:cubicBezTo>
                    <a:pt x="17" y="21"/>
                    <a:pt x="17" y="21"/>
                    <a:pt x="17" y="21"/>
                  </a:cubicBezTo>
                  <a:cubicBezTo>
                    <a:pt x="19" y="21"/>
                    <a:pt x="20" y="20"/>
                    <a:pt x="20" y="18"/>
                  </a:cubicBezTo>
                  <a:cubicBezTo>
                    <a:pt x="20" y="6"/>
                    <a:pt x="20" y="6"/>
                    <a:pt x="20" y="6"/>
                  </a:cubicBezTo>
                  <a:cubicBezTo>
                    <a:pt x="27" y="6"/>
                    <a:pt x="27" y="6"/>
                    <a:pt x="27" y="6"/>
                  </a:cubicBezTo>
                  <a:cubicBezTo>
                    <a:pt x="27" y="18"/>
                    <a:pt x="27" y="18"/>
                    <a:pt x="27" y="18"/>
                  </a:cubicBezTo>
                  <a:cubicBezTo>
                    <a:pt x="27" y="20"/>
                    <a:pt x="28" y="21"/>
                    <a:pt x="29" y="21"/>
                  </a:cubicBezTo>
                  <a:lnTo>
                    <a:pt x="42"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4" name="Google Shape;1034;p52"/>
            <p:cNvSpPr/>
            <p:nvPr/>
          </p:nvSpPr>
          <p:spPr>
            <a:xfrm>
              <a:off x="6433372" y="1619216"/>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35" name="Google Shape;1035;p52"/>
          <p:cNvGrpSpPr/>
          <p:nvPr/>
        </p:nvGrpSpPr>
        <p:grpSpPr>
          <a:xfrm>
            <a:off x="7218254" y="1496599"/>
            <a:ext cx="170813" cy="362036"/>
            <a:chOff x="7245865" y="1512425"/>
            <a:chExt cx="175049" cy="371015"/>
          </a:xfrm>
        </p:grpSpPr>
        <p:sp>
          <p:nvSpPr>
            <p:cNvPr id="1036" name="Google Shape;1036;p52"/>
            <p:cNvSpPr/>
            <p:nvPr/>
          </p:nvSpPr>
          <p:spPr>
            <a:xfrm>
              <a:off x="7245865" y="1512425"/>
              <a:ext cx="175049" cy="371015"/>
            </a:xfrm>
            <a:custGeom>
              <a:avLst/>
              <a:gdLst/>
              <a:ahLst/>
              <a:cxnLst/>
              <a:rect l="l" t="t" r="r" b="b"/>
              <a:pathLst>
                <a:path w="67" h="142" extrusionOk="0">
                  <a:moveTo>
                    <a:pt x="67" y="54"/>
                  </a:moveTo>
                  <a:cubicBezTo>
                    <a:pt x="67" y="46"/>
                    <a:pt x="63" y="40"/>
                    <a:pt x="56" y="37"/>
                  </a:cubicBezTo>
                  <a:cubicBezTo>
                    <a:pt x="56" y="29"/>
                    <a:pt x="56" y="29"/>
                    <a:pt x="56" y="29"/>
                  </a:cubicBezTo>
                  <a:cubicBezTo>
                    <a:pt x="56" y="25"/>
                    <a:pt x="53" y="22"/>
                    <a:pt x="49" y="21"/>
                  </a:cubicBezTo>
                  <a:cubicBezTo>
                    <a:pt x="42" y="5"/>
                    <a:pt x="42" y="5"/>
                    <a:pt x="42" y="5"/>
                  </a:cubicBezTo>
                  <a:cubicBezTo>
                    <a:pt x="40" y="2"/>
                    <a:pt x="37" y="0"/>
                    <a:pt x="34" y="0"/>
                  </a:cubicBezTo>
                  <a:cubicBezTo>
                    <a:pt x="30" y="0"/>
                    <a:pt x="27" y="2"/>
                    <a:pt x="26" y="5"/>
                  </a:cubicBezTo>
                  <a:cubicBezTo>
                    <a:pt x="18" y="21"/>
                    <a:pt x="18" y="21"/>
                    <a:pt x="18" y="21"/>
                  </a:cubicBezTo>
                  <a:cubicBezTo>
                    <a:pt x="15" y="22"/>
                    <a:pt x="12" y="25"/>
                    <a:pt x="12" y="29"/>
                  </a:cubicBezTo>
                  <a:cubicBezTo>
                    <a:pt x="12" y="37"/>
                    <a:pt x="12" y="37"/>
                    <a:pt x="12" y="37"/>
                  </a:cubicBezTo>
                  <a:cubicBezTo>
                    <a:pt x="5" y="40"/>
                    <a:pt x="0" y="46"/>
                    <a:pt x="0" y="54"/>
                  </a:cubicBezTo>
                  <a:cubicBezTo>
                    <a:pt x="0" y="131"/>
                    <a:pt x="0" y="131"/>
                    <a:pt x="0" y="131"/>
                  </a:cubicBezTo>
                  <a:cubicBezTo>
                    <a:pt x="0" y="137"/>
                    <a:pt x="5" y="142"/>
                    <a:pt x="11" y="142"/>
                  </a:cubicBezTo>
                  <a:cubicBezTo>
                    <a:pt x="56" y="142"/>
                    <a:pt x="56" y="142"/>
                    <a:pt x="56" y="142"/>
                  </a:cubicBezTo>
                  <a:cubicBezTo>
                    <a:pt x="62" y="142"/>
                    <a:pt x="67" y="137"/>
                    <a:pt x="67" y="131"/>
                  </a:cubicBezTo>
                  <a:cubicBezTo>
                    <a:pt x="67" y="54"/>
                    <a:pt x="67" y="54"/>
                    <a:pt x="67" y="54"/>
                  </a:cubicBezTo>
                  <a:close/>
                  <a:moveTo>
                    <a:pt x="50" y="36"/>
                  </a:moveTo>
                  <a:cubicBezTo>
                    <a:pt x="42" y="36"/>
                    <a:pt x="42" y="36"/>
                    <a:pt x="42" y="36"/>
                  </a:cubicBezTo>
                  <a:cubicBezTo>
                    <a:pt x="42" y="27"/>
                    <a:pt x="42" y="27"/>
                    <a:pt x="42" y="27"/>
                  </a:cubicBezTo>
                  <a:cubicBezTo>
                    <a:pt x="47" y="27"/>
                    <a:pt x="47" y="27"/>
                    <a:pt x="47" y="27"/>
                  </a:cubicBezTo>
                  <a:cubicBezTo>
                    <a:pt x="49" y="27"/>
                    <a:pt x="50" y="28"/>
                    <a:pt x="50" y="29"/>
                  </a:cubicBezTo>
                  <a:lnTo>
                    <a:pt x="50" y="36"/>
                  </a:lnTo>
                  <a:close/>
                  <a:moveTo>
                    <a:pt x="31" y="36"/>
                  </a:moveTo>
                  <a:cubicBezTo>
                    <a:pt x="31" y="27"/>
                    <a:pt x="31" y="27"/>
                    <a:pt x="31" y="27"/>
                  </a:cubicBezTo>
                  <a:cubicBezTo>
                    <a:pt x="37" y="27"/>
                    <a:pt x="37" y="27"/>
                    <a:pt x="37" y="27"/>
                  </a:cubicBezTo>
                  <a:cubicBezTo>
                    <a:pt x="37" y="36"/>
                    <a:pt x="37" y="36"/>
                    <a:pt x="37" y="36"/>
                  </a:cubicBezTo>
                  <a:lnTo>
                    <a:pt x="31" y="36"/>
                  </a:lnTo>
                  <a:close/>
                  <a:moveTo>
                    <a:pt x="31" y="7"/>
                  </a:moveTo>
                  <a:cubicBezTo>
                    <a:pt x="31" y="6"/>
                    <a:pt x="33" y="5"/>
                    <a:pt x="34" y="6"/>
                  </a:cubicBezTo>
                  <a:cubicBezTo>
                    <a:pt x="35" y="6"/>
                    <a:pt x="36" y="6"/>
                    <a:pt x="37" y="8"/>
                  </a:cubicBezTo>
                  <a:cubicBezTo>
                    <a:pt x="43" y="21"/>
                    <a:pt x="43" y="21"/>
                    <a:pt x="43" y="21"/>
                  </a:cubicBezTo>
                  <a:cubicBezTo>
                    <a:pt x="25" y="21"/>
                    <a:pt x="25" y="21"/>
                    <a:pt x="25" y="21"/>
                  </a:cubicBezTo>
                  <a:lnTo>
                    <a:pt x="31" y="7"/>
                  </a:lnTo>
                  <a:close/>
                  <a:moveTo>
                    <a:pt x="17" y="36"/>
                  </a:moveTo>
                  <a:cubicBezTo>
                    <a:pt x="17" y="29"/>
                    <a:pt x="17" y="29"/>
                    <a:pt x="17" y="29"/>
                  </a:cubicBezTo>
                  <a:cubicBezTo>
                    <a:pt x="17" y="28"/>
                    <a:pt x="19" y="27"/>
                    <a:pt x="20" y="27"/>
                  </a:cubicBezTo>
                  <a:cubicBezTo>
                    <a:pt x="25" y="27"/>
                    <a:pt x="25" y="27"/>
                    <a:pt x="25" y="27"/>
                  </a:cubicBezTo>
                  <a:cubicBezTo>
                    <a:pt x="25" y="36"/>
                    <a:pt x="25" y="36"/>
                    <a:pt x="25" y="36"/>
                  </a:cubicBezTo>
                  <a:cubicBezTo>
                    <a:pt x="17" y="36"/>
                    <a:pt x="17" y="36"/>
                    <a:pt x="17" y="36"/>
                  </a:cubicBezTo>
                  <a:close/>
                  <a:moveTo>
                    <a:pt x="18" y="42"/>
                  </a:moveTo>
                  <a:cubicBezTo>
                    <a:pt x="50" y="42"/>
                    <a:pt x="50" y="42"/>
                    <a:pt x="50" y="42"/>
                  </a:cubicBezTo>
                  <a:cubicBezTo>
                    <a:pt x="56" y="42"/>
                    <a:pt x="62" y="47"/>
                    <a:pt x="62" y="54"/>
                  </a:cubicBezTo>
                  <a:cubicBezTo>
                    <a:pt x="62" y="63"/>
                    <a:pt x="62" y="63"/>
                    <a:pt x="62" y="63"/>
                  </a:cubicBezTo>
                  <a:cubicBezTo>
                    <a:pt x="6" y="63"/>
                    <a:pt x="6" y="63"/>
                    <a:pt x="6" y="63"/>
                  </a:cubicBezTo>
                  <a:cubicBezTo>
                    <a:pt x="6" y="54"/>
                    <a:pt x="6" y="54"/>
                    <a:pt x="6" y="54"/>
                  </a:cubicBezTo>
                  <a:cubicBezTo>
                    <a:pt x="6" y="47"/>
                    <a:pt x="11" y="42"/>
                    <a:pt x="18" y="42"/>
                  </a:cubicBezTo>
                  <a:close/>
                  <a:moveTo>
                    <a:pt x="56" y="137"/>
                  </a:moveTo>
                  <a:cubicBezTo>
                    <a:pt x="11" y="137"/>
                    <a:pt x="11" y="137"/>
                    <a:pt x="11" y="137"/>
                  </a:cubicBezTo>
                  <a:cubicBezTo>
                    <a:pt x="8" y="137"/>
                    <a:pt x="6" y="134"/>
                    <a:pt x="6" y="131"/>
                  </a:cubicBezTo>
                  <a:cubicBezTo>
                    <a:pt x="6" y="119"/>
                    <a:pt x="6" y="119"/>
                    <a:pt x="6" y="119"/>
                  </a:cubicBezTo>
                  <a:cubicBezTo>
                    <a:pt x="21" y="119"/>
                    <a:pt x="21" y="119"/>
                    <a:pt x="21" y="119"/>
                  </a:cubicBezTo>
                  <a:cubicBezTo>
                    <a:pt x="23" y="119"/>
                    <a:pt x="24" y="118"/>
                    <a:pt x="24" y="117"/>
                  </a:cubicBezTo>
                  <a:cubicBezTo>
                    <a:pt x="24" y="115"/>
                    <a:pt x="23" y="113"/>
                    <a:pt x="21" y="113"/>
                  </a:cubicBezTo>
                  <a:cubicBezTo>
                    <a:pt x="6" y="113"/>
                    <a:pt x="6" y="113"/>
                    <a:pt x="6" y="113"/>
                  </a:cubicBezTo>
                  <a:cubicBezTo>
                    <a:pt x="6" y="69"/>
                    <a:pt x="6" y="69"/>
                    <a:pt x="6" y="69"/>
                  </a:cubicBezTo>
                  <a:cubicBezTo>
                    <a:pt x="62" y="69"/>
                    <a:pt x="62" y="69"/>
                    <a:pt x="62" y="69"/>
                  </a:cubicBezTo>
                  <a:cubicBezTo>
                    <a:pt x="62" y="113"/>
                    <a:pt x="62" y="113"/>
                    <a:pt x="62" y="113"/>
                  </a:cubicBezTo>
                  <a:cubicBezTo>
                    <a:pt x="47" y="113"/>
                    <a:pt x="47" y="113"/>
                    <a:pt x="47" y="113"/>
                  </a:cubicBezTo>
                  <a:cubicBezTo>
                    <a:pt x="45" y="113"/>
                    <a:pt x="44" y="114"/>
                    <a:pt x="44" y="116"/>
                  </a:cubicBezTo>
                  <a:cubicBezTo>
                    <a:pt x="43" y="117"/>
                    <a:pt x="45" y="119"/>
                    <a:pt x="46" y="119"/>
                  </a:cubicBezTo>
                  <a:cubicBezTo>
                    <a:pt x="62" y="119"/>
                    <a:pt x="62" y="119"/>
                    <a:pt x="62" y="119"/>
                  </a:cubicBezTo>
                  <a:cubicBezTo>
                    <a:pt x="62" y="131"/>
                    <a:pt x="62" y="131"/>
                    <a:pt x="62" y="131"/>
                  </a:cubicBezTo>
                  <a:cubicBezTo>
                    <a:pt x="62" y="134"/>
                    <a:pt x="59" y="137"/>
                    <a:pt x="56"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7" name="Google Shape;1037;p52"/>
            <p:cNvSpPr/>
            <p:nvPr/>
          </p:nvSpPr>
          <p:spPr>
            <a:xfrm>
              <a:off x="7327334" y="1807475"/>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8" name="Google Shape;1038;p52"/>
            <p:cNvSpPr/>
            <p:nvPr/>
          </p:nvSpPr>
          <p:spPr>
            <a:xfrm>
              <a:off x="7327334" y="1742520"/>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39" name="Google Shape;1039;p52"/>
            <p:cNvSpPr/>
            <p:nvPr/>
          </p:nvSpPr>
          <p:spPr>
            <a:xfrm>
              <a:off x="7276691" y="1706189"/>
              <a:ext cx="113397" cy="88075"/>
            </a:xfrm>
            <a:custGeom>
              <a:avLst/>
              <a:gdLst/>
              <a:ahLst/>
              <a:cxnLst/>
              <a:rect l="l" t="t" r="r" b="b"/>
              <a:pathLst>
                <a:path w="43" h="34" extrusionOk="0">
                  <a:moveTo>
                    <a:pt x="43" y="17"/>
                  </a:moveTo>
                  <a:cubicBezTo>
                    <a:pt x="43" y="16"/>
                    <a:pt x="43" y="15"/>
                    <a:pt x="42" y="14"/>
                  </a:cubicBezTo>
                  <a:cubicBezTo>
                    <a:pt x="39" y="12"/>
                    <a:pt x="37" y="10"/>
                    <a:pt x="34" y="8"/>
                  </a:cubicBezTo>
                  <a:cubicBezTo>
                    <a:pt x="35" y="6"/>
                    <a:pt x="35" y="6"/>
                    <a:pt x="35" y="6"/>
                  </a:cubicBezTo>
                  <a:cubicBezTo>
                    <a:pt x="36" y="5"/>
                    <a:pt x="35" y="3"/>
                    <a:pt x="34" y="2"/>
                  </a:cubicBezTo>
                  <a:cubicBezTo>
                    <a:pt x="32" y="2"/>
                    <a:pt x="31" y="3"/>
                    <a:pt x="30" y="4"/>
                  </a:cubicBezTo>
                  <a:cubicBezTo>
                    <a:pt x="29" y="6"/>
                    <a:pt x="29" y="6"/>
                    <a:pt x="29" y="6"/>
                  </a:cubicBezTo>
                  <a:cubicBezTo>
                    <a:pt x="27" y="6"/>
                    <a:pt x="26" y="5"/>
                    <a:pt x="25" y="5"/>
                  </a:cubicBezTo>
                  <a:cubicBezTo>
                    <a:pt x="25" y="3"/>
                    <a:pt x="25" y="3"/>
                    <a:pt x="25" y="3"/>
                  </a:cubicBezTo>
                  <a:cubicBezTo>
                    <a:pt x="25" y="2"/>
                    <a:pt x="24" y="0"/>
                    <a:pt x="22" y="0"/>
                  </a:cubicBezTo>
                  <a:cubicBezTo>
                    <a:pt x="20" y="0"/>
                    <a:pt x="19" y="1"/>
                    <a:pt x="19" y="3"/>
                  </a:cubicBezTo>
                  <a:cubicBezTo>
                    <a:pt x="19" y="5"/>
                    <a:pt x="19" y="5"/>
                    <a:pt x="19" y="5"/>
                  </a:cubicBezTo>
                  <a:cubicBezTo>
                    <a:pt x="18" y="5"/>
                    <a:pt x="16" y="6"/>
                    <a:pt x="14" y="6"/>
                  </a:cubicBezTo>
                  <a:cubicBezTo>
                    <a:pt x="13" y="4"/>
                    <a:pt x="13" y="4"/>
                    <a:pt x="13" y="4"/>
                  </a:cubicBezTo>
                  <a:cubicBezTo>
                    <a:pt x="13" y="3"/>
                    <a:pt x="11" y="2"/>
                    <a:pt x="10" y="2"/>
                  </a:cubicBezTo>
                  <a:cubicBezTo>
                    <a:pt x="8" y="3"/>
                    <a:pt x="8" y="5"/>
                    <a:pt x="8" y="6"/>
                  </a:cubicBezTo>
                  <a:cubicBezTo>
                    <a:pt x="9" y="8"/>
                    <a:pt x="9" y="8"/>
                    <a:pt x="9" y="8"/>
                  </a:cubicBezTo>
                  <a:cubicBezTo>
                    <a:pt x="7" y="10"/>
                    <a:pt x="4" y="12"/>
                    <a:pt x="1" y="14"/>
                  </a:cubicBezTo>
                  <a:cubicBezTo>
                    <a:pt x="1" y="15"/>
                    <a:pt x="0" y="16"/>
                    <a:pt x="0" y="17"/>
                  </a:cubicBezTo>
                  <a:cubicBezTo>
                    <a:pt x="0" y="18"/>
                    <a:pt x="1" y="19"/>
                    <a:pt x="1" y="20"/>
                  </a:cubicBezTo>
                  <a:cubicBezTo>
                    <a:pt x="4" y="22"/>
                    <a:pt x="7" y="24"/>
                    <a:pt x="9" y="26"/>
                  </a:cubicBezTo>
                  <a:cubicBezTo>
                    <a:pt x="8" y="28"/>
                    <a:pt x="8" y="28"/>
                    <a:pt x="8" y="28"/>
                  </a:cubicBezTo>
                  <a:cubicBezTo>
                    <a:pt x="8" y="29"/>
                    <a:pt x="8" y="31"/>
                    <a:pt x="9" y="31"/>
                  </a:cubicBezTo>
                  <a:cubicBezTo>
                    <a:pt x="10" y="32"/>
                    <a:pt x="10" y="32"/>
                    <a:pt x="11" y="32"/>
                  </a:cubicBezTo>
                  <a:cubicBezTo>
                    <a:pt x="12" y="32"/>
                    <a:pt x="13" y="31"/>
                    <a:pt x="13" y="30"/>
                  </a:cubicBezTo>
                  <a:cubicBezTo>
                    <a:pt x="14" y="28"/>
                    <a:pt x="14" y="28"/>
                    <a:pt x="14" y="28"/>
                  </a:cubicBezTo>
                  <a:cubicBezTo>
                    <a:pt x="16" y="29"/>
                    <a:pt x="18" y="29"/>
                    <a:pt x="19" y="29"/>
                  </a:cubicBezTo>
                  <a:cubicBezTo>
                    <a:pt x="19" y="31"/>
                    <a:pt x="19" y="31"/>
                    <a:pt x="19" y="31"/>
                  </a:cubicBezTo>
                  <a:cubicBezTo>
                    <a:pt x="19" y="32"/>
                    <a:pt x="20" y="34"/>
                    <a:pt x="21" y="34"/>
                  </a:cubicBezTo>
                  <a:cubicBezTo>
                    <a:pt x="23" y="34"/>
                    <a:pt x="25" y="33"/>
                    <a:pt x="25" y="31"/>
                  </a:cubicBezTo>
                  <a:cubicBezTo>
                    <a:pt x="25" y="29"/>
                    <a:pt x="25" y="29"/>
                    <a:pt x="25" y="29"/>
                  </a:cubicBezTo>
                  <a:cubicBezTo>
                    <a:pt x="26" y="29"/>
                    <a:pt x="27" y="29"/>
                    <a:pt x="29" y="28"/>
                  </a:cubicBezTo>
                  <a:cubicBezTo>
                    <a:pt x="30" y="30"/>
                    <a:pt x="30" y="30"/>
                    <a:pt x="30" y="30"/>
                  </a:cubicBezTo>
                  <a:cubicBezTo>
                    <a:pt x="31" y="31"/>
                    <a:pt x="32" y="32"/>
                    <a:pt x="33" y="32"/>
                  </a:cubicBezTo>
                  <a:cubicBezTo>
                    <a:pt x="33" y="32"/>
                    <a:pt x="34" y="32"/>
                    <a:pt x="34" y="31"/>
                  </a:cubicBezTo>
                  <a:cubicBezTo>
                    <a:pt x="35" y="31"/>
                    <a:pt x="36" y="29"/>
                    <a:pt x="35" y="28"/>
                  </a:cubicBezTo>
                  <a:cubicBezTo>
                    <a:pt x="34" y="26"/>
                    <a:pt x="34" y="26"/>
                    <a:pt x="34" y="26"/>
                  </a:cubicBezTo>
                  <a:cubicBezTo>
                    <a:pt x="37" y="24"/>
                    <a:pt x="39" y="22"/>
                    <a:pt x="42" y="20"/>
                  </a:cubicBezTo>
                  <a:cubicBezTo>
                    <a:pt x="43" y="19"/>
                    <a:pt x="43" y="18"/>
                    <a:pt x="43" y="17"/>
                  </a:cubicBezTo>
                  <a:close/>
                  <a:moveTo>
                    <a:pt x="22" y="24"/>
                  </a:moveTo>
                  <a:cubicBezTo>
                    <a:pt x="15" y="24"/>
                    <a:pt x="9" y="19"/>
                    <a:pt x="7" y="17"/>
                  </a:cubicBezTo>
                  <a:cubicBezTo>
                    <a:pt x="9" y="15"/>
                    <a:pt x="15" y="10"/>
                    <a:pt x="22" y="10"/>
                  </a:cubicBezTo>
                  <a:cubicBezTo>
                    <a:pt x="28" y="10"/>
                    <a:pt x="34" y="15"/>
                    <a:pt x="37" y="17"/>
                  </a:cubicBezTo>
                  <a:cubicBezTo>
                    <a:pt x="34" y="19"/>
                    <a:pt x="28" y="24"/>
                    <a:pt x="22" y="24"/>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0" name="Google Shape;1040;p52"/>
          <p:cNvGrpSpPr/>
          <p:nvPr/>
        </p:nvGrpSpPr>
        <p:grpSpPr>
          <a:xfrm>
            <a:off x="5627760" y="1496599"/>
            <a:ext cx="228825" cy="362036"/>
            <a:chOff x="5618678" y="1512425"/>
            <a:chExt cx="234500" cy="371015"/>
          </a:xfrm>
        </p:grpSpPr>
        <p:sp>
          <p:nvSpPr>
            <p:cNvPr id="1041" name="Google Shape;1041;p52"/>
            <p:cNvSpPr/>
            <p:nvPr/>
          </p:nvSpPr>
          <p:spPr>
            <a:xfrm>
              <a:off x="5618678" y="1512425"/>
              <a:ext cx="234500" cy="371015"/>
            </a:xfrm>
            <a:custGeom>
              <a:avLst/>
              <a:gdLst/>
              <a:ahLst/>
              <a:cxnLst/>
              <a:rect l="l" t="t" r="r" b="b"/>
              <a:pathLst>
                <a:path w="90" h="142" extrusionOk="0">
                  <a:moveTo>
                    <a:pt x="80" y="33"/>
                  </a:moveTo>
                  <a:cubicBezTo>
                    <a:pt x="80" y="17"/>
                    <a:pt x="80" y="17"/>
                    <a:pt x="80" y="17"/>
                  </a:cubicBezTo>
                  <a:cubicBezTo>
                    <a:pt x="80" y="14"/>
                    <a:pt x="77" y="11"/>
                    <a:pt x="74" y="11"/>
                  </a:cubicBezTo>
                  <a:cubicBezTo>
                    <a:pt x="74" y="11"/>
                    <a:pt x="74" y="11"/>
                    <a:pt x="74" y="11"/>
                  </a:cubicBezTo>
                  <a:cubicBezTo>
                    <a:pt x="74" y="5"/>
                    <a:pt x="74" y="5"/>
                    <a:pt x="74" y="5"/>
                  </a:cubicBezTo>
                  <a:cubicBezTo>
                    <a:pt x="74" y="2"/>
                    <a:pt x="71" y="0"/>
                    <a:pt x="68" y="0"/>
                  </a:cubicBezTo>
                  <a:cubicBezTo>
                    <a:pt x="21" y="0"/>
                    <a:pt x="21" y="0"/>
                    <a:pt x="21" y="0"/>
                  </a:cubicBezTo>
                  <a:cubicBezTo>
                    <a:pt x="18" y="0"/>
                    <a:pt x="16" y="2"/>
                    <a:pt x="16" y="5"/>
                  </a:cubicBezTo>
                  <a:cubicBezTo>
                    <a:pt x="16" y="11"/>
                    <a:pt x="16" y="11"/>
                    <a:pt x="16" y="11"/>
                  </a:cubicBezTo>
                  <a:cubicBezTo>
                    <a:pt x="15" y="11"/>
                    <a:pt x="15" y="11"/>
                    <a:pt x="15" y="11"/>
                  </a:cubicBezTo>
                  <a:cubicBezTo>
                    <a:pt x="12" y="11"/>
                    <a:pt x="10" y="14"/>
                    <a:pt x="10" y="17"/>
                  </a:cubicBezTo>
                  <a:cubicBezTo>
                    <a:pt x="10" y="33"/>
                    <a:pt x="10" y="33"/>
                    <a:pt x="10" y="33"/>
                  </a:cubicBezTo>
                  <a:cubicBezTo>
                    <a:pt x="4" y="36"/>
                    <a:pt x="0" y="42"/>
                    <a:pt x="0" y="49"/>
                  </a:cubicBezTo>
                  <a:cubicBezTo>
                    <a:pt x="0" y="131"/>
                    <a:pt x="0" y="131"/>
                    <a:pt x="0" y="131"/>
                  </a:cubicBezTo>
                  <a:cubicBezTo>
                    <a:pt x="0" y="137"/>
                    <a:pt x="5" y="142"/>
                    <a:pt x="11" y="142"/>
                  </a:cubicBezTo>
                  <a:cubicBezTo>
                    <a:pt x="79" y="142"/>
                    <a:pt x="79" y="142"/>
                    <a:pt x="79" y="142"/>
                  </a:cubicBezTo>
                  <a:cubicBezTo>
                    <a:pt x="85" y="142"/>
                    <a:pt x="90" y="137"/>
                    <a:pt x="90" y="131"/>
                  </a:cubicBezTo>
                  <a:cubicBezTo>
                    <a:pt x="90" y="49"/>
                    <a:pt x="90" y="49"/>
                    <a:pt x="90" y="49"/>
                  </a:cubicBezTo>
                  <a:cubicBezTo>
                    <a:pt x="90" y="42"/>
                    <a:pt x="86" y="36"/>
                    <a:pt x="80" y="33"/>
                  </a:cubicBezTo>
                  <a:close/>
                  <a:moveTo>
                    <a:pt x="74" y="31"/>
                  </a:moveTo>
                  <a:cubicBezTo>
                    <a:pt x="67" y="31"/>
                    <a:pt x="67" y="31"/>
                    <a:pt x="67" y="31"/>
                  </a:cubicBezTo>
                  <a:cubicBezTo>
                    <a:pt x="67" y="17"/>
                    <a:pt x="67" y="17"/>
                    <a:pt x="67" y="17"/>
                  </a:cubicBezTo>
                  <a:cubicBezTo>
                    <a:pt x="74" y="17"/>
                    <a:pt x="74" y="17"/>
                    <a:pt x="74" y="17"/>
                  </a:cubicBezTo>
                  <a:lnTo>
                    <a:pt x="74" y="31"/>
                  </a:lnTo>
                  <a:close/>
                  <a:moveTo>
                    <a:pt x="54" y="31"/>
                  </a:moveTo>
                  <a:cubicBezTo>
                    <a:pt x="54" y="17"/>
                    <a:pt x="54" y="17"/>
                    <a:pt x="54" y="17"/>
                  </a:cubicBezTo>
                  <a:cubicBezTo>
                    <a:pt x="61" y="17"/>
                    <a:pt x="61" y="17"/>
                    <a:pt x="61" y="17"/>
                  </a:cubicBezTo>
                  <a:cubicBezTo>
                    <a:pt x="61" y="31"/>
                    <a:pt x="61" y="31"/>
                    <a:pt x="61" y="31"/>
                  </a:cubicBezTo>
                  <a:cubicBezTo>
                    <a:pt x="54" y="31"/>
                    <a:pt x="54" y="31"/>
                    <a:pt x="54" y="31"/>
                  </a:cubicBezTo>
                  <a:close/>
                  <a:moveTo>
                    <a:pt x="41" y="31"/>
                  </a:moveTo>
                  <a:cubicBezTo>
                    <a:pt x="41" y="17"/>
                    <a:pt x="41" y="17"/>
                    <a:pt x="41" y="17"/>
                  </a:cubicBezTo>
                  <a:cubicBezTo>
                    <a:pt x="49" y="17"/>
                    <a:pt x="49" y="17"/>
                    <a:pt x="49" y="17"/>
                  </a:cubicBezTo>
                  <a:cubicBezTo>
                    <a:pt x="49" y="31"/>
                    <a:pt x="49" y="31"/>
                    <a:pt x="49" y="31"/>
                  </a:cubicBezTo>
                  <a:cubicBezTo>
                    <a:pt x="41" y="31"/>
                    <a:pt x="41" y="31"/>
                    <a:pt x="41" y="31"/>
                  </a:cubicBezTo>
                  <a:close/>
                  <a:moveTo>
                    <a:pt x="29" y="31"/>
                  </a:moveTo>
                  <a:cubicBezTo>
                    <a:pt x="29" y="17"/>
                    <a:pt x="29" y="17"/>
                    <a:pt x="29" y="17"/>
                  </a:cubicBezTo>
                  <a:cubicBezTo>
                    <a:pt x="36" y="17"/>
                    <a:pt x="36" y="17"/>
                    <a:pt x="36" y="17"/>
                  </a:cubicBezTo>
                  <a:cubicBezTo>
                    <a:pt x="36" y="31"/>
                    <a:pt x="36" y="31"/>
                    <a:pt x="36" y="31"/>
                  </a:cubicBezTo>
                  <a:cubicBezTo>
                    <a:pt x="29" y="31"/>
                    <a:pt x="29" y="31"/>
                    <a:pt x="29" y="31"/>
                  </a:cubicBezTo>
                  <a:close/>
                  <a:moveTo>
                    <a:pt x="21" y="5"/>
                  </a:moveTo>
                  <a:cubicBezTo>
                    <a:pt x="68" y="5"/>
                    <a:pt x="68" y="5"/>
                    <a:pt x="68" y="5"/>
                  </a:cubicBezTo>
                  <a:cubicBezTo>
                    <a:pt x="68" y="11"/>
                    <a:pt x="68" y="11"/>
                    <a:pt x="68" y="11"/>
                  </a:cubicBezTo>
                  <a:cubicBezTo>
                    <a:pt x="21" y="11"/>
                    <a:pt x="21" y="11"/>
                    <a:pt x="21" y="11"/>
                  </a:cubicBezTo>
                  <a:lnTo>
                    <a:pt x="21" y="5"/>
                  </a:lnTo>
                  <a:close/>
                  <a:moveTo>
                    <a:pt x="15" y="31"/>
                  </a:moveTo>
                  <a:cubicBezTo>
                    <a:pt x="15" y="17"/>
                    <a:pt x="15" y="17"/>
                    <a:pt x="15" y="17"/>
                  </a:cubicBezTo>
                  <a:cubicBezTo>
                    <a:pt x="23" y="17"/>
                    <a:pt x="23" y="17"/>
                    <a:pt x="23" y="17"/>
                  </a:cubicBezTo>
                  <a:cubicBezTo>
                    <a:pt x="23" y="31"/>
                    <a:pt x="23" y="31"/>
                    <a:pt x="23" y="31"/>
                  </a:cubicBezTo>
                  <a:cubicBezTo>
                    <a:pt x="15" y="31"/>
                    <a:pt x="15" y="31"/>
                    <a:pt x="15" y="31"/>
                  </a:cubicBezTo>
                  <a:close/>
                  <a:moveTo>
                    <a:pt x="18" y="37"/>
                  </a:moveTo>
                  <a:cubicBezTo>
                    <a:pt x="72" y="37"/>
                    <a:pt x="72" y="37"/>
                    <a:pt x="72" y="37"/>
                  </a:cubicBezTo>
                  <a:cubicBezTo>
                    <a:pt x="78" y="37"/>
                    <a:pt x="83" y="42"/>
                    <a:pt x="84" y="48"/>
                  </a:cubicBezTo>
                  <a:cubicBezTo>
                    <a:pt x="57" y="48"/>
                    <a:pt x="57" y="48"/>
                    <a:pt x="57" y="48"/>
                  </a:cubicBezTo>
                  <a:cubicBezTo>
                    <a:pt x="56" y="48"/>
                    <a:pt x="55" y="49"/>
                    <a:pt x="55" y="50"/>
                  </a:cubicBezTo>
                  <a:cubicBezTo>
                    <a:pt x="54" y="52"/>
                    <a:pt x="56" y="53"/>
                    <a:pt x="57" y="53"/>
                  </a:cubicBezTo>
                  <a:cubicBezTo>
                    <a:pt x="84" y="53"/>
                    <a:pt x="84" y="53"/>
                    <a:pt x="84" y="53"/>
                  </a:cubicBezTo>
                  <a:cubicBezTo>
                    <a:pt x="84" y="120"/>
                    <a:pt x="84" y="120"/>
                    <a:pt x="84" y="120"/>
                  </a:cubicBezTo>
                  <a:cubicBezTo>
                    <a:pt x="5" y="120"/>
                    <a:pt x="5" y="120"/>
                    <a:pt x="5" y="120"/>
                  </a:cubicBezTo>
                  <a:cubicBezTo>
                    <a:pt x="5" y="53"/>
                    <a:pt x="5" y="53"/>
                    <a:pt x="5" y="53"/>
                  </a:cubicBezTo>
                  <a:cubicBezTo>
                    <a:pt x="32" y="53"/>
                    <a:pt x="32" y="53"/>
                    <a:pt x="32" y="53"/>
                  </a:cubicBezTo>
                  <a:cubicBezTo>
                    <a:pt x="34" y="53"/>
                    <a:pt x="35" y="52"/>
                    <a:pt x="35" y="51"/>
                  </a:cubicBezTo>
                  <a:cubicBezTo>
                    <a:pt x="35" y="49"/>
                    <a:pt x="34" y="48"/>
                    <a:pt x="32" y="48"/>
                  </a:cubicBezTo>
                  <a:cubicBezTo>
                    <a:pt x="6" y="48"/>
                    <a:pt x="6" y="48"/>
                    <a:pt x="6" y="48"/>
                  </a:cubicBezTo>
                  <a:cubicBezTo>
                    <a:pt x="7" y="42"/>
                    <a:pt x="12" y="37"/>
                    <a:pt x="18" y="37"/>
                  </a:cubicBezTo>
                  <a:close/>
                  <a:moveTo>
                    <a:pt x="79" y="137"/>
                  </a:moveTo>
                  <a:cubicBezTo>
                    <a:pt x="11" y="137"/>
                    <a:pt x="11" y="137"/>
                    <a:pt x="11" y="137"/>
                  </a:cubicBezTo>
                  <a:cubicBezTo>
                    <a:pt x="8" y="137"/>
                    <a:pt x="5" y="134"/>
                    <a:pt x="5" y="131"/>
                  </a:cubicBezTo>
                  <a:cubicBezTo>
                    <a:pt x="5" y="126"/>
                    <a:pt x="5" y="126"/>
                    <a:pt x="5" y="126"/>
                  </a:cubicBezTo>
                  <a:cubicBezTo>
                    <a:pt x="84" y="126"/>
                    <a:pt x="84" y="126"/>
                    <a:pt x="84" y="126"/>
                  </a:cubicBezTo>
                  <a:cubicBezTo>
                    <a:pt x="84" y="131"/>
                    <a:pt x="84" y="131"/>
                    <a:pt x="84" y="131"/>
                  </a:cubicBezTo>
                  <a:cubicBezTo>
                    <a:pt x="84" y="134"/>
                    <a:pt x="82" y="137"/>
                    <a:pt x="79"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2" name="Google Shape;1042;p52"/>
            <p:cNvSpPr/>
            <p:nvPr/>
          </p:nvSpPr>
          <p:spPr>
            <a:xfrm>
              <a:off x="5644000" y="1674263"/>
              <a:ext cx="183857" cy="133213"/>
            </a:xfrm>
            <a:custGeom>
              <a:avLst/>
              <a:gdLst/>
              <a:ahLst/>
              <a:cxnLst/>
              <a:rect l="l" t="t" r="r" b="b"/>
              <a:pathLst>
                <a:path w="70" h="51" extrusionOk="0">
                  <a:moveTo>
                    <a:pt x="12" y="5"/>
                  </a:moveTo>
                  <a:cubicBezTo>
                    <a:pt x="12" y="6"/>
                    <a:pt x="11" y="6"/>
                    <a:pt x="11" y="6"/>
                  </a:cubicBezTo>
                  <a:cubicBezTo>
                    <a:pt x="7" y="11"/>
                    <a:pt x="6" y="17"/>
                    <a:pt x="7" y="23"/>
                  </a:cubicBezTo>
                  <a:cubicBezTo>
                    <a:pt x="3" y="23"/>
                    <a:pt x="3" y="23"/>
                    <a:pt x="3" y="23"/>
                  </a:cubicBezTo>
                  <a:cubicBezTo>
                    <a:pt x="2" y="23"/>
                    <a:pt x="1" y="24"/>
                    <a:pt x="0" y="25"/>
                  </a:cubicBezTo>
                  <a:cubicBezTo>
                    <a:pt x="0" y="27"/>
                    <a:pt x="1" y="29"/>
                    <a:pt x="3" y="29"/>
                  </a:cubicBezTo>
                  <a:cubicBezTo>
                    <a:pt x="10" y="29"/>
                    <a:pt x="10" y="29"/>
                    <a:pt x="10" y="29"/>
                  </a:cubicBezTo>
                  <a:cubicBezTo>
                    <a:pt x="11" y="29"/>
                    <a:pt x="11" y="30"/>
                    <a:pt x="12" y="30"/>
                  </a:cubicBezTo>
                  <a:cubicBezTo>
                    <a:pt x="31" y="50"/>
                    <a:pt x="31" y="50"/>
                    <a:pt x="31" y="50"/>
                  </a:cubicBezTo>
                  <a:cubicBezTo>
                    <a:pt x="32" y="51"/>
                    <a:pt x="34" y="51"/>
                    <a:pt x="35" y="51"/>
                  </a:cubicBezTo>
                  <a:cubicBezTo>
                    <a:pt x="36" y="51"/>
                    <a:pt x="37" y="51"/>
                    <a:pt x="38" y="50"/>
                  </a:cubicBezTo>
                  <a:cubicBezTo>
                    <a:pt x="58" y="30"/>
                    <a:pt x="58" y="30"/>
                    <a:pt x="58" y="30"/>
                  </a:cubicBezTo>
                  <a:cubicBezTo>
                    <a:pt x="58" y="30"/>
                    <a:pt x="59" y="29"/>
                    <a:pt x="59" y="29"/>
                  </a:cubicBezTo>
                  <a:cubicBezTo>
                    <a:pt x="66" y="29"/>
                    <a:pt x="66" y="29"/>
                    <a:pt x="66" y="29"/>
                  </a:cubicBezTo>
                  <a:cubicBezTo>
                    <a:pt x="68" y="29"/>
                    <a:pt x="69" y="28"/>
                    <a:pt x="69" y="26"/>
                  </a:cubicBezTo>
                  <a:cubicBezTo>
                    <a:pt x="70" y="25"/>
                    <a:pt x="68" y="23"/>
                    <a:pt x="67" y="23"/>
                  </a:cubicBezTo>
                  <a:cubicBezTo>
                    <a:pt x="62" y="23"/>
                    <a:pt x="62" y="23"/>
                    <a:pt x="62" y="23"/>
                  </a:cubicBezTo>
                  <a:cubicBezTo>
                    <a:pt x="64" y="17"/>
                    <a:pt x="63" y="11"/>
                    <a:pt x="58" y="6"/>
                  </a:cubicBezTo>
                  <a:cubicBezTo>
                    <a:pt x="58" y="6"/>
                    <a:pt x="58" y="6"/>
                    <a:pt x="58" y="6"/>
                  </a:cubicBezTo>
                  <a:cubicBezTo>
                    <a:pt x="58" y="6"/>
                    <a:pt x="58" y="6"/>
                    <a:pt x="58" y="5"/>
                  </a:cubicBezTo>
                  <a:cubicBezTo>
                    <a:pt x="54" y="2"/>
                    <a:pt x="49" y="0"/>
                    <a:pt x="44" y="0"/>
                  </a:cubicBezTo>
                  <a:cubicBezTo>
                    <a:pt x="41" y="0"/>
                    <a:pt x="37" y="2"/>
                    <a:pt x="35" y="4"/>
                  </a:cubicBezTo>
                  <a:cubicBezTo>
                    <a:pt x="32" y="2"/>
                    <a:pt x="29" y="1"/>
                    <a:pt x="26" y="0"/>
                  </a:cubicBezTo>
                  <a:cubicBezTo>
                    <a:pt x="21" y="0"/>
                    <a:pt x="15" y="2"/>
                    <a:pt x="12" y="5"/>
                  </a:cubicBezTo>
                  <a:close/>
                  <a:moveTo>
                    <a:pt x="35" y="46"/>
                  </a:moveTo>
                  <a:cubicBezTo>
                    <a:pt x="18" y="29"/>
                    <a:pt x="18" y="29"/>
                    <a:pt x="18" y="29"/>
                  </a:cubicBezTo>
                  <a:cubicBezTo>
                    <a:pt x="23" y="29"/>
                    <a:pt x="23" y="29"/>
                    <a:pt x="23" y="29"/>
                  </a:cubicBezTo>
                  <a:cubicBezTo>
                    <a:pt x="24" y="29"/>
                    <a:pt x="24" y="28"/>
                    <a:pt x="25" y="28"/>
                  </a:cubicBezTo>
                  <a:cubicBezTo>
                    <a:pt x="29" y="23"/>
                    <a:pt x="29" y="23"/>
                    <a:pt x="29" y="23"/>
                  </a:cubicBezTo>
                  <a:cubicBezTo>
                    <a:pt x="32" y="32"/>
                    <a:pt x="32" y="32"/>
                    <a:pt x="32" y="32"/>
                  </a:cubicBezTo>
                  <a:cubicBezTo>
                    <a:pt x="33" y="33"/>
                    <a:pt x="34" y="34"/>
                    <a:pt x="35" y="34"/>
                  </a:cubicBezTo>
                  <a:cubicBezTo>
                    <a:pt x="35" y="34"/>
                    <a:pt x="36" y="34"/>
                    <a:pt x="36" y="34"/>
                  </a:cubicBezTo>
                  <a:cubicBezTo>
                    <a:pt x="38" y="34"/>
                    <a:pt x="39" y="34"/>
                    <a:pt x="39" y="33"/>
                  </a:cubicBezTo>
                  <a:cubicBezTo>
                    <a:pt x="44" y="29"/>
                    <a:pt x="44" y="29"/>
                    <a:pt x="44" y="29"/>
                  </a:cubicBezTo>
                  <a:cubicBezTo>
                    <a:pt x="52" y="29"/>
                    <a:pt x="52" y="29"/>
                    <a:pt x="52" y="29"/>
                  </a:cubicBezTo>
                  <a:lnTo>
                    <a:pt x="35" y="46"/>
                  </a:lnTo>
                  <a:close/>
                  <a:moveTo>
                    <a:pt x="25" y="6"/>
                  </a:moveTo>
                  <a:cubicBezTo>
                    <a:pt x="28" y="6"/>
                    <a:pt x="31" y="7"/>
                    <a:pt x="33" y="9"/>
                  </a:cubicBezTo>
                  <a:cubicBezTo>
                    <a:pt x="34" y="10"/>
                    <a:pt x="36" y="10"/>
                    <a:pt x="37" y="9"/>
                  </a:cubicBezTo>
                  <a:cubicBezTo>
                    <a:pt x="39" y="7"/>
                    <a:pt x="42" y="6"/>
                    <a:pt x="44" y="6"/>
                  </a:cubicBezTo>
                  <a:cubicBezTo>
                    <a:pt x="48" y="5"/>
                    <a:pt x="51" y="7"/>
                    <a:pt x="54" y="9"/>
                  </a:cubicBezTo>
                  <a:cubicBezTo>
                    <a:pt x="54" y="9"/>
                    <a:pt x="54" y="10"/>
                    <a:pt x="54" y="10"/>
                  </a:cubicBezTo>
                  <a:cubicBezTo>
                    <a:pt x="58" y="13"/>
                    <a:pt x="58" y="19"/>
                    <a:pt x="56" y="23"/>
                  </a:cubicBezTo>
                  <a:cubicBezTo>
                    <a:pt x="43" y="23"/>
                    <a:pt x="43" y="23"/>
                    <a:pt x="43" y="23"/>
                  </a:cubicBezTo>
                  <a:cubicBezTo>
                    <a:pt x="42" y="23"/>
                    <a:pt x="41" y="23"/>
                    <a:pt x="41" y="24"/>
                  </a:cubicBezTo>
                  <a:cubicBezTo>
                    <a:pt x="37" y="28"/>
                    <a:pt x="37" y="28"/>
                    <a:pt x="37" y="28"/>
                  </a:cubicBezTo>
                  <a:cubicBezTo>
                    <a:pt x="33" y="18"/>
                    <a:pt x="33" y="18"/>
                    <a:pt x="33" y="18"/>
                  </a:cubicBezTo>
                  <a:cubicBezTo>
                    <a:pt x="32" y="17"/>
                    <a:pt x="31" y="16"/>
                    <a:pt x="30" y="16"/>
                  </a:cubicBezTo>
                  <a:cubicBezTo>
                    <a:pt x="28" y="16"/>
                    <a:pt x="27" y="16"/>
                    <a:pt x="26" y="18"/>
                  </a:cubicBezTo>
                  <a:cubicBezTo>
                    <a:pt x="21" y="23"/>
                    <a:pt x="21" y="23"/>
                    <a:pt x="21" y="23"/>
                  </a:cubicBezTo>
                  <a:cubicBezTo>
                    <a:pt x="13" y="23"/>
                    <a:pt x="13" y="23"/>
                    <a:pt x="13" y="23"/>
                  </a:cubicBezTo>
                  <a:cubicBezTo>
                    <a:pt x="11" y="19"/>
                    <a:pt x="12" y="13"/>
                    <a:pt x="15" y="10"/>
                  </a:cubicBezTo>
                  <a:cubicBezTo>
                    <a:pt x="15" y="10"/>
                    <a:pt x="15" y="9"/>
                    <a:pt x="16" y="9"/>
                  </a:cubicBezTo>
                  <a:cubicBezTo>
                    <a:pt x="18" y="7"/>
                    <a:pt x="21" y="6"/>
                    <a:pt x="24" y="6"/>
                  </a:cubicBezTo>
                  <a:cubicBezTo>
                    <a:pt x="25" y="6"/>
                    <a:pt x="25" y="6"/>
                    <a:pt x="25"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3" name="Google Shape;1043;p52"/>
            <p:cNvSpPr/>
            <p:nvPr/>
          </p:nvSpPr>
          <p:spPr>
            <a:xfrm>
              <a:off x="5727671" y="1637931"/>
              <a:ext cx="165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4" name="Google Shape;1044;p52"/>
          <p:cNvGrpSpPr/>
          <p:nvPr/>
        </p:nvGrpSpPr>
        <p:grpSpPr>
          <a:xfrm>
            <a:off x="4841376" y="1496599"/>
            <a:ext cx="215934" cy="362036"/>
            <a:chOff x="4840315" y="1512425"/>
            <a:chExt cx="221289" cy="371015"/>
          </a:xfrm>
        </p:grpSpPr>
        <p:sp>
          <p:nvSpPr>
            <p:cNvPr id="1045" name="Google Shape;1045;p52"/>
            <p:cNvSpPr/>
            <p:nvPr/>
          </p:nvSpPr>
          <p:spPr>
            <a:xfrm>
              <a:off x="4840315" y="1512425"/>
              <a:ext cx="221289" cy="371015"/>
            </a:xfrm>
            <a:custGeom>
              <a:avLst/>
              <a:gdLst/>
              <a:ahLst/>
              <a:cxnLst/>
              <a:rect l="l" t="t" r="r" b="b"/>
              <a:pathLst>
                <a:path w="85" h="142" extrusionOk="0">
                  <a:moveTo>
                    <a:pt x="73" y="112"/>
                  </a:moveTo>
                  <a:cubicBezTo>
                    <a:pt x="72" y="111"/>
                    <a:pt x="70" y="109"/>
                    <a:pt x="68" y="108"/>
                  </a:cubicBezTo>
                  <a:cubicBezTo>
                    <a:pt x="79" y="99"/>
                    <a:pt x="85" y="85"/>
                    <a:pt x="85" y="71"/>
                  </a:cubicBezTo>
                  <a:cubicBezTo>
                    <a:pt x="85" y="57"/>
                    <a:pt x="79" y="43"/>
                    <a:pt x="68" y="34"/>
                  </a:cubicBezTo>
                  <a:cubicBezTo>
                    <a:pt x="70" y="33"/>
                    <a:pt x="72" y="31"/>
                    <a:pt x="73" y="30"/>
                  </a:cubicBezTo>
                  <a:cubicBezTo>
                    <a:pt x="80" y="24"/>
                    <a:pt x="84" y="15"/>
                    <a:pt x="85" y="6"/>
                  </a:cubicBezTo>
                  <a:cubicBezTo>
                    <a:pt x="85" y="4"/>
                    <a:pt x="85" y="3"/>
                    <a:pt x="84" y="2"/>
                  </a:cubicBezTo>
                  <a:cubicBezTo>
                    <a:pt x="83" y="1"/>
                    <a:pt x="81" y="0"/>
                    <a:pt x="80" y="0"/>
                  </a:cubicBezTo>
                  <a:cubicBezTo>
                    <a:pt x="74" y="0"/>
                    <a:pt x="74" y="0"/>
                    <a:pt x="74" y="0"/>
                  </a:cubicBezTo>
                  <a:cubicBezTo>
                    <a:pt x="71" y="0"/>
                    <a:pt x="69" y="2"/>
                    <a:pt x="69" y="5"/>
                  </a:cubicBezTo>
                  <a:cubicBezTo>
                    <a:pt x="69" y="6"/>
                    <a:pt x="69" y="7"/>
                    <a:pt x="68" y="7"/>
                  </a:cubicBezTo>
                  <a:cubicBezTo>
                    <a:pt x="17" y="7"/>
                    <a:pt x="17" y="7"/>
                    <a:pt x="17" y="7"/>
                  </a:cubicBezTo>
                  <a:cubicBezTo>
                    <a:pt x="17" y="7"/>
                    <a:pt x="17" y="6"/>
                    <a:pt x="17" y="5"/>
                  </a:cubicBezTo>
                  <a:cubicBezTo>
                    <a:pt x="17" y="2"/>
                    <a:pt x="14" y="0"/>
                    <a:pt x="11" y="0"/>
                  </a:cubicBezTo>
                  <a:cubicBezTo>
                    <a:pt x="6" y="0"/>
                    <a:pt x="6" y="0"/>
                    <a:pt x="6" y="0"/>
                  </a:cubicBezTo>
                  <a:cubicBezTo>
                    <a:pt x="4" y="0"/>
                    <a:pt x="3" y="1"/>
                    <a:pt x="2" y="2"/>
                  </a:cubicBezTo>
                  <a:cubicBezTo>
                    <a:pt x="1" y="3"/>
                    <a:pt x="0" y="4"/>
                    <a:pt x="0" y="6"/>
                  </a:cubicBezTo>
                  <a:cubicBezTo>
                    <a:pt x="1" y="18"/>
                    <a:pt x="8" y="28"/>
                    <a:pt x="18" y="34"/>
                  </a:cubicBezTo>
                  <a:cubicBezTo>
                    <a:pt x="7" y="43"/>
                    <a:pt x="0" y="56"/>
                    <a:pt x="0" y="71"/>
                  </a:cubicBezTo>
                  <a:cubicBezTo>
                    <a:pt x="0" y="86"/>
                    <a:pt x="7" y="99"/>
                    <a:pt x="18" y="108"/>
                  </a:cubicBezTo>
                  <a:cubicBezTo>
                    <a:pt x="8" y="114"/>
                    <a:pt x="1" y="125"/>
                    <a:pt x="0" y="136"/>
                  </a:cubicBezTo>
                  <a:cubicBezTo>
                    <a:pt x="0" y="138"/>
                    <a:pt x="1" y="139"/>
                    <a:pt x="2" y="141"/>
                  </a:cubicBezTo>
                  <a:cubicBezTo>
                    <a:pt x="3" y="142"/>
                    <a:pt x="4" y="142"/>
                    <a:pt x="6" y="142"/>
                  </a:cubicBezTo>
                  <a:cubicBezTo>
                    <a:pt x="11" y="142"/>
                    <a:pt x="11" y="142"/>
                    <a:pt x="11" y="142"/>
                  </a:cubicBezTo>
                  <a:cubicBezTo>
                    <a:pt x="14" y="142"/>
                    <a:pt x="17" y="140"/>
                    <a:pt x="17" y="137"/>
                  </a:cubicBezTo>
                  <a:cubicBezTo>
                    <a:pt x="17" y="136"/>
                    <a:pt x="17" y="136"/>
                    <a:pt x="18" y="135"/>
                  </a:cubicBezTo>
                  <a:cubicBezTo>
                    <a:pt x="30" y="135"/>
                    <a:pt x="30" y="135"/>
                    <a:pt x="30" y="135"/>
                  </a:cubicBezTo>
                  <a:cubicBezTo>
                    <a:pt x="32" y="135"/>
                    <a:pt x="33" y="134"/>
                    <a:pt x="33" y="132"/>
                  </a:cubicBezTo>
                  <a:cubicBezTo>
                    <a:pt x="33" y="131"/>
                    <a:pt x="32" y="129"/>
                    <a:pt x="30" y="129"/>
                  </a:cubicBezTo>
                  <a:cubicBezTo>
                    <a:pt x="20" y="129"/>
                    <a:pt x="20" y="129"/>
                    <a:pt x="20" y="129"/>
                  </a:cubicBezTo>
                  <a:cubicBezTo>
                    <a:pt x="23" y="123"/>
                    <a:pt x="30" y="119"/>
                    <a:pt x="37" y="119"/>
                  </a:cubicBezTo>
                  <a:cubicBezTo>
                    <a:pt x="39" y="119"/>
                    <a:pt x="41" y="119"/>
                    <a:pt x="43" y="119"/>
                  </a:cubicBezTo>
                  <a:cubicBezTo>
                    <a:pt x="45" y="119"/>
                    <a:pt x="46" y="119"/>
                    <a:pt x="48" y="119"/>
                  </a:cubicBezTo>
                  <a:cubicBezTo>
                    <a:pt x="56" y="119"/>
                    <a:pt x="62" y="123"/>
                    <a:pt x="66" y="129"/>
                  </a:cubicBezTo>
                  <a:cubicBezTo>
                    <a:pt x="55" y="129"/>
                    <a:pt x="55" y="129"/>
                    <a:pt x="55" y="129"/>
                  </a:cubicBezTo>
                  <a:cubicBezTo>
                    <a:pt x="54" y="129"/>
                    <a:pt x="53" y="130"/>
                    <a:pt x="53" y="132"/>
                  </a:cubicBezTo>
                  <a:cubicBezTo>
                    <a:pt x="52" y="133"/>
                    <a:pt x="54" y="135"/>
                    <a:pt x="55" y="135"/>
                  </a:cubicBezTo>
                  <a:cubicBezTo>
                    <a:pt x="68" y="135"/>
                    <a:pt x="68" y="135"/>
                    <a:pt x="68" y="135"/>
                  </a:cubicBezTo>
                  <a:cubicBezTo>
                    <a:pt x="68" y="136"/>
                    <a:pt x="68" y="136"/>
                    <a:pt x="69" y="137"/>
                  </a:cubicBezTo>
                  <a:cubicBezTo>
                    <a:pt x="69" y="140"/>
                    <a:pt x="71" y="142"/>
                    <a:pt x="74" y="142"/>
                  </a:cubicBezTo>
                  <a:cubicBezTo>
                    <a:pt x="80" y="142"/>
                    <a:pt x="80" y="142"/>
                    <a:pt x="80" y="142"/>
                  </a:cubicBezTo>
                  <a:cubicBezTo>
                    <a:pt x="81" y="142"/>
                    <a:pt x="83" y="142"/>
                    <a:pt x="84" y="141"/>
                  </a:cubicBezTo>
                  <a:cubicBezTo>
                    <a:pt x="85" y="139"/>
                    <a:pt x="85" y="138"/>
                    <a:pt x="85" y="136"/>
                  </a:cubicBezTo>
                  <a:cubicBezTo>
                    <a:pt x="84" y="127"/>
                    <a:pt x="80" y="119"/>
                    <a:pt x="73" y="112"/>
                  </a:cubicBezTo>
                  <a:close/>
                  <a:moveTo>
                    <a:pt x="80" y="71"/>
                  </a:moveTo>
                  <a:cubicBezTo>
                    <a:pt x="80" y="85"/>
                    <a:pt x="73" y="97"/>
                    <a:pt x="63" y="105"/>
                  </a:cubicBezTo>
                  <a:cubicBezTo>
                    <a:pt x="60" y="104"/>
                    <a:pt x="58" y="104"/>
                    <a:pt x="56" y="103"/>
                  </a:cubicBezTo>
                  <a:cubicBezTo>
                    <a:pt x="59" y="101"/>
                    <a:pt x="63" y="98"/>
                    <a:pt x="65" y="95"/>
                  </a:cubicBezTo>
                  <a:cubicBezTo>
                    <a:pt x="71" y="88"/>
                    <a:pt x="74" y="80"/>
                    <a:pt x="74" y="71"/>
                  </a:cubicBezTo>
                  <a:cubicBezTo>
                    <a:pt x="74" y="62"/>
                    <a:pt x="71" y="54"/>
                    <a:pt x="65" y="47"/>
                  </a:cubicBezTo>
                  <a:cubicBezTo>
                    <a:pt x="63" y="44"/>
                    <a:pt x="59" y="41"/>
                    <a:pt x="56" y="39"/>
                  </a:cubicBezTo>
                  <a:cubicBezTo>
                    <a:pt x="58" y="38"/>
                    <a:pt x="60" y="38"/>
                    <a:pt x="63" y="37"/>
                  </a:cubicBezTo>
                  <a:cubicBezTo>
                    <a:pt x="73" y="45"/>
                    <a:pt x="80" y="58"/>
                    <a:pt x="80" y="71"/>
                  </a:cubicBezTo>
                  <a:close/>
                  <a:moveTo>
                    <a:pt x="25" y="93"/>
                  </a:moveTo>
                  <a:cubicBezTo>
                    <a:pt x="60" y="93"/>
                    <a:pt x="60" y="93"/>
                    <a:pt x="60" y="93"/>
                  </a:cubicBezTo>
                  <a:cubicBezTo>
                    <a:pt x="56" y="97"/>
                    <a:pt x="49" y="101"/>
                    <a:pt x="43" y="102"/>
                  </a:cubicBezTo>
                  <a:cubicBezTo>
                    <a:pt x="36" y="101"/>
                    <a:pt x="30" y="97"/>
                    <a:pt x="25" y="93"/>
                  </a:cubicBezTo>
                  <a:close/>
                  <a:moveTo>
                    <a:pt x="43" y="40"/>
                  </a:moveTo>
                  <a:cubicBezTo>
                    <a:pt x="50" y="41"/>
                    <a:pt x="56" y="45"/>
                    <a:pt x="60" y="50"/>
                  </a:cubicBezTo>
                  <a:cubicBezTo>
                    <a:pt x="25" y="50"/>
                    <a:pt x="25" y="50"/>
                    <a:pt x="25" y="50"/>
                  </a:cubicBezTo>
                  <a:cubicBezTo>
                    <a:pt x="30" y="45"/>
                    <a:pt x="36" y="41"/>
                    <a:pt x="43" y="40"/>
                  </a:cubicBezTo>
                  <a:close/>
                  <a:moveTo>
                    <a:pt x="17" y="71"/>
                  </a:moveTo>
                  <a:cubicBezTo>
                    <a:pt x="17" y="70"/>
                    <a:pt x="17" y="69"/>
                    <a:pt x="17" y="68"/>
                  </a:cubicBezTo>
                  <a:cubicBezTo>
                    <a:pt x="68" y="68"/>
                    <a:pt x="68" y="68"/>
                    <a:pt x="68" y="68"/>
                  </a:cubicBezTo>
                  <a:cubicBezTo>
                    <a:pt x="69" y="69"/>
                    <a:pt x="69" y="70"/>
                    <a:pt x="69" y="71"/>
                  </a:cubicBezTo>
                  <a:cubicBezTo>
                    <a:pt x="69" y="72"/>
                    <a:pt x="69" y="73"/>
                    <a:pt x="68" y="74"/>
                  </a:cubicBezTo>
                  <a:cubicBezTo>
                    <a:pt x="17" y="74"/>
                    <a:pt x="17" y="74"/>
                    <a:pt x="17" y="74"/>
                  </a:cubicBezTo>
                  <a:cubicBezTo>
                    <a:pt x="17" y="73"/>
                    <a:pt x="17" y="72"/>
                    <a:pt x="17" y="71"/>
                  </a:cubicBezTo>
                  <a:close/>
                  <a:moveTo>
                    <a:pt x="21" y="55"/>
                  </a:moveTo>
                  <a:cubicBezTo>
                    <a:pt x="64" y="55"/>
                    <a:pt x="64" y="55"/>
                    <a:pt x="64" y="55"/>
                  </a:cubicBezTo>
                  <a:cubicBezTo>
                    <a:pt x="66" y="57"/>
                    <a:pt x="67" y="60"/>
                    <a:pt x="67" y="62"/>
                  </a:cubicBezTo>
                  <a:cubicBezTo>
                    <a:pt x="18" y="62"/>
                    <a:pt x="18" y="62"/>
                    <a:pt x="18" y="62"/>
                  </a:cubicBezTo>
                  <a:cubicBezTo>
                    <a:pt x="19" y="60"/>
                    <a:pt x="20" y="57"/>
                    <a:pt x="21" y="55"/>
                  </a:cubicBezTo>
                  <a:close/>
                  <a:moveTo>
                    <a:pt x="67" y="80"/>
                  </a:moveTo>
                  <a:cubicBezTo>
                    <a:pt x="67" y="82"/>
                    <a:pt x="66" y="85"/>
                    <a:pt x="64" y="87"/>
                  </a:cubicBezTo>
                  <a:cubicBezTo>
                    <a:pt x="21" y="87"/>
                    <a:pt x="21" y="87"/>
                    <a:pt x="21" y="87"/>
                  </a:cubicBezTo>
                  <a:cubicBezTo>
                    <a:pt x="20" y="85"/>
                    <a:pt x="19" y="82"/>
                    <a:pt x="18" y="80"/>
                  </a:cubicBezTo>
                  <a:lnTo>
                    <a:pt x="67" y="80"/>
                  </a:lnTo>
                  <a:close/>
                  <a:moveTo>
                    <a:pt x="66" y="13"/>
                  </a:moveTo>
                  <a:cubicBezTo>
                    <a:pt x="62" y="19"/>
                    <a:pt x="56" y="23"/>
                    <a:pt x="48" y="23"/>
                  </a:cubicBezTo>
                  <a:cubicBezTo>
                    <a:pt x="46" y="23"/>
                    <a:pt x="45" y="23"/>
                    <a:pt x="43" y="23"/>
                  </a:cubicBezTo>
                  <a:cubicBezTo>
                    <a:pt x="41" y="23"/>
                    <a:pt x="39" y="23"/>
                    <a:pt x="37" y="23"/>
                  </a:cubicBezTo>
                  <a:cubicBezTo>
                    <a:pt x="30" y="23"/>
                    <a:pt x="23" y="19"/>
                    <a:pt x="20" y="13"/>
                  </a:cubicBezTo>
                  <a:lnTo>
                    <a:pt x="66" y="13"/>
                  </a:lnTo>
                  <a:close/>
                  <a:moveTo>
                    <a:pt x="6" y="5"/>
                  </a:moveTo>
                  <a:cubicBezTo>
                    <a:pt x="12" y="6"/>
                    <a:pt x="12" y="6"/>
                    <a:pt x="12" y="6"/>
                  </a:cubicBezTo>
                  <a:cubicBezTo>
                    <a:pt x="12" y="12"/>
                    <a:pt x="15" y="18"/>
                    <a:pt x="20" y="22"/>
                  </a:cubicBezTo>
                  <a:cubicBezTo>
                    <a:pt x="23" y="24"/>
                    <a:pt x="26" y="26"/>
                    <a:pt x="29" y="27"/>
                  </a:cubicBezTo>
                  <a:cubicBezTo>
                    <a:pt x="27" y="28"/>
                    <a:pt x="25" y="29"/>
                    <a:pt x="23" y="30"/>
                  </a:cubicBezTo>
                  <a:cubicBezTo>
                    <a:pt x="13" y="26"/>
                    <a:pt x="7" y="16"/>
                    <a:pt x="6" y="5"/>
                  </a:cubicBezTo>
                  <a:close/>
                  <a:moveTo>
                    <a:pt x="20" y="120"/>
                  </a:moveTo>
                  <a:cubicBezTo>
                    <a:pt x="15" y="125"/>
                    <a:pt x="12" y="130"/>
                    <a:pt x="12" y="137"/>
                  </a:cubicBezTo>
                  <a:cubicBezTo>
                    <a:pt x="6" y="137"/>
                    <a:pt x="6" y="137"/>
                    <a:pt x="6" y="137"/>
                  </a:cubicBezTo>
                  <a:cubicBezTo>
                    <a:pt x="7" y="126"/>
                    <a:pt x="13" y="117"/>
                    <a:pt x="23" y="112"/>
                  </a:cubicBezTo>
                  <a:cubicBezTo>
                    <a:pt x="25" y="113"/>
                    <a:pt x="27" y="114"/>
                    <a:pt x="29" y="115"/>
                  </a:cubicBezTo>
                  <a:cubicBezTo>
                    <a:pt x="26" y="116"/>
                    <a:pt x="23" y="118"/>
                    <a:pt x="20" y="120"/>
                  </a:cubicBezTo>
                  <a:close/>
                  <a:moveTo>
                    <a:pt x="80" y="137"/>
                  </a:moveTo>
                  <a:cubicBezTo>
                    <a:pt x="74" y="137"/>
                    <a:pt x="74" y="137"/>
                    <a:pt x="74" y="137"/>
                  </a:cubicBezTo>
                  <a:cubicBezTo>
                    <a:pt x="74" y="137"/>
                    <a:pt x="74" y="137"/>
                    <a:pt x="74" y="137"/>
                  </a:cubicBezTo>
                  <a:cubicBezTo>
                    <a:pt x="73" y="130"/>
                    <a:pt x="70" y="125"/>
                    <a:pt x="66" y="120"/>
                  </a:cubicBezTo>
                  <a:cubicBezTo>
                    <a:pt x="61" y="116"/>
                    <a:pt x="55" y="114"/>
                    <a:pt x="48" y="114"/>
                  </a:cubicBezTo>
                  <a:cubicBezTo>
                    <a:pt x="25" y="114"/>
                    <a:pt x="6" y="95"/>
                    <a:pt x="6" y="71"/>
                  </a:cubicBezTo>
                  <a:cubicBezTo>
                    <a:pt x="6" y="48"/>
                    <a:pt x="25" y="29"/>
                    <a:pt x="48" y="29"/>
                  </a:cubicBezTo>
                  <a:cubicBezTo>
                    <a:pt x="55" y="29"/>
                    <a:pt x="61" y="26"/>
                    <a:pt x="66" y="22"/>
                  </a:cubicBezTo>
                  <a:cubicBezTo>
                    <a:pt x="70" y="18"/>
                    <a:pt x="73" y="12"/>
                    <a:pt x="74" y="5"/>
                  </a:cubicBezTo>
                  <a:cubicBezTo>
                    <a:pt x="80" y="5"/>
                    <a:pt x="80" y="5"/>
                    <a:pt x="80" y="5"/>
                  </a:cubicBezTo>
                  <a:cubicBezTo>
                    <a:pt x="79" y="13"/>
                    <a:pt x="75" y="20"/>
                    <a:pt x="70" y="26"/>
                  </a:cubicBezTo>
                  <a:cubicBezTo>
                    <a:pt x="64" y="31"/>
                    <a:pt x="56" y="34"/>
                    <a:pt x="48" y="34"/>
                  </a:cubicBezTo>
                  <a:cubicBezTo>
                    <a:pt x="46" y="34"/>
                    <a:pt x="42" y="35"/>
                    <a:pt x="42" y="35"/>
                  </a:cubicBezTo>
                  <a:cubicBezTo>
                    <a:pt x="25" y="38"/>
                    <a:pt x="11" y="53"/>
                    <a:pt x="11" y="71"/>
                  </a:cubicBezTo>
                  <a:cubicBezTo>
                    <a:pt x="11" y="89"/>
                    <a:pt x="25" y="105"/>
                    <a:pt x="42" y="108"/>
                  </a:cubicBezTo>
                  <a:cubicBezTo>
                    <a:pt x="42" y="108"/>
                    <a:pt x="46" y="108"/>
                    <a:pt x="48" y="108"/>
                  </a:cubicBezTo>
                  <a:cubicBezTo>
                    <a:pt x="56" y="108"/>
                    <a:pt x="64" y="111"/>
                    <a:pt x="70" y="116"/>
                  </a:cubicBezTo>
                  <a:cubicBezTo>
                    <a:pt x="75" y="122"/>
                    <a:pt x="79" y="129"/>
                    <a:pt x="80" y="137"/>
                  </a:cubicBezTo>
                  <a:cubicBezTo>
                    <a:pt x="80" y="137"/>
                    <a:pt x="80" y="137"/>
                    <a:pt x="80" y="13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6" name="Google Shape;1046;p52"/>
            <p:cNvSpPr/>
            <p:nvPr/>
          </p:nvSpPr>
          <p:spPr>
            <a:xfrm>
              <a:off x="4943803" y="1849311"/>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47" name="Google Shape;1047;p52"/>
          <p:cNvGrpSpPr/>
          <p:nvPr/>
        </p:nvGrpSpPr>
        <p:grpSpPr>
          <a:xfrm>
            <a:off x="1656626" y="1496599"/>
            <a:ext cx="263203" cy="362318"/>
            <a:chOff x="1524289" y="1512425"/>
            <a:chExt cx="269730" cy="371304"/>
          </a:xfrm>
        </p:grpSpPr>
        <p:sp>
          <p:nvSpPr>
            <p:cNvPr id="1048" name="Google Shape;1048;p52"/>
            <p:cNvSpPr/>
            <p:nvPr/>
          </p:nvSpPr>
          <p:spPr>
            <a:xfrm>
              <a:off x="1524289" y="1512425"/>
              <a:ext cx="269730" cy="371015"/>
            </a:xfrm>
            <a:custGeom>
              <a:avLst/>
              <a:gdLst/>
              <a:ahLst/>
              <a:cxnLst/>
              <a:rect l="l" t="t" r="r" b="b"/>
              <a:pathLst>
                <a:path w="103" h="142" extrusionOk="0">
                  <a:moveTo>
                    <a:pt x="100" y="0"/>
                  </a:moveTo>
                  <a:cubicBezTo>
                    <a:pt x="99" y="0"/>
                    <a:pt x="98" y="0"/>
                    <a:pt x="97" y="0"/>
                  </a:cubicBezTo>
                  <a:cubicBezTo>
                    <a:pt x="6" y="0"/>
                    <a:pt x="6" y="0"/>
                    <a:pt x="6" y="0"/>
                  </a:cubicBezTo>
                  <a:cubicBezTo>
                    <a:pt x="5" y="0"/>
                    <a:pt x="5" y="0"/>
                    <a:pt x="4" y="0"/>
                  </a:cubicBezTo>
                  <a:cubicBezTo>
                    <a:pt x="2" y="1"/>
                    <a:pt x="0" y="4"/>
                    <a:pt x="1" y="6"/>
                  </a:cubicBezTo>
                  <a:cubicBezTo>
                    <a:pt x="17" y="137"/>
                    <a:pt x="17" y="137"/>
                    <a:pt x="17" y="137"/>
                  </a:cubicBezTo>
                  <a:cubicBezTo>
                    <a:pt x="17" y="140"/>
                    <a:pt x="19" y="142"/>
                    <a:pt x="22" y="142"/>
                  </a:cubicBezTo>
                  <a:cubicBezTo>
                    <a:pt x="39" y="142"/>
                    <a:pt x="39" y="142"/>
                    <a:pt x="39" y="142"/>
                  </a:cubicBezTo>
                  <a:cubicBezTo>
                    <a:pt x="41" y="142"/>
                    <a:pt x="42" y="141"/>
                    <a:pt x="42" y="140"/>
                  </a:cubicBezTo>
                  <a:cubicBezTo>
                    <a:pt x="42" y="138"/>
                    <a:pt x="41" y="137"/>
                    <a:pt x="39" y="137"/>
                  </a:cubicBezTo>
                  <a:cubicBezTo>
                    <a:pt x="22" y="137"/>
                    <a:pt x="22" y="137"/>
                    <a:pt x="22" y="137"/>
                  </a:cubicBezTo>
                  <a:cubicBezTo>
                    <a:pt x="12" y="52"/>
                    <a:pt x="12" y="52"/>
                    <a:pt x="12" y="52"/>
                  </a:cubicBezTo>
                  <a:cubicBezTo>
                    <a:pt x="16" y="52"/>
                    <a:pt x="19" y="50"/>
                    <a:pt x="21" y="49"/>
                  </a:cubicBezTo>
                  <a:cubicBezTo>
                    <a:pt x="24" y="48"/>
                    <a:pt x="26" y="47"/>
                    <a:pt x="30" y="47"/>
                  </a:cubicBezTo>
                  <a:cubicBezTo>
                    <a:pt x="35" y="47"/>
                    <a:pt x="37" y="48"/>
                    <a:pt x="40" y="49"/>
                  </a:cubicBezTo>
                  <a:cubicBezTo>
                    <a:pt x="43" y="51"/>
                    <a:pt x="46" y="52"/>
                    <a:pt x="52" y="52"/>
                  </a:cubicBezTo>
                  <a:cubicBezTo>
                    <a:pt x="58" y="52"/>
                    <a:pt x="61" y="51"/>
                    <a:pt x="64" y="49"/>
                  </a:cubicBezTo>
                  <a:cubicBezTo>
                    <a:pt x="66" y="48"/>
                    <a:pt x="68" y="47"/>
                    <a:pt x="73" y="47"/>
                  </a:cubicBezTo>
                  <a:cubicBezTo>
                    <a:pt x="78" y="47"/>
                    <a:pt x="80" y="48"/>
                    <a:pt x="83" y="49"/>
                  </a:cubicBezTo>
                  <a:cubicBezTo>
                    <a:pt x="85" y="50"/>
                    <a:pt x="87" y="52"/>
                    <a:pt x="92" y="52"/>
                  </a:cubicBezTo>
                  <a:cubicBezTo>
                    <a:pt x="81" y="137"/>
                    <a:pt x="81" y="137"/>
                    <a:pt x="81" y="137"/>
                  </a:cubicBezTo>
                  <a:cubicBezTo>
                    <a:pt x="64" y="137"/>
                    <a:pt x="64" y="137"/>
                    <a:pt x="64" y="137"/>
                  </a:cubicBezTo>
                  <a:cubicBezTo>
                    <a:pt x="63" y="137"/>
                    <a:pt x="62" y="138"/>
                    <a:pt x="61" y="139"/>
                  </a:cubicBezTo>
                  <a:cubicBezTo>
                    <a:pt x="61" y="141"/>
                    <a:pt x="63" y="142"/>
                    <a:pt x="64" y="142"/>
                  </a:cubicBezTo>
                  <a:cubicBezTo>
                    <a:pt x="81" y="142"/>
                    <a:pt x="81" y="142"/>
                    <a:pt x="81" y="142"/>
                  </a:cubicBezTo>
                  <a:cubicBezTo>
                    <a:pt x="84" y="142"/>
                    <a:pt x="87" y="140"/>
                    <a:pt x="87" y="137"/>
                  </a:cubicBezTo>
                  <a:cubicBezTo>
                    <a:pt x="103" y="6"/>
                    <a:pt x="103" y="6"/>
                    <a:pt x="103" y="6"/>
                  </a:cubicBezTo>
                  <a:cubicBezTo>
                    <a:pt x="103" y="4"/>
                    <a:pt x="102" y="1"/>
                    <a:pt x="100" y="0"/>
                  </a:cubicBezTo>
                  <a:close/>
                  <a:moveTo>
                    <a:pt x="92" y="46"/>
                  </a:moveTo>
                  <a:cubicBezTo>
                    <a:pt x="89" y="46"/>
                    <a:pt x="87" y="45"/>
                    <a:pt x="85" y="44"/>
                  </a:cubicBezTo>
                  <a:cubicBezTo>
                    <a:pt x="82" y="43"/>
                    <a:pt x="79" y="41"/>
                    <a:pt x="73" y="41"/>
                  </a:cubicBezTo>
                  <a:cubicBezTo>
                    <a:pt x="67" y="41"/>
                    <a:pt x="64" y="43"/>
                    <a:pt x="61" y="44"/>
                  </a:cubicBezTo>
                  <a:cubicBezTo>
                    <a:pt x="59" y="45"/>
                    <a:pt x="56" y="46"/>
                    <a:pt x="52" y="46"/>
                  </a:cubicBezTo>
                  <a:cubicBezTo>
                    <a:pt x="47" y="46"/>
                    <a:pt x="45" y="45"/>
                    <a:pt x="42" y="44"/>
                  </a:cubicBezTo>
                  <a:cubicBezTo>
                    <a:pt x="40" y="43"/>
                    <a:pt x="36" y="41"/>
                    <a:pt x="30" y="41"/>
                  </a:cubicBezTo>
                  <a:cubicBezTo>
                    <a:pt x="24" y="41"/>
                    <a:pt x="21" y="43"/>
                    <a:pt x="18" y="44"/>
                  </a:cubicBezTo>
                  <a:cubicBezTo>
                    <a:pt x="16" y="45"/>
                    <a:pt x="14" y="46"/>
                    <a:pt x="11" y="46"/>
                  </a:cubicBezTo>
                  <a:cubicBezTo>
                    <a:pt x="6" y="5"/>
                    <a:pt x="6" y="5"/>
                    <a:pt x="6" y="5"/>
                  </a:cubicBezTo>
                  <a:cubicBezTo>
                    <a:pt x="97" y="5"/>
                    <a:pt x="97" y="5"/>
                    <a:pt x="97" y="5"/>
                  </a:cubicBezTo>
                  <a:lnTo>
                    <a:pt x="92"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9" name="Google Shape;1049;p52"/>
            <p:cNvSpPr/>
            <p:nvPr/>
          </p:nvSpPr>
          <p:spPr>
            <a:xfrm>
              <a:off x="1615667" y="1757934"/>
              <a:ext cx="89176" cy="89176"/>
            </a:xfrm>
            <a:custGeom>
              <a:avLst/>
              <a:gdLst/>
              <a:ahLst/>
              <a:cxnLst/>
              <a:rect l="l" t="t" r="r" b="b"/>
              <a:pathLst>
                <a:path w="34" h="34" extrusionOk="0">
                  <a:moveTo>
                    <a:pt x="5" y="29"/>
                  </a:moveTo>
                  <a:cubicBezTo>
                    <a:pt x="8" y="32"/>
                    <a:pt x="12" y="34"/>
                    <a:pt x="17" y="34"/>
                  </a:cubicBezTo>
                  <a:cubicBezTo>
                    <a:pt x="21" y="34"/>
                    <a:pt x="25" y="32"/>
                    <a:pt x="29" y="29"/>
                  </a:cubicBezTo>
                  <a:cubicBezTo>
                    <a:pt x="32" y="26"/>
                    <a:pt x="34" y="21"/>
                    <a:pt x="34" y="17"/>
                  </a:cubicBezTo>
                  <a:cubicBezTo>
                    <a:pt x="34" y="12"/>
                    <a:pt x="32" y="8"/>
                    <a:pt x="29" y="5"/>
                  </a:cubicBezTo>
                  <a:cubicBezTo>
                    <a:pt x="25" y="2"/>
                    <a:pt x="21" y="0"/>
                    <a:pt x="17" y="0"/>
                  </a:cubicBezTo>
                  <a:cubicBezTo>
                    <a:pt x="12" y="0"/>
                    <a:pt x="8" y="2"/>
                    <a:pt x="5" y="5"/>
                  </a:cubicBezTo>
                  <a:cubicBezTo>
                    <a:pt x="2" y="8"/>
                    <a:pt x="0" y="12"/>
                    <a:pt x="0" y="17"/>
                  </a:cubicBezTo>
                  <a:cubicBezTo>
                    <a:pt x="0" y="21"/>
                    <a:pt x="2" y="26"/>
                    <a:pt x="5" y="29"/>
                  </a:cubicBezTo>
                  <a:close/>
                  <a:moveTo>
                    <a:pt x="25" y="25"/>
                  </a:moveTo>
                  <a:cubicBezTo>
                    <a:pt x="25" y="25"/>
                    <a:pt x="25" y="25"/>
                    <a:pt x="25" y="25"/>
                  </a:cubicBezTo>
                  <a:cubicBezTo>
                    <a:pt x="23" y="27"/>
                    <a:pt x="20" y="28"/>
                    <a:pt x="17" y="28"/>
                  </a:cubicBezTo>
                  <a:cubicBezTo>
                    <a:pt x="15" y="28"/>
                    <a:pt x="13" y="27"/>
                    <a:pt x="11" y="26"/>
                  </a:cubicBezTo>
                  <a:cubicBezTo>
                    <a:pt x="26" y="11"/>
                    <a:pt x="26" y="11"/>
                    <a:pt x="26" y="11"/>
                  </a:cubicBezTo>
                  <a:cubicBezTo>
                    <a:pt x="27" y="13"/>
                    <a:pt x="28" y="15"/>
                    <a:pt x="28" y="17"/>
                  </a:cubicBezTo>
                  <a:cubicBezTo>
                    <a:pt x="28" y="20"/>
                    <a:pt x="27" y="23"/>
                    <a:pt x="25" y="25"/>
                  </a:cubicBezTo>
                  <a:close/>
                  <a:moveTo>
                    <a:pt x="9" y="9"/>
                  </a:moveTo>
                  <a:cubicBezTo>
                    <a:pt x="11" y="7"/>
                    <a:pt x="14" y="6"/>
                    <a:pt x="17" y="6"/>
                  </a:cubicBezTo>
                  <a:cubicBezTo>
                    <a:pt x="19" y="6"/>
                    <a:pt x="21" y="6"/>
                    <a:pt x="22" y="7"/>
                  </a:cubicBezTo>
                  <a:cubicBezTo>
                    <a:pt x="7" y="23"/>
                    <a:pt x="7" y="23"/>
                    <a:pt x="7" y="23"/>
                  </a:cubicBezTo>
                  <a:cubicBezTo>
                    <a:pt x="6" y="21"/>
                    <a:pt x="6" y="19"/>
                    <a:pt x="6" y="17"/>
                  </a:cubicBezTo>
                  <a:cubicBezTo>
                    <a:pt x="6" y="14"/>
                    <a:pt x="7" y="11"/>
                    <a:pt x="9" y="9"/>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0" name="Google Shape;1050;p52"/>
            <p:cNvSpPr/>
            <p:nvPr/>
          </p:nvSpPr>
          <p:spPr>
            <a:xfrm>
              <a:off x="1653099" y="187022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1" name="Google Shape;1051;p52"/>
            <p:cNvSpPr/>
            <p:nvPr/>
          </p:nvSpPr>
          <p:spPr>
            <a:xfrm>
              <a:off x="1626677" y="1727107"/>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2" name="Google Shape;1052;p52"/>
            <p:cNvSpPr/>
            <p:nvPr/>
          </p:nvSpPr>
          <p:spPr>
            <a:xfrm>
              <a:off x="1626677" y="1698483"/>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3" name="Google Shape;1053;p52"/>
            <p:cNvSpPr/>
            <p:nvPr/>
          </p:nvSpPr>
          <p:spPr>
            <a:xfrm>
              <a:off x="1626677" y="1668758"/>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4" name="Google Shape;1054;p52"/>
            <p:cNvSpPr/>
            <p:nvPr/>
          </p:nvSpPr>
          <p:spPr>
            <a:xfrm>
              <a:off x="1678420" y="1727107"/>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5" name="Google Shape;1055;p52"/>
            <p:cNvSpPr/>
            <p:nvPr/>
          </p:nvSpPr>
          <p:spPr>
            <a:xfrm>
              <a:off x="1653099" y="1710593"/>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6" name="Google Shape;1056;p52"/>
            <p:cNvSpPr/>
            <p:nvPr/>
          </p:nvSpPr>
          <p:spPr>
            <a:xfrm>
              <a:off x="1653099" y="1685272"/>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7" name="Google Shape;1057;p52"/>
            <p:cNvSpPr/>
            <p:nvPr/>
          </p:nvSpPr>
          <p:spPr>
            <a:xfrm>
              <a:off x="1678420" y="1698483"/>
              <a:ext cx="16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8" name="Google Shape;1058;p52"/>
            <p:cNvSpPr/>
            <p:nvPr/>
          </p:nvSpPr>
          <p:spPr>
            <a:xfrm>
              <a:off x="1678420" y="1668758"/>
              <a:ext cx="165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59" name="Google Shape;1059;p52"/>
          <p:cNvGrpSpPr/>
          <p:nvPr/>
        </p:nvGrpSpPr>
        <p:grpSpPr>
          <a:xfrm>
            <a:off x="3977104" y="1511639"/>
            <a:ext cx="362038" cy="331956"/>
            <a:chOff x="3910022" y="1527838"/>
            <a:chExt cx="371017" cy="340189"/>
          </a:xfrm>
        </p:grpSpPr>
        <p:sp>
          <p:nvSpPr>
            <p:cNvPr id="1060" name="Google Shape;1060;p52"/>
            <p:cNvSpPr/>
            <p:nvPr/>
          </p:nvSpPr>
          <p:spPr>
            <a:xfrm>
              <a:off x="3910022" y="1527838"/>
              <a:ext cx="371017" cy="340189"/>
            </a:xfrm>
            <a:custGeom>
              <a:avLst/>
              <a:gdLst/>
              <a:ahLst/>
              <a:cxnLst/>
              <a:rect l="l" t="t" r="r" b="b"/>
              <a:pathLst>
                <a:path w="142" h="130" extrusionOk="0">
                  <a:moveTo>
                    <a:pt x="134" y="0"/>
                  </a:moveTo>
                  <a:cubicBezTo>
                    <a:pt x="8" y="0"/>
                    <a:pt x="8" y="0"/>
                    <a:pt x="8" y="0"/>
                  </a:cubicBezTo>
                  <a:cubicBezTo>
                    <a:pt x="3" y="0"/>
                    <a:pt x="0" y="4"/>
                    <a:pt x="0" y="9"/>
                  </a:cubicBezTo>
                  <a:cubicBezTo>
                    <a:pt x="0" y="88"/>
                    <a:pt x="0" y="88"/>
                    <a:pt x="0" y="88"/>
                  </a:cubicBezTo>
                  <a:cubicBezTo>
                    <a:pt x="0" y="92"/>
                    <a:pt x="3" y="96"/>
                    <a:pt x="8" y="96"/>
                  </a:cubicBezTo>
                  <a:cubicBezTo>
                    <a:pt x="51" y="96"/>
                    <a:pt x="51" y="96"/>
                    <a:pt x="51" y="96"/>
                  </a:cubicBezTo>
                  <a:cubicBezTo>
                    <a:pt x="51" y="113"/>
                    <a:pt x="51" y="113"/>
                    <a:pt x="51" y="113"/>
                  </a:cubicBezTo>
                  <a:cubicBezTo>
                    <a:pt x="49" y="113"/>
                    <a:pt x="49" y="113"/>
                    <a:pt x="49" y="113"/>
                  </a:cubicBezTo>
                  <a:cubicBezTo>
                    <a:pt x="46" y="113"/>
                    <a:pt x="44" y="115"/>
                    <a:pt x="44" y="118"/>
                  </a:cubicBezTo>
                  <a:cubicBezTo>
                    <a:pt x="44" y="124"/>
                    <a:pt x="44" y="124"/>
                    <a:pt x="44" y="124"/>
                  </a:cubicBezTo>
                  <a:cubicBezTo>
                    <a:pt x="44" y="127"/>
                    <a:pt x="46" y="130"/>
                    <a:pt x="49" y="130"/>
                  </a:cubicBezTo>
                  <a:cubicBezTo>
                    <a:pt x="92" y="130"/>
                    <a:pt x="92" y="130"/>
                    <a:pt x="92" y="130"/>
                  </a:cubicBezTo>
                  <a:cubicBezTo>
                    <a:pt x="96" y="130"/>
                    <a:pt x="98" y="127"/>
                    <a:pt x="98" y="124"/>
                  </a:cubicBezTo>
                  <a:cubicBezTo>
                    <a:pt x="98" y="118"/>
                    <a:pt x="98" y="118"/>
                    <a:pt x="98" y="118"/>
                  </a:cubicBezTo>
                  <a:cubicBezTo>
                    <a:pt x="98" y="115"/>
                    <a:pt x="96" y="113"/>
                    <a:pt x="92" y="113"/>
                  </a:cubicBezTo>
                  <a:cubicBezTo>
                    <a:pt x="91" y="113"/>
                    <a:pt x="91" y="113"/>
                    <a:pt x="91" y="113"/>
                  </a:cubicBezTo>
                  <a:cubicBezTo>
                    <a:pt x="91" y="96"/>
                    <a:pt x="91" y="96"/>
                    <a:pt x="91" y="96"/>
                  </a:cubicBezTo>
                  <a:cubicBezTo>
                    <a:pt x="134" y="96"/>
                    <a:pt x="134" y="96"/>
                    <a:pt x="134" y="96"/>
                  </a:cubicBezTo>
                  <a:cubicBezTo>
                    <a:pt x="138" y="96"/>
                    <a:pt x="142" y="92"/>
                    <a:pt x="142" y="88"/>
                  </a:cubicBezTo>
                  <a:cubicBezTo>
                    <a:pt x="142" y="9"/>
                    <a:pt x="142" y="9"/>
                    <a:pt x="142" y="9"/>
                  </a:cubicBezTo>
                  <a:cubicBezTo>
                    <a:pt x="142" y="5"/>
                    <a:pt x="139" y="1"/>
                    <a:pt x="135" y="1"/>
                  </a:cubicBezTo>
                  <a:lnTo>
                    <a:pt x="134" y="0"/>
                  </a:lnTo>
                  <a:close/>
                  <a:moveTo>
                    <a:pt x="92" y="124"/>
                  </a:moveTo>
                  <a:cubicBezTo>
                    <a:pt x="49" y="124"/>
                    <a:pt x="49" y="124"/>
                    <a:pt x="49" y="124"/>
                  </a:cubicBezTo>
                  <a:cubicBezTo>
                    <a:pt x="49" y="118"/>
                    <a:pt x="49" y="118"/>
                    <a:pt x="49" y="118"/>
                  </a:cubicBezTo>
                  <a:cubicBezTo>
                    <a:pt x="92" y="118"/>
                    <a:pt x="92" y="118"/>
                    <a:pt x="92" y="118"/>
                  </a:cubicBezTo>
                  <a:lnTo>
                    <a:pt x="92" y="124"/>
                  </a:lnTo>
                  <a:close/>
                  <a:moveTo>
                    <a:pt x="85" y="113"/>
                  </a:moveTo>
                  <a:cubicBezTo>
                    <a:pt x="57" y="113"/>
                    <a:pt x="57" y="113"/>
                    <a:pt x="57" y="113"/>
                  </a:cubicBezTo>
                  <a:cubicBezTo>
                    <a:pt x="57" y="96"/>
                    <a:pt x="57" y="96"/>
                    <a:pt x="57" y="96"/>
                  </a:cubicBezTo>
                  <a:cubicBezTo>
                    <a:pt x="85" y="96"/>
                    <a:pt x="85" y="96"/>
                    <a:pt x="85" y="96"/>
                  </a:cubicBezTo>
                  <a:lnTo>
                    <a:pt x="85" y="113"/>
                  </a:lnTo>
                  <a:close/>
                  <a:moveTo>
                    <a:pt x="136" y="88"/>
                  </a:moveTo>
                  <a:cubicBezTo>
                    <a:pt x="136" y="89"/>
                    <a:pt x="135" y="90"/>
                    <a:pt x="134" y="90"/>
                  </a:cubicBezTo>
                  <a:cubicBezTo>
                    <a:pt x="8" y="90"/>
                    <a:pt x="8" y="90"/>
                    <a:pt x="8" y="90"/>
                  </a:cubicBezTo>
                  <a:cubicBezTo>
                    <a:pt x="6" y="90"/>
                    <a:pt x="5" y="89"/>
                    <a:pt x="5" y="88"/>
                  </a:cubicBezTo>
                  <a:cubicBezTo>
                    <a:pt x="5" y="9"/>
                    <a:pt x="5" y="9"/>
                    <a:pt x="5" y="9"/>
                  </a:cubicBezTo>
                  <a:cubicBezTo>
                    <a:pt x="5" y="7"/>
                    <a:pt x="6" y="6"/>
                    <a:pt x="8" y="6"/>
                  </a:cubicBezTo>
                  <a:cubicBezTo>
                    <a:pt x="134" y="6"/>
                    <a:pt x="134" y="6"/>
                    <a:pt x="134" y="6"/>
                  </a:cubicBezTo>
                  <a:cubicBezTo>
                    <a:pt x="135" y="6"/>
                    <a:pt x="136" y="7"/>
                    <a:pt x="136" y="9"/>
                  </a:cubicBezTo>
                  <a:cubicBezTo>
                    <a:pt x="136" y="88"/>
                    <a:pt x="136" y="88"/>
                    <a:pt x="136" y="8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1" name="Google Shape;1061;p52"/>
            <p:cNvSpPr/>
            <p:nvPr/>
          </p:nvSpPr>
          <p:spPr>
            <a:xfrm>
              <a:off x="4019015" y="1567472"/>
              <a:ext cx="149728" cy="172847"/>
            </a:xfrm>
            <a:custGeom>
              <a:avLst/>
              <a:gdLst/>
              <a:ahLst/>
              <a:cxnLst/>
              <a:rect l="l" t="t" r="r" b="b"/>
              <a:pathLst>
                <a:path w="57" h="66" extrusionOk="0">
                  <a:moveTo>
                    <a:pt x="56" y="25"/>
                  </a:moveTo>
                  <a:cubicBezTo>
                    <a:pt x="56" y="24"/>
                    <a:pt x="54" y="24"/>
                    <a:pt x="53" y="25"/>
                  </a:cubicBezTo>
                  <a:cubicBezTo>
                    <a:pt x="52" y="25"/>
                    <a:pt x="51" y="26"/>
                    <a:pt x="50" y="26"/>
                  </a:cubicBezTo>
                  <a:cubicBezTo>
                    <a:pt x="44" y="29"/>
                    <a:pt x="38" y="31"/>
                    <a:pt x="32" y="31"/>
                  </a:cubicBezTo>
                  <a:cubicBezTo>
                    <a:pt x="32" y="26"/>
                    <a:pt x="32" y="26"/>
                    <a:pt x="32" y="26"/>
                  </a:cubicBezTo>
                  <a:cubicBezTo>
                    <a:pt x="39" y="25"/>
                    <a:pt x="46" y="23"/>
                    <a:pt x="51" y="19"/>
                  </a:cubicBezTo>
                  <a:cubicBezTo>
                    <a:pt x="53" y="18"/>
                    <a:pt x="53" y="15"/>
                    <a:pt x="51" y="14"/>
                  </a:cubicBezTo>
                  <a:cubicBezTo>
                    <a:pt x="50" y="14"/>
                    <a:pt x="49" y="14"/>
                    <a:pt x="48" y="14"/>
                  </a:cubicBezTo>
                  <a:cubicBezTo>
                    <a:pt x="44" y="18"/>
                    <a:pt x="38" y="20"/>
                    <a:pt x="32" y="20"/>
                  </a:cubicBezTo>
                  <a:cubicBezTo>
                    <a:pt x="32" y="15"/>
                    <a:pt x="32" y="15"/>
                    <a:pt x="32" y="15"/>
                  </a:cubicBezTo>
                  <a:cubicBezTo>
                    <a:pt x="38" y="14"/>
                    <a:pt x="44" y="11"/>
                    <a:pt x="47" y="8"/>
                  </a:cubicBezTo>
                  <a:cubicBezTo>
                    <a:pt x="48" y="7"/>
                    <a:pt x="48" y="6"/>
                    <a:pt x="47" y="5"/>
                  </a:cubicBezTo>
                  <a:cubicBezTo>
                    <a:pt x="47" y="3"/>
                    <a:pt x="44" y="3"/>
                    <a:pt x="43" y="4"/>
                  </a:cubicBezTo>
                  <a:cubicBezTo>
                    <a:pt x="41" y="7"/>
                    <a:pt x="36" y="8"/>
                    <a:pt x="32" y="9"/>
                  </a:cubicBezTo>
                  <a:cubicBezTo>
                    <a:pt x="32" y="4"/>
                    <a:pt x="32" y="4"/>
                    <a:pt x="32" y="4"/>
                  </a:cubicBezTo>
                  <a:cubicBezTo>
                    <a:pt x="32" y="3"/>
                    <a:pt x="31" y="2"/>
                    <a:pt x="30" y="1"/>
                  </a:cubicBezTo>
                  <a:cubicBezTo>
                    <a:pt x="28" y="0"/>
                    <a:pt x="26" y="2"/>
                    <a:pt x="26" y="4"/>
                  </a:cubicBezTo>
                  <a:cubicBezTo>
                    <a:pt x="26" y="9"/>
                    <a:pt x="26" y="9"/>
                    <a:pt x="26" y="9"/>
                  </a:cubicBezTo>
                  <a:cubicBezTo>
                    <a:pt x="21" y="8"/>
                    <a:pt x="17" y="7"/>
                    <a:pt x="15" y="4"/>
                  </a:cubicBezTo>
                  <a:cubicBezTo>
                    <a:pt x="14" y="3"/>
                    <a:pt x="13" y="3"/>
                    <a:pt x="12" y="3"/>
                  </a:cubicBezTo>
                  <a:cubicBezTo>
                    <a:pt x="10" y="4"/>
                    <a:pt x="9" y="6"/>
                    <a:pt x="11" y="8"/>
                  </a:cubicBezTo>
                  <a:cubicBezTo>
                    <a:pt x="14" y="12"/>
                    <a:pt x="20" y="14"/>
                    <a:pt x="26" y="15"/>
                  </a:cubicBezTo>
                  <a:cubicBezTo>
                    <a:pt x="26" y="20"/>
                    <a:pt x="26" y="20"/>
                    <a:pt x="26" y="20"/>
                  </a:cubicBezTo>
                  <a:cubicBezTo>
                    <a:pt x="20" y="20"/>
                    <a:pt x="14" y="18"/>
                    <a:pt x="10" y="14"/>
                  </a:cubicBezTo>
                  <a:cubicBezTo>
                    <a:pt x="8" y="13"/>
                    <a:pt x="6" y="14"/>
                    <a:pt x="5" y="16"/>
                  </a:cubicBezTo>
                  <a:cubicBezTo>
                    <a:pt x="5" y="17"/>
                    <a:pt x="5" y="18"/>
                    <a:pt x="6" y="19"/>
                  </a:cubicBezTo>
                  <a:cubicBezTo>
                    <a:pt x="12" y="23"/>
                    <a:pt x="18" y="25"/>
                    <a:pt x="26" y="26"/>
                  </a:cubicBezTo>
                  <a:cubicBezTo>
                    <a:pt x="26" y="31"/>
                    <a:pt x="26" y="31"/>
                    <a:pt x="26" y="31"/>
                  </a:cubicBezTo>
                  <a:cubicBezTo>
                    <a:pt x="19" y="31"/>
                    <a:pt x="13" y="29"/>
                    <a:pt x="8" y="26"/>
                  </a:cubicBezTo>
                  <a:cubicBezTo>
                    <a:pt x="7" y="26"/>
                    <a:pt x="6" y="25"/>
                    <a:pt x="5" y="25"/>
                  </a:cubicBezTo>
                  <a:cubicBezTo>
                    <a:pt x="4" y="24"/>
                    <a:pt x="3" y="24"/>
                    <a:pt x="2" y="24"/>
                  </a:cubicBezTo>
                  <a:cubicBezTo>
                    <a:pt x="0" y="26"/>
                    <a:pt x="0" y="28"/>
                    <a:pt x="2" y="29"/>
                  </a:cubicBezTo>
                  <a:cubicBezTo>
                    <a:pt x="3" y="30"/>
                    <a:pt x="4" y="31"/>
                    <a:pt x="5" y="31"/>
                  </a:cubicBezTo>
                  <a:cubicBezTo>
                    <a:pt x="11" y="35"/>
                    <a:pt x="18" y="36"/>
                    <a:pt x="26" y="37"/>
                  </a:cubicBezTo>
                  <a:cubicBezTo>
                    <a:pt x="26" y="44"/>
                    <a:pt x="26" y="44"/>
                    <a:pt x="26" y="44"/>
                  </a:cubicBezTo>
                  <a:cubicBezTo>
                    <a:pt x="14" y="44"/>
                    <a:pt x="14" y="44"/>
                    <a:pt x="14" y="44"/>
                  </a:cubicBezTo>
                  <a:cubicBezTo>
                    <a:pt x="12" y="44"/>
                    <a:pt x="11" y="45"/>
                    <a:pt x="10" y="46"/>
                  </a:cubicBezTo>
                  <a:cubicBezTo>
                    <a:pt x="6" y="48"/>
                    <a:pt x="5" y="52"/>
                    <a:pt x="6" y="56"/>
                  </a:cubicBezTo>
                  <a:cubicBezTo>
                    <a:pt x="9" y="62"/>
                    <a:pt x="9" y="62"/>
                    <a:pt x="9" y="62"/>
                  </a:cubicBezTo>
                  <a:cubicBezTo>
                    <a:pt x="10" y="64"/>
                    <a:pt x="13" y="66"/>
                    <a:pt x="16" y="66"/>
                  </a:cubicBezTo>
                  <a:cubicBezTo>
                    <a:pt x="42" y="66"/>
                    <a:pt x="42" y="66"/>
                    <a:pt x="42" y="66"/>
                  </a:cubicBezTo>
                  <a:cubicBezTo>
                    <a:pt x="45" y="66"/>
                    <a:pt x="47" y="64"/>
                    <a:pt x="48" y="62"/>
                  </a:cubicBezTo>
                  <a:cubicBezTo>
                    <a:pt x="51" y="55"/>
                    <a:pt x="51" y="55"/>
                    <a:pt x="51" y="55"/>
                  </a:cubicBezTo>
                  <a:cubicBezTo>
                    <a:pt x="52" y="54"/>
                    <a:pt x="52" y="53"/>
                    <a:pt x="52" y="51"/>
                  </a:cubicBezTo>
                  <a:cubicBezTo>
                    <a:pt x="51" y="47"/>
                    <a:pt x="48" y="44"/>
                    <a:pt x="44" y="44"/>
                  </a:cubicBezTo>
                  <a:cubicBezTo>
                    <a:pt x="32" y="44"/>
                    <a:pt x="32" y="44"/>
                    <a:pt x="32" y="44"/>
                  </a:cubicBezTo>
                  <a:cubicBezTo>
                    <a:pt x="32" y="37"/>
                    <a:pt x="32" y="37"/>
                    <a:pt x="32" y="37"/>
                  </a:cubicBezTo>
                  <a:cubicBezTo>
                    <a:pt x="39" y="36"/>
                    <a:pt x="46" y="35"/>
                    <a:pt x="52" y="31"/>
                  </a:cubicBezTo>
                  <a:cubicBezTo>
                    <a:pt x="54" y="31"/>
                    <a:pt x="55" y="30"/>
                    <a:pt x="56" y="29"/>
                  </a:cubicBezTo>
                  <a:cubicBezTo>
                    <a:pt x="57" y="28"/>
                    <a:pt x="57" y="27"/>
                    <a:pt x="56" y="25"/>
                  </a:cubicBezTo>
                  <a:close/>
                  <a:moveTo>
                    <a:pt x="46" y="53"/>
                  </a:moveTo>
                  <a:cubicBezTo>
                    <a:pt x="44" y="59"/>
                    <a:pt x="44" y="59"/>
                    <a:pt x="44" y="59"/>
                  </a:cubicBezTo>
                  <a:cubicBezTo>
                    <a:pt x="43" y="60"/>
                    <a:pt x="42" y="61"/>
                    <a:pt x="41" y="61"/>
                  </a:cubicBezTo>
                  <a:cubicBezTo>
                    <a:pt x="16" y="61"/>
                    <a:pt x="16" y="61"/>
                    <a:pt x="16" y="61"/>
                  </a:cubicBezTo>
                  <a:cubicBezTo>
                    <a:pt x="15" y="61"/>
                    <a:pt x="14" y="60"/>
                    <a:pt x="14" y="59"/>
                  </a:cubicBezTo>
                  <a:cubicBezTo>
                    <a:pt x="12" y="53"/>
                    <a:pt x="12" y="53"/>
                    <a:pt x="12" y="53"/>
                  </a:cubicBezTo>
                  <a:cubicBezTo>
                    <a:pt x="11" y="53"/>
                    <a:pt x="11" y="52"/>
                    <a:pt x="12" y="51"/>
                  </a:cubicBezTo>
                  <a:cubicBezTo>
                    <a:pt x="12" y="50"/>
                    <a:pt x="13" y="50"/>
                    <a:pt x="14" y="50"/>
                  </a:cubicBezTo>
                  <a:cubicBezTo>
                    <a:pt x="44" y="50"/>
                    <a:pt x="44" y="50"/>
                    <a:pt x="44" y="50"/>
                  </a:cubicBezTo>
                  <a:cubicBezTo>
                    <a:pt x="45" y="50"/>
                    <a:pt x="45" y="50"/>
                    <a:pt x="46" y="51"/>
                  </a:cubicBezTo>
                  <a:cubicBezTo>
                    <a:pt x="46" y="52"/>
                    <a:pt x="46" y="53"/>
                    <a:pt x="46" y="5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2" name="Google Shape;1062;p52"/>
            <p:cNvSpPr/>
            <p:nvPr/>
          </p:nvSpPr>
          <p:spPr>
            <a:xfrm>
              <a:off x="3938647" y="1559765"/>
              <a:ext cx="51744" cy="12111"/>
            </a:xfrm>
            <a:custGeom>
              <a:avLst/>
              <a:gdLst/>
              <a:ahLst/>
              <a:cxnLst/>
              <a:rect l="l" t="t" r="r" b="b"/>
              <a:pathLst>
                <a:path w="20" h="5" extrusionOk="0">
                  <a:moveTo>
                    <a:pt x="3" y="5"/>
                  </a:moveTo>
                  <a:cubicBezTo>
                    <a:pt x="17" y="5"/>
                    <a:pt x="17" y="5"/>
                    <a:pt x="17" y="5"/>
                  </a:cubicBezTo>
                  <a:cubicBezTo>
                    <a:pt x="18" y="5"/>
                    <a:pt x="19" y="4"/>
                    <a:pt x="20" y="3"/>
                  </a:cubicBezTo>
                  <a:cubicBezTo>
                    <a:pt x="20" y="1"/>
                    <a:pt x="19" y="0"/>
                    <a:pt x="17" y="0"/>
                  </a:cubicBezTo>
                  <a:cubicBezTo>
                    <a:pt x="4" y="0"/>
                    <a:pt x="4" y="0"/>
                    <a:pt x="4" y="0"/>
                  </a:cubicBezTo>
                  <a:cubicBezTo>
                    <a:pt x="2" y="0"/>
                    <a:pt x="1" y="1"/>
                    <a:pt x="1" y="2"/>
                  </a:cubicBezTo>
                  <a:cubicBezTo>
                    <a:pt x="0" y="4"/>
                    <a:pt x="2"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3" name="Google Shape;1063;p52"/>
            <p:cNvSpPr/>
            <p:nvPr/>
          </p:nvSpPr>
          <p:spPr>
            <a:xfrm>
              <a:off x="4165440" y="1734814"/>
              <a:ext cx="52845" cy="15413"/>
            </a:xfrm>
            <a:custGeom>
              <a:avLst/>
              <a:gdLst/>
              <a:ahLst/>
              <a:cxnLst/>
              <a:rect l="l" t="t" r="r" b="b"/>
              <a:pathLst>
                <a:path w="20" h="6" extrusionOk="0">
                  <a:moveTo>
                    <a:pt x="17" y="0"/>
                  </a:moveTo>
                  <a:cubicBezTo>
                    <a:pt x="3" y="0"/>
                    <a:pt x="3" y="0"/>
                    <a:pt x="3" y="0"/>
                  </a:cubicBezTo>
                  <a:cubicBezTo>
                    <a:pt x="2" y="0"/>
                    <a:pt x="1" y="1"/>
                    <a:pt x="0" y="3"/>
                  </a:cubicBezTo>
                  <a:cubicBezTo>
                    <a:pt x="0" y="5"/>
                    <a:pt x="1" y="6"/>
                    <a:pt x="3" y="6"/>
                  </a:cubicBezTo>
                  <a:cubicBezTo>
                    <a:pt x="16" y="6"/>
                    <a:pt x="16" y="6"/>
                    <a:pt x="16" y="6"/>
                  </a:cubicBezTo>
                  <a:cubicBezTo>
                    <a:pt x="18" y="6"/>
                    <a:pt x="19" y="5"/>
                    <a:pt x="19" y="4"/>
                  </a:cubicBezTo>
                  <a:cubicBezTo>
                    <a:pt x="20" y="2"/>
                    <a:pt x="18" y="0"/>
                    <a:pt x="17"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4" name="Google Shape;1064;p52"/>
            <p:cNvSpPr/>
            <p:nvPr/>
          </p:nvSpPr>
          <p:spPr>
            <a:xfrm>
              <a:off x="4184156" y="1559765"/>
              <a:ext cx="64956" cy="12111"/>
            </a:xfrm>
            <a:custGeom>
              <a:avLst/>
              <a:gdLst/>
              <a:ahLst/>
              <a:cxnLst/>
              <a:rect l="l" t="t" r="r" b="b"/>
              <a:pathLst>
                <a:path w="25" h="5" extrusionOk="0">
                  <a:moveTo>
                    <a:pt x="3" y="5"/>
                  </a:moveTo>
                  <a:cubicBezTo>
                    <a:pt x="22" y="5"/>
                    <a:pt x="22" y="5"/>
                    <a:pt x="22" y="5"/>
                  </a:cubicBezTo>
                  <a:cubicBezTo>
                    <a:pt x="23" y="5"/>
                    <a:pt x="25" y="4"/>
                    <a:pt x="25" y="3"/>
                  </a:cubicBezTo>
                  <a:cubicBezTo>
                    <a:pt x="25" y="1"/>
                    <a:pt x="24" y="0"/>
                    <a:pt x="22" y="0"/>
                  </a:cubicBezTo>
                  <a:cubicBezTo>
                    <a:pt x="3" y="0"/>
                    <a:pt x="3" y="0"/>
                    <a:pt x="3" y="0"/>
                  </a:cubicBezTo>
                  <a:cubicBezTo>
                    <a:pt x="2" y="0"/>
                    <a:pt x="0" y="1"/>
                    <a:pt x="0" y="2"/>
                  </a:cubicBezTo>
                  <a:cubicBezTo>
                    <a:pt x="0" y="4"/>
                    <a:pt x="1" y="5"/>
                    <a:pt x="3" y="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5" name="Google Shape;1065;p52"/>
            <p:cNvSpPr/>
            <p:nvPr/>
          </p:nvSpPr>
          <p:spPr>
            <a:xfrm>
              <a:off x="4207276" y="1588390"/>
              <a:ext cx="41836" cy="13211"/>
            </a:xfrm>
            <a:custGeom>
              <a:avLst/>
              <a:gdLst/>
              <a:ahLst/>
              <a:cxnLst/>
              <a:rect l="l" t="t" r="r" b="b"/>
              <a:pathLst>
                <a:path w="16" h="5" extrusionOk="0">
                  <a:moveTo>
                    <a:pt x="13" y="0"/>
                  </a:moveTo>
                  <a:cubicBezTo>
                    <a:pt x="4" y="0"/>
                    <a:pt x="4" y="0"/>
                    <a:pt x="4" y="0"/>
                  </a:cubicBezTo>
                  <a:cubicBezTo>
                    <a:pt x="2" y="0"/>
                    <a:pt x="1" y="1"/>
                    <a:pt x="1" y="2"/>
                  </a:cubicBezTo>
                  <a:cubicBezTo>
                    <a:pt x="0" y="4"/>
                    <a:pt x="2" y="5"/>
                    <a:pt x="3" y="5"/>
                  </a:cubicBezTo>
                  <a:cubicBezTo>
                    <a:pt x="13" y="5"/>
                    <a:pt x="13" y="5"/>
                    <a:pt x="13" y="5"/>
                  </a:cubicBezTo>
                  <a:cubicBezTo>
                    <a:pt x="15" y="5"/>
                    <a:pt x="16" y="4"/>
                    <a:pt x="16" y="2"/>
                  </a:cubicBezTo>
                  <a:cubicBezTo>
                    <a:pt x="16" y="1"/>
                    <a:pt x="14" y="0"/>
                    <a:pt x="13"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6" name="Google Shape;1066;p52"/>
            <p:cNvSpPr/>
            <p:nvPr/>
          </p:nvSpPr>
          <p:spPr>
            <a:xfrm>
              <a:off x="3940849" y="1734814"/>
              <a:ext cx="66056" cy="15413"/>
            </a:xfrm>
            <a:custGeom>
              <a:avLst/>
              <a:gdLst/>
              <a:ahLst/>
              <a:cxnLst/>
              <a:rect l="l" t="t" r="r" b="b"/>
              <a:pathLst>
                <a:path w="25" h="6" extrusionOk="0">
                  <a:moveTo>
                    <a:pt x="22" y="0"/>
                  </a:moveTo>
                  <a:cubicBezTo>
                    <a:pt x="3" y="0"/>
                    <a:pt x="3" y="0"/>
                    <a:pt x="3" y="0"/>
                  </a:cubicBezTo>
                  <a:cubicBezTo>
                    <a:pt x="1" y="0"/>
                    <a:pt x="0" y="1"/>
                    <a:pt x="0" y="3"/>
                  </a:cubicBezTo>
                  <a:cubicBezTo>
                    <a:pt x="0" y="5"/>
                    <a:pt x="1" y="6"/>
                    <a:pt x="3" y="6"/>
                  </a:cubicBezTo>
                  <a:cubicBezTo>
                    <a:pt x="22" y="6"/>
                    <a:pt x="22" y="6"/>
                    <a:pt x="22" y="6"/>
                  </a:cubicBezTo>
                  <a:cubicBezTo>
                    <a:pt x="23" y="6"/>
                    <a:pt x="24" y="5"/>
                    <a:pt x="24" y="4"/>
                  </a:cubicBezTo>
                  <a:cubicBezTo>
                    <a:pt x="25" y="2"/>
                    <a:pt x="23" y="0"/>
                    <a:pt x="22"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7" name="Google Shape;1067;p52"/>
            <p:cNvSpPr/>
            <p:nvPr/>
          </p:nvSpPr>
          <p:spPr>
            <a:xfrm>
              <a:off x="3938647" y="1706189"/>
              <a:ext cx="41836" cy="15413"/>
            </a:xfrm>
            <a:custGeom>
              <a:avLst/>
              <a:gdLst/>
              <a:ahLst/>
              <a:cxnLst/>
              <a:rect l="l" t="t" r="r" b="b"/>
              <a:pathLst>
                <a:path w="16" h="6" extrusionOk="0">
                  <a:moveTo>
                    <a:pt x="3" y="6"/>
                  </a:moveTo>
                  <a:cubicBezTo>
                    <a:pt x="13" y="6"/>
                    <a:pt x="13" y="6"/>
                    <a:pt x="13" y="6"/>
                  </a:cubicBezTo>
                  <a:cubicBezTo>
                    <a:pt x="14" y="6"/>
                    <a:pt x="16" y="5"/>
                    <a:pt x="16" y="4"/>
                  </a:cubicBezTo>
                  <a:cubicBezTo>
                    <a:pt x="16" y="2"/>
                    <a:pt x="15" y="0"/>
                    <a:pt x="13" y="0"/>
                  </a:cubicBezTo>
                  <a:cubicBezTo>
                    <a:pt x="4" y="0"/>
                    <a:pt x="4" y="0"/>
                    <a:pt x="4" y="0"/>
                  </a:cubicBezTo>
                  <a:cubicBezTo>
                    <a:pt x="2" y="0"/>
                    <a:pt x="1" y="1"/>
                    <a:pt x="1" y="3"/>
                  </a:cubicBezTo>
                  <a:cubicBezTo>
                    <a:pt x="0" y="4"/>
                    <a:pt x="2" y="6"/>
                    <a:pt x="3" y="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8" name="Google Shape;1068;p52"/>
            <p:cNvSpPr/>
            <p:nvPr/>
          </p:nvSpPr>
          <p:spPr>
            <a:xfrm>
              <a:off x="4009107" y="1556462"/>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9" name="Google Shape;1069;p52"/>
            <p:cNvSpPr/>
            <p:nvPr/>
          </p:nvSpPr>
          <p:spPr>
            <a:xfrm>
              <a:off x="4233698" y="1734814"/>
              <a:ext cx="156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0" name="Google Shape;1070;p52"/>
            <p:cNvSpPr/>
            <p:nvPr/>
          </p:nvSpPr>
          <p:spPr>
            <a:xfrm>
              <a:off x="4064154" y="1706189"/>
              <a:ext cx="156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1" name="Google Shape;1071;p52"/>
            <p:cNvSpPr/>
            <p:nvPr/>
          </p:nvSpPr>
          <p:spPr>
            <a:xfrm>
              <a:off x="4111494" y="1706189"/>
              <a:ext cx="12300" cy="13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72" name="Google Shape;1072;p52"/>
          <p:cNvGrpSpPr/>
          <p:nvPr/>
        </p:nvGrpSpPr>
        <p:grpSpPr>
          <a:xfrm>
            <a:off x="3264311" y="1496599"/>
            <a:ext cx="232047" cy="362036"/>
            <a:chOff x="3257166" y="1512425"/>
            <a:chExt cx="237802" cy="371015"/>
          </a:xfrm>
        </p:grpSpPr>
        <p:sp>
          <p:nvSpPr>
            <p:cNvPr id="1073" name="Google Shape;1073;p52"/>
            <p:cNvSpPr/>
            <p:nvPr/>
          </p:nvSpPr>
          <p:spPr>
            <a:xfrm>
              <a:off x="3257166" y="1512425"/>
              <a:ext cx="213582" cy="371015"/>
            </a:xfrm>
            <a:custGeom>
              <a:avLst/>
              <a:gdLst/>
              <a:ahLst/>
              <a:cxnLst/>
              <a:rect l="l" t="t" r="r" b="b"/>
              <a:pathLst>
                <a:path w="82" h="142" extrusionOk="0">
                  <a:moveTo>
                    <a:pt x="49" y="40"/>
                  </a:moveTo>
                  <a:cubicBezTo>
                    <a:pt x="47" y="40"/>
                    <a:pt x="47" y="40"/>
                    <a:pt x="47" y="40"/>
                  </a:cubicBezTo>
                  <a:cubicBezTo>
                    <a:pt x="47" y="36"/>
                    <a:pt x="47" y="36"/>
                    <a:pt x="47" y="36"/>
                  </a:cubicBezTo>
                  <a:cubicBezTo>
                    <a:pt x="47" y="31"/>
                    <a:pt x="43" y="27"/>
                    <a:pt x="38" y="27"/>
                  </a:cubicBezTo>
                  <a:cubicBezTo>
                    <a:pt x="37" y="27"/>
                    <a:pt x="37" y="27"/>
                    <a:pt x="37" y="27"/>
                  </a:cubicBezTo>
                  <a:cubicBezTo>
                    <a:pt x="37" y="18"/>
                    <a:pt x="37" y="18"/>
                    <a:pt x="37" y="18"/>
                  </a:cubicBezTo>
                  <a:cubicBezTo>
                    <a:pt x="76" y="18"/>
                    <a:pt x="76" y="18"/>
                    <a:pt x="76" y="18"/>
                  </a:cubicBezTo>
                  <a:cubicBezTo>
                    <a:pt x="79" y="18"/>
                    <a:pt x="82" y="16"/>
                    <a:pt x="82" y="12"/>
                  </a:cubicBezTo>
                  <a:cubicBezTo>
                    <a:pt x="82" y="5"/>
                    <a:pt x="82" y="5"/>
                    <a:pt x="82" y="5"/>
                  </a:cubicBezTo>
                  <a:cubicBezTo>
                    <a:pt x="82" y="2"/>
                    <a:pt x="79" y="0"/>
                    <a:pt x="76" y="0"/>
                  </a:cubicBezTo>
                  <a:cubicBezTo>
                    <a:pt x="13" y="0"/>
                    <a:pt x="13" y="0"/>
                    <a:pt x="13" y="0"/>
                  </a:cubicBezTo>
                  <a:cubicBezTo>
                    <a:pt x="10" y="0"/>
                    <a:pt x="7" y="2"/>
                    <a:pt x="7" y="5"/>
                  </a:cubicBezTo>
                  <a:cubicBezTo>
                    <a:pt x="7" y="12"/>
                    <a:pt x="7" y="12"/>
                    <a:pt x="7" y="12"/>
                  </a:cubicBezTo>
                  <a:cubicBezTo>
                    <a:pt x="7" y="16"/>
                    <a:pt x="10" y="18"/>
                    <a:pt x="13" y="18"/>
                  </a:cubicBezTo>
                  <a:cubicBezTo>
                    <a:pt x="19" y="18"/>
                    <a:pt x="19" y="18"/>
                    <a:pt x="19" y="18"/>
                  </a:cubicBezTo>
                  <a:cubicBezTo>
                    <a:pt x="19" y="27"/>
                    <a:pt x="19" y="27"/>
                    <a:pt x="19" y="27"/>
                  </a:cubicBezTo>
                  <a:cubicBezTo>
                    <a:pt x="19" y="27"/>
                    <a:pt x="19" y="27"/>
                    <a:pt x="19" y="27"/>
                  </a:cubicBezTo>
                  <a:cubicBezTo>
                    <a:pt x="14" y="27"/>
                    <a:pt x="10" y="31"/>
                    <a:pt x="10" y="36"/>
                  </a:cubicBezTo>
                  <a:cubicBezTo>
                    <a:pt x="10" y="40"/>
                    <a:pt x="10" y="40"/>
                    <a:pt x="10" y="40"/>
                  </a:cubicBezTo>
                  <a:cubicBezTo>
                    <a:pt x="3" y="40"/>
                    <a:pt x="3" y="40"/>
                    <a:pt x="3" y="40"/>
                  </a:cubicBezTo>
                  <a:cubicBezTo>
                    <a:pt x="1" y="40"/>
                    <a:pt x="0" y="41"/>
                    <a:pt x="0" y="44"/>
                  </a:cubicBezTo>
                  <a:cubicBezTo>
                    <a:pt x="0" y="62"/>
                    <a:pt x="0" y="62"/>
                    <a:pt x="0" y="62"/>
                  </a:cubicBezTo>
                  <a:cubicBezTo>
                    <a:pt x="0" y="62"/>
                    <a:pt x="0" y="62"/>
                    <a:pt x="0" y="62"/>
                  </a:cubicBezTo>
                  <a:cubicBezTo>
                    <a:pt x="0" y="62"/>
                    <a:pt x="0" y="62"/>
                    <a:pt x="0" y="62"/>
                  </a:cubicBezTo>
                  <a:cubicBezTo>
                    <a:pt x="0" y="120"/>
                    <a:pt x="0" y="120"/>
                    <a:pt x="0" y="120"/>
                  </a:cubicBezTo>
                  <a:cubicBezTo>
                    <a:pt x="0" y="120"/>
                    <a:pt x="0" y="120"/>
                    <a:pt x="0" y="120"/>
                  </a:cubicBezTo>
                  <a:cubicBezTo>
                    <a:pt x="0" y="120"/>
                    <a:pt x="0" y="120"/>
                    <a:pt x="0" y="120"/>
                  </a:cubicBezTo>
                  <a:cubicBezTo>
                    <a:pt x="0" y="139"/>
                    <a:pt x="0" y="139"/>
                    <a:pt x="0" y="139"/>
                  </a:cubicBezTo>
                  <a:cubicBezTo>
                    <a:pt x="0" y="141"/>
                    <a:pt x="1" y="142"/>
                    <a:pt x="3" y="142"/>
                  </a:cubicBezTo>
                  <a:cubicBezTo>
                    <a:pt x="54" y="142"/>
                    <a:pt x="54" y="142"/>
                    <a:pt x="54" y="142"/>
                  </a:cubicBezTo>
                  <a:cubicBezTo>
                    <a:pt x="56" y="142"/>
                    <a:pt x="57" y="141"/>
                    <a:pt x="57" y="139"/>
                  </a:cubicBezTo>
                  <a:cubicBezTo>
                    <a:pt x="57" y="107"/>
                    <a:pt x="57" y="107"/>
                    <a:pt x="57" y="107"/>
                  </a:cubicBezTo>
                  <a:cubicBezTo>
                    <a:pt x="57" y="107"/>
                    <a:pt x="57" y="106"/>
                    <a:pt x="57" y="106"/>
                  </a:cubicBezTo>
                  <a:cubicBezTo>
                    <a:pt x="54" y="104"/>
                    <a:pt x="51" y="105"/>
                    <a:pt x="51" y="108"/>
                  </a:cubicBezTo>
                  <a:cubicBezTo>
                    <a:pt x="51" y="118"/>
                    <a:pt x="51" y="118"/>
                    <a:pt x="51" y="118"/>
                  </a:cubicBezTo>
                  <a:cubicBezTo>
                    <a:pt x="5" y="118"/>
                    <a:pt x="5" y="118"/>
                    <a:pt x="5" y="118"/>
                  </a:cubicBezTo>
                  <a:cubicBezTo>
                    <a:pt x="5" y="65"/>
                    <a:pt x="5" y="65"/>
                    <a:pt x="5" y="65"/>
                  </a:cubicBezTo>
                  <a:cubicBezTo>
                    <a:pt x="51" y="65"/>
                    <a:pt x="51" y="65"/>
                    <a:pt x="51" y="65"/>
                  </a:cubicBezTo>
                  <a:cubicBezTo>
                    <a:pt x="51" y="83"/>
                    <a:pt x="51" y="83"/>
                    <a:pt x="51" y="83"/>
                  </a:cubicBezTo>
                  <a:cubicBezTo>
                    <a:pt x="51" y="84"/>
                    <a:pt x="52" y="86"/>
                    <a:pt x="54" y="86"/>
                  </a:cubicBezTo>
                  <a:cubicBezTo>
                    <a:pt x="55" y="86"/>
                    <a:pt x="57" y="85"/>
                    <a:pt x="57" y="83"/>
                  </a:cubicBezTo>
                  <a:cubicBezTo>
                    <a:pt x="57" y="48"/>
                    <a:pt x="57" y="48"/>
                    <a:pt x="57" y="48"/>
                  </a:cubicBezTo>
                  <a:cubicBezTo>
                    <a:pt x="57" y="43"/>
                    <a:pt x="53" y="40"/>
                    <a:pt x="49" y="40"/>
                  </a:cubicBezTo>
                  <a:close/>
                  <a:moveTo>
                    <a:pt x="13" y="5"/>
                  </a:moveTo>
                  <a:cubicBezTo>
                    <a:pt x="76" y="5"/>
                    <a:pt x="76" y="5"/>
                    <a:pt x="76" y="5"/>
                  </a:cubicBezTo>
                  <a:cubicBezTo>
                    <a:pt x="76" y="5"/>
                    <a:pt x="76" y="5"/>
                    <a:pt x="76" y="5"/>
                  </a:cubicBezTo>
                  <a:cubicBezTo>
                    <a:pt x="76" y="12"/>
                    <a:pt x="76" y="12"/>
                    <a:pt x="76" y="12"/>
                  </a:cubicBezTo>
                  <a:cubicBezTo>
                    <a:pt x="13" y="12"/>
                    <a:pt x="13" y="12"/>
                    <a:pt x="13" y="12"/>
                  </a:cubicBezTo>
                  <a:lnTo>
                    <a:pt x="13" y="5"/>
                  </a:lnTo>
                  <a:close/>
                  <a:moveTo>
                    <a:pt x="25" y="18"/>
                  </a:moveTo>
                  <a:cubicBezTo>
                    <a:pt x="32" y="18"/>
                    <a:pt x="32" y="18"/>
                    <a:pt x="32" y="18"/>
                  </a:cubicBezTo>
                  <a:cubicBezTo>
                    <a:pt x="32" y="27"/>
                    <a:pt x="32" y="27"/>
                    <a:pt x="32" y="27"/>
                  </a:cubicBezTo>
                  <a:cubicBezTo>
                    <a:pt x="25" y="27"/>
                    <a:pt x="25" y="27"/>
                    <a:pt x="25" y="27"/>
                  </a:cubicBezTo>
                  <a:lnTo>
                    <a:pt x="25" y="18"/>
                  </a:lnTo>
                  <a:close/>
                  <a:moveTo>
                    <a:pt x="15" y="36"/>
                  </a:moveTo>
                  <a:cubicBezTo>
                    <a:pt x="15" y="34"/>
                    <a:pt x="17" y="32"/>
                    <a:pt x="19" y="32"/>
                  </a:cubicBezTo>
                  <a:cubicBezTo>
                    <a:pt x="38" y="32"/>
                    <a:pt x="38" y="32"/>
                    <a:pt x="38" y="32"/>
                  </a:cubicBezTo>
                  <a:cubicBezTo>
                    <a:pt x="40" y="32"/>
                    <a:pt x="41" y="34"/>
                    <a:pt x="41" y="36"/>
                  </a:cubicBezTo>
                  <a:cubicBezTo>
                    <a:pt x="41" y="40"/>
                    <a:pt x="41" y="40"/>
                    <a:pt x="41" y="40"/>
                  </a:cubicBezTo>
                  <a:cubicBezTo>
                    <a:pt x="15" y="40"/>
                    <a:pt x="15" y="40"/>
                    <a:pt x="15" y="40"/>
                  </a:cubicBezTo>
                  <a:cubicBezTo>
                    <a:pt x="15" y="36"/>
                    <a:pt x="15" y="36"/>
                    <a:pt x="15" y="36"/>
                  </a:cubicBezTo>
                  <a:close/>
                  <a:moveTo>
                    <a:pt x="51" y="123"/>
                  </a:moveTo>
                  <a:cubicBezTo>
                    <a:pt x="51" y="134"/>
                    <a:pt x="51" y="134"/>
                    <a:pt x="51" y="134"/>
                  </a:cubicBezTo>
                  <a:cubicBezTo>
                    <a:pt x="51" y="136"/>
                    <a:pt x="50" y="137"/>
                    <a:pt x="49" y="137"/>
                  </a:cubicBezTo>
                  <a:cubicBezTo>
                    <a:pt x="8" y="137"/>
                    <a:pt x="8" y="137"/>
                    <a:pt x="8" y="137"/>
                  </a:cubicBezTo>
                  <a:cubicBezTo>
                    <a:pt x="6" y="137"/>
                    <a:pt x="5" y="136"/>
                    <a:pt x="5" y="134"/>
                  </a:cubicBezTo>
                  <a:cubicBezTo>
                    <a:pt x="5" y="123"/>
                    <a:pt x="5" y="123"/>
                    <a:pt x="5" y="123"/>
                  </a:cubicBezTo>
                  <a:lnTo>
                    <a:pt x="51" y="123"/>
                  </a:lnTo>
                  <a:close/>
                  <a:moveTo>
                    <a:pt x="5" y="59"/>
                  </a:moveTo>
                  <a:cubicBezTo>
                    <a:pt x="5" y="48"/>
                    <a:pt x="5" y="48"/>
                    <a:pt x="5" y="48"/>
                  </a:cubicBezTo>
                  <a:cubicBezTo>
                    <a:pt x="5" y="47"/>
                    <a:pt x="6" y="45"/>
                    <a:pt x="8" y="45"/>
                  </a:cubicBezTo>
                  <a:cubicBezTo>
                    <a:pt x="49" y="45"/>
                    <a:pt x="49" y="45"/>
                    <a:pt x="49" y="45"/>
                  </a:cubicBezTo>
                  <a:cubicBezTo>
                    <a:pt x="50" y="45"/>
                    <a:pt x="51" y="47"/>
                    <a:pt x="51" y="48"/>
                  </a:cubicBezTo>
                  <a:cubicBezTo>
                    <a:pt x="51" y="59"/>
                    <a:pt x="51" y="59"/>
                    <a:pt x="51" y="59"/>
                  </a:cubicBezTo>
                  <a:lnTo>
                    <a:pt x="5" y="5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4" name="Google Shape;1074;p52"/>
            <p:cNvSpPr/>
            <p:nvPr/>
          </p:nvSpPr>
          <p:spPr>
            <a:xfrm>
              <a:off x="3290194" y="1710593"/>
              <a:ext cx="81469" cy="79267"/>
            </a:xfrm>
            <a:custGeom>
              <a:avLst/>
              <a:gdLst/>
              <a:ahLst/>
              <a:cxnLst/>
              <a:rect l="l" t="t" r="r" b="b"/>
              <a:pathLst>
                <a:path w="31" h="30" extrusionOk="0">
                  <a:moveTo>
                    <a:pt x="10" y="30"/>
                  </a:moveTo>
                  <a:cubicBezTo>
                    <a:pt x="21" y="30"/>
                    <a:pt x="21" y="30"/>
                    <a:pt x="21" y="30"/>
                  </a:cubicBezTo>
                  <a:cubicBezTo>
                    <a:pt x="23" y="30"/>
                    <a:pt x="24" y="29"/>
                    <a:pt x="24" y="27"/>
                  </a:cubicBezTo>
                  <a:cubicBezTo>
                    <a:pt x="24" y="24"/>
                    <a:pt x="24" y="24"/>
                    <a:pt x="24" y="24"/>
                  </a:cubicBezTo>
                  <a:cubicBezTo>
                    <a:pt x="28" y="24"/>
                    <a:pt x="28" y="24"/>
                    <a:pt x="28" y="24"/>
                  </a:cubicBezTo>
                  <a:cubicBezTo>
                    <a:pt x="29" y="24"/>
                    <a:pt x="31" y="22"/>
                    <a:pt x="31" y="20"/>
                  </a:cubicBezTo>
                  <a:cubicBezTo>
                    <a:pt x="31" y="10"/>
                    <a:pt x="31" y="10"/>
                    <a:pt x="31" y="10"/>
                  </a:cubicBezTo>
                  <a:cubicBezTo>
                    <a:pt x="31" y="8"/>
                    <a:pt x="29" y="6"/>
                    <a:pt x="28" y="6"/>
                  </a:cubicBezTo>
                  <a:cubicBezTo>
                    <a:pt x="24" y="6"/>
                    <a:pt x="24" y="6"/>
                    <a:pt x="24" y="6"/>
                  </a:cubicBezTo>
                  <a:cubicBezTo>
                    <a:pt x="24" y="3"/>
                    <a:pt x="24" y="3"/>
                    <a:pt x="24" y="3"/>
                  </a:cubicBezTo>
                  <a:cubicBezTo>
                    <a:pt x="24" y="1"/>
                    <a:pt x="23" y="0"/>
                    <a:pt x="21" y="0"/>
                  </a:cubicBezTo>
                  <a:cubicBezTo>
                    <a:pt x="10" y="0"/>
                    <a:pt x="10" y="0"/>
                    <a:pt x="10" y="0"/>
                  </a:cubicBezTo>
                  <a:cubicBezTo>
                    <a:pt x="8" y="0"/>
                    <a:pt x="7" y="1"/>
                    <a:pt x="7" y="3"/>
                  </a:cubicBezTo>
                  <a:cubicBezTo>
                    <a:pt x="7" y="6"/>
                    <a:pt x="7" y="6"/>
                    <a:pt x="7" y="6"/>
                  </a:cubicBezTo>
                  <a:cubicBezTo>
                    <a:pt x="3" y="6"/>
                    <a:pt x="3" y="6"/>
                    <a:pt x="3" y="6"/>
                  </a:cubicBezTo>
                  <a:cubicBezTo>
                    <a:pt x="1" y="6"/>
                    <a:pt x="0" y="8"/>
                    <a:pt x="0" y="10"/>
                  </a:cubicBezTo>
                  <a:cubicBezTo>
                    <a:pt x="0" y="20"/>
                    <a:pt x="0" y="20"/>
                    <a:pt x="0" y="20"/>
                  </a:cubicBezTo>
                  <a:cubicBezTo>
                    <a:pt x="0" y="22"/>
                    <a:pt x="1" y="24"/>
                    <a:pt x="3" y="24"/>
                  </a:cubicBezTo>
                  <a:cubicBezTo>
                    <a:pt x="7" y="24"/>
                    <a:pt x="7" y="24"/>
                    <a:pt x="7" y="24"/>
                  </a:cubicBezTo>
                  <a:cubicBezTo>
                    <a:pt x="7" y="27"/>
                    <a:pt x="7" y="27"/>
                    <a:pt x="7" y="27"/>
                  </a:cubicBezTo>
                  <a:cubicBezTo>
                    <a:pt x="7" y="29"/>
                    <a:pt x="8" y="30"/>
                    <a:pt x="10" y="30"/>
                  </a:cubicBezTo>
                  <a:close/>
                  <a:moveTo>
                    <a:pt x="6" y="18"/>
                  </a:moveTo>
                  <a:cubicBezTo>
                    <a:pt x="6" y="12"/>
                    <a:pt x="6" y="12"/>
                    <a:pt x="6" y="12"/>
                  </a:cubicBezTo>
                  <a:cubicBezTo>
                    <a:pt x="9" y="12"/>
                    <a:pt x="9" y="12"/>
                    <a:pt x="9" y="12"/>
                  </a:cubicBezTo>
                  <a:cubicBezTo>
                    <a:pt x="11" y="12"/>
                    <a:pt x="12" y="11"/>
                    <a:pt x="12" y="9"/>
                  </a:cubicBezTo>
                  <a:cubicBezTo>
                    <a:pt x="12" y="5"/>
                    <a:pt x="12" y="5"/>
                    <a:pt x="12" y="5"/>
                  </a:cubicBezTo>
                  <a:cubicBezTo>
                    <a:pt x="19" y="5"/>
                    <a:pt x="19" y="5"/>
                    <a:pt x="19" y="5"/>
                  </a:cubicBezTo>
                  <a:cubicBezTo>
                    <a:pt x="19" y="9"/>
                    <a:pt x="19" y="9"/>
                    <a:pt x="19" y="9"/>
                  </a:cubicBezTo>
                  <a:cubicBezTo>
                    <a:pt x="19" y="11"/>
                    <a:pt x="20" y="12"/>
                    <a:pt x="21" y="12"/>
                  </a:cubicBezTo>
                  <a:cubicBezTo>
                    <a:pt x="25" y="12"/>
                    <a:pt x="25" y="12"/>
                    <a:pt x="25" y="12"/>
                  </a:cubicBezTo>
                  <a:cubicBezTo>
                    <a:pt x="25" y="18"/>
                    <a:pt x="25" y="18"/>
                    <a:pt x="25" y="18"/>
                  </a:cubicBezTo>
                  <a:cubicBezTo>
                    <a:pt x="21" y="18"/>
                    <a:pt x="21" y="18"/>
                    <a:pt x="21" y="18"/>
                  </a:cubicBezTo>
                  <a:cubicBezTo>
                    <a:pt x="20" y="18"/>
                    <a:pt x="19" y="19"/>
                    <a:pt x="19" y="21"/>
                  </a:cubicBezTo>
                  <a:cubicBezTo>
                    <a:pt x="19" y="25"/>
                    <a:pt x="19" y="25"/>
                    <a:pt x="19" y="25"/>
                  </a:cubicBezTo>
                  <a:cubicBezTo>
                    <a:pt x="12" y="25"/>
                    <a:pt x="12" y="25"/>
                    <a:pt x="12" y="25"/>
                  </a:cubicBezTo>
                  <a:cubicBezTo>
                    <a:pt x="12" y="21"/>
                    <a:pt x="12" y="21"/>
                    <a:pt x="12" y="21"/>
                  </a:cubicBezTo>
                  <a:cubicBezTo>
                    <a:pt x="12" y="19"/>
                    <a:pt x="11" y="18"/>
                    <a:pt x="9" y="18"/>
                  </a:cubicBezTo>
                  <a:lnTo>
                    <a:pt x="6" y="1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5" name="Google Shape;1075;p52"/>
            <p:cNvSpPr/>
            <p:nvPr/>
          </p:nvSpPr>
          <p:spPr>
            <a:xfrm>
              <a:off x="3426710" y="1577380"/>
              <a:ext cx="68258" cy="78167"/>
            </a:xfrm>
            <a:custGeom>
              <a:avLst/>
              <a:gdLst/>
              <a:ahLst/>
              <a:cxnLst/>
              <a:rect l="l" t="t" r="r" b="b"/>
              <a:pathLst>
                <a:path w="26" h="30" extrusionOk="0">
                  <a:moveTo>
                    <a:pt x="23" y="12"/>
                  </a:moveTo>
                  <a:cubicBezTo>
                    <a:pt x="18" y="3"/>
                    <a:pt x="18" y="3"/>
                    <a:pt x="18" y="3"/>
                  </a:cubicBezTo>
                  <a:cubicBezTo>
                    <a:pt x="17" y="1"/>
                    <a:pt x="15" y="0"/>
                    <a:pt x="13" y="0"/>
                  </a:cubicBezTo>
                  <a:cubicBezTo>
                    <a:pt x="10" y="0"/>
                    <a:pt x="8" y="1"/>
                    <a:pt x="7" y="3"/>
                  </a:cubicBezTo>
                  <a:cubicBezTo>
                    <a:pt x="2" y="12"/>
                    <a:pt x="2" y="12"/>
                    <a:pt x="2" y="12"/>
                  </a:cubicBezTo>
                  <a:cubicBezTo>
                    <a:pt x="0" y="15"/>
                    <a:pt x="0" y="20"/>
                    <a:pt x="2" y="24"/>
                  </a:cubicBezTo>
                  <a:cubicBezTo>
                    <a:pt x="4" y="28"/>
                    <a:pt x="8" y="30"/>
                    <a:pt x="13" y="30"/>
                  </a:cubicBezTo>
                  <a:cubicBezTo>
                    <a:pt x="17" y="30"/>
                    <a:pt x="21" y="28"/>
                    <a:pt x="23" y="24"/>
                  </a:cubicBezTo>
                  <a:cubicBezTo>
                    <a:pt x="26" y="20"/>
                    <a:pt x="26" y="15"/>
                    <a:pt x="23" y="12"/>
                  </a:cubicBezTo>
                  <a:close/>
                  <a:moveTo>
                    <a:pt x="18" y="21"/>
                  </a:moveTo>
                  <a:cubicBezTo>
                    <a:pt x="17" y="23"/>
                    <a:pt x="15" y="24"/>
                    <a:pt x="13" y="24"/>
                  </a:cubicBezTo>
                  <a:cubicBezTo>
                    <a:pt x="10" y="24"/>
                    <a:pt x="8" y="23"/>
                    <a:pt x="7" y="21"/>
                  </a:cubicBezTo>
                  <a:cubicBezTo>
                    <a:pt x="6" y="19"/>
                    <a:pt x="6" y="16"/>
                    <a:pt x="7" y="14"/>
                  </a:cubicBezTo>
                  <a:cubicBezTo>
                    <a:pt x="12" y="6"/>
                    <a:pt x="12" y="6"/>
                    <a:pt x="12" y="6"/>
                  </a:cubicBezTo>
                  <a:cubicBezTo>
                    <a:pt x="12" y="5"/>
                    <a:pt x="12" y="5"/>
                    <a:pt x="13" y="5"/>
                  </a:cubicBezTo>
                  <a:cubicBezTo>
                    <a:pt x="13" y="5"/>
                    <a:pt x="13" y="5"/>
                    <a:pt x="13" y="6"/>
                  </a:cubicBezTo>
                  <a:cubicBezTo>
                    <a:pt x="18" y="14"/>
                    <a:pt x="18" y="14"/>
                    <a:pt x="18" y="14"/>
                  </a:cubicBezTo>
                  <a:cubicBezTo>
                    <a:pt x="20" y="16"/>
                    <a:pt x="20" y="19"/>
                    <a:pt x="18" y="21"/>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6" name="Google Shape;1076;p52"/>
            <p:cNvSpPr/>
            <p:nvPr/>
          </p:nvSpPr>
          <p:spPr>
            <a:xfrm>
              <a:off x="3390380" y="1752429"/>
              <a:ext cx="15600" cy="165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grpSp>
        <p:nvGrpSpPr>
          <p:cNvPr id="1077" name="Google Shape;1077;p52"/>
          <p:cNvGrpSpPr/>
          <p:nvPr/>
        </p:nvGrpSpPr>
        <p:grpSpPr>
          <a:xfrm>
            <a:off x="2376943" y="1496599"/>
            <a:ext cx="362038" cy="362036"/>
            <a:chOff x="2332378" y="1512425"/>
            <a:chExt cx="371017" cy="371015"/>
          </a:xfrm>
        </p:grpSpPr>
        <p:sp>
          <p:nvSpPr>
            <p:cNvPr id="1078" name="Google Shape;1078;p52"/>
            <p:cNvSpPr/>
            <p:nvPr/>
          </p:nvSpPr>
          <p:spPr>
            <a:xfrm>
              <a:off x="2332378" y="1512425"/>
              <a:ext cx="371017" cy="371015"/>
            </a:xfrm>
            <a:custGeom>
              <a:avLst/>
              <a:gdLst/>
              <a:ahLst/>
              <a:cxnLst/>
              <a:rect l="l" t="t" r="r" b="b"/>
              <a:pathLst>
                <a:path w="142" h="142" extrusionOk="0">
                  <a:moveTo>
                    <a:pt x="134" y="74"/>
                  </a:moveTo>
                  <a:cubicBezTo>
                    <a:pt x="134" y="72"/>
                    <a:pt x="132" y="72"/>
                    <a:pt x="131" y="73"/>
                  </a:cubicBezTo>
                  <a:cubicBezTo>
                    <a:pt x="129" y="74"/>
                    <a:pt x="129" y="75"/>
                    <a:pt x="130" y="77"/>
                  </a:cubicBezTo>
                  <a:cubicBezTo>
                    <a:pt x="134" y="83"/>
                    <a:pt x="136" y="90"/>
                    <a:pt x="136" y="98"/>
                  </a:cubicBezTo>
                  <a:cubicBezTo>
                    <a:pt x="136" y="119"/>
                    <a:pt x="119" y="137"/>
                    <a:pt x="97" y="137"/>
                  </a:cubicBezTo>
                  <a:cubicBezTo>
                    <a:pt x="76" y="137"/>
                    <a:pt x="58" y="119"/>
                    <a:pt x="58" y="98"/>
                  </a:cubicBezTo>
                  <a:cubicBezTo>
                    <a:pt x="58" y="76"/>
                    <a:pt x="76" y="59"/>
                    <a:pt x="97" y="59"/>
                  </a:cubicBezTo>
                  <a:cubicBezTo>
                    <a:pt x="102" y="59"/>
                    <a:pt x="107" y="60"/>
                    <a:pt x="112" y="62"/>
                  </a:cubicBezTo>
                  <a:cubicBezTo>
                    <a:pt x="113" y="62"/>
                    <a:pt x="115" y="62"/>
                    <a:pt x="116" y="60"/>
                  </a:cubicBezTo>
                  <a:cubicBezTo>
                    <a:pt x="116" y="59"/>
                    <a:pt x="115" y="57"/>
                    <a:pt x="114" y="57"/>
                  </a:cubicBezTo>
                  <a:cubicBezTo>
                    <a:pt x="109" y="54"/>
                    <a:pt x="103" y="53"/>
                    <a:pt x="97" y="53"/>
                  </a:cubicBezTo>
                  <a:cubicBezTo>
                    <a:pt x="94" y="53"/>
                    <a:pt x="91" y="54"/>
                    <a:pt x="88" y="54"/>
                  </a:cubicBezTo>
                  <a:cubicBezTo>
                    <a:pt x="89" y="51"/>
                    <a:pt x="89" y="48"/>
                    <a:pt x="89" y="44"/>
                  </a:cubicBezTo>
                  <a:cubicBezTo>
                    <a:pt x="89" y="20"/>
                    <a:pt x="69" y="0"/>
                    <a:pt x="44" y="0"/>
                  </a:cubicBezTo>
                  <a:cubicBezTo>
                    <a:pt x="20" y="0"/>
                    <a:pt x="0" y="20"/>
                    <a:pt x="0" y="44"/>
                  </a:cubicBezTo>
                  <a:cubicBezTo>
                    <a:pt x="0" y="69"/>
                    <a:pt x="20" y="89"/>
                    <a:pt x="44" y="89"/>
                  </a:cubicBezTo>
                  <a:cubicBezTo>
                    <a:pt x="48" y="89"/>
                    <a:pt x="51" y="89"/>
                    <a:pt x="54" y="88"/>
                  </a:cubicBezTo>
                  <a:cubicBezTo>
                    <a:pt x="53" y="91"/>
                    <a:pt x="53" y="94"/>
                    <a:pt x="53" y="98"/>
                  </a:cubicBezTo>
                  <a:cubicBezTo>
                    <a:pt x="53" y="122"/>
                    <a:pt x="73" y="142"/>
                    <a:pt x="97" y="142"/>
                  </a:cubicBezTo>
                  <a:cubicBezTo>
                    <a:pt x="122" y="142"/>
                    <a:pt x="142" y="122"/>
                    <a:pt x="142" y="98"/>
                  </a:cubicBezTo>
                  <a:cubicBezTo>
                    <a:pt x="142" y="89"/>
                    <a:pt x="139" y="81"/>
                    <a:pt x="134" y="74"/>
                  </a:cubicBezTo>
                  <a:close/>
                  <a:moveTo>
                    <a:pt x="44" y="83"/>
                  </a:moveTo>
                  <a:cubicBezTo>
                    <a:pt x="23" y="83"/>
                    <a:pt x="6" y="66"/>
                    <a:pt x="6" y="44"/>
                  </a:cubicBezTo>
                  <a:cubicBezTo>
                    <a:pt x="6" y="23"/>
                    <a:pt x="23" y="5"/>
                    <a:pt x="44" y="5"/>
                  </a:cubicBezTo>
                  <a:cubicBezTo>
                    <a:pt x="66" y="5"/>
                    <a:pt x="83" y="23"/>
                    <a:pt x="83" y="44"/>
                  </a:cubicBezTo>
                  <a:cubicBezTo>
                    <a:pt x="83" y="48"/>
                    <a:pt x="83" y="52"/>
                    <a:pt x="82" y="56"/>
                  </a:cubicBezTo>
                  <a:cubicBezTo>
                    <a:pt x="70" y="61"/>
                    <a:pt x="60" y="70"/>
                    <a:pt x="56" y="82"/>
                  </a:cubicBezTo>
                  <a:cubicBezTo>
                    <a:pt x="52" y="83"/>
                    <a:pt x="48" y="83"/>
                    <a:pt x="44" y="83"/>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9" name="Google Shape;1079;p52"/>
            <p:cNvSpPr/>
            <p:nvPr/>
          </p:nvSpPr>
          <p:spPr>
            <a:xfrm>
              <a:off x="2386324" y="1564169"/>
              <a:ext cx="123305" cy="125506"/>
            </a:xfrm>
            <a:custGeom>
              <a:avLst/>
              <a:gdLst/>
              <a:ahLst/>
              <a:cxnLst/>
              <a:rect l="l" t="t" r="r" b="b"/>
              <a:pathLst>
                <a:path w="47" h="48" extrusionOk="0">
                  <a:moveTo>
                    <a:pt x="47" y="29"/>
                  </a:moveTo>
                  <a:cubicBezTo>
                    <a:pt x="47" y="20"/>
                    <a:pt x="47" y="20"/>
                    <a:pt x="47" y="20"/>
                  </a:cubicBezTo>
                  <a:cubicBezTo>
                    <a:pt x="47" y="17"/>
                    <a:pt x="45" y="15"/>
                    <a:pt x="43" y="15"/>
                  </a:cubicBezTo>
                  <a:cubicBezTo>
                    <a:pt x="33" y="15"/>
                    <a:pt x="33" y="15"/>
                    <a:pt x="33" y="15"/>
                  </a:cubicBezTo>
                  <a:cubicBezTo>
                    <a:pt x="33" y="5"/>
                    <a:pt x="33" y="5"/>
                    <a:pt x="33" y="5"/>
                  </a:cubicBezTo>
                  <a:cubicBezTo>
                    <a:pt x="33" y="3"/>
                    <a:pt x="31" y="0"/>
                    <a:pt x="28" y="0"/>
                  </a:cubicBezTo>
                  <a:cubicBezTo>
                    <a:pt x="19" y="0"/>
                    <a:pt x="19" y="0"/>
                    <a:pt x="19" y="0"/>
                  </a:cubicBezTo>
                  <a:cubicBezTo>
                    <a:pt x="16" y="0"/>
                    <a:pt x="14" y="3"/>
                    <a:pt x="14" y="5"/>
                  </a:cubicBezTo>
                  <a:cubicBezTo>
                    <a:pt x="14" y="15"/>
                    <a:pt x="14" y="15"/>
                    <a:pt x="14" y="15"/>
                  </a:cubicBezTo>
                  <a:cubicBezTo>
                    <a:pt x="4" y="15"/>
                    <a:pt x="4" y="15"/>
                    <a:pt x="4" y="15"/>
                  </a:cubicBezTo>
                  <a:cubicBezTo>
                    <a:pt x="2" y="15"/>
                    <a:pt x="0" y="17"/>
                    <a:pt x="0" y="20"/>
                  </a:cubicBezTo>
                  <a:cubicBezTo>
                    <a:pt x="0" y="29"/>
                    <a:pt x="0" y="29"/>
                    <a:pt x="0" y="29"/>
                  </a:cubicBezTo>
                  <a:cubicBezTo>
                    <a:pt x="0" y="32"/>
                    <a:pt x="2" y="34"/>
                    <a:pt x="4" y="34"/>
                  </a:cubicBezTo>
                  <a:cubicBezTo>
                    <a:pt x="14" y="34"/>
                    <a:pt x="14" y="34"/>
                    <a:pt x="14" y="34"/>
                  </a:cubicBezTo>
                  <a:cubicBezTo>
                    <a:pt x="14" y="44"/>
                    <a:pt x="14" y="44"/>
                    <a:pt x="14" y="44"/>
                  </a:cubicBezTo>
                  <a:cubicBezTo>
                    <a:pt x="14" y="46"/>
                    <a:pt x="16" y="48"/>
                    <a:pt x="19" y="48"/>
                  </a:cubicBezTo>
                  <a:cubicBezTo>
                    <a:pt x="28" y="48"/>
                    <a:pt x="28" y="48"/>
                    <a:pt x="28" y="48"/>
                  </a:cubicBezTo>
                  <a:cubicBezTo>
                    <a:pt x="31" y="48"/>
                    <a:pt x="33" y="46"/>
                    <a:pt x="33" y="44"/>
                  </a:cubicBezTo>
                  <a:cubicBezTo>
                    <a:pt x="33" y="34"/>
                    <a:pt x="33" y="34"/>
                    <a:pt x="33" y="34"/>
                  </a:cubicBezTo>
                  <a:cubicBezTo>
                    <a:pt x="43" y="34"/>
                    <a:pt x="43" y="34"/>
                    <a:pt x="43" y="34"/>
                  </a:cubicBezTo>
                  <a:cubicBezTo>
                    <a:pt x="45" y="34"/>
                    <a:pt x="47" y="32"/>
                    <a:pt x="47" y="29"/>
                  </a:cubicBezTo>
                  <a:close/>
                  <a:moveTo>
                    <a:pt x="42" y="28"/>
                  </a:moveTo>
                  <a:cubicBezTo>
                    <a:pt x="30" y="28"/>
                    <a:pt x="30" y="28"/>
                    <a:pt x="30" y="28"/>
                  </a:cubicBezTo>
                  <a:cubicBezTo>
                    <a:pt x="29" y="28"/>
                    <a:pt x="27" y="30"/>
                    <a:pt x="27" y="31"/>
                  </a:cubicBezTo>
                  <a:cubicBezTo>
                    <a:pt x="27" y="43"/>
                    <a:pt x="27" y="43"/>
                    <a:pt x="27" y="43"/>
                  </a:cubicBezTo>
                  <a:cubicBezTo>
                    <a:pt x="19" y="43"/>
                    <a:pt x="19" y="43"/>
                    <a:pt x="19" y="43"/>
                  </a:cubicBezTo>
                  <a:cubicBezTo>
                    <a:pt x="19" y="31"/>
                    <a:pt x="19" y="31"/>
                    <a:pt x="19" y="31"/>
                  </a:cubicBezTo>
                  <a:cubicBezTo>
                    <a:pt x="19" y="30"/>
                    <a:pt x="18" y="28"/>
                    <a:pt x="17" y="28"/>
                  </a:cubicBezTo>
                  <a:cubicBezTo>
                    <a:pt x="5" y="28"/>
                    <a:pt x="5" y="28"/>
                    <a:pt x="5" y="28"/>
                  </a:cubicBezTo>
                  <a:cubicBezTo>
                    <a:pt x="5" y="20"/>
                    <a:pt x="5" y="20"/>
                    <a:pt x="5" y="20"/>
                  </a:cubicBezTo>
                  <a:cubicBezTo>
                    <a:pt x="17" y="20"/>
                    <a:pt x="17" y="20"/>
                    <a:pt x="17" y="20"/>
                  </a:cubicBezTo>
                  <a:cubicBezTo>
                    <a:pt x="18" y="20"/>
                    <a:pt x="19" y="19"/>
                    <a:pt x="19" y="18"/>
                  </a:cubicBezTo>
                  <a:cubicBezTo>
                    <a:pt x="19" y="6"/>
                    <a:pt x="19" y="6"/>
                    <a:pt x="19" y="6"/>
                  </a:cubicBezTo>
                  <a:cubicBezTo>
                    <a:pt x="27" y="6"/>
                    <a:pt x="27" y="6"/>
                    <a:pt x="27" y="6"/>
                  </a:cubicBezTo>
                  <a:cubicBezTo>
                    <a:pt x="27" y="18"/>
                    <a:pt x="27" y="18"/>
                    <a:pt x="27" y="18"/>
                  </a:cubicBezTo>
                  <a:cubicBezTo>
                    <a:pt x="27" y="19"/>
                    <a:pt x="29" y="20"/>
                    <a:pt x="30" y="20"/>
                  </a:cubicBezTo>
                  <a:cubicBezTo>
                    <a:pt x="42" y="20"/>
                    <a:pt x="42" y="20"/>
                    <a:pt x="42" y="20"/>
                  </a:cubicBezTo>
                  <a:cubicBezTo>
                    <a:pt x="42" y="28"/>
                    <a:pt x="42" y="28"/>
                    <a:pt x="42" y="2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0" name="Google Shape;1080;p52"/>
            <p:cNvSpPr/>
            <p:nvPr/>
          </p:nvSpPr>
          <p:spPr>
            <a:xfrm>
              <a:off x="2553667" y="1731511"/>
              <a:ext cx="49543" cy="71561"/>
            </a:xfrm>
            <a:custGeom>
              <a:avLst/>
              <a:gdLst/>
              <a:ahLst/>
              <a:cxnLst/>
              <a:rect l="l" t="t" r="r" b="b"/>
              <a:pathLst>
                <a:path w="19" h="27" extrusionOk="0">
                  <a:moveTo>
                    <a:pt x="14" y="27"/>
                  </a:moveTo>
                  <a:cubicBezTo>
                    <a:pt x="15" y="27"/>
                    <a:pt x="17" y="26"/>
                    <a:pt x="17" y="24"/>
                  </a:cubicBezTo>
                  <a:cubicBezTo>
                    <a:pt x="17" y="21"/>
                    <a:pt x="17" y="21"/>
                    <a:pt x="17" y="21"/>
                  </a:cubicBezTo>
                  <a:cubicBezTo>
                    <a:pt x="18" y="21"/>
                    <a:pt x="19" y="20"/>
                    <a:pt x="19" y="18"/>
                  </a:cubicBezTo>
                  <a:cubicBezTo>
                    <a:pt x="19" y="17"/>
                    <a:pt x="18" y="15"/>
                    <a:pt x="17" y="15"/>
                  </a:cubicBezTo>
                  <a:cubicBezTo>
                    <a:pt x="17" y="5"/>
                    <a:pt x="17" y="5"/>
                    <a:pt x="17" y="5"/>
                  </a:cubicBezTo>
                  <a:cubicBezTo>
                    <a:pt x="17" y="5"/>
                    <a:pt x="17" y="5"/>
                    <a:pt x="17" y="5"/>
                  </a:cubicBezTo>
                  <a:cubicBezTo>
                    <a:pt x="16" y="3"/>
                    <a:pt x="15" y="1"/>
                    <a:pt x="14" y="1"/>
                  </a:cubicBezTo>
                  <a:cubicBezTo>
                    <a:pt x="12" y="0"/>
                    <a:pt x="10" y="1"/>
                    <a:pt x="9" y="2"/>
                  </a:cubicBezTo>
                  <a:cubicBezTo>
                    <a:pt x="8" y="4"/>
                    <a:pt x="3" y="14"/>
                    <a:pt x="1" y="17"/>
                  </a:cubicBezTo>
                  <a:cubicBezTo>
                    <a:pt x="0" y="18"/>
                    <a:pt x="0" y="19"/>
                    <a:pt x="1" y="20"/>
                  </a:cubicBezTo>
                  <a:cubicBezTo>
                    <a:pt x="1" y="20"/>
                    <a:pt x="2" y="21"/>
                    <a:pt x="3" y="21"/>
                  </a:cubicBezTo>
                  <a:cubicBezTo>
                    <a:pt x="11" y="21"/>
                    <a:pt x="11" y="21"/>
                    <a:pt x="11" y="21"/>
                  </a:cubicBezTo>
                  <a:cubicBezTo>
                    <a:pt x="11" y="24"/>
                    <a:pt x="11" y="24"/>
                    <a:pt x="11" y="24"/>
                  </a:cubicBezTo>
                  <a:cubicBezTo>
                    <a:pt x="11" y="26"/>
                    <a:pt x="12" y="27"/>
                    <a:pt x="14" y="27"/>
                  </a:cubicBezTo>
                  <a:close/>
                  <a:moveTo>
                    <a:pt x="8" y="15"/>
                  </a:moveTo>
                  <a:cubicBezTo>
                    <a:pt x="9" y="13"/>
                    <a:pt x="10" y="12"/>
                    <a:pt x="11" y="10"/>
                  </a:cubicBezTo>
                  <a:cubicBezTo>
                    <a:pt x="11" y="15"/>
                    <a:pt x="11" y="15"/>
                    <a:pt x="11" y="15"/>
                  </a:cubicBezTo>
                  <a:lnTo>
                    <a:pt x="8" y="1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1" name="Google Shape;1081;p52"/>
            <p:cNvSpPr/>
            <p:nvPr/>
          </p:nvSpPr>
          <p:spPr>
            <a:xfrm>
              <a:off x="2507427" y="1731511"/>
              <a:ext cx="44038" cy="71561"/>
            </a:xfrm>
            <a:custGeom>
              <a:avLst/>
              <a:gdLst/>
              <a:ahLst/>
              <a:cxnLst/>
              <a:rect l="l" t="t" r="r" b="b"/>
              <a:pathLst>
                <a:path w="17" h="27" extrusionOk="0">
                  <a:moveTo>
                    <a:pt x="9" y="12"/>
                  </a:moveTo>
                  <a:cubicBezTo>
                    <a:pt x="2" y="22"/>
                    <a:pt x="1" y="23"/>
                    <a:pt x="1" y="23"/>
                  </a:cubicBezTo>
                  <a:cubicBezTo>
                    <a:pt x="1" y="24"/>
                    <a:pt x="1" y="25"/>
                    <a:pt x="1" y="26"/>
                  </a:cubicBezTo>
                  <a:cubicBezTo>
                    <a:pt x="2" y="27"/>
                    <a:pt x="3" y="27"/>
                    <a:pt x="4" y="27"/>
                  </a:cubicBezTo>
                  <a:cubicBezTo>
                    <a:pt x="14" y="27"/>
                    <a:pt x="14" y="27"/>
                    <a:pt x="14" y="27"/>
                  </a:cubicBezTo>
                  <a:cubicBezTo>
                    <a:pt x="16" y="27"/>
                    <a:pt x="17" y="26"/>
                    <a:pt x="17" y="25"/>
                  </a:cubicBezTo>
                  <a:cubicBezTo>
                    <a:pt x="17" y="23"/>
                    <a:pt x="16" y="22"/>
                    <a:pt x="14" y="22"/>
                  </a:cubicBezTo>
                  <a:cubicBezTo>
                    <a:pt x="9" y="22"/>
                    <a:pt x="9" y="22"/>
                    <a:pt x="9" y="22"/>
                  </a:cubicBezTo>
                  <a:cubicBezTo>
                    <a:pt x="10" y="20"/>
                    <a:pt x="12" y="18"/>
                    <a:pt x="13" y="16"/>
                  </a:cubicBezTo>
                  <a:cubicBezTo>
                    <a:pt x="15" y="14"/>
                    <a:pt x="16" y="12"/>
                    <a:pt x="16" y="10"/>
                  </a:cubicBezTo>
                  <a:cubicBezTo>
                    <a:pt x="16" y="10"/>
                    <a:pt x="16" y="9"/>
                    <a:pt x="16" y="9"/>
                  </a:cubicBezTo>
                  <a:cubicBezTo>
                    <a:pt x="16" y="4"/>
                    <a:pt x="13" y="0"/>
                    <a:pt x="8" y="0"/>
                  </a:cubicBezTo>
                  <a:cubicBezTo>
                    <a:pt x="4" y="0"/>
                    <a:pt x="1" y="3"/>
                    <a:pt x="0" y="7"/>
                  </a:cubicBezTo>
                  <a:cubicBezTo>
                    <a:pt x="0" y="8"/>
                    <a:pt x="1" y="10"/>
                    <a:pt x="2" y="10"/>
                  </a:cubicBezTo>
                  <a:cubicBezTo>
                    <a:pt x="4" y="11"/>
                    <a:pt x="5" y="10"/>
                    <a:pt x="6" y="8"/>
                  </a:cubicBezTo>
                  <a:cubicBezTo>
                    <a:pt x="6" y="7"/>
                    <a:pt x="7" y="6"/>
                    <a:pt x="8" y="6"/>
                  </a:cubicBezTo>
                  <a:cubicBezTo>
                    <a:pt x="9" y="6"/>
                    <a:pt x="11" y="7"/>
                    <a:pt x="11" y="8"/>
                  </a:cubicBezTo>
                  <a:cubicBezTo>
                    <a:pt x="11" y="9"/>
                    <a:pt x="11" y="9"/>
                    <a:pt x="11" y="9"/>
                  </a:cubicBezTo>
                  <a:cubicBezTo>
                    <a:pt x="10" y="10"/>
                    <a:pt x="10" y="11"/>
                    <a:pt x="9" y="1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2" name="Google Shape;1082;p52"/>
            <p:cNvSpPr/>
            <p:nvPr/>
          </p:nvSpPr>
          <p:spPr>
            <a:xfrm>
              <a:off x="2616420" y="1734814"/>
              <a:ext cx="45139" cy="68258"/>
            </a:xfrm>
            <a:custGeom>
              <a:avLst/>
              <a:gdLst/>
              <a:ahLst/>
              <a:cxnLst/>
              <a:rect l="l" t="t" r="r" b="b"/>
              <a:pathLst>
                <a:path w="17" h="26" extrusionOk="0">
                  <a:moveTo>
                    <a:pt x="6" y="10"/>
                  </a:moveTo>
                  <a:cubicBezTo>
                    <a:pt x="6" y="2"/>
                    <a:pt x="6" y="2"/>
                    <a:pt x="6" y="2"/>
                  </a:cubicBezTo>
                  <a:cubicBezTo>
                    <a:pt x="6" y="1"/>
                    <a:pt x="5" y="0"/>
                    <a:pt x="3" y="0"/>
                  </a:cubicBezTo>
                  <a:cubicBezTo>
                    <a:pt x="2" y="0"/>
                    <a:pt x="0" y="1"/>
                    <a:pt x="0" y="2"/>
                  </a:cubicBezTo>
                  <a:cubicBezTo>
                    <a:pt x="0" y="24"/>
                    <a:pt x="0" y="24"/>
                    <a:pt x="0" y="24"/>
                  </a:cubicBezTo>
                  <a:cubicBezTo>
                    <a:pt x="0" y="25"/>
                    <a:pt x="2" y="26"/>
                    <a:pt x="3" y="26"/>
                  </a:cubicBezTo>
                  <a:cubicBezTo>
                    <a:pt x="5" y="26"/>
                    <a:pt x="6" y="25"/>
                    <a:pt x="6" y="24"/>
                  </a:cubicBezTo>
                  <a:cubicBezTo>
                    <a:pt x="6" y="16"/>
                    <a:pt x="6" y="16"/>
                    <a:pt x="6" y="16"/>
                  </a:cubicBezTo>
                  <a:cubicBezTo>
                    <a:pt x="11" y="16"/>
                    <a:pt x="11" y="16"/>
                    <a:pt x="11" y="16"/>
                  </a:cubicBezTo>
                  <a:cubicBezTo>
                    <a:pt x="11" y="24"/>
                    <a:pt x="11" y="24"/>
                    <a:pt x="11" y="24"/>
                  </a:cubicBezTo>
                  <a:cubicBezTo>
                    <a:pt x="11" y="25"/>
                    <a:pt x="13" y="26"/>
                    <a:pt x="14" y="26"/>
                  </a:cubicBezTo>
                  <a:cubicBezTo>
                    <a:pt x="16" y="26"/>
                    <a:pt x="17" y="25"/>
                    <a:pt x="17" y="24"/>
                  </a:cubicBezTo>
                  <a:cubicBezTo>
                    <a:pt x="17" y="2"/>
                    <a:pt x="17" y="2"/>
                    <a:pt x="17" y="2"/>
                  </a:cubicBezTo>
                  <a:cubicBezTo>
                    <a:pt x="17" y="1"/>
                    <a:pt x="16" y="0"/>
                    <a:pt x="14" y="0"/>
                  </a:cubicBezTo>
                  <a:cubicBezTo>
                    <a:pt x="13" y="0"/>
                    <a:pt x="11" y="1"/>
                    <a:pt x="11" y="2"/>
                  </a:cubicBezTo>
                  <a:cubicBezTo>
                    <a:pt x="11" y="10"/>
                    <a:pt x="11" y="10"/>
                    <a:pt x="11" y="10"/>
                  </a:cubicBezTo>
                  <a:lnTo>
                    <a:pt x="6" y="1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3" name="Google Shape;1083;p52"/>
            <p:cNvSpPr/>
            <p:nvPr/>
          </p:nvSpPr>
          <p:spPr>
            <a:xfrm>
              <a:off x="2648347" y="1677565"/>
              <a:ext cx="13500" cy="15600"/>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name="Urinary Tract Infection in Pediatrics Case Report by Slidesgo">
  <a:themeElements>
    <a:clrScheme name="Simple Light">
      <a:dk1>
        <a:srgbClr val="435D74"/>
      </a:dk1>
      <a:lt1>
        <a:srgbClr val="FDFDFD"/>
      </a:lt1>
      <a:dk2>
        <a:srgbClr val="91C9FB"/>
      </a:dk2>
      <a:lt2>
        <a:srgbClr val="7ECCB9"/>
      </a:lt2>
      <a:accent1>
        <a:srgbClr val="B9CCCB"/>
      </a:accent1>
      <a:accent2>
        <a:srgbClr val="E4ECEC"/>
      </a:accent2>
      <a:accent3>
        <a:srgbClr val="FFFFFF"/>
      </a:accent3>
      <a:accent4>
        <a:srgbClr val="FDFDFD"/>
      </a:accent4>
      <a:accent5>
        <a:srgbClr val="FFFFFF"/>
      </a:accent5>
      <a:accent6>
        <a:srgbClr val="FFFFFF"/>
      </a:accent6>
      <a:hlink>
        <a:srgbClr val="435D7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TotalTime>
  <Words>2385</Words>
  <Application>Microsoft Macintosh PowerPoint</Application>
  <PresentationFormat>On-screen Show (16:9)</PresentationFormat>
  <Paragraphs>294</Paragraphs>
  <Slides>27</Slides>
  <Notes>20</Notes>
  <HiddenSlides>1</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Inter</vt:lpstr>
      <vt:lpstr>Wingdings</vt:lpstr>
      <vt:lpstr>Karla</vt:lpstr>
      <vt:lpstr>Arial</vt:lpstr>
      <vt:lpstr>Proxima Nova</vt:lpstr>
      <vt:lpstr>Calibri</vt:lpstr>
      <vt:lpstr>Open Sans</vt:lpstr>
      <vt:lpstr>Karla Light</vt:lpstr>
      <vt:lpstr>DM Sans Black</vt:lpstr>
      <vt:lpstr>DM Sans ExtraBold</vt:lpstr>
      <vt:lpstr>Urinary Tract Infection in Pediatrics Case Report by Slidesgo</vt:lpstr>
      <vt:lpstr>Slidesgo Final Pages</vt:lpstr>
      <vt:lpstr>PowerPoint Presentation</vt:lpstr>
      <vt:lpstr>Table of contents</vt:lpstr>
      <vt:lpstr>Introduction</vt:lpstr>
      <vt:lpstr>Code Structure</vt:lpstr>
      <vt:lpstr>System Architecture</vt:lpstr>
      <vt:lpstr>Knowledge &amp; Rules</vt:lpstr>
      <vt:lpstr>PyDatalog Pediatric Triage Engine</vt:lpstr>
      <vt:lpstr>Conversational Flow</vt:lpstr>
      <vt:lpstr>PowerPoint Presentation</vt:lpstr>
      <vt:lpstr>Baseline Model Comparison</vt:lpstr>
      <vt:lpstr>Baseline Model Comparison</vt:lpstr>
      <vt:lpstr>Evaluation</vt:lpstr>
      <vt:lpstr>Conclusion</vt:lpstr>
      <vt:lpstr>Thank you</vt:lpstr>
      <vt:lpstr>Appendix</vt:lpstr>
      <vt:lpstr>Illustration and Slide Source</vt:lpstr>
      <vt:lpstr>Contents of this template</vt:lpstr>
      <vt:lpstr>20,000</vt:lpstr>
      <vt:lpstr>95%</vt:lpstr>
      <vt:lpstr>A picture is worth a thousand words</vt:lpstr>
      <vt:lpstr>This is a graph</vt:lpstr>
      <vt:lpstr>Case presentation: medical history</vt:lpstr>
      <vt:lpstr>Discussion</vt:lpstr>
      <vt:lpstr>Outcomes and recommendations</vt:lpstr>
      <vt:lpstr>Photo showcase</vt:lpstr>
      <vt:lpstr>Fonts &amp; colors used</vt:lpstr>
      <vt:lpstr>Icon pack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Kirthi Shanbhag</cp:lastModifiedBy>
  <cp:revision>4</cp:revision>
  <dcterms:modified xsi:type="dcterms:W3CDTF">2026-04-10T02:06:31Z</dcterms:modified>
</cp:coreProperties>
</file>