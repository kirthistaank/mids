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7" r:id="rId1"/>
    <p:sldMasterId id="2147483678" r:id="rId2"/>
  </p:sldMasterIdLst>
  <p:notesMasterIdLst>
    <p:notesMasterId r:id="rId46"/>
  </p:notesMasterIdLst>
  <p:sldIdLst>
    <p:sldId id="256" r:id="rId3"/>
    <p:sldId id="259" r:id="rId4"/>
    <p:sldId id="257" r:id="rId5"/>
    <p:sldId id="270" r:id="rId6"/>
    <p:sldId id="298" r:id="rId7"/>
    <p:sldId id="297" r:id="rId8"/>
    <p:sldId id="258" r:id="rId9"/>
    <p:sldId id="260" r:id="rId10"/>
    <p:sldId id="261" r:id="rId11"/>
    <p:sldId id="262" r:id="rId12"/>
    <p:sldId id="263" r:id="rId13"/>
    <p:sldId id="264" r:id="rId14"/>
    <p:sldId id="265" r:id="rId15"/>
    <p:sldId id="266" r:id="rId16"/>
    <p:sldId id="267" r:id="rId17"/>
    <p:sldId id="268" r:id="rId18"/>
    <p:sldId id="269"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 id="290" r:id="rId39"/>
    <p:sldId id="291" r:id="rId40"/>
    <p:sldId id="292" r:id="rId41"/>
    <p:sldId id="293" r:id="rId42"/>
    <p:sldId id="294" r:id="rId43"/>
    <p:sldId id="295" r:id="rId44"/>
    <p:sldId id="296" r:id="rId45"/>
  </p:sldIdLst>
  <p:sldSz cx="9144000" cy="5143500" type="screen16x9"/>
  <p:notesSz cx="6858000" cy="9144000"/>
  <p:embeddedFontLst>
    <p:embeddedFont>
      <p:font typeface="Amatic SC" pitchFamily="2" charset="-79"/>
      <p:regular r:id="rId47"/>
      <p:bold r:id="rId48"/>
    </p:embeddedFont>
    <p:embeddedFont>
      <p:font typeface="DM Sans Black" pitchFamily="2" charset="77"/>
      <p:bold r:id=""/>
      <p:italic r:id="rId49"/>
      <p:boldItalic r:id=""/>
    </p:embeddedFont>
    <p:embeddedFont>
      <p:font typeface="DM Sans ExtraBold" pitchFamily="2" charset="77"/>
      <p:bold r:id=""/>
      <p:italic r:id="rId50"/>
      <p:boldItalic r:id=""/>
    </p:embeddedFont>
    <p:embeddedFont>
      <p:font typeface="Karla" pitchFamily="2" charset="77"/>
      <p:regular r:id="rId51"/>
      <p:bold r:id="rId52"/>
      <p:italic r:id=""/>
      <p:boldItalic r:id=""/>
    </p:embeddedFont>
    <p:embeddedFont>
      <p:font typeface="Karla Light" pitchFamily="2" charset="77"/>
      <p:regular r:id=""/>
      <p:bold r:id=""/>
      <p:italic r:id=""/>
      <p:boldItalic r:id=""/>
    </p:embeddedFont>
    <p:embeddedFont>
      <p:font typeface="Open Sans" panose="020B0606030504020204" pitchFamily="34" charset="0"/>
      <p:regular r:id="rId53"/>
      <p:bold r:id="rId54"/>
      <p:italic r:id="rId55"/>
      <p:boldItalic r:id="rId56"/>
    </p:embeddedFont>
    <p:embeddedFont>
      <p:font typeface="Proxima Nova" panose="02000506030000020004" pitchFamily="2" charset="0"/>
      <p:regular r:id="rId57"/>
      <p:bold r:id="rId58"/>
      <p:italic r:id="rId59"/>
      <p:boldItalic r:id="rId60"/>
    </p:embeddedFont>
    <p:embeddedFont>
      <p:font typeface="Roboto Medium" panose="02000000000000000000" pitchFamily="2" charset="0"/>
      <p:regular r:id=""/>
      <p:bold r:id=""/>
      <p:italic r:id=""/>
      <p:boldItalic r:id=""/>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ADE6C8D-0B5B-4D6E-B7D1-A40846E0EC63}">
  <a:tblStyle styleId="{9ADE6C8D-0B5B-4D6E-B7D1-A40846E0EC63}" styleName="Table_0">
    <a:wholeTbl>
      <a:tcTxStyle b="off" i="off">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b="off" i="off"/>
      <a:tcStyle>
        <a:tcBdr/>
      </a:tcStyle>
    </a:band1H>
    <a:band2H>
      <a:tcTxStyle b="off" i="off"/>
      <a:tcStyle>
        <a:tcBdr/>
      </a:tcStyle>
    </a:band2H>
    <a:band1V>
      <a:tcTxStyle b="off" i="off"/>
      <a:tcStyle>
        <a:tcBdr/>
      </a:tcStyle>
    </a:band1V>
    <a:band2V>
      <a:tcTxStyle b="off" i="off"/>
      <a:tcStyle>
        <a:tcBdr/>
      </a:tcStyle>
    </a:band2V>
    <a:lastCol>
      <a:tcTxStyle b="off" i="off"/>
      <a:tcStyle>
        <a:tcBdr/>
      </a:tcStyle>
    </a:lastCol>
    <a:firstCol>
      <a:tcTxStyle b="off" i="off"/>
      <a:tcStyle>
        <a:tcBdr/>
      </a:tcStyle>
    </a:firstCol>
    <a:lastRow>
      <a:tcTxStyle b="off" i="off"/>
      <a:tcStyle>
        <a:tcBdr/>
      </a:tcStyle>
    </a:lastRow>
    <a:seCell>
      <a:tcTxStyle b="off" i="off"/>
      <a:tcStyle>
        <a:tcBdr/>
      </a:tcStyle>
    </a:seCell>
    <a:swCell>
      <a:tcTxStyle b="off" i="off"/>
      <a:tcStyle>
        <a:tcBdr/>
      </a:tcStyle>
    </a:swCell>
    <a:firstRow>
      <a:tcTxStyle b="off" i="off"/>
      <a:tcStyle>
        <a:tcBdr/>
      </a:tcStyle>
    </a:firstRow>
    <a:neCell>
      <a:tcTxStyle b="off" i="off"/>
      <a:tcStyle>
        <a:tcBdr/>
      </a:tcStyle>
    </a:neCell>
    <a:nwCell>
      <a:tcTxStyle b="off" i="off"/>
      <a:tcStyle>
        <a:tcBdr/>
      </a:tcStyle>
    </a:nwCell>
  </a:tblStyle>
  <a:tblStyle styleId="{C42C0323-8833-4557-A449-C071333AC308}" styleName="Table_1">
    <a:wholeTbl>
      <a:tcTxStyle b="off" i="off">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b="off" i="off"/>
      <a:tcStyle>
        <a:tcBdr/>
      </a:tcStyle>
    </a:band1H>
    <a:band2H>
      <a:tcTxStyle b="off" i="off"/>
      <a:tcStyle>
        <a:tcBdr/>
      </a:tcStyle>
    </a:band2H>
    <a:band1V>
      <a:tcTxStyle b="off" i="off"/>
      <a:tcStyle>
        <a:tcBdr/>
      </a:tcStyle>
    </a:band1V>
    <a:band2V>
      <a:tcTxStyle b="off" i="off"/>
      <a:tcStyle>
        <a:tcBdr/>
      </a:tcStyle>
    </a:band2V>
    <a:lastCol>
      <a:tcTxStyle b="off" i="off"/>
      <a:tcStyle>
        <a:tcBdr/>
      </a:tcStyle>
    </a:lastCol>
    <a:firstCol>
      <a:tcTxStyle b="off" i="off"/>
      <a:tcStyle>
        <a:tcBdr/>
      </a:tcStyle>
    </a:firstCol>
    <a:lastRow>
      <a:tcTxStyle b="off" i="off"/>
      <a:tcStyle>
        <a:tcBdr/>
      </a:tcStyle>
    </a:lastRow>
    <a:seCell>
      <a:tcTxStyle b="off" i="off"/>
      <a:tcStyle>
        <a:tcBdr/>
      </a:tcStyle>
    </a:seCell>
    <a:swCell>
      <a:tcTxStyle b="off" i="off"/>
      <a:tcStyle>
        <a:tcBdr/>
      </a:tcStyle>
    </a:swCell>
    <a:firstRow>
      <a:tcTxStyle b="off" i="off"/>
      <a:tcStyle>
        <a:tcBdr/>
      </a:tcStyle>
    </a:firstRow>
    <a:neCell>
      <a:tcTxStyle b="off" i="off"/>
      <a:tcStyle>
        <a:tcBdr/>
      </a:tcStyle>
    </a:neCell>
    <a:nwCell>
      <a:tcTxStyle b="off" i="off"/>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095"/>
    <p:restoredTop sz="94704"/>
  </p:normalViewPr>
  <p:slideViewPr>
    <p:cSldViewPr snapToGrid="0">
      <p:cViewPr varScale="1">
        <p:scale>
          <a:sx n="140" d="100"/>
          <a:sy n="140" d="100"/>
        </p:scale>
        <p:origin x="200" y="824"/>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font" Target="fonts/font1.fntdata"/><Relationship Id="rId50" Type="http://schemas.openxmlformats.org/officeDocument/2006/relationships/font" Target="fonts/font4.fntdata"/><Relationship Id="rId55" Type="http://schemas.openxmlformats.org/officeDocument/2006/relationships/font" Target="fonts/font9.fntdata"/><Relationship Id="rId63" Type="http://schemas.openxmlformats.org/officeDocument/2006/relationships/theme" Target="theme/theme1.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font" Target="fonts/font7.fntdata"/><Relationship Id="rId58" Type="http://schemas.openxmlformats.org/officeDocument/2006/relationships/font" Target="fonts/font12.fntdata"/><Relationship Id="rId5" Type="http://schemas.openxmlformats.org/officeDocument/2006/relationships/slide" Target="slides/slide3.xml"/><Relationship Id="rId61" Type="http://schemas.openxmlformats.org/officeDocument/2006/relationships/presProps" Target="presProp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font" Target="fonts/font2.fntdata"/><Relationship Id="rId56" Type="http://schemas.openxmlformats.org/officeDocument/2006/relationships/font" Target="fonts/font10.fntdata"/><Relationship Id="rId64" Type="http://schemas.openxmlformats.org/officeDocument/2006/relationships/tableStyles" Target="tableStyles.xml"/><Relationship Id="rId8" Type="http://schemas.openxmlformats.org/officeDocument/2006/relationships/slide" Target="slides/slide6.xml"/><Relationship Id="rId51" Type="http://schemas.openxmlformats.org/officeDocument/2006/relationships/font" Target="fonts/font5.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notesMaster" Target="notesMasters/notesMaster1.xml"/><Relationship Id="rId59" Type="http://schemas.openxmlformats.org/officeDocument/2006/relationships/font" Target="fonts/font13.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8.fntdata"/><Relationship Id="rId62"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3.fntdata"/><Relationship Id="rId57" Type="http://schemas.openxmlformats.org/officeDocument/2006/relationships/font" Target="fonts/font11.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6.fntdata"/><Relationship Id="rId60" Type="http://schemas.openxmlformats.org/officeDocument/2006/relationships/font" Target="fonts/font14.fntdata"/><Relationship Id="rId4" Type="http://schemas.openxmlformats.org/officeDocument/2006/relationships/slide" Target="slides/slide2.xml"/><Relationship Id="rId9"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1pPr>
            <a:lvl2pPr marL="914400" marR="0" lvl="1"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2pPr>
            <a:lvl3pPr marL="1371600" marR="0" lvl="2"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3pPr>
            <a:lvl4pPr marL="1828800" marR="0" lvl="3"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4pPr>
            <a:lvl5pPr marL="2286000" marR="0" lvl="4"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5pPr>
            <a:lvl6pPr marL="2743200" marR="0" lvl="5"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6pPr>
            <a:lvl7pPr marL="3200400" marR="0" lvl="6"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7pPr>
            <a:lvl8pPr marL="3657600" marR="0" lvl="7"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8pPr>
            <a:lvl9pPr marL="4114800" marR="0" lvl="8"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
        <p:cNvGrpSpPr/>
        <p:nvPr/>
      </p:nvGrpSpPr>
      <p:grpSpPr>
        <a:xfrm>
          <a:off x="0" y="0"/>
          <a:ext cx="0" cy="0"/>
          <a:chOff x="0" y="0"/>
          <a:chExt cx="0" cy="0"/>
        </a:xfrm>
      </p:grpSpPr>
      <p:sp>
        <p:nvSpPr>
          <p:cNvPr id="382" name="Google Shape;382;p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383" name="Google Shape;383;p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6"/>
        <p:cNvGrpSpPr/>
        <p:nvPr/>
      </p:nvGrpSpPr>
      <p:grpSpPr>
        <a:xfrm>
          <a:off x="0" y="0"/>
          <a:ext cx="0" cy="0"/>
          <a:chOff x="0" y="0"/>
          <a:chExt cx="0" cy="0"/>
        </a:xfrm>
      </p:grpSpPr>
      <p:sp>
        <p:nvSpPr>
          <p:cNvPr id="417" name="Google Shape;417;p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18" name="Google Shape;418;p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0"/>
        <p:cNvGrpSpPr/>
        <p:nvPr/>
      </p:nvGrpSpPr>
      <p:grpSpPr>
        <a:xfrm>
          <a:off x="0" y="0"/>
          <a:ext cx="0" cy="0"/>
          <a:chOff x="0" y="0"/>
          <a:chExt cx="0" cy="0"/>
        </a:xfrm>
      </p:grpSpPr>
      <p:sp>
        <p:nvSpPr>
          <p:cNvPr id="401" name="Google Shape;401;p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02" name="Google Shape;402;p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5"/>
        <p:cNvGrpSpPr/>
        <p:nvPr/>
      </p:nvGrpSpPr>
      <p:grpSpPr>
        <a:xfrm>
          <a:off x="0" y="0"/>
          <a:ext cx="0" cy="0"/>
          <a:chOff x="0" y="0"/>
          <a:chExt cx="0" cy="0"/>
        </a:xfrm>
      </p:grpSpPr>
      <p:sp>
        <p:nvSpPr>
          <p:cNvPr id="606" name="Google Shape;606;p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07" name="Google Shape;607;p1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7"/>
        <p:cNvGrpSpPr/>
        <p:nvPr/>
      </p:nvGrpSpPr>
      <p:grpSpPr>
        <a:xfrm>
          <a:off x="0" y="0"/>
          <a:ext cx="0" cy="0"/>
          <a:chOff x="0" y="0"/>
          <a:chExt cx="0" cy="0"/>
        </a:xfrm>
      </p:grpSpPr>
      <p:sp>
        <p:nvSpPr>
          <p:cNvPr id="408" name="Google Shape;408;p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09" name="Google Shape;409;p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3"/>
        <p:cNvGrpSpPr/>
        <p:nvPr/>
      </p:nvGrpSpPr>
      <p:grpSpPr>
        <a:xfrm>
          <a:off x="0" y="0"/>
          <a:ext cx="0" cy="0"/>
          <a:chOff x="0" y="0"/>
          <a:chExt cx="0" cy="0"/>
        </a:xfrm>
      </p:grpSpPr>
      <p:sp>
        <p:nvSpPr>
          <p:cNvPr id="434" name="Google Shape;434;p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35" name="Google Shape;435;p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9"/>
        <p:cNvGrpSpPr/>
        <p:nvPr/>
      </p:nvGrpSpPr>
      <p:grpSpPr>
        <a:xfrm>
          <a:off x="0" y="0"/>
          <a:ext cx="0" cy="0"/>
          <a:chOff x="0" y="0"/>
          <a:chExt cx="0" cy="0"/>
        </a:xfrm>
      </p:grpSpPr>
      <p:sp>
        <p:nvSpPr>
          <p:cNvPr id="440" name="Google Shape;440;p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41" name="Google Shape;441;p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p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74" name="Google Shape;474;p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0"/>
        <p:cNvGrpSpPr/>
        <p:nvPr/>
      </p:nvGrpSpPr>
      <p:grpSpPr>
        <a:xfrm>
          <a:off x="0" y="0"/>
          <a:ext cx="0" cy="0"/>
          <a:chOff x="0" y="0"/>
          <a:chExt cx="0" cy="0"/>
        </a:xfrm>
      </p:grpSpPr>
      <p:sp>
        <p:nvSpPr>
          <p:cNvPr id="511" name="Google Shape;511;p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12" name="Google Shape;512;p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9"/>
        <p:cNvGrpSpPr/>
        <p:nvPr/>
      </p:nvGrpSpPr>
      <p:grpSpPr>
        <a:xfrm>
          <a:off x="0" y="0"/>
          <a:ext cx="0" cy="0"/>
          <a:chOff x="0" y="0"/>
          <a:chExt cx="0" cy="0"/>
        </a:xfrm>
      </p:grpSpPr>
      <p:sp>
        <p:nvSpPr>
          <p:cNvPr id="550" name="Google Shape;550;p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51" name="Google Shape;551;p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6"/>
        <p:cNvGrpSpPr/>
        <p:nvPr/>
      </p:nvGrpSpPr>
      <p:grpSpPr>
        <a:xfrm>
          <a:off x="0" y="0"/>
          <a:ext cx="0" cy="0"/>
          <a:chOff x="0" y="0"/>
          <a:chExt cx="0" cy="0"/>
        </a:xfrm>
      </p:grpSpPr>
      <p:sp>
        <p:nvSpPr>
          <p:cNvPr id="567" name="Google Shape;567;p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68" name="Google Shape;568;p1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7"/>
        <p:cNvGrpSpPr/>
        <p:nvPr/>
      </p:nvGrpSpPr>
      <p:grpSpPr>
        <a:xfrm>
          <a:off x="0" y="0"/>
          <a:ext cx="0" cy="0"/>
          <a:chOff x="0" y="0"/>
          <a:chExt cx="0" cy="0"/>
        </a:xfrm>
      </p:grpSpPr>
      <p:sp>
        <p:nvSpPr>
          <p:cNvPr id="578" name="Google Shape;578;p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79" name="Google Shape;579;p1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3"/>
        <p:cNvGrpSpPr/>
        <p:nvPr/>
      </p:nvGrpSpPr>
      <p:grpSpPr>
        <a:xfrm>
          <a:off x="0" y="0"/>
          <a:ext cx="0" cy="0"/>
          <a:chOff x="0" y="0"/>
          <a:chExt cx="0" cy="0"/>
        </a:xfrm>
      </p:grpSpPr>
      <p:sp>
        <p:nvSpPr>
          <p:cNvPr id="584" name="Google Shape;584;p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85" name="Google Shape;585;p1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p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92" name="Google Shape;592;p1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9"/>
        <p:cNvGrpSpPr/>
        <p:nvPr/>
      </p:nvGrpSpPr>
      <p:grpSpPr>
        <a:xfrm>
          <a:off x="0" y="0"/>
          <a:ext cx="0" cy="0"/>
          <a:chOff x="0" y="0"/>
          <a:chExt cx="0" cy="0"/>
        </a:xfrm>
      </p:grpSpPr>
      <p:sp>
        <p:nvSpPr>
          <p:cNvPr id="600" name="Google Shape;600;p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01" name="Google Shape;601;p1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3"/>
        <p:cNvGrpSpPr/>
        <p:nvPr/>
      </p:nvGrpSpPr>
      <p:grpSpPr>
        <a:xfrm>
          <a:off x="0" y="0"/>
          <a:ext cx="0" cy="0"/>
          <a:chOff x="0" y="0"/>
          <a:chExt cx="0" cy="0"/>
        </a:xfrm>
      </p:grpSpPr>
      <p:sp>
        <p:nvSpPr>
          <p:cNvPr id="694" name="Google Shape;694;p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95" name="Google Shape;695;p1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6"/>
        <p:cNvGrpSpPr/>
        <p:nvPr/>
      </p:nvGrpSpPr>
      <p:grpSpPr>
        <a:xfrm>
          <a:off x="0" y="0"/>
          <a:ext cx="0" cy="0"/>
          <a:chOff x="0" y="0"/>
          <a:chExt cx="0" cy="0"/>
        </a:xfrm>
      </p:grpSpPr>
      <p:sp>
        <p:nvSpPr>
          <p:cNvPr id="707" name="Google Shape;707;p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08" name="Google Shape;708;p1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4"/>
        <p:cNvGrpSpPr/>
        <p:nvPr/>
      </p:nvGrpSpPr>
      <p:grpSpPr>
        <a:xfrm>
          <a:off x="0" y="0"/>
          <a:ext cx="0" cy="0"/>
          <a:chOff x="0" y="0"/>
          <a:chExt cx="0" cy="0"/>
        </a:xfrm>
      </p:grpSpPr>
      <p:sp>
        <p:nvSpPr>
          <p:cNvPr id="715" name="Google Shape;715;p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16" name="Google Shape;716;p1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8"/>
        <p:cNvGrpSpPr/>
        <p:nvPr/>
      </p:nvGrpSpPr>
      <p:grpSpPr>
        <a:xfrm>
          <a:off x="0" y="0"/>
          <a:ext cx="0" cy="0"/>
          <a:chOff x="0" y="0"/>
          <a:chExt cx="0" cy="0"/>
        </a:xfrm>
      </p:grpSpPr>
      <p:sp>
        <p:nvSpPr>
          <p:cNvPr id="739" name="Google Shape;739;p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40" name="Google Shape;740;p1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9"/>
        <p:cNvGrpSpPr/>
        <p:nvPr/>
      </p:nvGrpSpPr>
      <p:grpSpPr>
        <a:xfrm>
          <a:off x="0" y="0"/>
          <a:ext cx="0" cy="0"/>
          <a:chOff x="0" y="0"/>
          <a:chExt cx="0" cy="0"/>
        </a:xfrm>
      </p:grpSpPr>
      <p:sp>
        <p:nvSpPr>
          <p:cNvPr id="750" name="Google Shape;750;p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51" name="Google Shape;751;p2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8"/>
        <p:cNvGrpSpPr/>
        <p:nvPr/>
      </p:nvGrpSpPr>
      <p:grpSpPr>
        <a:xfrm>
          <a:off x="0" y="0"/>
          <a:ext cx="0" cy="0"/>
          <a:chOff x="0" y="0"/>
          <a:chExt cx="0" cy="0"/>
        </a:xfrm>
      </p:grpSpPr>
      <p:sp>
        <p:nvSpPr>
          <p:cNvPr id="769" name="Google Shape;769;p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70" name="Google Shape;770;p2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4"/>
        <p:cNvGrpSpPr/>
        <p:nvPr/>
      </p:nvGrpSpPr>
      <p:grpSpPr>
        <a:xfrm>
          <a:off x="0" y="0"/>
          <a:ext cx="0" cy="0"/>
          <a:chOff x="0" y="0"/>
          <a:chExt cx="0" cy="0"/>
        </a:xfrm>
      </p:grpSpPr>
      <p:sp>
        <p:nvSpPr>
          <p:cNvPr id="1085" name="Google Shape;1085;p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86" name="Google Shape;1086;p2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0"/>
        <p:cNvGrpSpPr/>
        <p:nvPr/>
      </p:nvGrpSpPr>
      <p:grpSpPr>
        <a:xfrm>
          <a:off x="0" y="0"/>
          <a:ext cx="0" cy="0"/>
          <a:chOff x="0" y="0"/>
          <a:chExt cx="0" cy="0"/>
        </a:xfrm>
      </p:grpSpPr>
      <p:sp>
        <p:nvSpPr>
          <p:cNvPr id="1101" name="Google Shape;1101;p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102" name="Google Shape;1102;p2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1"/>
        <p:cNvGrpSpPr/>
        <p:nvPr/>
      </p:nvGrpSpPr>
      <p:grpSpPr>
        <a:xfrm>
          <a:off x="0" y="0"/>
          <a:ext cx="0" cy="0"/>
          <a:chOff x="0" y="0"/>
          <a:chExt cx="0" cy="0"/>
        </a:xfrm>
      </p:grpSpPr>
      <p:sp>
        <p:nvSpPr>
          <p:cNvPr id="1112" name="Google Shape;1112;p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113" name="Google Shape;1113;p2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7"/>
        <p:cNvGrpSpPr/>
        <p:nvPr/>
      </p:nvGrpSpPr>
      <p:grpSpPr>
        <a:xfrm>
          <a:off x="0" y="0"/>
          <a:ext cx="0" cy="0"/>
          <a:chOff x="0" y="0"/>
          <a:chExt cx="0" cy="0"/>
        </a:xfrm>
      </p:grpSpPr>
      <p:sp>
        <p:nvSpPr>
          <p:cNvPr id="1118" name="Google Shape;1118;p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119" name="Google Shape;1119;p2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3"/>
        <p:cNvGrpSpPr/>
        <p:nvPr/>
      </p:nvGrpSpPr>
      <p:grpSpPr>
        <a:xfrm>
          <a:off x="0" y="0"/>
          <a:ext cx="0" cy="0"/>
          <a:chOff x="0" y="0"/>
          <a:chExt cx="0" cy="0"/>
        </a:xfrm>
      </p:grpSpPr>
      <p:sp>
        <p:nvSpPr>
          <p:cNvPr id="1124" name="Google Shape;1124;p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125" name="Google Shape;1125;p2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1"/>
        <p:cNvGrpSpPr/>
        <p:nvPr/>
      </p:nvGrpSpPr>
      <p:grpSpPr>
        <a:xfrm>
          <a:off x="0" y="0"/>
          <a:ext cx="0" cy="0"/>
          <a:chOff x="0" y="0"/>
          <a:chExt cx="0" cy="0"/>
        </a:xfrm>
      </p:grpSpPr>
      <p:sp>
        <p:nvSpPr>
          <p:cNvPr id="1142" name="Google Shape;1142;p2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143" name="Google Shape;1143;p2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
        <p:cNvGrpSpPr/>
        <p:nvPr/>
      </p:nvGrpSpPr>
      <p:grpSpPr>
        <a:xfrm>
          <a:off x="0" y="0"/>
          <a:ext cx="0" cy="0"/>
          <a:chOff x="0" y="0"/>
          <a:chExt cx="0" cy="0"/>
        </a:xfrm>
      </p:grpSpPr>
      <p:sp>
        <p:nvSpPr>
          <p:cNvPr id="1158" name="Google Shape;1158;p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159" name="Google Shape;1159;p2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4"/>
        <p:cNvGrpSpPr/>
        <p:nvPr/>
      </p:nvGrpSpPr>
      <p:grpSpPr>
        <a:xfrm>
          <a:off x="0" y="0"/>
          <a:ext cx="0" cy="0"/>
          <a:chOff x="0" y="0"/>
          <a:chExt cx="0" cy="0"/>
        </a:xfrm>
      </p:grpSpPr>
      <p:sp>
        <p:nvSpPr>
          <p:cNvPr id="1495" name="Google Shape;1495;p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496" name="Google Shape;1496;p2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08"/>
        <p:cNvGrpSpPr/>
        <p:nvPr/>
      </p:nvGrpSpPr>
      <p:grpSpPr>
        <a:xfrm>
          <a:off x="0" y="0"/>
          <a:ext cx="0" cy="0"/>
          <a:chOff x="0" y="0"/>
          <a:chExt cx="0" cy="0"/>
        </a:xfrm>
      </p:grpSpPr>
      <p:sp>
        <p:nvSpPr>
          <p:cNvPr id="7409" name="Google Shape;7409;p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410" name="Google Shape;7410;p3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35"/>
        <p:cNvGrpSpPr/>
        <p:nvPr/>
      </p:nvGrpSpPr>
      <p:grpSpPr>
        <a:xfrm>
          <a:off x="0" y="0"/>
          <a:ext cx="0" cy="0"/>
          <a:chOff x="0" y="0"/>
          <a:chExt cx="0" cy="0"/>
        </a:xfrm>
      </p:grpSpPr>
      <p:sp>
        <p:nvSpPr>
          <p:cNvPr id="7836" name="Google Shape;7836;p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837" name="Google Shape;7837;p3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98"/>
        <p:cNvGrpSpPr/>
        <p:nvPr/>
      </p:nvGrpSpPr>
      <p:grpSpPr>
        <a:xfrm>
          <a:off x="0" y="0"/>
          <a:ext cx="0" cy="0"/>
          <a:chOff x="0" y="0"/>
          <a:chExt cx="0" cy="0"/>
        </a:xfrm>
      </p:grpSpPr>
      <p:sp>
        <p:nvSpPr>
          <p:cNvPr id="7999" name="Google Shape;7999;p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000" name="Google Shape;8000;p3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00"/>
        <p:cNvGrpSpPr/>
        <p:nvPr/>
      </p:nvGrpSpPr>
      <p:grpSpPr>
        <a:xfrm>
          <a:off x="0" y="0"/>
          <a:ext cx="0" cy="0"/>
          <a:chOff x="0" y="0"/>
          <a:chExt cx="0" cy="0"/>
        </a:xfrm>
      </p:grpSpPr>
      <p:sp>
        <p:nvSpPr>
          <p:cNvPr id="8401" name="Google Shape;8401;p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402" name="Google Shape;8402;p3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71"/>
        <p:cNvGrpSpPr/>
        <p:nvPr/>
      </p:nvGrpSpPr>
      <p:grpSpPr>
        <a:xfrm>
          <a:off x="0" y="0"/>
          <a:ext cx="0" cy="0"/>
          <a:chOff x="0" y="0"/>
          <a:chExt cx="0" cy="0"/>
        </a:xfrm>
      </p:grpSpPr>
      <p:sp>
        <p:nvSpPr>
          <p:cNvPr id="8772" name="Google Shape;8772;p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773" name="Google Shape;8773;p3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60"/>
        <p:cNvGrpSpPr/>
        <p:nvPr/>
      </p:nvGrpSpPr>
      <p:grpSpPr>
        <a:xfrm>
          <a:off x="0" y="0"/>
          <a:ext cx="0" cy="0"/>
          <a:chOff x="0" y="0"/>
          <a:chExt cx="0" cy="0"/>
        </a:xfrm>
      </p:grpSpPr>
      <p:sp>
        <p:nvSpPr>
          <p:cNvPr id="9161" name="Google Shape;9161;p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162" name="Google Shape;9162;p3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91"/>
        <p:cNvGrpSpPr/>
        <p:nvPr/>
      </p:nvGrpSpPr>
      <p:grpSpPr>
        <a:xfrm>
          <a:off x="0" y="0"/>
          <a:ext cx="0" cy="0"/>
          <a:chOff x="0" y="0"/>
          <a:chExt cx="0" cy="0"/>
        </a:xfrm>
      </p:grpSpPr>
      <p:sp>
        <p:nvSpPr>
          <p:cNvPr id="9592" name="Google Shape;9592;p3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593" name="Google Shape;9593;p3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4"/>
        <p:cNvGrpSpPr/>
        <p:nvPr/>
      </p:nvGrpSpPr>
      <p:grpSpPr>
        <a:xfrm>
          <a:off x="0" y="0"/>
          <a:ext cx="0" cy="0"/>
          <a:chOff x="0" y="0"/>
          <a:chExt cx="0" cy="0"/>
        </a:xfrm>
      </p:grpSpPr>
      <p:sp>
        <p:nvSpPr>
          <p:cNvPr id="10385" name="Google Shape;10385;p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386" name="Google Shape;10386;p3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5"/>
        <p:cNvGrpSpPr/>
        <p:nvPr/>
      </p:nvGrpSpPr>
      <p:grpSpPr>
        <a:xfrm>
          <a:off x="0" y="0"/>
          <a:ext cx="0" cy="0"/>
          <a:chOff x="0" y="0"/>
          <a:chExt cx="0" cy="0"/>
        </a:xfrm>
      </p:grpSpPr>
      <p:sp>
        <p:nvSpPr>
          <p:cNvPr id="11126" name="Google Shape;11126;p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1127" name="Google Shape;11127;p3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18"/>
        <p:cNvGrpSpPr/>
        <p:nvPr/>
      </p:nvGrpSpPr>
      <p:grpSpPr>
        <a:xfrm>
          <a:off x="0" y="0"/>
          <a:ext cx="0" cy="0"/>
          <a:chOff x="0" y="0"/>
          <a:chExt cx="0" cy="0"/>
        </a:xfrm>
      </p:grpSpPr>
      <p:sp>
        <p:nvSpPr>
          <p:cNvPr id="11819" name="Google Shape;11819;p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1820" name="Google Shape;11820;p3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20"/>
        <p:cNvGrpSpPr/>
        <p:nvPr/>
      </p:nvGrpSpPr>
      <p:grpSpPr>
        <a:xfrm>
          <a:off x="0" y="0"/>
          <a:ext cx="0" cy="0"/>
          <a:chOff x="0" y="0"/>
          <a:chExt cx="0" cy="0"/>
        </a:xfrm>
      </p:grpSpPr>
      <p:sp>
        <p:nvSpPr>
          <p:cNvPr id="12121" name="Google Shape;12121;p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2122" name="Google Shape;12122;p4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60"/>
        <p:cNvGrpSpPr/>
        <p:nvPr/>
      </p:nvGrpSpPr>
      <p:grpSpPr>
        <a:xfrm>
          <a:off x="0" y="0"/>
          <a:ext cx="0" cy="0"/>
          <a:chOff x="0" y="0"/>
          <a:chExt cx="0" cy="0"/>
        </a:xfrm>
      </p:grpSpPr>
      <p:sp>
        <p:nvSpPr>
          <p:cNvPr id="12761" name="Google Shape;12761;p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2762" name="Google Shape;12762;p4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Master" Target="../slideMasters/slideMaster1.xml"/><Relationship Id="rId5" Type="http://schemas.openxmlformats.org/officeDocument/2006/relationships/image" Target="../media/image1.png"/><Relationship Id="rId4" Type="http://schemas.openxmlformats.org/officeDocument/2006/relationships/image" Target="../media/image4.png"/></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Master" Target="../slideMasters/slideMaster1.xml"/><Relationship Id="rId5" Type="http://schemas.openxmlformats.org/officeDocument/2006/relationships/image" Target="../media/image6.png"/><Relationship Id="rId4" Type="http://schemas.openxmlformats.org/officeDocument/2006/relationships/image" Target="../media/image9.png"/></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6.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1.png"/><Relationship Id="rId4" Type="http://schemas.openxmlformats.org/officeDocument/2006/relationships/image" Target="../media/image13.png"/></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5.png"/><Relationship Id="rId1" Type="http://schemas.openxmlformats.org/officeDocument/2006/relationships/slideMaster" Target="../slideMasters/slideMaster1.xml"/><Relationship Id="rId4" Type="http://schemas.openxmlformats.org/officeDocument/2006/relationships/image" Target="../media/image13.png"/></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1.png"/><Relationship Id="rId1" Type="http://schemas.openxmlformats.org/officeDocument/2006/relationships/slideMaster" Target="../slideMasters/slideMaster1.xml"/><Relationship Id="rId4" Type="http://schemas.openxmlformats.org/officeDocument/2006/relationships/image" Target="../media/image15.png"/></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6.png"/><Relationship Id="rId1" Type="http://schemas.openxmlformats.org/officeDocument/2006/relationships/slideMaster" Target="../slideMasters/slideMaster1.xml"/><Relationship Id="rId4" Type="http://schemas.openxmlformats.org/officeDocument/2006/relationships/image" Target="../media/image13.png"/></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5.png"/><Relationship Id="rId1" Type="http://schemas.openxmlformats.org/officeDocument/2006/relationships/slideMaster" Target="../slideMasters/slideMaster1.xml"/><Relationship Id="rId4" Type="http://schemas.openxmlformats.org/officeDocument/2006/relationships/image" Target="../media/image7.png"/></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17.pn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9.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9.png"/><Relationship Id="rId1" Type="http://schemas.openxmlformats.org/officeDocument/2006/relationships/slideMaster" Target="../slideMasters/slideMaster1.xml"/><Relationship Id="rId4"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15.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xml"/><Relationship Id="rId4" Type="http://schemas.openxmlformats.org/officeDocument/2006/relationships/image" Target="../media/image18.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7.png"/><Relationship Id="rId1" Type="http://schemas.openxmlformats.org/officeDocument/2006/relationships/slideMaster" Target="../slideMasters/slideMaster1.xml"/><Relationship Id="rId4" Type="http://schemas.openxmlformats.org/officeDocument/2006/relationships/image" Target="../media/image15.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20.png"/><Relationship Id="rId1" Type="http://schemas.openxmlformats.org/officeDocument/2006/relationships/slideMaster" Target="../slideMasters/slideMaster1.xml"/><Relationship Id="rId4" Type="http://schemas.openxmlformats.org/officeDocument/2006/relationships/image" Target="../media/image4.pn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1.png"/><Relationship Id="rId1" Type="http://schemas.openxmlformats.org/officeDocument/2006/relationships/slideMaster" Target="../slideMasters/slideMaster1.xml"/><Relationship Id="rId4" Type="http://schemas.openxmlformats.org/officeDocument/2006/relationships/image" Target="../media/image5.png"/></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hyperlink" Target="http://bit.ly/2TyoMsr" TargetMode="External"/><Relationship Id="rId7" Type="http://schemas.openxmlformats.org/officeDocument/2006/relationships/image" Target="../media/image18.png"/><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6" Type="http://schemas.openxmlformats.org/officeDocument/2006/relationships/image" Target="../media/image1.png"/><Relationship Id="rId5" Type="http://schemas.openxmlformats.org/officeDocument/2006/relationships/image" Target="../media/image9.png"/><Relationship Id="rId4" Type="http://schemas.openxmlformats.org/officeDocument/2006/relationships/hyperlink" Target="http://bit.ly/2TtBDfr" TargetMode="Externa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png"/><Relationship Id="rId1" Type="http://schemas.openxmlformats.org/officeDocument/2006/relationships/slideMaster" Target="../slideMasters/slideMaster1.xml"/><Relationship Id="rId4" Type="http://schemas.openxmlformats.org/officeDocument/2006/relationships/image" Target="../media/image7.png"/></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5.png"/></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21.pn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15.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lt1"/>
        </a:solid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753800" y="1464788"/>
            <a:ext cx="5636400" cy="1775400"/>
          </a:xfrm>
          <a:prstGeom prst="rect">
            <a:avLst/>
          </a:prstGeom>
          <a:noFill/>
          <a:ln>
            <a:noFill/>
          </a:ln>
        </p:spPr>
        <p:txBody>
          <a:bodyPr spcFirstLastPara="1" wrap="square" lIns="91425" tIns="91425" rIns="91425" bIns="91425" anchor="b" anchorCtr="0">
            <a:noAutofit/>
          </a:bodyPr>
          <a:lstStyle>
            <a:lvl1pPr lvl="0" algn="ctr">
              <a:lnSpc>
                <a:spcPct val="90000"/>
              </a:lnSpc>
              <a:spcBef>
                <a:spcPts val="0"/>
              </a:spcBef>
              <a:spcAft>
                <a:spcPts val="0"/>
              </a:spcAft>
              <a:buClr>
                <a:srgbClr val="191919"/>
              </a:buClr>
              <a:buSzPts val="5200"/>
              <a:buNone/>
              <a:defRPr sz="3900">
                <a:latin typeface="DM Sans ExtraBold"/>
                <a:ea typeface="DM Sans ExtraBold"/>
                <a:cs typeface="DM Sans ExtraBold"/>
                <a:sym typeface="DM Sans ExtraBold"/>
              </a:defRPr>
            </a:lvl1pPr>
            <a:lvl2pPr lvl="1" algn="ctr">
              <a:lnSpc>
                <a:spcPct val="100000"/>
              </a:lnSpc>
              <a:spcBef>
                <a:spcPts val="0"/>
              </a:spcBef>
              <a:spcAft>
                <a:spcPts val="0"/>
              </a:spcAft>
              <a:buClr>
                <a:srgbClr val="191919"/>
              </a:buClr>
              <a:buSzPts val="5200"/>
              <a:buNone/>
              <a:defRPr sz="5200">
                <a:solidFill>
                  <a:srgbClr val="191919"/>
                </a:solidFill>
              </a:defRPr>
            </a:lvl2pPr>
            <a:lvl3pPr lvl="2" algn="ctr">
              <a:lnSpc>
                <a:spcPct val="100000"/>
              </a:lnSpc>
              <a:spcBef>
                <a:spcPts val="0"/>
              </a:spcBef>
              <a:spcAft>
                <a:spcPts val="0"/>
              </a:spcAft>
              <a:buClr>
                <a:srgbClr val="191919"/>
              </a:buClr>
              <a:buSzPts val="5200"/>
              <a:buNone/>
              <a:defRPr sz="5200">
                <a:solidFill>
                  <a:srgbClr val="191919"/>
                </a:solidFill>
              </a:defRPr>
            </a:lvl3pPr>
            <a:lvl4pPr lvl="3" algn="ctr">
              <a:lnSpc>
                <a:spcPct val="100000"/>
              </a:lnSpc>
              <a:spcBef>
                <a:spcPts val="0"/>
              </a:spcBef>
              <a:spcAft>
                <a:spcPts val="0"/>
              </a:spcAft>
              <a:buClr>
                <a:srgbClr val="191919"/>
              </a:buClr>
              <a:buSzPts val="5200"/>
              <a:buNone/>
              <a:defRPr sz="5200">
                <a:solidFill>
                  <a:srgbClr val="191919"/>
                </a:solidFill>
              </a:defRPr>
            </a:lvl4pPr>
            <a:lvl5pPr lvl="4" algn="ctr">
              <a:lnSpc>
                <a:spcPct val="100000"/>
              </a:lnSpc>
              <a:spcBef>
                <a:spcPts val="0"/>
              </a:spcBef>
              <a:spcAft>
                <a:spcPts val="0"/>
              </a:spcAft>
              <a:buClr>
                <a:srgbClr val="191919"/>
              </a:buClr>
              <a:buSzPts val="5200"/>
              <a:buNone/>
              <a:defRPr sz="5200">
                <a:solidFill>
                  <a:srgbClr val="191919"/>
                </a:solidFill>
              </a:defRPr>
            </a:lvl5pPr>
            <a:lvl6pPr lvl="5" algn="ctr">
              <a:lnSpc>
                <a:spcPct val="100000"/>
              </a:lnSpc>
              <a:spcBef>
                <a:spcPts val="0"/>
              </a:spcBef>
              <a:spcAft>
                <a:spcPts val="0"/>
              </a:spcAft>
              <a:buClr>
                <a:srgbClr val="191919"/>
              </a:buClr>
              <a:buSzPts val="5200"/>
              <a:buNone/>
              <a:defRPr sz="5200">
                <a:solidFill>
                  <a:srgbClr val="191919"/>
                </a:solidFill>
              </a:defRPr>
            </a:lvl6pPr>
            <a:lvl7pPr lvl="6" algn="ctr">
              <a:lnSpc>
                <a:spcPct val="100000"/>
              </a:lnSpc>
              <a:spcBef>
                <a:spcPts val="0"/>
              </a:spcBef>
              <a:spcAft>
                <a:spcPts val="0"/>
              </a:spcAft>
              <a:buClr>
                <a:srgbClr val="191919"/>
              </a:buClr>
              <a:buSzPts val="5200"/>
              <a:buNone/>
              <a:defRPr sz="5200">
                <a:solidFill>
                  <a:srgbClr val="191919"/>
                </a:solidFill>
              </a:defRPr>
            </a:lvl7pPr>
            <a:lvl8pPr lvl="7" algn="ctr">
              <a:lnSpc>
                <a:spcPct val="100000"/>
              </a:lnSpc>
              <a:spcBef>
                <a:spcPts val="0"/>
              </a:spcBef>
              <a:spcAft>
                <a:spcPts val="0"/>
              </a:spcAft>
              <a:buClr>
                <a:srgbClr val="191919"/>
              </a:buClr>
              <a:buSzPts val="5200"/>
              <a:buNone/>
              <a:defRPr sz="5200">
                <a:solidFill>
                  <a:srgbClr val="191919"/>
                </a:solidFill>
              </a:defRPr>
            </a:lvl8pPr>
            <a:lvl9pPr lvl="8" algn="ctr">
              <a:lnSpc>
                <a:spcPct val="100000"/>
              </a:lnSpc>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1753800" y="3267402"/>
            <a:ext cx="5636400" cy="4113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sz="14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1" name="Google Shape;11;p2"/>
          <p:cNvGrpSpPr/>
          <p:nvPr/>
        </p:nvGrpSpPr>
        <p:grpSpPr>
          <a:xfrm>
            <a:off x="233375" y="746000"/>
            <a:ext cx="8545150" cy="4220200"/>
            <a:chOff x="233375" y="746000"/>
            <a:chExt cx="8545150" cy="4220200"/>
          </a:xfrm>
        </p:grpSpPr>
        <p:sp>
          <p:nvSpPr>
            <p:cNvPr id="12" name="Google Shape;12;p2"/>
            <p:cNvSpPr/>
            <p:nvPr/>
          </p:nvSpPr>
          <p:spPr>
            <a:xfrm flipH="1">
              <a:off x="233375" y="1959675"/>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13" name="Google Shape;13;p2"/>
            <p:cNvSpPr/>
            <p:nvPr/>
          </p:nvSpPr>
          <p:spPr>
            <a:xfrm flipH="1">
              <a:off x="8678325" y="4554900"/>
              <a:ext cx="100200" cy="41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14" name="Google Shape;14;p2"/>
            <p:cNvSpPr/>
            <p:nvPr/>
          </p:nvSpPr>
          <p:spPr>
            <a:xfrm rot="-5400000" flipH="1">
              <a:off x="7356550" y="725450"/>
              <a:ext cx="100200" cy="14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15" name="Google Shape;15;p2"/>
            <p:cNvGrpSpPr/>
            <p:nvPr/>
          </p:nvGrpSpPr>
          <p:grpSpPr>
            <a:xfrm>
              <a:off x="1297450" y="4190325"/>
              <a:ext cx="574250" cy="100200"/>
              <a:chOff x="1297450" y="4159200"/>
              <a:chExt cx="574250" cy="100200"/>
            </a:xfrm>
          </p:grpSpPr>
          <p:sp>
            <p:nvSpPr>
              <p:cNvPr id="16" name="Google Shape;16;p2"/>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17" name="Google Shape;17;p2"/>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grpSp>
        <p:nvGrpSpPr>
          <p:cNvPr id="18" name="Google Shape;18;p2"/>
          <p:cNvGrpSpPr/>
          <p:nvPr/>
        </p:nvGrpSpPr>
        <p:grpSpPr>
          <a:xfrm>
            <a:off x="-635761" y="-3"/>
            <a:ext cx="10514138" cy="5275502"/>
            <a:chOff x="-635761" y="-3"/>
            <a:chExt cx="10514138" cy="5275502"/>
          </a:xfrm>
        </p:grpSpPr>
        <p:pic>
          <p:nvPicPr>
            <p:cNvPr id="19" name="Google Shape;19;p2"/>
            <p:cNvPicPr preferRelativeResize="0"/>
            <p:nvPr/>
          </p:nvPicPr>
          <p:blipFill rotWithShape="1">
            <a:blip r:embed="rId2">
              <a:alphaModFix/>
            </a:blip>
            <a:srcRect t="2208" b="2208"/>
            <a:stretch/>
          </p:blipFill>
          <p:spPr>
            <a:xfrm flipH="1">
              <a:off x="6830774" y="405778"/>
              <a:ext cx="3047603" cy="173736"/>
            </a:xfrm>
            <a:prstGeom prst="rect">
              <a:avLst/>
            </a:prstGeom>
            <a:noFill/>
            <a:ln>
              <a:noFill/>
            </a:ln>
          </p:spPr>
        </p:pic>
        <p:pic>
          <p:nvPicPr>
            <p:cNvPr id="20" name="Google Shape;20;p2"/>
            <p:cNvPicPr preferRelativeResize="0"/>
            <p:nvPr/>
          </p:nvPicPr>
          <p:blipFill rotWithShape="1">
            <a:blip r:embed="rId3">
              <a:alphaModFix/>
            </a:blip>
            <a:srcRect t="30" b="20"/>
            <a:stretch/>
          </p:blipFill>
          <p:spPr>
            <a:xfrm>
              <a:off x="6743856" y="2914072"/>
              <a:ext cx="2522819" cy="2361427"/>
            </a:xfrm>
            <a:prstGeom prst="rect">
              <a:avLst/>
            </a:prstGeom>
            <a:noFill/>
            <a:ln>
              <a:noFill/>
            </a:ln>
          </p:spPr>
        </p:pic>
        <p:pic>
          <p:nvPicPr>
            <p:cNvPr id="21" name="Google Shape;21;p2"/>
            <p:cNvPicPr preferRelativeResize="0"/>
            <p:nvPr/>
          </p:nvPicPr>
          <p:blipFill rotWithShape="1">
            <a:blip r:embed="rId4">
              <a:alphaModFix/>
            </a:blip>
            <a:srcRect l="1485" r="1485"/>
            <a:stretch/>
          </p:blipFill>
          <p:spPr>
            <a:xfrm flipH="1">
              <a:off x="-635761" y="252997"/>
              <a:ext cx="1360414" cy="2661084"/>
            </a:xfrm>
            <a:prstGeom prst="rect">
              <a:avLst/>
            </a:prstGeom>
            <a:noFill/>
            <a:ln>
              <a:noFill/>
            </a:ln>
          </p:spPr>
        </p:pic>
        <p:pic>
          <p:nvPicPr>
            <p:cNvPr id="22" name="Google Shape;22;p2"/>
            <p:cNvPicPr preferRelativeResize="0"/>
            <p:nvPr/>
          </p:nvPicPr>
          <p:blipFill rotWithShape="1">
            <a:blip r:embed="rId5">
              <a:alphaModFix/>
            </a:blip>
            <a:srcRect t="20" b="30"/>
            <a:stretch/>
          </p:blipFill>
          <p:spPr>
            <a:xfrm rot="10800000">
              <a:off x="561699" y="-3"/>
              <a:ext cx="735760" cy="1707776"/>
            </a:xfrm>
            <a:prstGeom prst="rect">
              <a:avLst/>
            </a:prstGeom>
            <a:noFill/>
            <a:ln>
              <a:noFill/>
            </a:ln>
          </p:spPr>
        </p:pic>
        <p:pic>
          <p:nvPicPr>
            <p:cNvPr id="23" name="Google Shape;23;p2"/>
            <p:cNvPicPr preferRelativeResize="0"/>
            <p:nvPr/>
          </p:nvPicPr>
          <p:blipFill rotWithShape="1">
            <a:blip r:embed="rId6">
              <a:alphaModFix/>
            </a:blip>
            <a:srcRect l="5276" b="-10"/>
            <a:stretch/>
          </p:blipFill>
          <p:spPr>
            <a:xfrm>
              <a:off x="-304550" y="4422500"/>
              <a:ext cx="1774377" cy="173736"/>
            </a:xfrm>
            <a:prstGeom prst="rect">
              <a:avLst/>
            </a:prstGeom>
            <a:noFill/>
            <a:ln>
              <a:noFill/>
            </a:ln>
          </p:spPr>
        </p:pic>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4"/>
        <p:cNvGrpSpPr/>
        <p:nvPr/>
      </p:nvGrpSpPr>
      <p:grpSpPr>
        <a:xfrm>
          <a:off x="0" y="0"/>
          <a:ext cx="0" cy="0"/>
          <a:chOff x="0" y="0"/>
          <a:chExt cx="0" cy="0"/>
        </a:xfrm>
      </p:grpSpPr>
      <p:sp>
        <p:nvSpPr>
          <p:cNvPr id="25" name="Google Shape;25;p3"/>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26" name="Google Shape;26;p3"/>
          <p:cNvSpPr txBox="1">
            <a:spLocks noGrp="1"/>
          </p:cNvSpPr>
          <p:nvPr>
            <p:ph type="body" idx="1"/>
          </p:nvPr>
        </p:nvSpPr>
        <p:spPr>
          <a:xfrm>
            <a:off x="720000" y="1096350"/>
            <a:ext cx="7704000" cy="380100"/>
          </a:xfrm>
          <a:prstGeom prst="rect">
            <a:avLst/>
          </a:prstGeom>
          <a:noFill/>
          <a:ln>
            <a:noFill/>
          </a:ln>
        </p:spPr>
        <p:txBody>
          <a:bodyPr spcFirstLastPara="1" wrap="square" lIns="91425" tIns="91425" rIns="91425" bIns="91425" anchor="t" anchorCtr="0">
            <a:noAutofit/>
          </a:bodyPr>
          <a:lstStyle>
            <a:lvl1pPr marL="457200" lvl="0" indent="-317500" algn="ctr">
              <a:lnSpc>
                <a:spcPct val="100000"/>
              </a:lnSpc>
              <a:spcBef>
                <a:spcPts val="0"/>
              </a:spcBef>
              <a:spcAft>
                <a:spcPts val="0"/>
              </a:spcAft>
              <a:buSzPts val="1400"/>
              <a:buChar char="●"/>
              <a:defRPr/>
            </a:lvl1pPr>
            <a:lvl2pPr marL="914400" lvl="1" indent="-304800" algn="l">
              <a:lnSpc>
                <a:spcPct val="115000"/>
              </a:lnSpc>
              <a:spcBef>
                <a:spcPts val="0"/>
              </a:spcBef>
              <a:spcAft>
                <a:spcPts val="0"/>
              </a:spcAft>
              <a:buSzPts val="1200"/>
              <a:buChar char="○"/>
              <a:defRPr/>
            </a:lvl2pPr>
            <a:lvl3pPr marL="1371600" lvl="2" indent="-304800" algn="l">
              <a:lnSpc>
                <a:spcPct val="115000"/>
              </a:lnSpc>
              <a:spcBef>
                <a:spcPts val="0"/>
              </a:spcBef>
              <a:spcAft>
                <a:spcPts val="0"/>
              </a:spcAft>
              <a:buSzPts val="1200"/>
              <a:buChar char="■"/>
              <a:defRPr/>
            </a:lvl3pPr>
            <a:lvl4pPr marL="1828800" lvl="3" indent="-304800" algn="l">
              <a:lnSpc>
                <a:spcPct val="115000"/>
              </a:lnSpc>
              <a:spcBef>
                <a:spcPts val="0"/>
              </a:spcBef>
              <a:spcAft>
                <a:spcPts val="0"/>
              </a:spcAft>
              <a:buSzPts val="1200"/>
              <a:buChar char="●"/>
              <a:defRPr/>
            </a:lvl4pPr>
            <a:lvl5pPr marL="2286000" lvl="4" indent="-304800" algn="l">
              <a:lnSpc>
                <a:spcPct val="115000"/>
              </a:lnSpc>
              <a:spcBef>
                <a:spcPts val="0"/>
              </a:spcBef>
              <a:spcAft>
                <a:spcPts val="0"/>
              </a:spcAft>
              <a:buSzPts val="1200"/>
              <a:buChar char="○"/>
              <a:defRPr/>
            </a:lvl5pPr>
            <a:lvl6pPr marL="2743200" lvl="5" indent="-304800" algn="l">
              <a:lnSpc>
                <a:spcPct val="115000"/>
              </a:lnSpc>
              <a:spcBef>
                <a:spcPts val="0"/>
              </a:spcBef>
              <a:spcAft>
                <a:spcPts val="0"/>
              </a:spcAft>
              <a:buSzPts val="1200"/>
              <a:buChar char="■"/>
              <a:defRPr/>
            </a:lvl6pPr>
            <a:lvl7pPr marL="3200400" lvl="6" indent="-304800" algn="l">
              <a:lnSpc>
                <a:spcPct val="115000"/>
              </a:lnSpc>
              <a:spcBef>
                <a:spcPts val="0"/>
              </a:spcBef>
              <a:spcAft>
                <a:spcPts val="0"/>
              </a:spcAft>
              <a:buSzPts val="1200"/>
              <a:buChar char="●"/>
              <a:defRPr/>
            </a:lvl7pPr>
            <a:lvl8pPr marL="3657600" lvl="7" indent="-304800" algn="l">
              <a:lnSpc>
                <a:spcPct val="115000"/>
              </a:lnSpc>
              <a:spcBef>
                <a:spcPts val="0"/>
              </a:spcBef>
              <a:spcAft>
                <a:spcPts val="0"/>
              </a:spcAft>
              <a:buSzPts val="1200"/>
              <a:buChar char="○"/>
              <a:defRPr/>
            </a:lvl8pPr>
            <a:lvl9pPr marL="4114800" lvl="8" indent="-304800" algn="l">
              <a:lnSpc>
                <a:spcPct val="115000"/>
              </a:lnSpc>
              <a:spcBef>
                <a:spcPts val="0"/>
              </a:spcBef>
              <a:spcAft>
                <a:spcPts val="0"/>
              </a:spcAft>
              <a:buSzPts val="1200"/>
              <a:buChar char="■"/>
              <a:defRPr/>
            </a:lvl9pPr>
          </a:lstStyle>
          <a:p>
            <a:endParaRPr/>
          </a:p>
        </p:txBody>
      </p:sp>
      <p:grpSp>
        <p:nvGrpSpPr>
          <p:cNvPr id="27" name="Google Shape;27;p3"/>
          <p:cNvGrpSpPr/>
          <p:nvPr/>
        </p:nvGrpSpPr>
        <p:grpSpPr>
          <a:xfrm>
            <a:off x="573800" y="399000"/>
            <a:ext cx="7809750" cy="4454175"/>
            <a:chOff x="573800" y="399000"/>
            <a:chExt cx="7809750" cy="4454175"/>
          </a:xfrm>
        </p:grpSpPr>
        <p:sp>
          <p:nvSpPr>
            <p:cNvPr id="28" name="Google Shape;28;p3"/>
            <p:cNvSpPr/>
            <p:nvPr/>
          </p:nvSpPr>
          <p:spPr>
            <a:xfrm rot="-5400000" flipH="1">
              <a:off x="594350" y="4732425"/>
              <a:ext cx="100200" cy="14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29" name="Google Shape;29;p3"/>
            <p:cNvGrpSpPr/>
            <p:nvPr/>
          </p:nvGrpSpPr>
          <p:grpSpPr>
            <a:xfrm>
              <a:off x="7809300" y="399000"/>
              <a:ext cx="574250" cy="100200"/>
              <a:chOff x="1297450" y="4159200"/>
              <a:chExt cx="574250" cy="100200"/>
            </a:xfrm>
          </p:grpSpPr>
          <p:sp>
            <p:nvSpPr>
              <p:cNvPr id="30" name="Google Shape;30;p3"/>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31" name="Google Shape;31;p3"/>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sp>
        <p:nvSpPr>
          <p:cNvPr id="32" name="Google Shape;32;p3"/>
          <p:cNvSpPr/>
          <p:nvPr/>
        </p:nvSpPr>
        <p:spPr>
          <a:xfrm flipH="1">
            <a:off x="8578800" y="4197200"/>
            <a:ext cx="100200" cy="41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pic>
        <p:nvPicPr>
          <p:cNvPr id="33" name="Google Shape;33;p3"/>
          <p:cNvPicPr preferRelativeResize="0"/>
          <p:nvPr/>
        </p:nvPicPr>
        <p:blipFill rotWithShape="1">
          <a:blip r:embed="rId2">
            <a:alphaModFix/>
          </a:blip>
          <a:srcRect t="8630" b="8630"/>
          <a:stretch/>
        </p:blipFill>
        <p:spPr>
          <a:xfrm rot="5400000">
            <a:off x="8388288" y="4616824"/>
            <a:ext cx="565175" cy="256425"/>
          </a:xfrm>
          <a:prstGeom prst="rect">
            <a:avLst/>
          </a:prstGeom>
          <a:noFill/>
          <a:ln>
            <a:noFill/>
          </a:ln>
        </p:spPr>
      </p:pic>
      <p:grpSp>
        <p:nvGrpSpPr>
          <p:cNvPr id="34" name="Google Shape;34;p3"/>
          <p:cNvGrpSpPr/>
          <p:nvPr/>
        </p:nvGrpSpPr>
        <p:grpSpPr>
          <a:xfrm>
            <a:off x="-347750" y="290125"/>
            <a:ext cx="11698601" cy="4970200"/>
            <a:chOff x="-347750" y="290125"/>
            <a:chExt cx="11698601" cy="4970200"/>
          </a:xfrm>
        </p:grpSpPr>
        <p:pic>
          <p:nvPicPr>
            <p:cNvPr id="35" name="Google Shape;35;p3"/>
            <p:cNvPicPr preferRelativeResize="0"/>
            <p:nvPr/>
          </p:nvPicPr>
          <p:blipFill rotWithShape="1">
            <a:blip r:embed="rId3">
              <a:alphaModFix/>
            </a:blip>
            <a:srcRect l="-1293" r="21941"/>
            <a:stretch/>
          </p:blipFill>
          <p:spPr>
            <a:xfrm rot="10800000">
              <a:off x="-347750" y="290125"/>
              <a:ext cx="1722951" cy="173736"/>
            </a:xfrm>
            <a:prstGeom prst="rect">
              <a:avLst/>
            </a:prstGeom>
            <a:noFill/>
            <a:ln>
              <a:noFill/>
            </a:ln>
          </p:spPr>
        </p:pic>
        <p:pic>
          <p:nvPicPr>
            <p:cNvPr id="36" name="Google Shape;36;p3"/>
            <p:cNvPicPr preferRelativeResize="0"/>
            <p:nvPr/>
          </p:nvPicPr>
          <p:blipFill rotWithShape="1">
            <a:blip r:embed="rId4">
              <a:alphaModFix/>
            </a:blip>
            <a:srcRect t="-10930" r="16276" b="-5349"/>
            <a:stretch/>
          </p:blipFill>
          <p:spPr>
            <a:xfrm>
              <a:off x="8542650" y="3058225"/>
              <a:ext cx="682750" cy="2202100"/>
            </a:xfrm>
            <a:prstGeom prst="rect">
              <a:avLst/>
            </a:prstGeom>
            <a:noFill/>
            <a:ln>
              <a:noFill/>
            </a:ln>
          </p:spPr>
        </p:pic>
        <p:pic>
          <p:nvPicPr>
            <p:cNvPr id="37" name="Google Shape;37;p3"/>
            <p:cNvPicPr preferRelativeResize="0"/>
            <p:nvPr/>
          </p:nvPicPr>
          <p:blipFill rotWithShape="1">
            <a:blip r:embed="rId5">
              <a:alphaModFix/>
            </a:blip>
            <a:srcRect t="11948" b="11948"/>
            <a:stretch/>
          </p:blipFill>
          <p:spPr>
            <a:xfrm rot="10800000">
              <a:off x="6199875" y="4679440"/>
              <a:ext cx="5150976" cy="173736"/>
            </a:xfrm>
            <a:prstGeom prst="rect">
              <a:avLst/>
            </a:prstGeom>
            <a:noFill/>
            <a:ln>
              <a:noFill/>
            </a:ln>
          </p:spPr>
        </p:pic>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38"/>
        <p:cNvGrpSpPr/>
        <p:nvPr/>
      </p:nvGrpSpPr>
      <p:grpSpPr>
        <a:xfrm>
          <a:off x="0" y="0"/>
          <a:ext cx="0" cy="0"/>
          <a:chOff x="0" y="0"/>
          <a:chExt cx="0" cy="0"/>
        </a:xfrm>
      </p:grpSpPr>
      <p:sp>
        <p:nvSpPr>
          <p:cNvPr id="39" name="Google Shape;39;p4"/>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2pPr>
            <a:lvl3pPr lvl="2"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3pPr>
            <a:lvl4pPr lvl="3"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4pPr>
            <a:lvl5pPr lvl="4"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5pPr>
            <a:lvl6pPr lvl="5"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6pPr>
            <a:lvl7pPr lvl="6"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7pPr>
            <a:lvl8pPr lvl="7"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8pPr>
            <a:lvl9pPr lvl="8"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9pPr>
          </a:lstStyle>
          <a:p>
            <a:endParaRPr/>
          </a:p>
        </p:txBody>
      </p:sp>
      <p:sp>
        <p:nvSpPr>
          <p:cNvPr id="40" name="Google Shape;40;p4"/>
          <p:cNvSpPr txBox="1">
            <a:spLocks noGrp="1"/>
          </p:cNvSpPr>
          <p:nvPr>
            <p:ph type="title" idx="2"/>
          </p:nvPr>
        </p:nvSpPr>
        <p:spPr>
          <a:xfrm>
            <a:off x="1742275" y="1656200"/>
            <a:ext cx="751800" cy="572700"/>
          </a:xfrm>
          <a:prstGeom prst="rect">
            <a:avLst/>
          </a:prstGeom>
          <a:solidFill>
            <a:schemeClr val="accent2"/>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000"/>
              <a:buNone/>
              <a:defRPr sz="2400"/>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a:endParaRPr/>
          </a:p>
        </p:txBody>
      </p:sp>
      <p:sp>
        <p:nvSpPr>
          <p:cNvPr id="41" name="Google Shape;41;p4"/>
          <p:cNvSpPr txBox="1">
            <a:spLocks noGrp="1"/>
          </p:cNvSpPr>
          <p:nvPr>
            <p:ph type="title" idx="3"/>
          </p:nvPr>
        </p:nvSpPr>
        <p:spPr>
          <a:xfrm>
            <a:off x="1742275" y="3013429"/>
            <a:ext cx="751800" cy="572700"/>
          </a:xfrm>
          <a:prstGeom prst="rect">
            <a:avLst/>
          </a:prstGeom>
          <a:solidFill>
            <a:schemeClr val="accent2"/>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000"/>
              <a:buNone/>
              <a:defRPr sz="2400"/>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a:endParaRPr/>
          </a:p>
        </p:txBody>
      </p:sp>
      <p:sp>
        <p:nvSpPr>
          <p:cNvPr id="42" name="Google Shape;42;p4"/>
          <p:cNvSpPr txBox="1">
            <a:spLocks noGrp="1"/>
          </p:cNvSpPr>
          <p:nvPr>
            <p:ph type="title" idx="4"/>
          </p:nvPr>
        </p:nvSpPr>
        <p:spPr>
          <a:xfrm>
            <a:off x="4196099" y="1656200"/>
            <a:ext cx="751800" cy="572700"/>
          </a:xfrm>
          <a:prstGeom prst="rect">
            <a:avLst/>
          </a:prstGeom>
          <a:solidFill>
            <a:schemeClr val="accent2"/>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000"/>
              <a:buNone/>
              <a:defRPr sz="2400"/>
            </a:lvl1pPr>
            <a:lvl2pPr lvl="1"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2pPr>
            <a:lvl3pPr lvl="2"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3pPr>
            <a:lvl4pPr lvl="3"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4pPr>
            <a:lvl5pPr lvl="4"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5pPr>
            <a:lvl6pPr lvl="5"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6pPr>
            <a:lvl7pPr lvl="6"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7pPr>
            <a:lvl8pPr lvl="7"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8pPr>
            <a:lvl9pPr lvl="8"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9pPr>
          </a:lstStyle>
          <a:p>
            <a:endParaRPr/>
          </a:p>
        </p:txBody>
      </p:sp>
      <p:sp>
        <p:nvSpPr>
          <p:cNvPr id="43" name="Google Shape;43;p4"/>
          <p:cNvSpPr txBox="1">
            <a:spLocks noGrp="1"/>
          </p:cNvSpPr>
          <p:nvPr>
            <p:ph type="title" idx="5"/>
          </p:nvPr>
        </p:nvSpPr>
        <p:spPr>
          <a:xfrm>
            <a:off x="4196099" y="3013429"/>
            <a:ext cx="751800" cy="572700"/>
          </a:xfrm>
          <a:prstGeom prst="rect">
            <a:avLst/>
          </a:prstGeom>
          <a:solidFill>
            <a:schemeClr val="accent2"/>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000"/>
              <a:buNone/>
              <a:defRPr sz="2400"/>
            </a:lvl1pPr>
            <a:lvl2pPr lvl="1"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2pPr>
            <a:lvl3pPr lvl="2"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3pPr>
            <a:lvl4pPr lvl="3"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4pPr>
            <a:lvl5pPr lvl="4"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5pPr>
            <a:lvl6pPr lvl="5"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6pPr>
            <a:lvl7pPr lvl="6"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7pPr>
            <a:lvl8pPr lvl="7"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8pPr>
            <a:lvl9pPr lvl="8"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9pPr>
          </a:lstStyle>
          <a:p>
            <a:endParaRPr/>
          </a:p>
        </p:txBody>
      </p:sp>
      <p:sp>
        <p:nvSpPr>
          <p:cNvPr id="44" name="Google Shape;44;p4"/>
          <p:cNvSpPr txBox="1">
            <a:spLocks noGrp="1"/>
          </p:cNvSpPr>
          <p:nvPr>
            <p:ph type="title" idx="6"/>
          </p:nvPr>
        </p:nvSpPr>
        <p:spPr>
          <a:xfrm>
            <a:off x="6649923" y="1656200"/>
            <a:ext cx="751800" cy="572700"/>
          </a:xfrm>
          <a:prstGeom prst="rect">
            <a:avLst/>
          </a:prstGeom>
          <a:solidFill>
            <a:schemeClr val="accent2"/>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000"/>
              <a:buNone/>
              <a:defRPr sz="2400"/>
            </a:lvl1pPr>
            <a:lvl2pPr lvl="1"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2pPr>
            <a:lvl3pPr lvl="2"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3pPr>
            <a:lvl4pPr lvl="3"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4pPr>
            <a:lvl5pPr lvl="4"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5pPr>
            <a:lvl6pPr lvl="5"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6pPr>
            <a:lvl7pPr lvl="6"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7pPr>
            <a:lvl8pPr lvl="7"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8pPr>
            <a:lvl9pPr lvl="8"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9pPr>
          </a:lstStyle>
          <a:p>
            <a:endParaRPr/>
          </a:p>
        </p:txBody>
      </p:sp>
      <p:sp>
        <p:nvSpPr>
          <p:cNvPr id="45" name="Google Shape;45;p4"/>
          <p:cNvSpPr txBox="1">
            <a:spLocks noGrp="1"/>
          </p:cNvSpPr>
          <p:nvPr>
            <p:ph type="title" idx="7"/>
          </p:nvPr>
        </p:nvSpPr>
        <p:spPr>
          <a:xfrm>
            <a:off x="6649923" y="3013429"/>
            <a:ext cx="751800" cy="572700"/>
          </a:xfrm>
          <a:prstGeom prst="rect">
            <a:avLst/>
          </a:prstGeom>
          <a:solidFill>
            <a:schemeClr val="accent2"/>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000"/>
              <a:buNone/>
              <a:defRPr sz="2400"/>
            </a:lvl1pPr>
            <a:lvl2pPr lvl="1"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2pPr>
            <a:lvl3pPr lvl="2"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3pPr>
            <a:lvl4pPr lvl="3"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4pPr>
            <a:lvl5pPr lvl="4"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5pPr>
            <a:lvl6pPr lvl="5"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6pPr>
            <a:lvl7pPr lvl="6"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7pPr>
            <a:lvl8pPr lvl="7"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8pPr>
            <a:lvl9pPr lvl="8" algn="l">
              <a:lnSpc>
                <a:spcPct val="100000"/>
              </a:lnSpc>
              <a:spcBef>
                <a:spcPts val="0"/>
              </a:spcBef>
              <a:spcAft>
                <a:spcPts val="0"/>
              </a:spcAft>
              <a:buSzPts val="3000"/>
              <a:buFont typeface="DM Sans Black"/>
              <a:buNone/>
              <a:defRPr sz="3000">
                <a:latin typeface="DM Sans Black"/>
                <a:ea typeface="DM Sans Black"/>
                <a:cs typeface="DM Sans Black"/>
                <a:sym typeface="DM Sans Black"/>
              </a:defRPr>
            </a:lvl9pPr>
          </a:lstStyle>
          <a:p>
            <a:endParaRPr/>
          </a:p>
        </p:txBody>
      </p:sp>
      <p:sp>
        <p:nvSpPr>
          <p:cNvPr id="46" name="Google Shape;46;p4"/>
          <p:cNvSpPr txBox="1">
            <a:spLocks noGrp="1"/>
          </p:cNvSpPr>
          <p:nvPr>
            <p:ph type="subTitle" idx="1"/>
          </p:nvPr>
        </p:nvSpPr>
        <p:spPr>
          <a:xfrm>
            <a:off x="938584" y="2225269"/>
            <a:ext cx="2359200" cy="4476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sp>
        <p:nvSpPr>
          <p:cNvPr id="47" name="Google Shape;47;p4"/>
          <p:cNvSpPr txBox="1">
            <a:spLocks noGrp="1"/>
          </p:cNvSpPr>
          <p:nvPr>
            <p:ph type="subTitle" idx="8"/>
          </p:nvPr>
        </p:nvSpPr>
        <p:spPr>
          <a:xfrm>
            <a:off x="3392400" y="2225269"/>
            <a:ext cx="2359200" cy="4476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sp>
        <p:nvSpPr>
          <p:cNvPr id="48" name="Google Shape;48;p4"/>
          <p:cNvSpPr txBox="1">
            <a:spLocks noGrp="1"/>
          </p:cNvSpPr>
          <p:nvPr>
            <p:ph type="subTitle" idx="9"/>
          </p:nvPr>
        </p:nvSpPr>
        <p:spPr>
          <a:xfrm>
            <a:off x="5846216" y="2225269"/>
            <a:ext cx="2359200" cy="4476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sp>
        <p:nvSpPr>
          <p:cNvPr id="49" name="Google Shape;49;p4"/>
          <p:cNvSpPr txBox="1">
            <a:spLocks noGrp="1"/>
          </p:cNvSpPr>
          <p:nvPr>
            <p:ph type="subTitle" idx="13"/>
          </p:nvPr>
        </p:nvSpPr>
        <p:spPr>
          <a:xfrm>
            <a:off x="938584" y="3555373"/>
            <a:ext cx="2359200" cy="4749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sp>
        <p:nvSpPr>
          <p:cNvPr id="50" name="Google Shape;50;p4"/>
          <p:cNvSpPr txBox="1">
            <a:spLocks noGrp="1"/>
          </p:cNvSpPr>
          <p:nvPr>
            <p:ph type="subTitle" idx="14"/>
          </p:nvPr>
        </p:nvSpPr>
        <p:spPr>
          <a:xfrm>
            <a:off x="3392400" y="3555373"/>
            <a:ext cx="2359200" cy="4749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sp>
        <p:nvSpPr>
          <p:cNvPr id="51" name="Google Shape;51;p4"/>
          <p:cNvSpPr txBox="1">
            <a:spLocks noGrp="1"/>
          </p:cNvSpPr>
          <p:nvPr>
            <p:ph type="subTitle" idx="15"/>
          </p:nvPr>
        </p:nvSpPr>
        <p:spPr>
          <a:xfrm>
            <a:off x="5846216" y="3555373"/>
            <a:ext cx="2359200" cy="4749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l">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grpSp>
        <p:nvGrpSpPr>
          <p:cNvPr id="52" name="Google Shape;52;p4"/>
          <p:cNvGrpSpPr/>
          <p:nvPr/>
        </p:nvGrpSpPr>
        <p:grpSpPr>
          <a:xfrm>
            <a:off x="427975" y="484900"/>
            <a:ext cx="6448050" cy="4268725"/>
            <a:chOff x="427975" y="484900"/>
            <a:chExt cx="6448050" cy="4268725"/>
          </a:xfrm>
        </p:grpSpPr>
        <p:sp>
          <p:nvSpPr>
            <p:cNvPr id="53" name="Google Shape;53;p4"/>
            <p:cNvSpPr/>
            <p:nvPr/>
          </p:nvSpPr>
          <p:spPr>
            <a:xfrm rot="-5400000" flipH="1">
              <a:off x="6720325" y="4597925"/>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DM Sans Black"/>
                <a:ea typeface="DM Sans Black"/>
                <a:cs typeface="DM Sans Black"/>
                <a:sym typeface="DM Sans Black"/>
              </a:endParaRPr>
            </a:p>
          </p:txBody>
        </p:sp>
        <p:grpSp>
          <p:nvGrpSpPr>
            <p:cNvPr id="54" name="Google Shape;54;p4"/>
            <p:cNvGrpSpPr/>
            <p:nvPr/>
          </p:nvGrpSpPr>
          <p:grpSpPr>
            <a:xfrm>
              <a:off x="427975" y="484900"/>
              <a:ext cx="574250" cy="100200"/>
              <a:chOff x="1297450" y="4159200"/>
              <a:chExt cx="574250" cy="100200"/>
            </a:xfrm>
          </p:grpSpPr>
          <p:sp>
            <p:nvSpPr>
              <p:cNvPr id="55" name="Google Shape;55;p4"/>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DM Sans Black"/>
                  <a:ea typeface="DM Sans Black"/>
                  <a:cs typeface="DM Sans Black"/>
                  <a:sym typeface="DM Sans Black"/>
                </a:endParaRPr>
              </a:p>
            </p:txBody>
          </p:sp>
          <p:sp>
            <p:nvSpPr>
              <p:cNvPr id="56" name="Google Shape;56;p4"/>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DM Sans Black"/>
                  <a:ea typeface="DM Sans Black"/>
                  <a:cs typeface="DM Sans Black"/>
                  <a:sym typeface="DM Sans Black"/>
                </a:endParaRPr>
              </a:p>
            </p:txBody>
          </p:sp>
        </p:grpSp>
      </p:grpSp>
      <p:grpSp>
        <p:nvGrpSpPr>
          <p:cNvPr id="57" name="Google Shape;57;p4"/>
          <p:cNvGrpSpPr/>
          <p:nvPr/>
        </p:nvGrpSpPr>
        <p:grpSpPr>
          <a:xfrm>
            <a:off x="-440350" y="-269275"/>
            <a:ext cx="10988153" cy="6418265"/>
            <a:chOff x="-440350" y="-269275"/>
            <a:chExt cx="10988153" cy="6418265"/>
          </a:xfrm>
        </p:grpSpPr>
        <p:pic>
          <p:nvPicPr>
            <p:cNvPr id="58" name="Google Shape;58;p4"/>
            <p:cNvPicPr preferRelativeResize="0"/>
            <p:nvPr/>
          </p:nvPicPr>
          <p:blipFill rotWithShape="1">
            <a:blip r:embed="rId2">
              <a:alphaModFix/>
            </a:blip>
            <a:srcRect/>
            <a:stretch/>
          </p:blipFill>
          <p:spPr>
            <a:xfrm>
              <a:off x="6792600" y="-269275"/>
              <a:ext cx="3755203" cy="832450"/>
            </a:xfrm>
            <a:prstGeom prst="rect">
              <a:avLst/>
            </a:prstGeom>
            <a:noFill/>
            <a:ln>
              <a:noFill/>
            </a:ln>
          </p:spPr>
        </p:pic>
        <p:pic>
          <p:nvPicPr>
            <p:cNvPr id="59" name="Google Shape;59;p4"/>
            <p:cNvPicPr preferRelativeResize="0"/>
            <p:nvPr/>
          </p:nvPicPr>
          <p:blipFill rotWithShape="1">
            <a:blip r:embed="rId3">
              <a:alphaModFix/>
            </a:blip>
            <a:srcRect l="2015" r="2015"/>
            <a:stretch/>
          </p:blipFill>
          <p:spPr>
            <a:xfrm>
              <a:off x="8471750" y="3419731"/>
              <a:ext cx="1304626" cy="2551967"/>
            </a:xfrm>
            <a:prstGeom prst="rect">
              <a:avLst/>
            </a:prstGeom>
            <a:noFill/>
            <a:ln>
              <a:noFill/>
            </a:ln>
          </p:spPr>
        </p:pic>
        <p:pic>
          <p:nvPicPr>
            <p:cNvPr id="60" name="Google Shape;60;p4"/>
            <p:cNvPicPr preferRelativeResize="0"/>
            <p:nvPr/>
          </p:nvPicPr>
          <p:blipFill rotWithShape="1">
            <a:blip r:embed="rId4">
              <a:alphaModFix/>
            </a:blip>
            <a:srcRect/>
            <a:stretch/>
          </p:blipFill>
          <p:spPr>
            <a:xfrm>
              <a:off x="-440350" y="3242438"/>
              <a:ext cx="2536124" cy="2906552"/>
            </a:xfrm>
            <a:prstGeom prst="rect">
              <a:avLst/>
            </a:prstGeom>
            <a:noFill/>
            <a:ln>
              <a:noFill/>
            </a:ln>
          </p:spPr>
        </p:pic>
      </p:grpSp>
      <p:pic>
        <p:nvPicPr>
          <p:cNvPr id="61" name="Google Shape;61;p4"/>
          <p:cNvPicPr preferRelativeResize="0"/>
          <p:nvPr/>
        </p:nvPicPr>
        <p:blipFill rotWithShape="1">
          <a:blip r:embed="rId5">
            <a:alphaModFix/>
          </a:blip>
          <a:srcRect l="10393" r="10393"/>
          <a:stretch/>
        </p:blipFill>
        <p:spPr>
          <a:xfrm rot="5400000">
            <a:off x="1828937" y="5020238"/>
            <a:ext cx="370450" cy="256425"/>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62"/>
        <p:cNvGrpSpPr/>
        <p:nvPr/>
      </p:nvGrpSpPr>
      <p:grpSpPr>
        <a:xfrm>
          <a:off x="0" y="0"/>
          <a:ext cx="0" cy="0"/>
          <a:chOff x="0" y="0"/>
          <a:chExt cx="0" cy="0"/>
        </a:xfrm>
      </p:grpSpPr>
      <p:sp>
        <p:nvSpPr>
          <p:cNvPr id="63" name="Google Shape;63;p5"/>
          <p:cNvSpPr txBox="1">
            <a:spLocks noGrp="1"/>
          </p:cNvSpPr>
          <p:nvPr>
            <p:ph type="title"/>
          </p:nvPr>
        </p:nvSpPr>
        <p:spPr>
          <a:xfrm>
            <a:off x="2600250" y="2599800"/>
            <a:ext cx="3943500" cy="6792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3600"/>
              <a:buNone/>
              <a:defRPr sz="42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a:endParaRPr/>
          </a:p>
        </p:txBody>
      </p:sp>
      <p:sp>
        <p:nvSpPr>
          <p:cNvPr id="64" name="Google Shape;64;p5"/>
          <p:cNvSpPr txBox="1">
            <a:spLocks noGrp="1"/>
          </p:cNvSpPr>
          <p:nvPr>
            <p:ph type="title" idx="2"/>
          </p:nvPr>
        </p:nvSpPr>
        <p:spPr>
          <a:xfrm>
            <a:off x="4013250" y="1526525"/>
            <a:ext cx="1117500" cy="951000"/>
          </a:xfrm>
          <a:prstGeom prst="rect">
            <a:avLst/>
          </a:prstGeom>
          <a:solidFill>
            <a:schemeClr val="accent2"/>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6000"/>
              <a:buNone/>
              <a:defRPr sz="4200"/>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a:endParaRPr/>
          </a:p>
        </p:txBody>
      </p:sp>
      <p:grpSp>
        <p:nvGrpSpPr>
          <p:cNvPr id="65" name="Google Shape;65;p5"/>
          <p:cNvGrpSpPr/>
          <p:nvPr/>
        </p:nvGrpSpPr>
        <p:grpSpPr>
          <a:xfrm>
            <a:off x="-1795123" y="-49774"/>
            <a:ext cx="13139774" cy="5582923"/>
            <a:chOff x="-1795123" y="-49774"/>
            <a:chExt cx="13139774" cy="5582923"/>
          </a:xfrm>
        </p:grpSpPr>
        <p:pic>
          <p:nvPicPr>
            <p:cNvPr id="66" name="Google Shape;66;p5"/>
            <p:cNvPicPr preferRelativeResize="0"/>
            <p:nvPr/>
          </p:nvPicPr>
          <p:blipFill rotWithShape="1">
            <a:blip r:embed="rId2">
              <a:alphaModFix/>
            </a:blip>
            <a:srcRect/>
            <a:stretch/>
          </p:blipFill>
          <p:spPr>
            <a:xfrm rot="10800000">
              <a:off x="6944976" y="-49774"/>
              <a:ext cx="2267500" cy="1809124"/>
            </a:xfrm>
            <a:prstGeom prst="rect">
              <a:avLst/>
            </a:prstGeom>
            <a:noFill/>
            <a:ln>
              <a:noFill/>
            </a:ln>
          </p:spPr>
        </p:pic>
        <p:pic>
          <p:nvPicPr>
            <p:cNvPr id="67" name="Google Shape;67;p5"/>
            <p:cNvPicPr preferRelativeResize="0"/>
            <p:nvPr/>
          </p:nvPicPr>
          <p:blipFill rotWithShape="1">
            <a:blip r:embed="rId3">
              <a:alphaModFix/>
            </a:blip>
            <a:srcRect r="3818"/>
            <a:stretch/>
          </p:blipFill>
          <p:spPr>
            <a:xfrm rot="5400000">
              <a:off x="-22011" y="3620737"/>
              <a:ext cx="1907973" cy="1916850"/>
            </a:xfrm>
            <a:prstGeom prst="rect">
              <a:avLst/>
            </a:prstGeom>
            <a:noFill/>
            <a:ln>
              <a:noFill/>
            </a:ln>
          </p:spPr>
        </p:pic>
        <p:pic>
          <p:nvPicPr>
            <p:cNvPr id="68" name="Google Shape;68;p5"/>
            <p:cNvPicPr preferRelativeResize="0"/>
            <p:nvPr/>
          </p:nvPicPr>
          <p:blipFill rotWithShape="1">
            <a:blip r:embed="rId4">
              <a:alphaModFix/>
            </a:blip>
            <a:srcRect t="11948" b="11948"/>
            <a:stretch/>
          </p:blipFill>
          <p:spPr>
            <a:xfrm rot="10800000">
              <a:off x="6193675" y="4558765"/>
              <a:ext cx="5150976" cy="173736"/>
            </a:xfrm>
            <a:prstGeom prst="rect">
              <a:avLst/>
            </a:prstGeom>
            <a:noFill/>
            <a:ln>
              <a:noFill/>
            </a:ln>
          </p:spPr>
        </p:pic>
        <p:pic>
          <p:nvPicPr>
            <p:cNvPr id="69" name="Google Shape;69;p5"/>
            <p:cNvPicPr preferRelativeResize="0"/>
            <p:nvPr/>
          </p:nvPicPr>
          <p:blipFill rotWithShape="1">
            <a:blip r:embed="rId5">
              <a:alphaModFix/>
            </a:blip>
            <a:srcRect l="29662"/>
            <a:stretch/>
          </p:blipFill>
          <p:spPr>
            <a:xfrm rot="10800000">
              <a:off x="7591150" y="4130314"/>
              <a:ext cx="1675526" cy="173736"/>
            </a:xfrm>
            <a:prstGeom prst="rect">
              <a:avLst/>
            </a:prstGeom>
            <a:noFill/>
            <a:ln>
              <a:noFill/>
            </a:ln>
          </p:spPr>
        </p:pic>
        <p:pic>
          <p:nvPicPr>
            <p:cNvPr id="70" name="Google Shape;70;p5"/>
            <p:cNvPicPr preferRelativeResize="0"/>
            <p:nvPr/>
          </p:nvPicPr>
          <p:blipFill rotWithShape="1">
            <a:blip r:embed="rId5">
              <a:alphaModFix/>
            </a:blip>
            <a:srcRect l="1420" t="18534" r="-1420" b="18534"/>
            <a:stretch/>
          </p:blipFill>
          <p:spPr>
            <a:xfrm flipH="1">
              <a:off x="-1795123" y="1179828"/>
              <a:ext cx="3047598" cy="173736"/>
            </a:xfrm>
            <a:prstGeom prst="rect">
              <a:avLst/>
            </a:prstGeom>
            <a:noFill/>
            <a:ln>
              <a:noFill/>
            </a:ln>
          </p:spPr>
        </p:pic>
      </p:grpSp>
      <p:grpSp>
        <p:nvGrpSpPr>
          <p:cNvPr id="71" name="Google Shape;71;p5"/>
          <p:cNvGrpSpPr/>
          <p:nvPr/>
        </p:nvGrpSpPr>
        <p:grpSpPr>
          <a:xfrm>
            <a:off x="1399900" y="320875"/>
            <a:ext cx="7265150" cy="4353575"/>
            <a:chOff x="1399900" y="320875"/>
            <a:chExt cx="7265150" cy="4353575"/>
          </a:xfrm>
        </p:grpSpPr>
        <p:sp>
          <p:nvSpPr>
            <p:cNvPr id="72" name="Google Shape;72;p5"/>
            <p:cNvSpPr/>
            <p:nvPr/>
          </p:nvSpPr>
          <p:spPr>
            <a:xfrm rot="-5400000" flipH="1">
              <a:off x="1555450" y="733700"/>
              <a:ext cx="100200" cy="41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73" name="Google Shape;73;p5"/>
            <p:cNvSpPr/>
            <p:nvPr/>
          </p:nvSpPr>
          <p:spPr>
            <a:xfrm rot="-5400000" flipH="1">
              <a:off x="7286850" y="4086825"/>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74" name="Google Shape;74;p5"/>
            <p:cNvSpPr/>
            <p:nvPr/>
          </p:nvSpPr>
          <p:spPr>
            <a:xfrm flipH="1">
              <a:off x="8564850" y="320875"/>
              <a:ext cx="100200" cy="14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75" name="Google Shape;75;p5"/>
            <p:cNvGrpSpPr/>
            <p:nvPr/>
          </p:nvGrpSpPr>
          <p:grpSpPr>
            <a:xfrm>
              <a:off x="3326950" y="4574250"/>
              <a:ext cx="574250" cy="100200"/>
              <a:chOff x="1297450" y="4159200"/>
              <a:chExt cx="574250" cy="100200"/>
            </a:xfrm>
          </p:grpSpPr>
          <p:sp>
            <p:nvSpPr>
              <p:cNvPr id="76" name="Google Shape;76;p5"/>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77" name="Google Shape;77;p5"/>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78"/>
        <p:cNvGrpSpPr/>
        <p:nvPr/>
      </p:nvGrpSpPr>
      <p:grpSpPr>
        <a:xfrm>
          <a:off x="0" y="0"/>
          <a:ext cx="0" cy="0"/>
          <a:chOff x="0" y="0"/>
          <a:chExt cx="0" cy="0"/>
        </a:xfrm>
      </p:grpSpPr>
      <p:sp>
        <p:nvSpPr>
          <p:cNvPr id="79" name="Google Shape;79;p6"/>
          <p:cNvSpPr txBox="1">
            <a:spLocks noGrp="1"/>
          </p:cNvSpPr>
          <p:nvPr>
            <p:ph type="title"/>
          </p:nvPr>
        </p:nvSpPr>
        <p:spPr>
          <a:xfrm>
            <a:off x="720000" y="445025"/>
            <a:ext cx="37476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80" name="Google Shape;80;p6"/>
          <p:cNvSpPr txBox="1">
            <a:spLocks noGrp="1"/>
          </p:cNvSpPr>
          <p:nvPr>
            <p:ph type="body" idx="1"/>
          </p:nvPr>
        </p:nvSpPr>
        <p:spPr>
          <a:xfrm>
            <a:off x="969025" y="1574450"/>
            <a:ext cx="3498600" cy="2335200"/>
          </a:xfrm>
          <a:prstGeom prst="rect">
            <a:avLst/>
          </a:prstGeom>
          <a:noFill/>
          <a:ln>
            <a:noFill/>
          </a:ln>
        </p:spPr>
        <p:txBody>
          <a:bodyPr spcFirstLastPara="1" wrap="square" lIns="91425" tIns="91425" rIns="91425" bIns="91425" anchor="t" anchorCtr="0">
            <a:noAutofit/>
          </a:bodyPr>
          <a:lstStyle>
            <a:lvl1pPr marL="457200" lvl="0" indent="-317500" algn="l">
              <a:lnSpc>
                <a:spcPct val="100000"/>
              </a:lnSpc>
              <a:spcBef>
                <a:spcPts val="0"/>
              </a:spcBef>
              <a:spcAft>
                <a:spcPts val="0"/>
              </a:spcAft>
              <a:buClr>
                <a:schemeClr val="lt2"/>
              </a:buClr>
              <a:buSzPts val="1400"/>
              <a:buChar char="●"/>
              <a:defRPr/>
            </a:lvl1pPr>
            <a:lvl2pPr marL="914400" lvl="1" indent="-304800" algn="l">
              <a:lnSpc>
                <a:spcPct val="115000"/>
              </a:lnSpc>
              <a:spcBef>
                <a:spcPts val="0"/>
              </a:spcBef>
              <a:spcAft>
                <a:spcPts val="0"/>
              </a:spcAft>
              <a:buSzPts val="1200"/>
              <a:buChar char="○"/>
              <a:defRPr/>
            </a:lvl2pPr>
            <a:lvl3pPr marL="1371600" lvl="2" indent="-304800" algn="l">
              <a:lnSpc>
                <a:spcPct val="115000"/>
              </a:lnSpc>
              <a:spcBef>
                <a:spcPts val="0"/>
              </a:spcBef>
              <a:spcAft>
                <a:spcPts val="0"/>
              </a:spcAft>
              <a:buSzPts val="1200"/>
              <a:buChar char="■"/>
              <a:defRPr/>
            </a:lvl3pPr>
            <a:lvl4pPr marL="1828800" lvl="3" indent="-304800" algn="l">
              <a:lnSpc>
                <a:spcPct val="115000"/>
              </a:lnSpc>
              <a:spcBef>
                <a:spcPts val="0"/>
              </a:spcBef>
              <a:spcAft>
                <a:spcPts val="0"/>
              </a:spcAft>
              <a:buSzPts val="1200"/>
              <a:buChar char="●"/>
              <a:defRPr/>
            </a:lvl4pPr>
            <a:lvl5pPr marL="2286000" lvl="4" indent="-304800" algn="l">
              <a:lnSpc>
                <a:spcPct val="115000"/>
              </a:lnSpc>
              <a:spcBef>
                <a:spcPts val="0"/>
              </a:spcBef>
              <a:spcAft>
                <a:spcPts val="0"/>
              </a:spcAft>
              <a:buSzPts val="1200"/>
              <a:buChar char="○"/>
              <a:defRPr/>
            </a:lvl5pPr>
            <a:lvl6pPr marL="2743200" lvl="5" indent="-304800" algn="l">
              <a:lnSpc>
                <a:spcPct val="115000"/>
              </a:lnSpc>
              <a:spcBef>
                <a:spcPts val="0"/>
              </a:spcBef>
              <a:spcAft>
                <a:spcPts val="0"/>
              </a:spcAft>
              <a:buSzPts val="1200"/>
              <a:buChar char="■"/>
              <a:defRPr/>
            </a:lvl6pPr>
            <a:lvl7pPr marL="3200400" lvl="6" indent="-304800" algn="l">
              <a:lnSpc>
                <a:spcPct val="115000"/>
              </a:lnSpc>
              <a:spcBef>
                <a:spcPts val="0"/>
              </a:spcBef>
              <a:spcAft>
                <a:spcPts val="0"/>
              </a:spcAft>
              <a:buSzPts val="1200"/>
              <a:buChar char="●"/>
              <a:defRPr/>
            </a:lvl7pPr>
            <a:lvl8pPr marL="3657600" lvl="7" indent="-304800" algn="l">
              <a:lnSpc>
                <a:spcPct val="115000"/>
              </a:lnSpc>
              <a:spcBef>
                <a:spcPts val="0"/>
              </a:spcBef>
              <a:spcAft>
                <a:spcPts val="0"/>
              </a:spcAft>
              <a:buSzPts val="1200"/>
              <a:buChar char="○"/>
              <a:defRPr/>
            </a:lvl8pPr>
            <a:lvl9pPr marL="4114800" lvl="8" indent="-304800" algn="l">
              <a:lnSpc>
                <a:spcPct val="115000"/>
              </a:lnSpc>
              <a:spcBef>
                <a:spcPts val="0"/>
              </a:spcBef>
              <a:spcAft>
                <a:spcPts val="0"/>
              </a:spcAft>
              <a:buSzPts val="1200"/>
              <a:buChar char="■"/>
              <a:defRPr/>
            </a:lvl9pPr>
          </a:lstStyle>
          <a:p>
            <a:endParaRPr/>
          </a:p>
        </p:txBody>
      </p:sp>
      <p:pic>
        <p:nvPicPr>
          <p:cNvPr id="81" name="Google Shape;81;p6"/>
          <p:cNvPicPr preferRelativeResize="0"/>
          <p:nvPr/>
        </p:nvPicPr>
        <p:blipFill rotWithShape="1">
          <a:blip r:embed="rId2">
            <a:alphaModFix/>
          </a:blip>
          <a:srcRect t="16280" b="16280"/>
          <a:stretch/>
        </p:blipFill>
        <p:spPr>
          <a:xfrm rot="4544339">
            <a:off x="8028764" y="1444714"/>
            <a:ext cx="693396" cy="256418"/>
          </a:xfrm>
          <a:prstGeom prst="rect">
            <a:avLst/>
          </a:prstGeom>
          <a:noFill/>
          <a:ln>
            <a:noFill/>
          </a:ln>
        </p:spPr>
      </p:pic>
      <p:grpSp>
        <p:nvGrpSpPr>
          <p:cNvPr id="82" name="Google Shape;82;p6"/>
          <p:cNvGrpSpPr/>
          <p:nvPr/>
        </p:nvGrpSpPr>
        <p:grpSpPr>
          <a:xfrm>
            <a:off x="-297000" y="-143925"/>
            <a:ext cx="11089998" cy="4941763"/>
            <a:chOff x="-297000" y="-143925"/>
            <a:chExt cx="11089998" cy="4941763"/>
          </a:xfrm>
        </p:grpSpPr>
        <p:pic>
          <p:nvPicPr>
            <p:cNvPr id="83" name="Google Shape;83;p6"/>
            <p:cNvPicPr preferRelativeResize="0"/>
            <p:nvPr/>
          </p:nvPicPr>
          <p:blipFill rotWithShape="1">
            <a:blip r:embed="rId3">
              <a:alphaModFix/>
            </a:blip>
            <a:srcRect l="30" r="20"/>
            <a:stretch/>
          </p:blipFill>
          <p:spPr>
            <a:xfrm rot="10800000">
              <a:off x="8279175" y="-143925"/>
              <a:ext cx="2513823" cy="2291649"/>
            </a:xfrm>
            <a:prstGeom prst="rect">
              <a:avLst/>
            </a:prstGeom>
            <a:noFill/>
            <a:ln>
              <a:noFill/>
            </a:ln>
          </p:spPr>
        </p:pic>
        <p:pic>
          <p:nvPicPr>
            <p:cNvPr id="84" name="Google Shape;84;p6"/>
            <p:cNvPicPr preferRelativeResize="0"/>
            <p:nvPr/>
          </p:nvPicPr>
          <p:blipFill rotWithShape="1">
            <a:blip r:embed="rId4">
              <a:alphaModFix/>
            </a:blip>
            <a:srcRect l="2015" r="2015"/>
            <a:stretch/>
          </p:blipFill>
          <p:spPr>
            <a:xfrm rot="5400000" flipH="1">
              <a:off x="7581513" y="-361603"/>
              <a:ext cx="1360414" cy="2661084"/>
            </a:xfrm>
            <a:prstGeom prst="rect">
              <a:avLst/>
            </a:prstGeom>
            <a:noFill/>
            <a:ln>
              <a:noFill/>
            </a:ln>
          </p:spPr>
        </p:pic>
        <p:pic>
          <p:nvPicPr>
            <p:cNvPr id="85" name="Google Shape;85;p6"/>
            <p:cNvPicPr preferRelativeResize="0"/>
            <p:nvPr/>
          </p:nvPicPr>
          <p:blipFill rotWithShape="1">
            <a:blip r:embed="rId5">
              <a:alphaModFix/>
            </a:blip>
            <a:srcRect r="13867"/>
            <a:stretch/>
          </p:blipFill>
          <p:spPr>
            <a:xfrm flipH="1">
              <a:off x="-237873" y="4624102"/>
              <a:ext cx="3047598" cy="173736"/>
            </a:xfrm>
            <a:prstGeom prst="rect">
              <a:avLst/>
            </a:prstGeom>
            <a:noFill/>
            <a:ln>
              <a:noFill/>
            </a:ln>
          </p:spPr>
        </p:pic>
        <p:pic>
          <p:nvPicPr>
            <p:cNvPr id="86" name="Google Shape;86;p6"/>
            <p:cNvPicPr preferRelativeResize="0"/>
            <p:nvPr/>
          </p:nvPicPr>
          <p:blipFill rotWithShape="1">
            <a:blip r:embed="rId6">
              <a:alphaModFix/>
            </a:blip>
            <a:srcRect l="31462" r="-1801"/>
            <a:stretch/>
          </p:blipFill>
          <p:spPr>
            <a:xfrm>
              <a:off x="-297000" y="4286200"/>
              <a:ext cx="1675526" cy="173736"/>
            </a:xfrm>
            <a:prstGeom prst="rect">
              <a:avLst/>
            </a:prstGeom>
            <a:noFill/>
            <a:ln>
              <a:noFill/>
            </a:ln>
          </p:spPr>
        </p:pic>
      </p:grpSp>
      <p:grpSp>
        <p:nvGrpSpPr>
          <p:cNvPr id="87" name="Google Shape;87;p6"/>
          <p:cNvGrpSpPr/>
          <p:nvPr/>
        </p:nvGrpSpPr>
        <p:grpSpPr>
          <a:xfrm>
            <a:off x="3814000" y="535000"/>
            <a:ext cx="2390675" cy="4173700"/>
            <a:chOff x="3814000" y="484900"/>
            <a:chExt cx="2390675" cy="4173700"/>
          </a:xfrm>
        </p:grpSpPr>
        <p:sp>
          <p:nvSpPr>
            <p:cNvPr id="88" name="Google Shape;88;p6"/>
            <p:cNvSpPr/>
            <p:nvPr/>
          </p:nvSpPr>
          <p:spPr>
            <a:xfrm rot="-5400000" flipH="1">
              <a:off x="6048975" y="429400"/>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89" name="Google Shape;89;p6"/>
            <p:cNvGrpSpPr/>
            <p:nvPr/>
          </p:nvGrpSpPr>
          <p:grpSpPr>
            <a:xfrm rot="10800000">
              <a:off x="3814000" y="4558400"/>
              <a:ext cx="574250" cy="100200"/>
              <a:chOff x="1297450" y="4159200"/>
              <a:chExt cx="574250" cy="100200"/>
            </a:xfrm>
          </p:grpSpPr>
          <p:sp>
            <p:nvSpPr>
              <p:cNvPr id="90" name="Google Shape;90;p6"/>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91" name="Google Shape;91;p6"/>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sp>
        <p:nvSpPr>
          <p:cNvPr id="92" name="Google Shape;92;p6"/>
          <p:cNvSpPr>
            <a:spLocks noGrp="1"/>
          </p:cNvSpPr>
          <p:nvPr>
            <p:ph type="pic" idx="2"/>
          </p:nvPr>
        </p:nvSpPr>
        <p:spPr>
          <a:xfrm>
            <a:off x="4676300" y="1093275"/>
            <a:ext cx="3346500" cy="3007200"/>
          </a:xfrm>
          <a:prstGeom prst="roundRect">
            <a:avLst>
              <a:gd name="adj" fmla="val 16667"/>
            </a:avLst>
          </a:prstGeom>
          <a:noFill/>
          <a:ln>
            <a:noFill/>
          </a:ln>
        </p:spPr>
        <p:txBody>
          <a:bodyPr/>
          <a:lstStyle/>
          <a:p>
            <a:endParaRPr 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93"/>
        <p:cNvGrpSpPr/>
        <p:nvPr/>
      </p:nvGrpSpPr>
      <p:grpSpPr>
        <a:xfrm>
          <a:off x="0" y="0"/>
          <a:ext cx="0" cy="0"/>
          <a:chOff x="0" y="0"/>
          <a:chExt cx="0" cy="0"/>
        </a:xfrm>
      </p:grpSpPr>
      <p:sp>
        <p:nvSpPr>
          <p:cNvPr id="94" name="Google Shape;94;p7"/>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2pPr>
            <a:lvl3pPr lvl="2"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3pPr>
            <a:lvl4pPr lvl="3"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4pPr>
            <a:lvl5pPr lvl="4"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5pPr>
            <a:lvl6pPr lvl="5"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6pPr>
            <a:lvl7pPr lvl="6"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7pPr>
            <a:lvl8pPr lvl="7"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8pPr>
            <a:lvl9pPr lvl="8"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9pPr>
          </a:lstStyle>
          <a:p>
            <a:endParaRPr/>
          </a:p>
        </p:txBody>
      </p:sp>
      <p:sp>
        <p:nvSpPr>
          <p:cNvPr id="95" name="Google Shape;95;p7"/>
          <p:cNvSpPr txBox="1">
            <a:spLocks noGrp="1"/>
          </p:cNvSpPr>
          <p:nvPr>
            <p:ph type="subTitle" idx="1"/>
          </p:nvPr>
        </p:nvSpPr>
        <p:spPr>
          <a:xfrm>
            <a:off x="4815881" y="2612826"/>
            <a:ext cx="2567700" cy="1408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96" name="Google Shape;96;p7"/>
          <p:cNvSpPr txBox="1">
            <a:spLocks noGrp="1"/>
          </p:cNvSpPr>
          <p:nvPr>
            <p:ph type="subTitle" idx="2"/>
          </p:nvPr>
        </p:nvSpPr>
        <p:spPr>
          <a:xfrm>
            <a:off x="1760406" y="2612825"/>
            <a:ext cx="2505600" cy="1408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97" name="Google Shape;97;p7"/>
          <p:cNvSpPr txBox="1">
            <a:spLocks noGrp="1"/>
          </p:cNvSpPr>
          <p:nvPr>
            <p:ph type="subTitle" idx="3"/>
          </p:nvPr>
        </p:nvSpPr>
        <p:spPr>
          <a:xfrm>
            <a:off x="1760406" y="2267675"/>
            <a:ext cx="2505600" cy="4233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sp>
        <p:nvSpPr>
          <p:cNvPr id="98" name="Google Shape;98;p7"/>
          <p:cNvSpPr txBox="1">
            <a:spLocks noGrp="1"/>
          </p:cNvSpPr>
          <p:nvPr>
            <p:ph type="subTitle" idx="4"/>
          </p:nvPr>
        </p:nvSpPr>
        <p:spPr>
          <a:xfrm>
            <a:off x="4815881" y="2267683"/>
            <a:ext cx="2567700" cy="4233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grpSp>
        <p:nvGrpSpPr>
          <p:cNvPr id="99" name="Google Shape;99;p7"/>
          <p:cNvGrpSpPr/>
          <p:nvPr/>
        </p:nvGrpSpPr>
        <p:grpSpPr>
          <a:xfrm>
            <a:off x="484925" y="1486875"/>
            <a:ext cx="7943975" cy="3412225"/>
            <a:chOff x="484925" y="1486875"/>
            <a:chExt cx="7943975" cy="3412225"/>
          </a:xfrm>
        </p:grpSpPr>
        <p:sp>
          <p:nvSpPr>
            <p:cNvPr id="100" name="Google Shape;100;p7"/>
            <p:cNvSpPr/>
            <p:nvPr/>
          </p:nvSpPr>
          <p:spPr>
            <a:xfrm flipH="1">
              <a:off x="484925" y="1486875"/>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101" name="Google Shape;101;p7"/>
            <p:cNvGrpSpPr/>
            <p:nvPr/>
          </p:nvGrpSpPr>
          <p:grpSpPr>
            <a:xfrm>
              <a:off x="7854650" y="4798900"/>
              <a:ext cx="574250" cy="100200"/>
              <a:chOff x="1297450" y="4159200"/>
              <a:chExt cx="574250" cy="100200"/>
            </a:xfrm>
          </p:grpSpPr>
          <p:sp>
            <p:nvSpPr>
              <p:cNvPr id="102" name="Google Shape;102;p7"/>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103" name="Google Shape;103;p7"/>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grpSp>
        <p:nvGrpSpPr>
          <p:cNvPr id="104" name="Google Shape;104;p7"/>
          <p:cNvGrpSpPr/>
          <p:nvPr/>
        </p:nvGrpSpPr>
        <p:grpSpPr>
          <a:xfrm>
            <a:off x="-590962" y="-41696"/>
            <a:ext cx="10285163" cy="6584477"/>
            <a:chOff x="-590962" y="-41696"/>
            <a:chExt cx="10285163" cy="6584477"/>
          </a:xfrm>
        </p:grpSpPr>
        <p:pic>
          <p:nvPicPr>
            <p:cNvPr id="105" name="Google Shape;105;p7"/>
            <p:cNvPicPr preferRelativeResize="0"/>
            <p:nvPr/>
          </p:nvPicPr>
          <p:blipFill rotWithShape="1">
            <a:blip r:embed="rId2">
              <a:alphaModFix/>
            </a:blip>
            <a:srcRect l="5276" b="-10"/>
            <a:stretch/>
          </p:blipFill>
          <p:spPr>
            <a:xfrm>
              <a:off x="-13975" y="361275"/>
              <a:ext cx="1774377" cy="173736"/>
            </a:xfrm>
            <a:prstGeom prst="rect">
              <a:avLst/>
            </a:prstGeom>
            <a:noFill/>
            <a:ln>
              <a:noFill/>
            </a:ln>
          </p:spPr>
        </p:pic>
        <p:pic>
          <p:nvPicPr>
            <p:cNvPr id="106" name="Google Shape;106;p7"/>
            <p:cNvPicPr preferRelativeResize="0"/>
            <p:nvPr/>
          </p:nvPicPr>
          <p:blipFill rotWithShape="1">
            <a:blip r:embed="rId3">
              <a:alphaModFix/>
            </a:blip>
            <a:srcRect/>
            <a:stretch/>
          </p:blipFill>
          <p:spPr>
            <a:xfrm rot="-5400000">
              <a:off x="8482089" y="-522288"/>
              <a:ext cx="731520" cy="1692704"/>
            </a:xfrm>
            <a:prstGeom prst="rect">
              <a:avLst/>
            </a:prstGeom>
            <a:noFill/>
            <a:ln>
              <a:noFill/>
            </a:ln>
          </p:spPr>
        </p:pic>
        <p:pic>
          <p:nvPicPr>
            <p:cNvPr id="107" name="Google Shape;107;p7"/>
            <p:cNvPicPr preferRelativeResize="0"/>
            <p:nvPr/>
          </p:nvPicPr>
          <p:blipFill rotWithShape="1">
            <a:blip r:embed="rId4">
              <a:alphaModFix/>
            </a:blip>
            <a:srcRect l="2015" r="2015"/>
            <a:stretch/>
          </p:blipFill>
          <p:spPr>
            <a:xfrm flipH="1">
              <a:off x="-590962" y="3881697"/>
              <a:ext cx="1360414" cy="2661084"/>
            </a:xfrm>
            <a:prstGeom prst="rect">
              <a:avLst/>
            </a:prstGeom>
            <a:noFill/>
            <a:ln>
              <a:noFill/>
            </a:ln>
          </p:spPr>
        </p:pic>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and three columns 1">
  <p:cSld name="CUSTOM_6">
    <p:spTree>
      <p:nvGrpSpPr>
        <p:cNvPr id="1" name="Shape 108"/>
        <p:cNvGrpSpPr/>
        <p:nvPr/>
      </p:nvGrpSpPr>
      <p:grpSpPr>
        <a:xfrm>
          <a:off x="0" y="0"/>
          <a:ext cx="0" cy="0"/>
          <a:chOff x="0" y="0"/>
          <a:chExt cx="0" cy="0"/>
        </a:xfrm>
      </p:grpSpPr>
      <p:sp>
        <p:nvSpPr>
          <p:cNvPr id="109" name="Google Shape;109;p8"/>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2pPr>
            <a:lvl3pPr lvl="2"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3pPr>
            <a:lvl4pPr lvl="3"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4pPr>
            <a:lvl5pPr lvl="4"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5pPr>
            <a:lvl6pPr lvl="5"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6pPr>
            <a:lvl7pPr lvl="6"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7pPr>
            <a:lvl8pPr lvl="7"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8pPr>
            <a:lvl9pPr lvl="8"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9pPr>
          </a:lstStyle>
          <a:p>
            <a:endParaRPr/>
          </a:p>
        </p:txBody>
      </p:sp>
      <p:sp>
        <p:nvSpPr>
          <p:cNvPr id="110" name="Google Shape;110;p8"/>
          <p:cNvSpPr txBox="1">
            <a:spLocks noGrp="1"/>
          </p:cNvSpPr>
          <p:nvPr>
            <p:ph type="subTitle" idx="1"/>
          </p:nvPr>
        </p:nvSpPr>
        <p:spPr>
          <a:xfrm>
            <a:off x="977338" y="2685206"/>
            <a:ext cx="2332200" cy="1570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111" name="Google Shape;111;p8"/>
          <p:cNvSpPr txBox="1">
            <a:spLocks noGrp="1"/>
          </p:cNvSpPr>
          <p:nvPr>
            <p:ph type="subTitle" idx="2"/>
          </p:nvPr>
        </p:nvSpPr>
        <p:spPr>
          <a:xfrm>
            <a:off x="3406650" y="2685203"/>
            <a:ext cx="2331000" cy="1570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112" name="Google Shape;112;p8"/>
          <p:cNvSpPr txBox="1">
            <a:spLocks noGrp="1"/>
          </p:cNvSpPr>
          <p:nvPr>
            <p:ph type="subTitle" idx="3"/>
          </p:nvPr>
        </p:nvSpPr>
        <p:spPr>
          <a:xfrm>
            <a:off x="5835062" y="2685203"/>
            <a:ext cx="2331000" cy="1570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113" name="Google Shape;113;p8"/>
          <p:cNvSpPr txBox="1">
            <a:spLocks noGrp="1"/>
          </p:cNvSpPr>
          <p:nvPr>
            <p:ph type="subTitle" idx="4"/>
          </p:nvPr>
        </p:nvSpPr>
        <p:spPr>
          <a:xfrm>
            <a:off x="977338" y="2163608"/>
            <a:ext cx="2332200" cy="5277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sp>
        <p:nvSpPr>
          <p:cNvPr id="114" name="Google Shape;114;p8"/>
          <p:cNvSpPr txBox="1">
            <a:spLocks noGrp="1"/>
          </p:cNvSpPr>
          <p:nvPr>
            <p:ph type="subTitle" idx="5"/>
          </p:nvPr>
        </p:nvSpPr>
        <p:spPr>
          <a:xfrm>
            <a:off x="3406650" y="2163609"/>
            <a:ext cx="2331000" cy="5277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sp>
        <p:nvSpPr>
          <p:cNvPr id="115" name="Google Shape;115;p8"/>
          <p:cNvSpPr txBox="1">
            <a:spLocks noGrp="1"/>
          </p:cNvSpPr>
          <p:nvPr>
            <p:ph type="subTitle" idx="6"/>
          </p:nvPr>
        </p:nvSpPr>
        <p:spPr>
          <a:xfrm>
            <a:off x="5834462" y="2163608"/>
            <a:ext cx="2332200" cy="5277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grpSp>
        <p:nvGrpSpPr>
          <p:cNvPr id="116" name="Google Shape;116;p8"/>
          <p:cNvGrpSpPr/>
          <p:nvPr/>
        </p:nvGrpSpPr>
        <p:grpSpPr>
          <a:xfrm>
            <a:off x="479300" y="304500"/>
            <a:ext cx="8275925" cy="3951500"/>
            <a:chOff x="479300" y="304500"/>
            <a:chExt cx="8275925" cy="3951500"/>
          </a:xfrm>
        </p:grpSpPr>
        <p:sp>
          <p:nvSpPr>
            <p:cNvPr id="117" name="Google Shape;117;p8"/>
            <p:cNvSpPr/>
            <p:nvPr/>
          </p:nvSpPr>
          <p:spPr>
            <a:xfrm flipH="1">
              <a:off x="8655025" y="4044800"/>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118" name="Google Shape;118;p8"/>
            <p:cNvGrpSpPr/>
            <p:nvPr/>
          </p:nvGrpSpPr>
          <p:grpSpPr>
            <a:xfrm>
              <a:off x="479300" y="304500"/>
              <a:ext cx="574250" cy="100200"/>
              <a:chOff x="1297450" y="4159200"/>
              <a:chExt cx="574250" cy="100200"/>
            </a:xfrm>
          </p:grpSpPr>
          <p:sp>
            <p:nvSpPr>
              <p:cNvPr id="119" name="Google Shape;119;p8"/>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120" name="Google Shape;120;p8"/>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grpSp>
        <p:nvGrpSpPr>
          <p:cNvPr id="121" name="Google Shape;121;p8"/>
          <p:cNvGrpSpPr/>
          <p:nvPr/>
        </p:nvGrpSpPr>
        <p:grpSpPr>
          <a:xfrm>
            <a:off x="-385745" y="-154550"/>
            <a:ext cx="11563723" cy="6385674"/>
            <a:chOff x="-385745" y="-154550"/>
            <a:chExt cx="11563723" cy="6385674"/>
          </a:xfrm>
        </p:grpSpPr>
        <p:pic>
          <p:nvPicPr>
            <p:cNvPr id="122" name="Google Shape;122;p8"/>
            <p:cNvPicPr preferRelativeResize="0"/>
            <p:nvPr/>
          </p:nvPicPr>
          <p:blipFill rotWithShape="1">
            <a:blip r:embed="rId2">
              <a:alphaModFix/>
            </a:blip>
            <a:srcRect/>
            <a:stretch/>
          </p:blipFill>
          <p:spPr>
            <a:xfrm flipH="1">
              <a:off x="-385745" y="3595837"/>
              <a:ext cx="1774377" cy="1714591"/>
            </a:xfrm>
            <a:prstGeom prst="rect">
              <a:avLst/>
            </a:prstGeom>
            <a:noFill/>
            <a:ln>
              <a:noFill/>
            </a:ln>
          </p:spPr>
        </p:pic>
        <p:pic>
          <p:nvPicPr>
            <p:cNvPr id="123" name="Google Shape;123;p8"/>
            <p:cNvPicPr preferRelativeResize="0"/>
            <p:nvPr/>
          </p:nvPicPr>
          <p:blipFill rotWithShape="1">
            <a:blip r:embed="rId3">
              <a:alphaModFix/>
            </a:blip>
            <a:srcRect/>
            <a:stretch/>
          </p:blipFill>
          <p:spPr>
            <a:xfrm>
              <a:off x="7422775" y="-154550"/>
              <a:ext cx="3755203" cy="832450"/>
            </a:xfrm>
            <a:prstGeom prst="rect">
              <a:avLst/>
            </a:prstGeom>
            <a:noFill/>
            <a:ln>
              <a:noFill/>
            </a:ln>
          </p:spPr>
        </p:pic>
        <p:pic>
          <p:nvPicPr>
            <p:cNvPr id="124" name="Google Shape;124;p8"/>
            <p:cNvPicPr preferRelativeResize="0"/>
            <p:nvPr/>
          </p:nvPicPr>
          <p:blipFill rotWithShape="1">
            <a:blip r:embed="rId4">
              <a:alphaModFix/>
            </a:blip>
            <a:srcRect/>
            <a:stretch/>
          </p:blipFill>
          <p:spPr>
            <a:xfrm flipH="1">
              <a:off x="7052175" y="4447625"/>
              <a:ext cx="2233999" cy="1783499"/>
            </a:xfrm>
            <a:prstGeom prst="rect">
              <a:avLst/>
            </a:prstGeom>
            <a:noFill/>
            <a:ln>
              <a:noFill/>
            </a:ln>
          </p:spPr>
        </p:pic>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125"/>
        <p:cNvGrpSpPr/>
        <p:nvPr/>
      </p:nvGrpSpPr>
      <p:grpSpPr>
        <a:xfrm>
          <a:off x="0" y="0"/>
          <a:ext cx="0" cy="0"/>
          <a:chOff x="0" y="0"/>
          <a:chExt cx="0" cy="0"/>
        </a:xfrm>
      </p:grpSpPr>
      <p:sp>
        <p:nvSpPr>
          <p:cNvPr id="126" name="Google Shape;126;p9"/>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2pPr>
            <a:lvl3pPr lvl="2"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3pPr>
            <a:lvl4pPr lvl="3"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4pPr>
            <a:lvl5pPr lvl="4"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5pPr>
            <a:lvl6pPr lvl="5"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6pPr>
            <a:lvl7pPr lvl="6"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7pPr>
            <a:lvl8pPr lvl="7"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8pPr>
            <a:lvl9pPr lvl="8"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9pPr>
          </a:lstStyle>
          <a:p>
            <a:endParaRPr/>
          </a:p>
        </p:txBody>
      </p:sp>
      <p:sp>
        <p:nvSpPr>
          <p:cNvPr id="127" name="Google Shape;127;p9"/>
          <p:cNvSpPr txBox="1">
            <a:spLocks noGrp="1"/>
          </p:cNvSpPr>
          <p:nvPr>
            <p:ph type="subTitle" idx="1"/>
          </p:nvPr>
        </p:nvSpPr>
        <p:spPr>
          <a:xfrm>
            <a:off x="1590483" y="1338395"/>
            <a:ext cx="2967000" cy="5259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Clr>
                <a:schemeClr val="dk1"/>
              </a:buClr>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2pPr>
            <a:lvl3pPr lvl="2"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3pPr>
            <a:lvl4pPr lvl="3"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4pPr>
            <a:lvl5pPr lvl="4"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5pPr>
            <a:lvl6pPr lvl="5"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6pPr>
            <a:lvl7pPr lvl="6"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7pPr>
            <a:lvl8pPr lvl="7"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8pPr>
            <a:lvl9pPr lvl="8"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9pPr>
          </a:lstStyle>
          <a:p>
            <a:endParaRPr/>
          </a:p>
        </p:txBody>
      </p:sp>
      <p:sp>
        <p:nvSpPr>
          <p:cNvPr id="128" name="Google Shape;128;p9"/>
          <p:cNvSpPr txBox="1">
            <a:spLocks noGrp="1"/>
          </p:cNvSpPr>
          <p:nvPr>
            <p:ph type="subTitle" idx="2"/>
          </p:nvPr>
        </p:nvSpPr>
        <p:spPr>
          <a:xfrm>
            <a:off x="1590485" y="1787170"/>
            <a:ext cx="2967000" cy="10278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129" name="Google Shape;129;p9"/>
          <p:cNvSpPr txBox="1">
            <a:spLocks noGrp="1"/>
          </p:cNvSpPr>
          <p:nvPr>
            <p:ph type="subTitle" idx="3"/>
          </p:nvPr>
        </p:nvSpPr>
        <p:spPr>
          <a:xfrm>
            <a:off x="5211410" y="1787170"/>
            <a:ext cx="2967000" cy="10278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130" name="Google Shape;130;p9"/>
          <p:cNvSpPr txBox="1">
            <a:spLocks noGrp="1"/>
          </p:cNvSpPr>
          <p:nvPr>
            <p:ph type="subTitle" idx="4"/>
          </p:nvPr>
        </p:nvSpPr>
        <p:spPr>
          <a:xfrm>
            <a:off x="1590485" y="3351855"/>
            <a:ext cx="2967000" cy="10278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131" name="Google Shape;131;p9"/>
          <p:cNvSpPr txBox="1">
            <a:spLocks noGrp="1"/>
          </p:cNvSpPr>
          <p:nvPr>
            <p:ph type="subTitle" idx="5"/>
          </p:nvPr>
        </p:nvSpPr>
        <p:spPr>
          <a:xfrm>
            <a:off x="5211410" y="3351855"/>
            <a:ext cx="2967000" cy="10278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132" name="Google Shape;132;p9"/>
          <p:cNvSpPr txBox="1">
            <a:spLocks noGrp="1"/>
          </p:cNvSpPr>
          <p:nvPr>
            <p:ph type="subTitle" idx="6"/>
          </p:nvPr>
        </p:nvSpPr>
        <p:spPr>
          <a:xfrm>
            <a:off x="1590483" y="2903080"/>
            <a:ext cx="2967000" cy="5259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Clr>
                <a:schemeClr val="dk1"/>
              </a:buClr>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2pPr>
            <a:lvl3pPr lvl="2"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3pPr>
            <a:lvl4pPr lvl="3"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4pPr>
            <a:lvl5pPr lvl="4"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5pPr>
            <a:lvl6pPr lvl="5"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6pPr>
            <a:lvl7pPr lvl="6"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7pPr>
            <a:lvl8pPr lvl="7"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8pPr>
            <a:lvl9pPr lvl="8"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9pPr>
          </a:lstStyle>
          <a:p>
            <a:endParaRPr/>
          </a:p>
        </p:txBody>
      </p:sp>
      <p:sp>
        <p:nvSpPr>
          <p:cNvPr id="133" name="Google Shape;133;p9"/>
          <p:cNvSpPr txBox="1">
            <a:spLocks noGrp="1"/>
          </p:cNvSpPr>
          <p:nvPr>
            <p:ph type="subTitle" idx="7"/>
          </p:nvPr>
        </p:nvSpPr>
        <p:spPr>
          <a:xfrm>
            <a:off x="5211408" y="1338395"/>
            <a:ext cx="2967000" cy="5259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Clr>
                <a:schemeClr val="dk1"/>
              </a:buClr>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2pPr>
            <a:lvl3pPr lvl="2"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3pPr>
            <a:lvl4pPr lvl="3"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4pPr>
            <a:lvl5pPr lvl="4"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5pPr>
            <a:lvl6pPr lvl="5"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6pPr>
            <a:lvl7pPr lvl="6"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7pPr>
            <a:lvl8pPr lvl="7"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8pPr>
            <a:lvl9pPr lvl="8"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9pPr>
          </a:lstStyle>
          <a:p>
            <a:endParaRPr/>
          </a:p>
        </p:txBody>
      </p:sp>
      <p:sp>
        <p:nvSpPr>
          <p:cNvPr id="134" name="Google Shape;134;p9"/>
          <p:cNvSpPr txBox="1">
            <a:spLocks noGrp="1"/>
          </p:cNvSpPr>
          <p:nvPr>
            <p:ph type="subTitle" idx="8"/>
          </p:nvPr>
        </p:nvSpPr>
        <p:spPr>
          <a:xfrm>
            <a:off x="5211408" y="2903080"/>
            <a:ext cx="2967000" cy="5259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Clr>
                <a:schemeClr val="dk1"/>
              </a:buClr>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2pPr>
            <a:lvl3pPr lvl="2"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3pPr>
            <a:lvl4pPr lvl="3"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4pPr>
            <a:lvl5pPr lvl="4"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5pPr>
            <a:lvl6pPr lvl="5"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6pPr>
            <a:lvl7pPr lvl="6"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7pPr>
            <a:lvl8pPr lvl="7"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8pPr>
            <a:lvl9pPr lvl="8" algn="ctr">
              <a:lnSpc>
                <a:spcPct val="100000"/>
              </a:lnSpc>
              <a:spcBef>
                <a:spcPts val="0"/>
              </a:spcBef>
              <a:spcAft>
                <a:spcPts val="0"/>
              </a:spcAft>
              <a:buClr>
                <a:schemeClr val="dk1"/>
              </a:buClr>
              <a:buSzPts val="2400"/>
              <a:buFont typeface="DM Sans Black"/>
              <a:buNone/>
              <a:defRPr sz="2400">
                <a:solidFill>
                  <a:schemeClr val="dk1"/>
                </a:solidFill>
                <a:latin typeface="DM Sans Black"/>
                <a:ea typeface="DM Sans Black"/>
                <a:cs typeface="DM Sans Black"/>
                <a:sym typeface="DM Sans Black"/>
              </a:defRPr>
            </a:lvl9pPr>
          </a:lstStyle>
          <a:p>
            <a:endParaRPr/>
          </a:p>
        </p:txBody>
      </p:sp>
      <p:grpSp>
        <p:nvGrpSpPr>
          <p:cNvPr id="135" name="Google Shape;135;p9"/>
          <p:cNvGrpSpPr/>
          <p:nvPr/>
        </p:nvGrpSpPr>
        <p:grpSpPr>
          <a:xfrm>
            <a:off x="391350" y="268500"/>
            <a:ext cx="7420475" cy="4642750"/>
            <a:chOff x="391350" y="268500"/>
            <a:chExt cx="7420475" cy="4642750"/>
          </a:xfrm>
        </p:grpSpPr>
        <p:sp>
          <p:nvSpPr>
            <p:cNvPr id="136" name="Google Shape;136;p9"/>
            <p:cNvSpPr/>
            <p:nvPr/>
          </p:nvSpPr>
          <p:spPr>
            <a:xfrm rot="-5400000" flipH="1">
              <a:off x="7656125" y="213000"/>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137" name="Google Shape;137;p9"/>
            <p:cNvGrpSpPr/>
            <p:nvPr/>
          </p:nvGrpSpPr>
          <p:grpSpPr>
            <a:xfrm>
              <a:off x="391350" y="4811050"/>
              <a:ext cx="574250" cy="100200"/>
              <a:chOff x="1297450" y="4159200"/>
              <a:chExt cx="574250" cy="100200"/>
            </a:xfrm>
          </p:grpSpPr>
          <p:sp>
            <p:nvSpPr>
              <p:cNvPr id="138" name="Google Shape;138;p9"/>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139" name="Google Shape;139;p9"/>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grpSp>
        <p:nvGrpSpPr>
          <p:cNvPr id="140" name="Google Shape;140;p9"/>
          <p:cNvGrpSpPr/>
          <p:nvPr/>
        </p:nvGrpSpPr>
        <p:grpSpPr>
          <a:xfrm>
            <a:off x="-703972" y="-914962"/>
            <a:ext cx="10229034" cy="6256279"/>
            <a:chOff x="-703972" y="-914962"/>
            <a:chExt cx="10229034" cy="6256279"/>
          </a:xfrm>
        </p:grpSpPr>
        <p:pic>
          <p:nvPicPr>
            <p:cNvPr id="141" name="Google Shape;141;p9"/>
            <p:cNvPicPr preferRelativeResize="0"/>
            <p:nvPr/>
          </p:nvPicPr>
          <p:blipFill rotWithShape="1">
            <a:blip r:embed="rId2">
              <a:alphaModFix/>
            </a:blip>
            <a:srcRect/>
            <a:stretch/>
          </p:blipFill>
          <p:spPr>
            <a:xfrm rot="-5400000">
              <a:off x="8090600" y="-648725"/>
              <a:ext cx="1700699" cy="1168224"/>
            </a:xfrm>
            <a:prstGeom prst="rect">
              <a:avLst/>
            </a:prstGeom>
            <a:noFill/>
            <a:ln>
              <a:noFill/>
            </a:ln>
          </p:spPr>
        </p:pic>
        <p:pic>
          <p:nvPicPr>
            <p:cNvPr id="142" name="Google Shape;142;p9"/>
            <p:cNvPicPr preferRelativeResize="0"/>
            <p:nvPr/>
          </p:nvPicPr>
          <p:blipFill rotWithShape="1">
            <a:blip r:embed="rId3">
              <a:alphaModFix/>
            </a:blip>
            <a:srcRect/>
            <a:stretch/>
          </p:blipFill>
          <p:spPr>
            <a:xfrm>
              <a:off x="8356839" y="3648612"/>
              <a:ext cx="731520" cy="1692704"/>
            </a:xfrm>
            <a:prstGeom prst="rect">
              <a:avLst/>
            </a:prstGeom>
            <a:noFill/>
            <a:ln>
              <a:noFill/>
            </a:ln>
          </p:spPr>
        </p:pic>
        <p:pic>
          <p:nvPicPr>
            <p:cNvPr id="143" name="Google Shape;143;p9"/>
            <p:cNvPicPr preferRelativeResize="0"/>
            <p:nvPr/>
          </p:nvPicPr>
          <p:blipFill rotWithShape="1">
            <a:blip r:embed="rId4">
              <a:alphaModFix/>
            </a:blip>
            <a:srcRect l="2015" r="2015"/>
            <a:stretch/>
          </p:blipFill>
          <p:spPr>
            <a:xfrm rot="5400000" flipH="1">
              <a:off x="-53637" y="-1345715"/>
              <a:ext cx="1360414" cy="2661084"/>
            </a:xfrm>
            <a:prstGeom prst="rect">
              <a:avLst/>
            </a:prstGeom>
            <a:noFill/>
            <a:ln>
              <a:noFill/>
            </a:ln>
          </p:spPr>
        </p:pic>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44"/>
        <p:cNvGrpSpPr/>
        <p:nvPr/>
      </p:nvGrpSpPr>
      <p:grpSpPr>
        <a:xfrm>
          <a:off x="0" y="0"/>
          <a:ext cx="0" cy="0"/>
          <a:chOff x="0" y="0"/>
          <a:chExt cx="0" cy="0"/>
        </a:xfrm>
      </p:grpSpPr>
      <p:sp>
        <p:nvSpPr>
          <p:cNvPr id="145" name="Google Shape;145;p10"/>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2pPr>
            <a:lvl3pPr lvl="2"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3pPr>
            <a:lvl4pPr lvl="3"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4pPr>
            <a:lvl5pPr lvl="4"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5pPr>
            <a:lvl6pPr lvl="5"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6pPr>
            <a:lvl7pPr lvl="6"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7pPr>
            <a:lvl8pPr lvl="7"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8pPr>
            <a:lvl9pPr lvl="8" algn="l">
              <a:lnSpc>
                <a:spcPct val="100000"/>
              </a:lnSpc>
              <a:spcBef>
                <a:spcPts val="0"/>
              </a:spcBef>
              <a:spcAft>
                <a:spcPts val="0"/>
              </a:spcAft>
              <a:buSzPts val="3500"/>
              <a:buFont typeface="DM Sans Black"/>
              <a:buNone/>
              <a:defRPr>
                <a:latin typeface="DM Sans Black"/>
                <a:ea typeface="DM Sans Black"/>
                <a:cs typeface="DM Sans Black"/>
                <a:sym typeface="DM Sans Black"/>
              </a:defRPr>
            </a:lvl9pPr>
          </a:lstStyle>
          <a:p>
            <a:endParaRPr/>
          </a:p>
        </p:txBody>
      </p:sp>
      <p:sp>
        <p:nvSpPr>
          <p:cNvPr id="146" name="Google Shape;146;p10"/>
          <p:cNvSpPr txBox="1">
            <a:spLocks noGrp="1"/>
          </p:cNvSpPr>
          <p:nvPr>
            <p:ph type="subTitle" idx="1"/>
          </p:nvPr>
        </p:nvSpPr>
        <p:spPr>
          <a:xfrm>
            <a:off x="1172875" y="1668951"/>
            <a:ext cx="2111100" cy="1029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147" name="Google Shape;147;p10"/>
          <p:cNvSpPr txBox="1">
            <a:spLocks noGrp="1"/>
          </p:cNvSpPr>
          <p:nvPr>
            <p:ph type="subTitle" idx="2"/>
          </p:nvPr>
        </p:nvSpPr>
        <p:spPr>
          <a:xfrm>
            <a:off x="3515706" y="1668951"/>
            <a:ext cx="2111100" cy="1029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148" name="Google Shape;148;p10"/>
          <p:cNvSpPr txBox="1">
            <a:spLocks noGrp="1"/>
          </p:cNvSpPr>
          <p:nvPr>
            <p:ph type="subTitle" idx="3"/>
          </p:nvPr>
        </p:nvSpPr>
        <p:spPr>
          <a:xfrm>
            <a:off x="1171254" y="3259800"/>
            <a:ext cx="2112600" cy="1029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149" name="Google Shape;149;p10"/>
          <p:cNvSpPr txBox="1">
            <a:spLocks noGrp="1"/>
          </p:cNvSpPr>
          <p:nvPr>
            <p:ph type="subTitle" idx="4"/>
          </p:nvPr>
        </p:nvSpPr>
        <p:spPr>
          <a:xfrm>
            <a:off x="3514085" y="3259800"/>
            <a:ext cx="2112600" cy="1029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150" name="Google Shape;150;p10"/>
          <p:cNvSpPr txBox="1">
            <a:spLocks noGrp="1"/>
          </p:cNvSpPr>
          <p:nvPr>
            <p:ph type="subTitle" idx="5"/>
          </p:nvPr>
        </p:nvSpPr>
        <p:spPr>
          <a:xfrm>
            <a:off x="5860138" y="1668951"/>
            <a:ext cx="2111100" cy="1029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151" name="Google Shape;151;p10"/>
          <p:cNvSpPr txBox="1">
            <a:spLocks noGrp="1"/>
          </p:cNvSpPr>
          <p:nvPr>
            <p:ph type="subTitle" idx="6"/>
          </p:nvPr>
        </p:nvSpPr>
        <p:spPr>
          <a:xfrm>
            <a:off x="5858517" y="3259800"/>
            <a:ext cx="2111100" cy="1029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152" name="Google Shape;152;p10"/>
          <p:cNvSpPr txBox="1">
            <a:spLocks noGrp="1"/>
          </p:cNvSpPr>
          <p:nvPr>
            <p:ph type="subTitle" idx="7"/>
          </p:nvPr>
        </p:nvSpPr>
        <p:spPr>
          <a:xfrm>
            <a:off x="1172875" y="1359925"/>
            <a:ext cx="2112600" cy="3771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sp>
        <p:nvSpPr>
          <p:cNvPr id="153" name="Google Shape;153;p10"/>
          <p:cNvSpPr txBox="1">
            <a:spLocks noGrp="1"/>
          </p:cNvSpPr>
          <p:nvPr>
            <p:ph type="subTitle" idx="8"/>
          </p:nvPr>
        </p:nvSpPr>
        <p:spPr>
          <a:xfrm>
            <a:off x="3515710" y="1359925"/>
            <a:ext cx="2112600" cy="3771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sp>
        <p:nvSpPr>
          <p:cNvPr id="154" name="Google Shape;154;p10"/>
          <p:cNvSpPr txBox="1">
            <a:spLocks noGrp="1"/>
          </p:cNvSpPr>
          <p:nvPr>
            <p:ph type="subTitle" idx="9"/>
          </p:nvPr>
        </p:nvSpPr>
        <p:spPr>
          <a:xfrm>
            <a:off x="5860146" y="1359925"/>
            <a:ext cx="2112600" cy="3771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sp>
        <p:nvSpPr>
          <p:cNvPr id="155" name="Google Shape;155;p10"/>
          <p:cNvSpPr txBox="1">
            <a:spLocks noGrp="1"/>
          </p:cNvSpPr>
          <p:nvPr>
            <p:ph type="subTitle" idx="13"/>
          </p:nvPr>
        </p:nvSpPr>
        <p:spPr>
          <a:xfrm>
            <a:off x="1171254" y="2947553"/>
            <a:ext cx="2112600" cy="3771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sp>
        <p:nvSpPr>
          <p:cNvPr id="156" name="Google Shape;156;p10"/>
          <p:cNvSpPr txBox="1">
            <a:spLocks noGrp="1"/>
          </p:cNvSpPr>
          <p:nvPr>
            <p:ph type="subTitle" idx="14"/>
          </p:nvPr>
        </p:nvSpPr>
        <p:spPr>
          <a:xfrm>
            <a:off x="3514089" y="2947553"/>
            <a:ext cx="2112600" cy="3771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sp>
        <p:nvSpPr>
          <p:cNvPr id="157" name="Google Shape;157;p10"/>
          <p:cNvSpPr txBox="1">
            <a:spLocks noGrp="1"/>
          </p:cNvSpPr>
          <p:nvPr>
            <p:ph type="subTitle" idx="15"/>
          </p:nvPr>
        </p:nvSpPr>
        <p:spPr>
          <a:xfrm>
            <a:off x="5858525" y="2947553"/>
            <a:ext cx="2112600" cy="3771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DM Sans Black"/>
              <a:buNone/>
              <a:defRPr sz="1800">
                <a:solidFill>
                  <a:schemeClr val="dk1"/>
                </a:solidFill>
                <a:latin typeface="DM Sans Black"/>
                <a:ea typeface="DM Sans Black"/>
                <a:cs typeface="DM Sans Black"/>
                <a:sym typeface="DM Sans Black"/>
              </a:defRPr>
            </a:lvl1pPr>
            <a:lvl2pPr lvl="1"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2pPr>
            <a:lvl3pPr lvl="2"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3pPr>
            <a:lvl4pPr lvl="3"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4pPr>
            <a:lvl5pPr lvl="4"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5pPr>
            <a:lvl6pPr lvl="5"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6pPr>
            <a:lvl7pPr lvl="6"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7pPr>
            <a:lvl8pPr lvl="7"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8pPr>
            <a:lvl9pPr lvl="8" algn="ctr">
              <a:lnSpc>
                <a:spcPct val="100000"/>
              </a:lnSpc>
              <a:spcBef>
                <a:spcPts val="0"/>
              </a:spcBef>
              <a:spcAft>
                <a:spcPts val="0"/>
              </a:spcAft>
              <a:buSzPts val="2400"/>
              <a:buFont typeface="DM Sans Black"/>
              <a:buNone/>
              <a:defRPr sz="2400">
                <a:latin typeface="DM Sans Black"/>
                <a:ea typeface="DM Sans Black"/>
                <a:cs typeface="DM Sans Black"/>
                <a:sym typeface="DM Sans Black"/>
              </a:defRPr>
            </a:lvl9pPr>
          </a:lstStyle>
          <a:p>
            <a:endParaRPr/>
          </a:p>
        </p:txBody>
      </p:sp>
      <p:grpSp>
        <p:nvGrpSpPr>
          <p:cNvPr id="158" name="Google Shape;158;p10"/>
          <p:cNvGrpSpPr/>
          <p:nvPr/>
        </p:nvGrpSpPr>
        <p:grpSpPr>
          <a:xfrm>
            <a:off x="720000" y="445025"/>
            <a:ext cx="7951275" cy="3688075"/>
            <a:chOff x="720000" y="445025"/>
            <a:chExt cx="7951275" cy="3688075"/>
          </a:xfrm>
        </p:grpSpPr>
        <p:sp>
          <p:nvSpPr>
            <p:cNvPr id="159" name="Google Shape;159;p10"/>
            <p:cNvSpPr/>
            <p:nvPr/>
          </p:nvSpPr>
          <p:spPr>
            <a:xfrm flipH="1">
              <a:off x="8571075" y="3921900"/>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160" name="Google Shape;160;p10"/>
            <p:cNvGrpSpPr/>
            <p:nvPr/>
          </p:nvGrpSpPr>
          <p:grpSpPr>
            <a:xfrm>
              <a:off x="720000" y="445025"/>
              <a:ext cx="574250" cy="100200"/>
              <a:chOff x="1297450" y="4159200"/>
              <a:chExt cx="574250" cy="100200"/>
            </a:xfrm>
          </p:grpSpPr>
          <p:sp>
            <p:nvSpPr>
              <p:cNvPr id="161" name="Google Shape;161;p10"/>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162" name="Google Shape;162;p10"/>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grpSp>
        <p:nvGrpSpPr>
          <p:cNvPr id="163" name="Google Shape;163;p10"/>
          <p:cNvGrpSpPr/>
          <p:nvPr/>
        </p:nvGrpSpPr>
        <p:grpSpPr>
          <a:xfrm>
            <a:off x="-1740625" y="-914750"/>
            <a:ext cx="12584953" cy="6330040"/>
            <a:chOff x="-1740625" y="-914750"/>
            <a:chExt cx="12584953" cy="6330040"/>
          </a:xfrm>
        </p:grpSpPr>
        <p:pic>
          <p:nvPicPr>
            <p:cNvPr id="164" name="Google Shape;164;p10"/>
            <p:cNvPicPr preferRelativeResize="0"/>
            <p:nvPr/>
          </p:nvPicPr>
          <p:blipFill rotWithShape="1">
            <a:blip r:embed="rId2">
              <a:alphaModFix/>
            </a:blip>
            <a:srcRect/>
            <a:stretch/>
          </p:blipFill>
          <p:spPr>
            <a:xfrm rot="10800000">
              <a:off x="7053175" y="-914750"/>
              <a:ext cx="2233999" cy="1783499"/>
            </a:xfrm>
            <a:prstGeom prst="rect">
              <a:avLst/>
            </a:prstGeom>
            <a:noFill/>
            <a:ln>
              <a:noFill/>
            </a:ln>
          </p:spPr>
        </p:pic>
        <p:pic>
          <p:nvPicPr>
            <p:cNvPr id="165" name="Google Shape;165;p10"/>
            <p:cNvPicPr preferRelativeResize="0"/>
            <p:nvPr/>
          </p:nvPicPr>
          <p:blipFill rotWithShape="1">
            <a:blip r:embed="rId3">
              <a:alphaModFix/>
            </a:blip>
            <a:srcRect/>
            <a:stretch/>
          </p:blipFill>
          <p:spPr>
            <a:xfrm>
              <a:off x="-1740625" y="2508738"/>
              <a:ext cx="2536124" cy="2906552"/>
            </a:xfrm>
            <a:prstGeom prst="rect">
              <a:avLst/>
            </a:prstGeom>
            <a:noFill/>
            <a:ln>
              <a:noFill/>
            </a:ln>
          </p:spPr>
        </p:pic>
        <p:pic>
          <p:nvPicPr>
            <p:cNvPr id="166" name="Google Shape;166;p10"/>
            <p:cNvPicPr preferRelativeResize="0"/>
            <p:nvPr/>
          </p:nvPicPr>
          <p:blipFill rotWithShape="1">
            <a:blip r:embed="rId4">
              <a:alphaModFix/>
            </a:blip>
            <a:srcRect/>
            <a:stretch/>
          </p:blipFill>
          <p:spPr>
            <a:xfrm rot="10800000" flipH="1">
              <a:off x="7089125" y="4542525"/>
              <a:ext cx="3755203" cy="832450"/>
            </a:xfrm>
            <a:prstGeom prst="rect">
              <a:avLst/>
            </a:prstGeom>
            <a:noFill/>
            <a:ln>
              <a:noFill/>
            </a:ln>
          </p:spPr>
        </p:pic>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167"/>
        <p:cNvGrpSpPr/>
        <p:nvPr/>
      </p:nvGrpSpPr>
      <p:grpSpPr>
        <a:xfrm>
          <a:off x="0" y="0"/>
          <a:ext cx="0" cy="0"/>
          <a:chOff x="0" y="0"/>
          <a:chExt cx="0" cy="0"/>
        </a:xfrm>
      </p:grpSpPr>
      <p:grpSp>
        <p:nvGrpSpPr>
          <p:cNvPr id="168" name="Google Shape;168;p11"/>
          <p:cNvGrpSpPr/>
          <p:nvPr/>
        </p:nvGrpSpPr>
        <p:grpSpPr>
          <a:xfrm>
            <a:off x="-1187601" y="-804794"/>
            <a:ext cx="10428500" cy="5636483"/>
            <a:chOff x="-1187601" y="-804794"/>
            <a:chExt cx="10428500" cy="5636483"/>
          </a:xfrm>
        </p:grpSpPr>
        <p:pic>
          <p:nvPicPr>
            <p:cNvPr id="169" name="Google Shape;169;p11"/>
            <p:cNvPicPr preferRelativeResize="0"/>
            <p:nvPr/>
          </p:nvPicPr>
          <p:blipFill rotWithShape="1">
            <a:blip r:embed="rId2">
              <a:alphaModFix/>
            </a:blip>
            <a:srcRect t="2208" b="2208"/>
            <a:stretch/>
          </p:blipFill>
          <p:spPr>
            <a:xfrm rot="10800000" flipH="1">
              <a:off x="-1187601" y="4657953"/>
              <a:ext cx="3047603" cy="173736"/>
            </a:xfrm>
            <a:prstGeom prst="rect">
              <a:avLst/>
            </a:prstGeom>
            <a:noFill/>
            <a:ln>
              <a:noFill/>
            </a:ln>
          </p:spPr>
        </p:pic>
        <p:pic>
          <p:nvPicPr>
            <p:cNvPr id="170" name="Google Shape;170;p11"/>
            <p:cNvPicPr preferRelativeResize="0"/>
            <p:nvPr/>
          </p:nvPicPr>
          <p:blipFill rotWithShape="1">
            <a:blip r:embed="rId3">
              <a:alphaModFix/>
            </a:blip>
            <a:srcRect l="2015" r="2015"/>
            <a:stretch/>
          </p:blipFill>
          <p:spPr>
            <a:xfrm rot="10800000">
              <a:off x="-398600" y="-804794"/>
              <a:ext cx="1304626" cy="2551967"/>
            </a:xfrm>
            <a:prstGeom prst="rect">
              <a:avLst/>
            </a:prstGeom>
            <a:noFill/>
            <a:ln>
              <a:noFill/>
            </a:ln>
          </p:spPr>
        </p:pic>
        <p:pic>
          <p:nvPicPr>
            <p:cNvPr id="171" name="Google Shape;171;p11"/>
            <p:cNvPicPr preferRelativeResize="0"/>
            <p:nvPr/>
          </p:nvPicPr>
          <p:blipFill rotWithShape="1">
            <a:blip r:embed="rId4">
              <a:alphaModFix/>
            </a:blip>
            <a:srcRect/>
            <a:stretch/>
          </p:blipFill>
          <p:spPr>
            <a:xfrm rot="-5400000">
              <a:off x="7189985" y="308727"/>
              <a:ext cx="2409103" cy="1692724"/>
            </a:xfrm>
            <a:prstGeom prst="rect">
              <a:avLst/>
            </a:prstGeom>
            <a:noFill/>
            <a:ln>
              <a:noFill/>
            </a:ln>
          </p:spPr>
        </p:pic>
      </p:grpSp>
      <p:sp>
        <p:nvSpPr>
          <p:cNvPr id="172" name="Google Shape;172;p11"/>
          <p:cNvSpPr txBox="1">
            <a:spLocks noGrp="1"/>
          </p:cNvSpPr>
          <p:nvPr>
            <p:ph type="title"/>
          </p:nvPr>
        </p:nvSpPr>
        <p:spPr>
          <a:xfrm>
            <a:off x="1245780" y="2734025"/>
            <a:ext cx="3078600" cy="910800"/>
          </a:xfrm>
          <a:prstGeom prst="rect">
            <a:avLst/>
          </a:prstGeom>
          <a:solidFill>
            <a:schemeClr val="accent2"/>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6000"/>
              <a:buNone/>
              <a:defRPr sz="4300"/>
            </a:lvl1pPr>
            <a:lvl2pPr lvl="1"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2pPr>
            <a:lvl3pPr lvl="2"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3pPr>
            <a:lvl4pPr lvl="3"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4pPr>
            <a:lvl5pPr lvl="4"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5pPr>
            <a:lvl6pPr lvl="5"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6pPr>
            <a:lvl7pPr lvl="6"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7pPr>
            <a:lvl8pPr lvl="7"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8pPr>
            <a:lvl9pPr lvl="8"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9pPr>
          </a:lstStyle>
          <a:p>
            <a:endParaRPr/>
          </a:p>
        </p:txBody>
      </p:sp>
      <p:sp>
        <p:nvSpPr>
          <p:cNvPr id="173" name="Google Shape;173;p11"/>
          <p:cNvSpPr txBox="1">
            <a:spLocks noGrp="1"/>
          </p:cNvSpPr>
          <p:nvPr>
            <p:ph type="subTitle" idx="1"/>
          </p:nvPr>
        </p:nvSpPr>
        <p:spPr>
          <a:xfrm>
            <a:off x="1245780" y="3711050"/>
            <a:ext cx="3078600" cy="3882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dk1"/>
              </a:buClr>
              <a:buSzPts val="1200"/>
              <a:buNone/>
              <a:defRPr sz="14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None/>
              <a:defRPr>
                <a:solidFill>
                  <a:schemeClr val="dk1"/>
                </a:solidFill>
              </a:defRPr>
            </a:lvl4pPr>
            <a:lvl5pPr lvl="4" algn="ctr">
              <a:lnSpc>
                <a:spcPct val="100000"/>
              </a:lnSpc>
              <a:spcBef>
                <a:spcPts val="0"/>
              </a:spcBef>
              <a:spcAft>
                <a:spcPts val="0"/>
              </a:spcAft>
              <a:buClr>
                <a:schemeClr val="dk1"/>
              </a:buClr>
              <a:buSzPts val="1200"/>
              <a:buNone/>
              <a:defRPr>
                <a:solidFill>
                  <a:schemeClr val="dk1"/>
                </a:solidFill>
              </a:defRPr>
            </a:lvl5pPr>
            <a:lvl6pPr lvl="5" algn="ctr">
              <a:lnSpc>
                <a:spcPct val="100000"/>
              </a:lnSpc>
              <a:spcBef>
                <a:spcPts val="0"/>
              </a:spcBef>
              <a:spcAft>
                <a:spcPts val="0"/>
              </a:spcAft>
              <a:buClr>
                <a:schemeClr val="dk1"/>
              </a:buClr>
              <a:buSzPts val="1200"/>
              <a:buNone/>
              <a:defRPr>
                <a:solidFill>
                  <a:schemeClr val="dk1"/>
                </a:solidFill>
              </a:defRPr>
            </a:lvl6pPr>
            <a:lvl7pPr lvl="6" algn="ctr">
              <a:lnSpc>
                <a:spcPct val="100000"/>
              </a:lnSpc>
              <a:spcBef>
                <a:spcPts val="0"/>
              </a:spcBef>
              <a:spcAft>
                <a:spcPts val="0"/>
              </a:spcAft>
              <a:buClr>
                <a:schemeClr val="dk1"/>
              </a:buClr>
              <a:buSzPts val="1200"/>
              <a:buNone/>
              <a:defRPr>
                <a:solidFill>
                  <a:schemeClr val="dk1"/>
                </a:solidFill>
              </a:defRPr>
            </a:lvl7pPr>
            <a:lvl8pPr lvl="7" algn="ctr">
              <a:lnSpc>
                <a:spcPct val="100000"/>
              </a:lnSpc>
              <a:spcBef>
                <a:spcPts val="0"/>
              </a:spcBef>
              <a:spcAft>
                <a:spcPts val="0"/>
              </a:spcAft>
              <a:buClr>
                <a:schemeClr val="dk1"/>
              </a:buClr>
              <a:buSzPts val="1200"/>
              <a:buNone/>
              <a:defRPr>
                <a:solidFill>
                  <a:schemeClr val="dk1"/>
                </a:solidFill>
              </a:defRPr>
            </a:lvl8pPr>
            <a:lvl9pPr lvl="8" algn="ctr">
              <a:lnSpc>
                <a:spcPct val="100000"/>
              </a:lnSpc>
              <a:spcBef>
                <a:spcPts val="0"/>
              </a:spcBef>
              <a:spcAft>
                <a:spcPts val="0"/>
              </a:spcAft>
              <a:buClr>
                <a:schemeClr val="dk1"/>
              </a:buClr>
              <a:buSzPts val="1200"/>
              <a:buNone/>
              <a:defRPr>
                <a:solidFill>
                  <a:schemeClr val="dk1"/>
                </a:solidFill>
              </a:defRPr>
            </a:lvl9pPr>
          </a:lstStyle>
          <a:p>
            <a:endParaRPr/>
          </a:p>
        </p:txBody>
      </p:sp>
      <p:sp>
        <p:nvSpPr>
          <p:cNvPr id="174" name="Google Shape;174;p11"/>
          <p:cNvSpPr txBox="1">
            <a:spLocks noGrp="1"/>
          </p:cNvSpPr>
          <p:nvPr>
            <p:ph type="title" idx="2"/>
          </p:nvPr>
        </p:nvSpPr>
        <p:spPr>
          <a:xfrm>
            <a:off x="3032689" y="984500"/>
            <a:ext cx="3078600" cy="910800"/>
          </a:xfrm>
          <a:prstGeom prst="rect">
            <a:avLst/>
          </a:prstGeom>
          <a:solidFill>
            <a:schemeClr val="accent2"/>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6000"/>
              <a:buNone/>
              <a:defRPr sz="4300"/>
            </a:lvl1pPr>
            <a:lvl2pPr lvl="1"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2pPr>
            <a:lvl3pPr lvl="2"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3pPr>
            <a:lvl4pPr lvl="3"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4pPr>
            <a:lvl5pPr lvl="4"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5pPr>
            <a:lvl6pPr lvl="5"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6pPr>
            <a:lvl7pPr lvl="6"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7pPr>
            <a:lvl8pPr lvl="7"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8pPr>
            <a:lvl9pPr lvl="8"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9pPr>
          </a:lstStyle>
          <a:p>
            <a:endParaRPr/>
          </a:p>
        </p:txBody>
      </p:sp>
      <p:sp>
        <p:nvSpPr>
          <p:cNvPr id="175" name="Google Shape;175;p11"/>
          <p:cNvSpPr txBox="1">
            <a:spLocks noGrp="1"/>
          </p:cNvSpPr>
          <p:nvPr>
            <p:ph type="subTitle" idx="3"/>
          </p:nvPr>
        </p:nvSpPr>
        <p:spPr>
          <a:xfrm>
            <a:off x="3032689" y="1961399"/>
            <a:ext cx="3078600" cy="3882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dk1"/>
              </a:buClr>
              <a:buSzPts val="1200"/>
              <a:buNone/>
              <a:defRPr sz="14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None/>
              <a:defRPr>
                <a:solidFill>
                  <a:schemeClr val="dk1"/>
                </a:solidFill>
              </a:defRPr>
            </a:lvl4pPr>
            <a:lvl5pPr lvl="4" algn="ctr">
              <a:lnSpc>
                <a:spcPct val="100000"/>
              </a:lnSpc>
              <a:spcBef>
                <a:spcPts val="0"/>
              </a:spcBef>
              <a:spcAft>
                <a:spcPts val="0"/>
              </a:spcAft>
              <a:buClr>
                <a:schemeClr val="dk1"/>
              </a:buClr>
              <a:buSzPts val="1200"/>
              <a:buNone/>
              <a:defRPr>
                <a:solidFill>
                  <a:schemeClr val="dk1"/>
                </a:solidFill>
              </a:defRPr>
            </a:lvl5pPr>
            <a:lvl6pPr lvl="5" algn="ctr">
              <a:lnSpc>
                <a:spcPct val="100000"/>
              </a:lnSpc>
              <a:spcBef>
                <a:spcPts val="0"/>
              </a:spcBef>
              <a:spcAft>
                <a:spcPts val="0"/>
              </a:spcAft>
              <a:buClr>
                <a:schemeClr val="dk1"/>
              </a:buClr>
              <a:buSzPts val="1200"/>
              <a:buNone/>
              <a:defRPr>
                <a:solidFill>
                  <a:schemeClr val="dk1"/>
                </a:solidFill>
              </a:defRPr>
            </a:lvl6pPr>
            <a:lvl7pPr lvl="6" algn="ctr">
              <a:lnSpc>
                <a:spcPct val="100000"/>
              </a:lnSpc>
              <a:spcBef>
                <a:spcPts val="0"/>
              </a:spcBef>
              <a:spcAft>
                <a:spcPts val="0"/>
              </a:spcAft>
              <a:buClr>
                <a:schemeClr val="dk1"/>
              </a:buClr>
              <a:buSzPts val="1200"/>
              <a:buNone/>
              <a:defRPr>
                <a:solidFill>
                  <a:schemeClr val="dk1"/>
                </a:solidFill>
              </a:defRPr>
            </a:lvl7pPr>
            <a:lvl8pPr lvl="7" algn="ctr">
              <a:lnSpc>
                <a:spcPct val="100000"/>
              </a:lnSpc>
              <a:spcBef>
                <a:spcPts val="0"/>
              </a:spcBef>
              <a:spcAft>
                <a:spcPts val="0"/>
              </a:spcAft>
              <a:buClr>
                <a:schemeClr val="dk1"/>
              </a:buClr>
              <a:buSzPts val="1200"/>
              <a:buNone/>
              <a:defRPr>
                <a:solidFill>
                  <a:schemeClr val="dk1"/>
                </a:solidFill>
              </a:defRPr>
            </a:lvl8pPr>
            <a:lvl9pPr lvl="8" algn="ctr">
              <a:lnSpc>
                <a:spcPct val="100000"/>
              </a:lnSpc>
              <a:spcBef>
                <a:spcPts val="0"/>
              </a:spcBef>
              <a:spcAft>
                <a:spcPts val="0"/>
              </a:spcAft>
              <a:buClr>
                <a:schemeClr val="dk1"/>
              </a:buClr>
              <a:buSzPts val="1200"/>
              <a:buNone/>
              <a:defRPr>
                <a:solidFill>
                  <a:schemeClr val="dk1"/>
                </a:solidFill>
              </a:defRPr>
            </a:lvl9pPr>
          </a:lstStyle>
          <a:p>
            <a:endParaRPr/>
          </a:p>
        </p:txBody>
      </p:sp>
      <p:sp>
        <p:nvSpPr>
          <p:cNvPr id="176" name="Google Shape;176;p11"/>
          <p:cNvSpPr txBox="1">
            <a:spLocks noGrp="1"/>
          </p:cNvSpPr>
          <p:nvPr>
            <p:ph type="title" idx="4"/>
          </p:nvPr>
        </p:nvSpPr>
        <p:spPr>
          <a:xfrm>
            <a:off x="4819620" y="2734025"/>
            <a:ext cx="3078600" cy="910800"/>
          </a:xfrm>
          <a:prstGeom prst="rect">
            <a:avLst/>
          </a:prstGeom>
          <a:solidFill>
            <a:schemeClr val="accent2"/>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6000"/>
              <a:buNone/>
              <a:defRPr sz="4300"/>
            </a:lvl1pPr>
            <a:lvl2pPr lvl="1"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2pPr>
            <a:lvl3pPr lvl="2"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3pPr>
            <a:lvl4pPr lvl="3"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4pPr>
            <a:lvl5pPr lvl="4"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5pPr>
            <a:lvl6pPr lvl="5"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6pPr>
            <a:lvl7pPr lvl="6"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7pPr>
            <a:lvl8pPr lvl="7"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8pPr>
            <a:lvl9pPr lvl="8" algn="ctr">
              <a:lnSpc>
                <a:spcPct val="100000"/>
              </a:lnSpc>
              <a:spcBef>
                <a:spcPts val="0"/>
              </a:spcBef>
              <a:spcAft>
                <a:spcPts val="0"/>
              </a:spcAft>
              <a:buClr>
                <a:schemeClr val="lt1"/>
              </a:buClr>
              <a:buSzPts val="6000"/>
              <a:buFont typeface="DM Sans Black"/>
              <a:buNone/>
              <a:defRPr sz="6000">
                <a:solidFill>
                  <a:schemeClr val="lt1"/>
                </a:solidFill>
                <a:latin typeface="DM Sans Black"/>
                <a:ea typeface="DM Sans Black"/>
                <a:cs typeface="DM Sans Black"/>
                <a:sym typeface="DM Sans Black"/>
              </a:defRPr>
            </a:lvl9pPr>
          </a:lstStyle>
          <a:p>
            <a:endParaRPr/>
          </a:p>
        </p:txBody>
      </p:sp>
      <p:sp>
        <p:nvSpPr>
          <p:cNvPr id="177" name="Google Shape;177;p11"/>
          <p:cNvSpPr txBox="1">
            <a:spLocks noGrp="1"/>
          </p:cNvSpPr>
          <p:nvPr>
            <p:ph type="subTitle" idx="5"/>
          </p:nvPr>
        </p:nvSpPr>
        <p:spPr>
          <a:xfrm>
            <a:off x="4819620" y="3711050"/>
            <a:ext cx="3078600" cy="3882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dk1"/>
              </a:buClr>
              <a:buSzPts val="1200"/>
              <a:buNone/>
              <a:defRPr sz="14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None/>
              <a:defRPr>
                <a:solidFill>
                  <a:schemeClr val="dk1"/>
                </a:solidFill>
              </a:defRPr>
            </a:lvl4pPr>
            <a:lvl5pPr lvl="4" algn="ctr">
              <a:lnSpc>
                <a:spcPct val="100000"/>
              </a:lnSpc>
              <a:spcBef>
                <a:spcPts val="0"/>
              </a:spcBef>
              <a:spcAft>
                <a:spcPts val="0"/>
              </a:spcAft>
              <a:buClr>
                <a:schemeClr val="dk1"/>
              </a:buClr>
              <a:buSzPts val="1200"/>
              <a:buNone/>
              <a:defRPr>
                <a:solidFill>
                  <a:schemeClr val="dk1"/>
                </a:solidFill>
              </a:defRPr>
            </a:lvl5pPr>
            <a:lvl6pPr lvl="5" algn="ctr">
              <a:lnSpc>
                <a:spcPct val="100000"/>
              </a:lnSpc>
              <a:spcBef>
                <a:spcPts val="0"/>
              </a:spcBef>
              <a:spcAft>
                <a:spcPts val="0"/>
              </a:spcAft>
              <a:buClr>
                <a:schemeClr val="dk1"/>
              </a:buClr>
              <a:buSzPts val="1200"/>
              <a:buNone/>
              <a:defRPr>
                <a:solidFill>
                  <a:schemeClr val="dk1"/>
                </a:solidFill>
              </a:defRPr>
            </a:lvl6pPr>
            <a:lvl7pPr lvl="6" algn="ctr">
              <a:lnSpc>
                <a:spcPct val="100000"/>
              </a:lnSpc>
              <a:spcBef>
                <a:spcPts val="0"/>
              </a:spcBef>
              <a:spcAft>
                <a:spcPts val="0"/>
              </a:spcAft>
              <a:buClr>
                <a:schemeClr val="dk1"/>
              </a:buClr>
              <a:buSzPts val="1200"/>
              <a:buNone/>
              <a:defRPr>
                <a:solidFill>
                  <a:schemeClr val="dk1"/>
                </a:solidFill>
              </a:defRPr>
            </a:lvl7pPr>
            <a:lvl8pPr lvl="7" algn="ctr">
              <a:lnSpc>
                <a:spcPct val="100000"/>
              </a:lnSpc>
              <a:spcBef>
                <a:spcPts val="0"/>
              </a:spcBef>
              <a:spcAft>
                <a:spcPts val="0"/>
              </a:spcAft>
              <a:buClr>
                <a:schemeClr val="dk1"/>
              </a:buClr>
              <a:buSzPts val="1200"/>
              <a:buNone/>
              <a:defRPr>
                <a:solidFill>
                  <a:schemeClr val="dk1"/>
                </a:solidFill>
              </a:defRPr>
            </a:lvl8pPr>
            <a:lvl9pPr lvl="8" algn="ctr">
              <a:lnSpc>
                <a:spcPct val="100000"/>
              </a:lnSpc>
              <a:spcBef>
                <a:spcPts val="0"/>
              </a:spcBef>
              <a:spcAft>
                <a:spcPts val="0"/>
              </a:spcAft>
              <a:buClr>
                <a:schemeClr val="dk1"/>
              </a:buClr>
              <a:buSzPts val="1200"/>
              <a:buNone/>
              <a:defRPr>
                <a:solidFill>
                  <a:schemeClr val="dk1"/>
                </a:solidFill>
              </a:defRPr>
            </a:lvl9pPr>
          </a:lstStyle>
          <a:p>
            <a:endParaRPr/>
          </a:p>
        </p:txBody>
      </p:sp>
      <p:grpSp>
        <p:nvGrpSpPr>
          <p:cNvPr id="178" name="Google Shape;178;p11"/>
          <p:cNvGrpSpPr/>
          <p:nvPr/>
        </p:nvGrpSpPr>
        <p:grpSpPr>
          <a:xfrm>
            <a:off x="7180850" y="1827825"/>
            <a:ext cx="1753475" cy="3003875"/>
            <a:chOff x="7180850" y="1827825"/>
            <a:chExt cx="1753475" cy="3003875"/>
          </a:xfrm>
        </p:grpSpPr>
        <p:sp>
          <p:nvSpPr>
            <p:cNvPr id="179" name="Google Shape;179;p11"/>
            <p:cNvSpPr/>
            <p:nvPr/>
          </p:nvSpPr>
          <p:spPr>
            <a:xfrm rot="-5400000" flipH="1">
              <a:off x="8813575" y="1807275"/>
              <a:ext cx="100200" cy="14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180" name="Google Shape;180;p11"/>
            <p:cNvGrpSpPr/>
            <p:nvPr/>
          </p:nvGrpSpPr>
          <p:grpSpPr>
            <a:xfrm>
              <a:off x="7180850" y="4731500"/>
              <a:ext cx="574250" cy="100200"/>
              <a:chOff x="1297450" y="4159200"/>
              <a:chExt cx="574250" cy="100200"/>
            </a:xfrm>
          </p:grpSpPr>
          <p:sp>
            <p:nvSpPr>
              <p:cNvPr id="181" name="Google Shape;181;p11"/>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182" name="Google Shape;182;p11"/>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pic>
        <p:nvPicPr>
          <p:cNvPr id="183" name="Google Shape;183;p11"/>
          <p:cNvPicPr preferRelativeResize="0"/>
          <p:nvPr/>
        </p:nvPicPr>
        <p:blipFill rotWithShape="1">
          <a:blip r:embed="rId5">
            <a:alphaModFix/>
          </a:blip>
          <a:srcRect l="5276" b="-10"/>
          <a:stretch/>
        </p:blipFill>
        <p:spPr>
          <a:xfrm rot="10800000">
            <a:off x="7164448" y="667575"/>
            <a:ext cx="2187576" cy="173725"/>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84"/>
        <p:cNvGrpSpPr/>
        <p:nvPr/>
      </p:nvGrpSpPr>
      <p:grpSpPr>
        <a:xfrm>
          <a:off x="0" y="0"/>
          <a:ext cx="0" cy="0"/>
          <a:chOff x="0" y="0"/>
          <a:chExt cx="0" cy="0"/>
        </a:xfrm>
      </p:grpSpPr>
      <p:grpSp>
        <p:nvGrpSpPr>
          <p:cNvPr id="185" name="Google Shape;185;p12"/>
          <p:cNvGrpSpPr/>
          <p:nvPr/>
        </p:nvGrpSpPr>
        <p:grpSpPr>
          <a:xfrm>
            <a:off x="-8" y="-113562"/>
            <a:ext cx="10293908" cy="5476419"/>
            <a:chOff x="-8" y="-113562"/>
            <a:chExt cx="10293908" cy="5476419"/>
          </a:xfrm>
        </p:grpSpPr>
        <p:pic>
          <p:nvPicPr>
            <p:cNvPr id="186" name="Google Shape;186;p12"/>
            <p:cNvPicPr preferRelativeResize="0"/>
            <p:nvPr/>
          </p:nvPicPr>
          <p:blipFill rotWithShape="1">
            <a:blip r:embed="rId2">
              <a:alphaModFix/>
            </a:blip>
            <a:srcRect/>
            <a:stretch/>
          </p:blipFill>
          <p:spPr>
            <a:xfrm rot="10800000">
              <a:off x="7757775" y="-113562"/>
              <a:ext cx="2536124" cy="2906552"/>
            </a:xfrm>
            <a:prstGeom prst="rect">
              <a:avLst/>
            </a:prstGeom>
            <a:noFill/>
            <a:ln>
              <a:noFill/>
            </a:ln>
          </p:spPr>
        </p:pic>
        <p:pic>
          <p:nvPicPr>
            <p:cNvPr id="187" name="Google Shape;187;p12"/>
            <p:cNvPicPr preferRelativeResize="0"/>
            <p:nvPr/>
          </p:nvPicPr>
          <p:blipFill rotWithShape="1">
            <a:blip r:embed="rId3">
              <a:alphaModFix/>
            </a:blip>
            <a:srcRect/>
            <a:stretch/>
          </p:blipFill>
          <p:spPr>
            <a:xfrm rot="10800000" flipH="1">
              <a:off x="5856319" y="4529047"/>
              <a:ext cx="3758182" cy="833810"/>
            </a:xfrm>
            <a:prstGeom prst="rect">
              <a:avLst/>
            </a:prstGeom>
            <a:noFill/>
            <a:ln>
              <a:noFill/>
            </a:ln>
          </p:spPr>
        </p:pic>
        <p:pic>
          <p:nvPicPr>
            <p:cNvPr id="188" name="Google Shape;188;p12"/>
            <p:cNvPicPr preferRelativeResize="0"/>
            <p:nvPr/>
          </p:nvPicPr>
          <p:blipFill rotWithShape="1">
            <a:blip r:embed="rId4">
              <a:alphaModFix/>
            </a:blip>
            <a:srcRect/>
            <a:stretch/>
          </p:blipFill>
          <p:spPr>
            <a:xfrm rot="5400000">
              <a:off x="-225377" y="225373"/>
              <a:ext cx="2229714" cy="1778977"/>
            </a:xfrm>
            <a:prstGeom prst="rect">
              <a:avLst/>
            </a:prstGeom>
            <a:noFill/>
            <a:ln>
              <a:noFill/>
            </a:ln>
          </p:spPr>
        </p:pic>
      </p:grpSp>
      <p:sp>
        <p:nvSpPr>
          <p:cNvPr id="189" name="Google Shape;189;p12"/>
          <p:cNvSpPr txBox="1">
            <a:spLocks noGrp="1"/>
          </p:cNvSpPr>
          <p:nvPr>
            <p:ph type="title" hasCustomPrompt="1"/>
          </p:nvPr>
        </p:nvSpPr>
        <p:spPr>
          <a:xfrm>
            <a:off x="2393400" y="1709976"/>
            <a:ext cx="4357200" cy="1150500"/>
          </a:xfrm>
          <a:prstGeom prst="rect">
            <a:avLst/>
          </a:prstGeom>
          <a:solidFill>
            <a:schemeClr val="accent2"/>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9600"/>
              <a:buNone/>
              <a:defRPr sz="4900"/>
            </a:lvl1pPr>
            <a:lvl2pPr lvl="1" algn="ctr">
              <a:lnSpc>
                <a:spcPct val="100000"/>
              </a:lnSpc>
              <a:spcBef>
                <a:spcPts val="0"/>
              </a:spcBef>
              <a:spcAft>
                <a:spcPts val="0"/>
              </a:spcAft>
              <a:buSzPts val="9600"/>
              <a:buNone/>
              <a:defRPr sz="9600"/>
            </a:lvl2pPr>
            <a:lvl3pPr lvl="2" algn="ctr">
              <a:lnSpc>
                <a:spcPct val="100000"/>
              </a:lnSpc>
              <a:spcBef>
                <a:spcPts val="0"/>
              </a:spcBef>
              <a:spcAft>
                <a:spcPts val="0"/>
              </a:spcAft>
              <a:buSzPts val="9600"/>
              <a:buNone/>
              <a:defRPr sz="9600"/>
            </a:lvl3pPr>
            <a:lvl4pPr lvl="3" algn="ctr">
              <a:lnSpc>
                <a:spcPct val="100000"/>
              </a:lnSpc>
              <a:spcBef>
                <a:spcPts val="0"/>
              </a:spcBef>
              <a:spcAft>
                <a:spcPts val="0"/>
              </a:spcAft>
              <a:buSzPts val="9600"/>
              <a:buNone/>
              <a:defRPr sz="9600"/>
            </a:lvl4pPr>
            <a:lvl5pPr lvl="4" algn="ctr">
              <a:lnSpc>
                <a:spcPct val="100000"/>
              </a:lnSpc>
              <a:spcBef>
                <a:spcPts val="0"/>
              </a:spcBef>
              <a:spcAft>
                <a:spcPts val="0"/>
              </a:spcAft>
              <a:buSzPts val="9600"/>
              <a:buNone/>
              <a:defRPr sz="9600"/>
            </a:lvl5pPr>
            <a:lvl6pPr lvl="5" algn="ctr">
              <a:lnSpc>
                <a:spcPct val="100000"/>
              </a:lnSpc>
              <a:spcBef>
                <a:spcPts val="0"/>
              </a:spcBef>
              <a:spcAft>
                <a:spcPts val="0"/>
              </a:spcAft>
              <a:buSzPts val="9600"/>
              <a:buNone/>
              <a:defRPr sz="9600"/>
            </a:lvl6pPr>
            <a:lvl7pPr lvl="6" algn="ctr">
              <a:lnSpc>
                <a:spcPct val="100000"/>
              </a:lnSpc>
              <a:spcBef>
                <a:spcPts val="0"/>
              </a:spcBef>
              <a:spcAft>
                <a:spcPts val="0"/>
              </a:spcAft>
              <a:buSzPts val="9600"/>
              <a:buNone/>
              <a:defRPr sz="9600"/>
            </a:lvl7pPr>
            <a:lvl8pPr lvl="7" algn="ctr">
              <a:lnSpc>
                <a:spcPct val="100000"/>
              </a:lnSpc>
              <a:spcBef>
                <a:spcPts val="0"/>
              </a:spcBef>
              <a:spcAft>
                <a:spcPts val="0"/>
              </a:spcAft>
              <a:buSzPts val="9600"/>
              <a:buNone/>
              <a:defRPr sz="9600"/>
            </a:lvl8pPr>
            <a:lvl9pPr lvl="8" algn="ctr">
              <a:lnSpc>
                <a:spcPct val="100000"/>
              </a:lnSpc>
              <a:spcBef>
                <a:spcPts val="0"/>
              </a:spcBef>
              <a:spcAft>
                <a:spcPts val="0"/>
              </a:spcAft>
              <a:buSzPts val="9600"/>
              <a:buNone/>
              <a:defRPr sz="9600"/>
            </a:lvl9pPr>
          </a:lstStyle>
          <a:p>
            <a:r>
              <a:t>xx%</a:t>
            </a:r>
          </a:p>
        </p:txBody>
      </p:sp>
      <p:sp>
        <p:nvSpPr>
          <p:cNvPr id="190" name="Google Shape;190;p12"/>
          <p:cNvSpPr txBox="1">
            <a:spLocks noGrp="1"/>
          </p:cNvSpPr>
          <p:nvPr>
            <p:ph type="subTitle" idx="1"/>
          </p:nvPr>
        </p:nvSpPr>
        <p:spPr>
          <a:xfrm>
            <a:off x="2393400" y="2962927"/>
            <a:ext cx="4357200" cy="9603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sz="14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a:endParaRPr/>
          </a:p>
        </p:txBody>
      </p:sp>
      <p:grpSp>
        <p:nvGrpSpPr>
          <p:cNvPr id="191" name="Google Shape;191;p12"/>
          <p:cNvGrpSpPr/>
          <p:nvPr/>
        </p:nvGrpSpPr>
        <p:grpSpPr>
          <a:xfrm>
            <a:off x="345675" y="314975"/>
            <a:ext cx="8523625" cy="4556650"/>
            <a:chOff x="345675" y="314975"/>
            <a:chExt cx="8523625" cy="4556650"/>
          </a:xfrm>
        </p:grpSpPr>
        <p:sp>
          <p:nvSpPr>
            <p:cNvPr id="192" name="Google Shape;192;p12"/>
            <p:cNvSpPr/>
            <p:nvPr/>
          </p:nvSpPr>
          <p:spPr>
            <a:xfrm>
              <a:off x="8769100" y="3923225"/>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193" name="Google Shape;193;p12"/>
            <p:cNvSpPr/>
            <p:nvPr/>
          </p:nvSpPr>
          <p:spPr>
            <a:xfrm rot="5400000">
              <a:off x="6716450" y="159425"/>
              <a:ext cx="100200" cy="41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194" name="Google Shape;194;p12"/>
            <p:cNvSpPr/>
            <p:nvPr/>
          </p:nvSpPr>
          <p:spPr>
            <a:xfrm rot="5400000">
              <a:off x="366225" y="323600"/>
              <a:ext cx="100200" cy="14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195" name="Google Shape;195;p12"/>
            <p:cNvGrpSpPr/>
            <p:nvPr/>
          </p:nvGrpSpPr>
          <p:grpSpPr>
            <a:xfrm flipH="1">
              <a:off x="1296175" y="4771425"/>
              <a:ext cx="574250" cy="100200"/>
              <a:chOff x="1297450" y="4159200"/>
              <a:chExt cx="574250" cy="100200"/>
            </a:xfrm>
          </p:grpSpPr>
          <p:sp>
            <p:nvSpPr>
              <p:cNvPr id="196" name="Google Shape;196;p12"/>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197" name="Google Shape;197;p12"/>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ext 1">
  <p:cSld name="CUSTOM_4_1_1">
    <p:spTree>
      <p:nvGrpSpPr>
        <p:cNvPr id="1" name="Shape 198"/>
        <p:cNvGrpSpPr/>
        <p:nvPr/>
      </p:nvGrpSpPr>
      <p:grpSpPr>
        <a:xfrm>
          <a:off x="0" y="0"/>
          <a:ext cx="0" cy="0"/>
          <a:chOff x="0" y="0"/>
          <a:chExt cx="0" cy="0"/>
        </a:xfrm>
      </p:grpSpPr>
      <p:grpSp>
        <p:nvGrpSpPr>
          <p:cNvPr id="199" name="Google Shape;199;p13"/>
          <p:cNvGrpSpPr/>
          <p:nvPr/>
        </p:nvGrpSpPr>
        <p:grpSpPr>
          <a:xfrm>
            <a:off x="-86926" y="361266"/>
            <a:ext cx="9857490" cy="6415335"/>
            <a:chOff x="-86926" y="361266"/>
            <a:chExt cx="9857490" cy="6415335"/>
          </a:xfrm>
        </p:grpSpPr>
        <p:pic>
          <p:nvPicPr>
            <p:cNvPr id="200" name="Google Shape;200;p13"/>
            <p:cNvPicPr preferRelativeResize="0"/>
            <p:nvPr/>
          </p:nvPicPr>
          <p:blipFill rotWithShape="1">
            <a:blip r:embed="rId2">
              <a:alphaModFix/>
            </a:blip>
            <a:srcRect l="1485" r="1485"/>
            <a:stretch/>
          </p:blipFill>
          <p:spPr>
            <a:xfrm>
              <a:off x="8465937" y="2690469"/>
              <a:ext cx="1304627" cy="2551967"/>
            </a:xfrm>
            <a:prstGeom prst="rect">
              <a:avLst/>
            </a:prstGeom>
            <a:noFill/>
            <a:ln>
              <a:noFill/>
            </a:ln>
          </p:spPr>
        </p:pic>
        <p:pic>
          <p:nvPicPr>
            <p:cNvPr id="201" name="Google Shape;201;p13"/>
            <p:cNvPicPr preferRelativeResize="0"/>
            <p:nvPr/>
          </p:nvPicPr>
          <p:blipFill rotWithShape="1">
            <a:blip r:embed="rId3">
              <a:alphaModFix/>
            </a:blip>
            <a:srcRect/>
            <a:stretch/>
          </p:blipFill>
          <p:spPr>
            <a:xfrm rot="-5400000">
              <a:off x="5890975" y="4055263"/>
              <a:ext cx="2536124" cy="2906552"/>
            </a:xfrm>
            <a:prstGeom prst="rect">
              <a:avLst/>
            </a:prstGeom>
            <a:noFill/>
            <a:ln>
              <a:noFill/>
            </a:ln>
          </p:spPr>
        </p:pic>
        <p:pic>
          <p:nvPicPr>
            <p:cNvPr id="202" name="Google Shape;202;p13"/>
            <p:cNvPicPr preferRelativeResize="0"/>
            <p:nvPr/>
          </p:nvPicPr>
          <p:blipFill rotWithShape="1">
            <a:blip r:embed="rId4">
              <a:alphaModFix/>
            </a:blip>
            <a:srcRect t="2208" b="2208"/>
            <a:stretch/>
          </p:blipFill>
          <p:spPr>
            <a:xfrm rot="10800000" flipH="1">
              <a:off x="-86926" y="361266"/>
              <a:ext cx="3047603" cy="173736"/>
            </a:xfrm>
            <a:prstGeom prst="rect">
              <a:avLst/>
            </a:prstGeom>
            <a:noFill/>
            <a:ln>
              <a:noFill/>
            </a:ln>
          </p:spPr>
        </p:pic>
      </p:grpSp>
      <p:sp>
        <p:nvSpPr>
          <p:cNvPr id="203" name="Google Shape;203;p13"/>
          <p:cNvSpPr txBox="1">
            <a:spLocks noGrp="1"/>
          </p:cNvSpPr>
          <p:nvPr>
            <p:ph type="title"/>
          </p:nvPr>
        </p:nvSpPr>
        <p:spPr>
          <a:xfrm>
            <a:off x="4554925" y="1358975"/>
            <a:ext cx="3501900" cy="14787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204" name="Google Shape;204;p13"/>
          <p:cNvSpPr txBox="1">
            <a:spLocks noGrp="1"/>
          </p:cNvSpPr>
          <p:nvPr>
            <p:ph type="subTitle" idx="1"/>
          </p:nvPr>
        </p:nvSpPr>
        <p:spPr>
          <a:xfrm>
            <a:off x="4554925" y="2898497"/>
            <a:ext cx="3501900" cy="8694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205" name="Google Shape;205;p13"/>
          <p:cNvSpPr>
            <a:spLocks noGrp="1"/>
          </p:cNvSpPr>
          <p:nvPr>
            <p:ph type="pic" idx="2"/>
          </p:nvPr>
        </p:nvSpPr>
        <p:spPr>
          <a:xfrm>
            <a:off x="853144" y="1140525"/>
            <a:ext cx="3391500" cy="3072300"/>
          </a:xfrm>
          <a:prstGeom prst="roundRect">
            <a:avLst>
              <a:gd name="adj" fmla="val 16667"/>
            </a:avLst>
          </a:prstGeom>
          <a:noFill/>
          <a:ln>
            <a:noFill/>
          </a:ln>
        </p:spPr>
        <p:txBody>
          <a:bodyPr/>
          <a:lstStyle/>
          <a:p>
            <a:endParaRPr lang="en-US"/>
          </a:p>
        </p:txBody>
      </p:sp>
      <p:grpSp>
        <p:nvGrpSpPr>
          <p:cNvPr id="206" name="Google Shape;206;p13"/>
          <p:cNvGrpSpPr/>
          <p:nvPr/>
        </p:nvGrpSpPr>
        <p:grpSpPr>
          <a:xfrm>
            <a:off x="303988" y="666050"/>
            <a:ext cx="7407787" cy="4180500"/>
            <a:chOff x="303988" y="666050"/>
            <a:chExt cx="7407787" cy="4180500"/>
          </a:xfrm>
        </p:grpSpPr>
        <p:sp>
          <p:nvSpPr>
            <p:cNvPr id="207" name="Google Shape;207;p13"/>
            <p:cNvSpPr/>
            <p:nvPr/>
          </p:nvSpPr>
          <p:spPr>
            <a:xfrm rot="5400000" flipH="1">
              <a:off x="6383900" y="4690850"/>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208" name="Google Shape;208;p13"/>
            <p:cNvGrpSpPr/>
            <p:nvPr/>
          </p:nvGrpSpPr>
          <p:grpSpPr>
            <a:xfrm>
              <a:off x="7137525" y="666050"/>
              <a:ext cx="574250" cy="100200"/>
              <a:chOff x="1297450" y="4159200"/>
              <a:chExt cx="574250" cy="100200"/>
            </a:xfrm>
          </p:grpSpPr>
          <p:sp>
            <p:nvSpPr>
              <p:cNvPr id="209" name="Google Shape;209;p13"/>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210" name="Google Shape;210;p13"/>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sp>
          <p:nvSpPr>
            <p:cNvPr id="211" name="Google Shape;211;p13"/>
            <p:cNvSpPr/>
            <p:nvPr/>
          </p:nvSpPr>
          <p:spPr>
            <a:xfrm flipH="1">
              <a:off x="303988" y="3644475"/>
              <a:ext cx="100200" cy="446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12"/>
        <p:cNvGrpSpPr/>
        <p:nvPr/>
      </p:nvGrpSpPr>
      <p:grpSpPr>
        <a:xfrm>
          <a:off x="0" y="0"/>
          <a:ext cx="0" cy="0"/>
          <a:chOff x="0" y="0"/>
          <a:chExt cx="0" cy="0"/>
        </a:xfrm>
      </p:grpSpPr>
      <p:sp>
        <p:nvSpPr>
          <p:cNvPr id="213" name="Google Shape;213;p14"/>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214" name="Google Shape;214;p14"/>
          <p:cNvGrpSpPr/>
          <p:nvPr/>
        </p:nvGrpSpPr>
        <p:grpSpPr>
          <a:xfrm>
            <a:off x="362550" y="3149750"/>
            <a:ext cx="8400950" cy="1786425"/>
            <a:chOff x="362550" y="3149750"/>
            <a:chExt cx="8400950" cy="1786425"/>
          </a:xfrm>
        </p:grpSpPr>
        <p:sp>
          <p:nvSpPr>
            <p:cNvPr id="215" name="Google Shape;215;p14"/>
            <p:cNvSpPr/>
            <p:nvPr/>
          </p:nvSpPr>
          <p:spPr>
            <a:xfrm flipH="1">
              <a:off x="362550" y="3149750"/>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216" name="Google Shape;216;p14"/>
            <p:cNvGrpSpPr/>
            <p:nvPr/>
          </p:nvGrpSpPr>
          <p:grpSpPr>
            <a:xfrm>
              <a:off x="8189250" y="4835975"/>
              <a:ext cx="574250" cy="100200"/>
              <a:chOff x="1297450" y="4159200"/>
              <a:chExt cx="574250" cy="100200"/>
            </a:xfrm>
          </p:grpSpPr>
          <p:sp>
            <p:nvSpPr>
              <p:cNvPr id="217" name="Google Shape;217;p14"/>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218" name="Google Shape;218;p14"/>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grpSp>
        <p:nvGrpSpPr>
          <p:cNvPr id="219" name="Google Shape;219;p14"/>
          <p:cNvGrpSpPr/>
          <p:nvPr/>
        </p:nvGrpSpPr>
        <p:grpSpPr>
          <a:xfrm>
            <a:off x="-2410326" y="0"/>
            <a:ext cx="12713300" cy="5409423"/>
            <a:chOff x="-2410326" y="0"/>
            <a:chExt cx="12713300" cy="5409423"/>
          </a:xfrm>
        </p:grpSpPr>
        <p:pic>
          <p:nvPicPr>
            <p:cNvPr id="220" name="Google Shape;220;p14"/>
            <p:cNvPicPr preferRelativeResize="0"/>
            <p:nvPr/>
          </p:nvPicPr>
          <p:blipFill rotWithShape="1">
            <a:blip r:embed="rId2">
              <a:alphaModFix/>
            </a:blip>
            <a:srcRect t="2208" b="2208"/>
            <a:stretch/>
          </p:blipFill>
          <p:spPr>
            <a:xfrm rot="10800000" flipH="1">
              <a:off x="-2410326" y="217853"/>
              <a:ext cx="3047603" cy="173736"/>
            </a:xfrm>
            <a:prstGeom prst="rect">
              <a:avLst/>
            </a:prstGeom>
            <a:noFill/>
            <a:ln>
              <a:noFill/>
            </a:ln>
          </p:spPr>
        </p:pic>
        <p:pic>
          <p:nvPicPr>
            <p:cNvPr id="221" name="Google Shape;221;p14"/>
            <p:cNvPicPr preferRelativeResize="0"/>
            <p:nvPr/>
          </p:nvPicPr>
          <p:blipFill rotWithShape="1">
            <a:blip r:embed="rId3">
              <a:alphaModFix/>
            </a:blip>
            <a:srcRect t="20" b="30"/>
            <a:stretch/>
          </p:blipFill>
          <p:spPr>
            <a:xfrm flipH="1">
              <a:off x="-20651" y="3701647"/>
              <a:ext cx="735760" cy="1707776"/>
            </a:xfrm>
            <a:prstGeom prst="rect">
              <a:avLst/>
            </a:prstGeom>
            <a:noFill/>
            <a:ln>
              <a:noFill/>
            </a:ln>
          </p:spPr>
        </p:pic>
        <p:pic>
          <p:nvPicPr>
            <p:cNvPr id="222" name="Google Shape;222;p14"/>
            <p:cNvPicPr preferRelativeResize="0"/>
            <p:nvPr/>
          </p:nvPicPr>
          <p:blipFill rotWithShape="1">
            <a:blip r:embed="rId4">
              <a:alphaModFix/>
            </a:blip>
            <a:srcRect/>
            <a:stretch/>
          </p:blipFill>
          <p:spPr>
            <a:xfrm rot="-5400000" flipH="1">
              <a:off x="8294225" y="225250"/>
              <a:ext cx="2233999" cy="1783499"/>
            </a:xfrm>
            <a:prstGeom prst="rect">
              <a:avLst/>
            </a:prstGeom>
            <a:noFill/>
            <a:ln>
              <a:noFill/>
            </a:ln>
          </p:spPr>
        </p:pic>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223"/>
        <p:cNvGrpSpPr/>
        <p:nvPr/>
      </p:nvGrpSpPr>
      <p:grpSpPr>
        <a:xfrm>
          <a:off x="0" y="0"/>
          <a:ext cx="0" cy="0"/>
          <a:chOff x="0" y="0"/>
          <a:chExt cx="0" cy="0"/>
        </a:xfrm>
      </p:grpSpPr>
      <p:sp>
        <p:nvSpPr>
          <p:cNvPr id="224" name="Google Shape;224;p15"/>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225" name="Google Shape;225;p15"/>
          <p:cNvGrpSpPr/>
          <p:nvPr/>
        </p:nvGrpSpPr>
        <p:grpSpPr>
          <a:xfrm>
            <a:off x="326975" y="861038"/>
            <a:ext cx="7677775" cy="4047312"/>
            <a:chOff x="326975" y="861038"/>
            <a:chExt cx="7677775" cy="4047312"/>
          </a:xfrm>
        </p:grpSpPr>
        <p:sp>
          <p:nvSpPr>
            <p:cNvPr id="226" name="Google Shape;226;p15"/>
            <p:cNvSpPr/>
            <p:nvPr/>
          </p:nvSpPr>
          <p:spPr>
            <a:xfrm rot="5400000" flipH="1">
              <a:off x="7849050" y="4752650"/>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227" name="Google Shape;227;p15"/>
            <p:cNvGrpSpPr/>
            <p:nvPr/>
          </p:nvGrpSpPr>
          <p:grpSpPr>
            <a:xfrm rot="-5400000">
              <a:off x="89950" y="1098063"/>
              <a:ext cx="574250" cy="100200"/>
              <a:chOff x="1297450" y="4159200"/>
              <a:chExt cx="574250" cy="100200"/>
            </a:xfrm>
          </p:grpSpPr>
          <p:sp>
            <p:nvSpPr>
              <p:cNvPr id="228" name="Google Shape;228;p15"/>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229" name="Google Shape;229;p15"/>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grpSp>
        <p:nvGrpSpPr>
          <p:cNvPr id="230" name="Google Shape;230;p15"/>
          <p:cNvGrpSpPr/>
          <p:nvPr/>
        </p:nvGrpSpPr>
        <p:grpSpPr>
          <a:xfrm>
            <a:off x="-1667356" y="271300"/>
            <a:ext cx="12632380" cy="5214282"/>
            <a:chOff x="-1667356" y="271300"/>
            <a:chExt cx="12632380" cy="5214282"/>
          </a:xfrm>
        </p:grpSpPr>
        <p:pic>
          <p:nvPicPr>
            <p:cNvPr id="231" name="Google Shape;231;p15"/>
            <p:cNvPicPr preferRelativeResize="0"/>
            <p:nvPr/>
          </p:nvPicPr>
          <p:blipFill rotWithShape="1">
            <a:blip r:embed="rId2">
              <a:alphaModFix/>
            </a:blip>
            <a:srcRect/>
            <a:stretch/>
          </p:blipFill>
          <p:spPr>
            <a:xfrm flipH="1">
              <a:off x="8428900" y="2391513"/>
              <a:ext cx="2536124" cy="2906552"/>
            </a:xfrm>
            <a:prstGeom prst="rect">
              <a:avLst/>
            </a:prstGeom>
            <a:noFill/>
            <a:ln>
              <a:noFill/>
            </a:ln>
          </p:spPr>
        </p:pic>
        <p:pic>
          <p:nvPicPr>
            <p:cNvPr id="232" name="Google Shape;232;p15"/>
            <p:cNvPicPr preferRelativeResize="0"/>
            <p:nvPr/>
          </p:nvPicPr>
          <p:blipFill rotWithShape="1">
            <a:blip r:embed="rId3">
              <a:alphaModFix/>
            </a:blip>
            <a:srcRect l="5276" b="-10"/>
            <a:stretch/>
          </p:blipFill>
          <p:spPr>
            <a:xfrm rot="10800000">
              <a:off x="7578813" y="271300"/>
              <a:ext cx="1774377" cy="173736"/>
            </a:xfrm>
            <a:prstGeom prst="rect">
              <a:avLst/>
            </a:prstGeom>
            <a:noFill/>
            <a:ln>
              <a:noFill/>
            </a:ln>
          </p:spPr>
        </p:pic>
        <p:pic>
          <p:nvPicPr>
            <p:cNvPr id="233" name="Google Shape;233;p15"/>
            <p:cNvPicPr preferRelativeResize="0"/>
            <p:nvPr/>
          </p:nvPicPr>
          <p:blipFill rotWithShape="1">
            <a:blip r:embed="rId4">
              <a:alphaModFix/>
            </a:blip>
            <a:srcRect/>
            <a:stretch/>
          </p:blipFill>
          <p:spPr>
            <a:xfrm rot="10800000">
              <a:off x="-1667356" y="4651772"/>
              <a:ext cx="3758182" cy="833810"/>
            </a:xfrm>
            <a:prstGeom prst="rect">
              <a:avLst/>
            </a:prstGeom>
            <a:noFill/>
            <a:ln>
              <a:noFill/>
            </a:ln>
          </p:spPr>
        </p:pic>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234"/>
        <p:cNvGrpSpPr/>
        <p:nvPr/>
      </p:nvGrpSpPr>
      <p:grpSpPr>
        <a:xfrm>
          <a:off x="0" y="0"/>
          <a:ext cx="0" cy="0"/>
          <a:chOff x="0" y="0"/>
          <a:chExt cx="0" cy="0"/>
        </a:xfrm>
      </p:grpSpPr>
      <p:sp>
        <p:nvSpPr>
          <p:cNvPr id="235" name="Google Shape;235;p16"/>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236" name="Google Shape;236;p16"/>
          <p:cNvGrpSpPr/>
          <p:nvPr/>
        </p:nvGrpSpPr>
        <p:grpSpPr>
          <a:xfrm>
            <a:off x="319275" y="3981900"/>
            <a:ext cx="8552075" cy="882175"/>
            <a:chOff x="319275" y="3981900"/>
            <a:chExt cx="8552075" cy="882175"/>
          </a:xfrm>
        </p:grpSpPr>
        <p:sp>
          <p:nvSpPr>
            <p:cNvPr id="237" name="Google Shape;237;p16"/>
            <p:cNvSpPr/>
            <p:nvPr/>
          </p:nvSpPr>
          <p:spPr>
            <a:xfrm rot="10800000" flipH="1">
              <a:off x="319275" y="3981900"/>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238" name="Google Shape;238;p16"/>
            <p:cNvGrpSpPr/>
            <p:nvPr/>
          </p:nvGrpSpPr>
          <p:grpSpPr>
            <a:xfrm rot="-5400000">
              <a:off x="8534125" y="4526850"/>
              <a:ext cx="574250" cy="100200"/>
              <a:chOff x="1297450" y="4159200"/>
              <a:chExt cx="574250" cy="100200"/>
            </a:xfrm>
          </p:grpSpPr>
          <p:sp>
            <p:nvSpPr>
              <p:cNvPr id="239" name="Google Shape;239;p16"/>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240" name="Google Shape;240;p16"/>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grpSp>
        <p:nvGrpSpPr>
          <p:cNvPr id="241" name="Google Shape;241;p16"/>
          <p:cNvGrpSpPr/>
          <p:nvPr/>
        </p:nvGrpSpPr>
        <p:grpSpPr>
          <a:xfrm>
            <a:off x="-1380369" y="-1931213"/>
            <a:ext cx="10565268" cy="7373521"/>
            <a:chOff x="-1380369" y="-1931213"/>
            <a:chExt cx="10565268" cy="7373521"/>
          </a:xfrm>
        </p:grpSpPr>
        <p:pic>
          <p:nvPicPr>
            <p:cNvPr id="242" name="Google Shape;242;p16"/>
            <p:cNvPicPr preferRelativeResize="0"/>
            <p:nvPr/>
          </p:nvPicPr>
          <p:blipFill rotWithShape="1">
            <a:blip r:embed="rId2">
              <a:alphaModFix/>
            </a:blip>
            <a:srcRect/>
            <a:stretch/>
          </p:blipFill>
          <p:spPr>
            <a:xfrm rot="-5400000">
              <a:off x="-1681075" y="-469837"/>
              <a:ext cx="3755203" cy="832450"/>
            </a:xfrm>
            <a:prstGeom prst="rect">
              <a:avLst/>
            </a:prstGeom>
            <a:noFill/>
            <a:ln>
              <a:noFill/>
            </a:ln>
          </p:spPr>
        </p:pic>
        <p:pic>
          <p:nvPicPr>
            <p:cNvPr id="243" name="Google Shape;243;p16"/>
            <p:cNvPicPr preferRelativeResize="0"/>
            <p:nvPr/>
          </p:nvPicPr>
          <p:blipFill rotWithShape="1">
            <a:blip r:embed="rId3">
              <a:alphaModFix/>
            </a:blip>
            <a:srcRect/>
            <a:stretch/>
          </p:blipFill>
          <p:spPr>
            <a:xfrm rot="10800000">
              <a:off x="-1380369" y="4608497"/>
              <a:ext cx="3758182" cy="833810"/>
            </a:xfrm>
            <a:prstGeom prst="rect">
              <a:avLst/>
            </a:prstGeom>
            <a:noFill/>
            <a:ln>
              <a:noFill/>
            </a:ln>
          </p:spPr>
        </p:pic>
        <p:pic>
          <p:nvPicPr>
            <p:cNvPr id="244" name="Google Shape;244;p16"/>
            <p:cNvPicPr preferRelativeResize="0"/>
            <p:nvPr/>
          </p:nvPicPr>
          <p:blipFill rotWithShape="1">
            <a:blip r:embed="rId4">
              <a:alphaModFix/>
            </a:blip>
            <a:srcRect/>
            <a:stretch/>
          </p:blipFill>
          <p:spPr>
            <a:xfrm rot="10800000">
              <a:off x="6950900" y="-1027187"/>
              <a:ext cx="2233999" cy="1783499"/>
            </a:xfrm>
            <a:prstGeom prst="rect">
              <a:avLst/>
            </a:prstGeom>
            <a:noFill/>
            <a:ln>
              <a:noFill/>
            </a:ln>
          </p:spPr>
        </p:pic>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245"/>
        <p:cNvGrpSpPr/>
        <p:nvPr/>
      </p:nvGrpSpPr>
      <p:grpSpPr>
        <a:xfrm>
          <a:off x="0" y="0"/>
          <a:ext cx="0" cy="0"/>
          <a:chOff x="0" y="0"/>
          <a:chExt cx="0" cy="0"/>
        </a:xfrm>
      </p:grpSpPr>
      <p:sp>
        <p:nvSpPr>
          <p:cNvPr id="246" name="Google Shape;246;p17"/>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247" name="Google Shape;247;p17"/>
          <p:cNvGrpSpPr/>
          <p:nvPr/>
        </p:nvGrpSpPr>
        <p:grpSpPr>
          <a:xfrm>
            <a:off x="1336500" y="315750"/>
            <a:ext cx="7494225" cy="4583725"/>
            <a:chOff x="1336500" y="315750"/>
            <a:chExt cx="7494225" cy="4583725"/>
          </a:xfrm>
        </p:grpSpPr>
        <p:sp>
          <p:nvSpPr>
            <p:cNvPr id="248" name="Google Shape;248;p17"/>
            <p:cNvSpPr/>
            <p:nvPr/>
          </p:nvSpPr>
          <p:spPr>
            <a:xfrm rot="-5400000" flipH="1">
              <a:off x="1392000" y="4743775"/>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249" name="Google Shape;249;p17"/>
            <p:cNvGrpSpPr/>
            <p:nvPr/>
          </p:nvGrpSpPr>
          <p:grpSpPr>
            <a:xfrm>
              <a:off x="8256475" y="315750"/>
              <a:ext cx="574250" cy="100200"/>
              <a:chOff x="1297450" y="4159200"/>
              <a:chExt cx="574250" cy="100200"/>
            </a:xfrm>
          </p:grpSpPr>
          <p:sp>
            <p:nvSpPr>
              <p:cNvPr id="250" name="Google Shape;250;p17"/>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251" name="Google Shape;251;p17"/>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grpSp>
        <p:nvGrpSpPr>
          <p:cNvPr id="252" name="Google Shape;252;p17"/>
          <p:cNvGrpSpPr/>
          <p:nvPr/>
        </p:nvGrpSpPr>
        <p:grpSpPr>
          <a:xfrm>
            <a:off x="-87401" y="-1252949"/>
            <a:ext cx="11772079" cy="7113497"/>
            <a:chOff x="-87401" y="-1252949"/>
            <a:chExt cx="11772079" cy="7113497"/>
          </a:xfrm>
        </p:grpSpPr>
        <p:pic>
          <p:nvPicPr>
            <p:cNvPr id="253" name="Google Shape;253;p17"/>
            <p:cNvPicPr preferRelativeResize="0"/>
            <p:nvPr/>
          </p:nvPicPr>
          <p:blipFill rotWithShape="1">
            <a:blip r:embed="rId2">
              <a:alphaModFix/>
            </a:blip>
            <a:srcRect/>
            <a:stretch/>
          </p:blipFill>
          <p:spPr>
            <a:xfrm rot="5400000">
              <a:off x="-222450" y="-1025125"/>
              <a:ext cx="1875098" cy="1419450"/>
            </a:xfrm>
            <a:prstGeom prst="rect">
              <a:avLst/>
            </a:prstGeom>
            <a:noFill/>
            <a:ln>
              <a:noFill/>
            </a:ln>
          </p:spPr>
        </p:pic>
        <p:pic>
          <p:nvPicPr>
            <p:cNvPr id="254" name="Google Shape;254;p17"/>
            <p:cNvPicPr preferRelativeResize="0"/>
            <p:nvPr/>
          </p:nvPicPr>
          <p:blipFill rotWithShape="1">
            <a:blip r:embed="rId3">
              <a:alphaModFix/>
            </a:blip>
            <a:srcRect/>
            <a:stretch/>
          </p:blipFill>
          <p:spPr>
            <a:xfrm rot="10800000" flipH="1">
              <a:off x="7929475" y="4468750"/>
              <a:ext cx="3755203" cy="832450"/>
            </a:xfrm>
            <a:prstGeom prst="rect">
              <a:avLst/>
            </a:prstGeom>
            <a:noFill/>
            <a:ln>
              <a:noFill/>
            </a:ln>
          </p:spPr>
        </p:pic>
        <p:pic>
          <p:nvPicPr>
            <p:cNvPr id="255" name="Google Shape;255;p17"/>
            <p:cNvPicPr preferRelativeResize="0"/>
            <p:nvPr/>
          </p:nvPicPr>
          <p:blipFill rotWithShape="1">
            <a:blip r:embed="rId4">
              <a:alphaModFix/>
            </a:blip>
            <a:srcRect t="20" b="30"/>
            <a:stretch/>
          </p:blipFill>
          <p:spPr>
            <a:xfrm flipH="1">
              <a:off x="-87401" y="4152772"/>
              <a:ext cx="735760" cy="1707776"/>
            </a:xfrm>
            <a:prstGeom prst="rect">
              <a:avLst/>
            </a:prstGeom>
            <a:noFill/>
            <a:ln>
              <a:noFill/>
            </a:ln>
          </p:spPr>
        </p:pic>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hree columns">
  <p:cSld name="CUSTOM_8">
    <p:spTree>
      <p:nvGrpSpPr>
        <p:cNvPr id="1" name="Shape 256"/>
        <p:cNvGrpSpPr/>
        <p:nvPr/>
      </p:nvGrpSpPr>
      <p:grpSpPr>
        <a:xfrm>
          <a:off x="0" y="0"/>
          <a:ext cx="0" cy="0"/>
          <a:chOff x="0" y="0"/>
          <a:chExt cx="0" cy="0"/>
        </a:xfrm>
      </p:grpSpPr>
      <p:sp>
        <p:nvSpPr>
          <p:cNvPr id="257" name="Google Shape;257;p18"/>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258" name="Google Shape;258;p18"/>
          <p:cNvSpPr txBox="1">
            <a:spLocks noGrp="1"/>
          </p:cNvSpPr>
          <p:nvPr>
            <p:ph type="subTitle" idx="1"/>
          </p:nvPr>
        </p:nvSpPr>
        <p:spPr>
          <a:xfrm>
            <a:off x="1585650" y="1094275"/>
            <a:ext cx="5972700" cy="9975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chemeClr val="lt2"/>
              </a:buClr>
              <a:buSzPts val="1200"/>
              <a:buChar char="●"/>
              <a:defRPr/>
            </a:lvl1pPr>
            <a:lvl2pPr lvl="1" algn="ctr">
              <a:lnSpc>
                <a:spcPct val="100000"/>
              </a:lnSpc>
              <a:spcBef>
                <a:spcPts val="0"/>
              </a:spcBef>
              <a:spcAft>
                <a:spcPts val="0"/>
              </a:spcAft>
              <a:buSzPts val="1200"/>
              <a:buChar char="○"/>
              <a:defRPr/>
            </a:lvl2pPr>
            <a:lvl3pPr lvl="2" algn="ctr">
              <a:lnSpc>
                <a:spcPct val="100000"/>
              </a:lnSpc>
              <a:spcBef>
                <a:spcPts val="0"/>
              </a:spcBef>
              <a:spcAft>
                <a:spcPts val="0"/>
              </a:spcAft>
              <a:buSzPts val="1200"/>
              <a:buChar char="■"/>
              <a:defRPr/>
            </a:lvl3pPr>
            <a:lvl4pPr lvl="3" algn="ctr">
              <a:lnSpc>
                <a:spcPct val="100000"/>
              </a:lnSpc>
              <a:spcBef>
                <a:spcPts val="0"/>
              </a:spcBef>
              <a:spcAft>
                <a:spcPts val="0"/>
              </a:spcAft>
              <a:buSzPts val="1200"/>
              <a:buChar char="●"/>
              <a:defRPr/>
            </a:lvl4pPr>
            <a:lvl5pPr lvl="4" algn="ctr">
              <a:lnSpc>
                <a:spcPct val="100000"/>
              </a:lnSpc>
              <a:spcBef>
                <a:spcPts val="0"/>
              </a:spcBef>
              <a:spcAft>
                <a:spcPts val="0"/>
              </a:spcAft>
              <a:buSzPts val="1200"/>
              <a:buChar char="○"/>
              <a:defRPr/>
            </a:lvl5pPr>
            <a:lvl6pPr lvl="5" algn="ctr">
              <a:lnSpc>
                <a:spcPct val="100000"/>
              </a:lnSpc>
              <a:spcBef>
                <a:spcPts val="0"/>
              </a:spcBef>
              <a:spcAft>
                <a:spcPts val="0"/>
              </a:spcAft>
              <a:buSzPts val="1200"/>
              <a:buChar char="■"/>
              <a:defRPr/>
            </a:lvl6pPr>
            <a:lvl7pPr lvl="6" algn="ctr">
              <a:lnSpc>
                <a:spcPct val="100000"/>
              </a:lnSpc>
              <a:spcBef>
                <a:spcPts val="0"/>
              </a:spcBef>
              <a:spcAft>
                <a:spcPts val="0"/>
              </a:spcAft>
              <a:buSzPts val="1200"/>
              <a:buChar char="●"/>
              <a:defRPr/>
            </a:lvl7pPr>
            <a:lvl8pPr lvl="7" algn="ctr">
              <a:lnSpc>
                <a:spcPct val="100000"/>
              </a:lnSpc>
              <a:spcBef>
                <a:spcPts val="0"/>
              </a:spcBef>
              <a:spcAft>
                <a:spcPts val="0"/>
              </a:spcAft>
              <a:buSzPts val="1200"/>
              <a:buChar char="○"/>
              <a:defRPr/>
            </a:lvl8pPr>
            <a:lvl9pPr lvl="8" algn="ctr">
              <a:lnSpc>
                <a:spcPct val="100000"/>
              </a:lnSpc>
              <a:spcBef>
                <a:spcPts val="0"/>
              </a:spcBef>
              <a:spcAft>
                <a:spcPts val="0"/>
              </a:spcAft>
              <a:buSzPts val="1200"/>
              <a:buChar char="■"/>
              <a:defRPr/>
            </a:lvl9pPr>
          </a:lstStyle>
          <a:p>
            <a:endParaRPr/>
          </a:p>
        </p:txBody>
      </p:sp>
      <p:sp>
        <p:nvSpPr>
          <p:cNvPr id="259" name="Google Shape;259;p18"/>
          <p:cNvSpPr txBox="1">
            <a:spLocks noGrp="1"/>
          </p:cNvSpPr>
          <p:nvPr>
            <p:ph type="subTitle" idx="2"/>
          </p:nvPr>
        </p:nvSpPr>
        <p:spPr>
          <a:xfrm>
            <a:off x="1585650" y="2015571"/>
            <a:ext cx="5972700" cy="14760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chemeClr val="lt2"/>
              </a:buClr>
              <a:buSzPts val="1200"/>
              <a:buChar char="●"/>
              <a:defRPr/>
            </a:lvl1pPr>
            <a:lvl2pPr lvl="1" algn="ctr">
              <a:lnSpc>
                <a:spcPct val="100000"/>
              </a:lnSpc>
              <a:spcBef>
                <a:spcPts val="0"/>
              </a:spcBef>
              <a:spcAft>
                <a:spcPts val="0"/>
              </a:spcAft>
              <a:buSzPts val="1200"/>
              <a:buChar char="○"/>
              <a:defRPr/>
            </a:lvl2pPr>
            <a:lvl3pPr lvl="2" algn="ctr">
              <a:lnSpc>
                <a:spcPct val="100000"/>
              </a:lnSpc>
              <a:spcBef>
                <a:spcPts val="0"/>
              </a:spcBef>
              <a:spcAft>
                <a:spcPts val="0"/>
              </a:spcAft>
              <a:buSzPts val="1200"/>
              <a:buChar char="■"/>
              <a:defRPr/>
            </a:lvl3pPr>
            <a:lvl4pPr lvl="3" algn="ctr">
              <a:lnSpc>
                <a:spcPct val="100000"/>
              </a:lnSpc>
              <a:spcBef>
                <a:spcPts val="0"/>
              </a:spcBef>
              <a:spcAft>
                <a:spcPts val="0"/>
              </a:spcAft>
              <a:buSzPts val="1200"/>
              <a:buChar char="●"/>
              <a:defRPr/>
            </a:lvl4pPr>
            <a:lvl5pPr lvl="4" algn="ctr">
              <a:lnSpc>
                <a:spcPct val="100000"/>
              </a:lnSpc>
              <a:spcBef>
                <a:spcPts val="0"/>
              </a:spcBef>
              <a:spcAft>
                <a:spcPts val="0"/>
              </a:spcAft>
              <a:buSzPts val="1200"/>
              <a:buChar char="○"/>
              <a:defRPr/>
            </a:lvl5pPr>
            <a:lvl6pPr lvl="5" algn="ctr">
              <a:lnSpc>
                <a:spcPct val="100000"/>
              </a:lnSpc>
              <a:spcBef>
                <a:spcPts val="0"/>
              </a:spcBef>
              <a:spcAft>
                <a:spcPts val="0"/>
              </a:spcAft>
              <a:buSzPts val="1200"/>
              <a:buChar char="■"/>
              <a:defRPr/>
            </a:lvl6pPr>
            <a:lvl7pPr lvl="6" algn="ctr">
              <a:lnSpc>
                <a:spcPct val="100000"/>
              </a:lnSpc>
              <a:spcBef>
                <a:spcPts val="0"/>
              </a:spcBef>
              <a:spcAft>
                <a:spcPts val="0"/>
              </a:spcAft>
              <a:buSzPts val="1200"/>
              <a:buChar char="●"/>
              <a:defRPr/>
            </a:lvl7pPr>
            <a:lvl8pPr lvl="7" algn="ctr">
              <a:lnSpc>
                <a:spcPct val="100000"/>
              </a:lnSpc>
              <a:spcBef>
                <a:spcPts val="0"/>
              </a:spcBef>
              <a:spcAft>
                <a:spcPts val="0"/>
              </a:spcAft>
              <a:buSzPts val="1200"/>
              <a:buChar char="○"/>
              <a:defRPr/>
            </a:lvl8pPr>
            <a:lvl9pPr lvl="8" algn="ctr">
              <a:lnSpc>
                <a:spcPct val="100000"/>
              </a:lnSpc>
              <a:spcBef>
                <a:spcPts val="0"/>
              </a:spcBef>
              <a:spcAft>
                <a:spcPts val="0"/>
              </a:spcAft>
              <a:buSzPts val="1200"/>
              <a:buChar char="■"/>
              <a:defRPr/>
            </a:lvl9pPr>
          </a:lstStyle>
          <a:p>
            <a:endParaRPr/>
          </a:p>
        </p:txBody>
      </p:sp>
      <p:sp>
        <p:nvSpPr>
          <p:cNvPr id="260" name="Google Shape;260;p18"/>
          <p:cNvSpPr txBox="1">
            <a:spLocks noGrp="1"/>
          </p:cNvSpPr>
          <p:nvPr>
            <p:ph type="subTitle" idx="3"/>
          </p:nvPr>
        </p:nvSpPr>
        <p:spPr>
          <a:xfrm>
            <a:off x="1585650" y="3415475"/>
            <a:ext cx="5972700" cy="9975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chemeClr val="lt2"/>
              </a:buClr>
              <a:buSzPts val="1400"/>
              <a:buChar char="●"/>
              <a:defRPr/>
            </a:lvl1pPr>
            <a:lvl2pPr lvl="1" algn="ctr">
              <a:lnSpc>
                <a:spcPct val="100000"/>
              </a:lnSpc>
              <a:spcBef>
                <a:spcPts val="0"/>
              </a:spcBef>
              <a:spcAft>
                <a:spcPts val="0"/>
              </a:spcAft>
              <a:buSzPts val="1200"/>
              <a:buChar char="○"/>
              <a:defRPr/>
            </a:lvl2pPr>
            <a:lvl3pPr lvl="2" algn="ctr">
              <a:lnSpc>
                <a:spcPct val="100000"/>
              </a:lnSpc>
              <a:spcBef>
                <a:spcPts val="0"/>
              </a:spcBef>
              <a:spcAft>
                <a:spcPts val="0"/>
              </a:spcAft>
              <a:buSzPts val="1200"/>
              <a:buChar char="■"/>
              <a:defRPr/>
            </a:lvl3pPr>
            <a:lvl4pPr lvl="3" algn="ctr">
              <a:lnSpc>
                <a:spcPct val="100000"/>
              </a:lnSpc>
              <a:spcBef>
                <a:spcPts val="0"/>
              </a:spcBef>
              <a:spcAft>
                <a:spcPts val="0"/>
              </a:spcAft>
              <a:buSzPts val="1200"/>
              <a:buChar char="●"/>
              <a:defRPr/>
            </a:lvl4pPr>
            <a:lvl5pPr lvl="4" algn="ctr">
              <a:lnSpc>
                <a:spcPct val="100000"/>
              </a:lnSpc>
              <a:spcBef>
                <a:spcPts val="0"/>
              </a:spcBef>
              <a:spcAft>
                <a:spcPts val="0"/>
              </a:spcAft>
              <a:buSzPts val="1200"/>
              <a:buChar char="○"/>
              <a:defRPr/>
            </a:lvl5pPr>
            <a:lvl6pPr lvl="5" algn="ctr">
              <a:lnSpc>
                <a:spcPct val="100000"/>
              </a:lnSpc>
              <a:spcBef>
                <a:spcPts val="0"/>
              </a:spcBef>
              <a:spcAft>
                <a:spcPts val="0"/>
              </a:spcAft>
              <a:buSzPts val="1200"/>
              <a:buChar char="■"/>
              <a:defRPr/>
            </a:lvl6pPr>
            <a:lvl7pPr lvl="6" algn="ctr">
              <a:lnSpc>
                <a:spcPct val="100000"/>
              </a:lnSpc>
              <a:spcBef>
                <a:spcPts val="0"/>
              </a:spcBef>
              <a:spcAft>
                <a:spcPts val="0"/>
              </a:spcAft>
              <a:buSzPts val="1200"/>
              <a:buChar char="●"/>
              <a:defRPr/>
            </a:lvl7pPr>
            <a:lvl8pPr lvl="7" algn="ctr">
              <a:lnSpc>
                <a:spcPct val="100000"/>
              </a:lnSpc>
              <a:spcBef>
                <a:spcPts val="0"/>
              </a:spcBef>
              <a:spcAft>
                <a:spcPts val="0"/>
              </a:spcAft>
              <a:buSzPts val="1200"/>
              <a:buChar char="○"/>
              <a:defRPr/>
            </a:lvl8pPr>
            <a:lvl9pPr lvl="8" algn="ctr">
              <a:lnSpc>
                <a:spcPct val="100000"/>
              </a:lnSpc>
              <a:spcBef>
                <a:spcPts val="0"/>
              </a:spcBef>
              <a:spcAft>
                <a:spcPts val="0"/>
              </a:spcAft>
              <a:buSzPts val="1200"/>
              <a:buChar char="■"/>
              <a:defRPr/>
            </a:lvl9pPr>
          </a:lstStyle>
          <a:p>
            <a:endParaRPr/>
          </a:p>
        </p:txBody>
      </p:sp>
      <p:grpSp>
        <p:nvGrpSpPr>
          <p:cNvPr id="261" name="Google Shape;261;p18"/>
          <p:cNvGrpSpPr/>
          <p:nvPr/>
        </p:nvGrpSpPr>
        <p:grpSpPr>
          <a:xfrm>
            <a:off x="-619800" y="311816"/>
            <a:ext cx="10492052" cy="4866287"/>
            <a:chOff x="-619800" y="311816"/>
            <a:chExt cx="10492052" cy="4866287"/>
          </a:xfrm>
        </p:grpSpPr>
        <p:pic>
          <p:nvPicPr>
            <p:cNvPr id="262" name="Google Shape;262;p18"/>
            <p:cNvPicPr preferRelativeResize="0"/>
            <p:nvPr/>
          </p:nvPicPr>
          <p:blipFill rotWithShape="1">
            <a:blip r:embed="rId2">
              <a:alphaModFix/>
            </a:blip>
            <a:srcRect/>
            <a:stretch/>
          </p:blipFill>
          <p:spPr>
            <a:xfrm>
              <a:off x="7675980" y="3463512"/>
              <a:ext cx="1774377" cy="1714591"/>
            </a:xfrm>
            <a:prstGeom prst="rect">
              <a:avLst/>
            </a:prstGeom>
            <a:noFill/>
            <a:ln>
              <a:noFill/>
            </a:ln>
          </p:spPr>
        </p:pic>
        <p:pic>
          <p:nvPicPr>
            <p:cNvPr id="263" name="Google Shape;263;p18"/>
            <p:cNvPicPr preferRelativeResize="0"/>
            <p:nvPr/>
          </p:nvPicPr>
          <p:blipFill rotWithShape="1">
            <a:blip r:embed="rId3">
              <a:alphaModFix/>
            </a:blip>
            <a:srcRect t="2208" b="2208"/>
            <a:stretch/>
          </p:blipFill>
          <p:spPr>
            <a:xfrm flipH="1">
              <a:off x="6824649" y="311816"/>
              <a:ext cx="3047603" cy="173736"/>
            </a:xfrm>
            <a:prstGeom prst="rect">
              <a:avLst/>
            </a:prstGeom>
            <a:noFill/>
            <a:ln>
              <a:noFill/>
            </a:ln>
          </p:spPr>
        </p:pic>
        <p:pic>
          <p:nvPicPr>
            <p:cNvPr id="264" name="Google Shape;264;p18"/>
            <p:cNvPicPr preferRelativeResize="0"/>
            <p:nvPr/>
          </p:nvPicPr>
          <p:blipFill rotWithShape="1">
            <a:blip r:embed="rId4">
              <a:alphaModFix/>
            </a:blip>
            <a:srcRect l="5276" b="-10"/>
            <a:stretch/>
          </p:blipFill>
          <p:spPr>
            <a:xfrm>
              <a:off x="-619800" y="4762475"/>
              <a:ext cx="1774377" cy="173736"/>
            </a:xfrm>
            <a:prstGeom prst="rect">
              <a:avLst/>
            </a:prstGeom>
            <a:noFill/>
            <a:ln>
              <a:noFill/>
            </a:ln>
          </p:spPr>
        </p:pic>
      </p:grpSp>
      <p:grpSp>
        <p:nvGrpSpPr>
          <p:cNvPr id="265" name="Google Shape;265;p18"/>
          <p:cNvGrpSpPr/>
          <p:nvPr/>
        </p:nvGrpSpPr>
        <p:grpSpPr>
          <a:xfrm>
            <a:off x="324675" y="681275"/>
            <a:ext cx="6592200" cy="4206875"/>
            <a:chOff x="324675" y="681275"/>
            <a:chExt cx="6592200" cy="4206875"/>
          </a:xfrm>
        </p:grpSpPr>
        <p:sp>
          <p:nvSpPr>
            <p:cNvPr id="266" name="Google Shape;266;p18"/>
            <p:cNvSpPr/>
            <p:nvPr/>
          </p:nvSpPr>
          <p:spPr>
            <a:xfrm rot="-5400000" flipH="1">
              <a:off x="6761175" y="4732450"/>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267" name="Google Shape;267;p18"/>
            <p:cNvGrpSpPr/>
            <p:nvPr/>
          </p:nvGrpSpPr>
          <p:grpSpPr>
            <a:xfrm>
              <a:off x="324675" y="681275"/>
              <a:ext cx="574250" cy="100200"/>
              <a:chOff x="1297450" y="4159200"/>
              <a:chExt cx="574250" cy="100200"/>
            </a:xfrm>
          </p:grpSpPr>
          <p:sp>
            <p:nvSpPr>
              <p:cNvPr id="268" name="Google Shape;268;p18"/>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269" name="Google Shape;269;p18"/>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CUSTOM_4_1">
    <p:spTree>
      <p:nvGrpSpPr>
        <p:cNvPr id="1" name="Shape 270"/>
        <p:cNvGrpSpPr/>
        <p:nvPr/>
      </p:nvGrpSpPr>
      <p:grpSpPr>
        <a:xfrm>
          <a:off x="0" y="0"/>
          <a:ext cx="0" cy="0"/>
          <a:chOff x="0" y="0"/>
          <a:chExt cx="0" cy="0"/>
        </a:xfrm>
      </p:grpSpPr>
      <p:sp>
        <p:nvSpPr>
          <p:cNvPr id="271" name="Google Shape;271;p19"/>
          <p:cNvSpPr txBox="1">
            <a:spLocks noGrp="1"/>
          </p:cNvSpPr>
          <p:nvPr>
            <p:ph type="title"/>
          </p:nvPr>
        </p:nvSpPr>
        <p:spPr>
          <a:xfrm>
            <a:off x="821000" y="2905338"/>
            <a:ext cx="3325800" cy="7521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272" name="Google Shape;272;p19"/>
          <p:cNvSpPr txBox="1">
            <a:spLocks noGrp="1"/>
          </p:cNvSpPr>
          <p:nvPr>
            <p:ph type="subTitle" idx="1"/>
          </p:nvPr>
        </p:nvSpPr>
        <p:spPr>
          <a:xfrm>
            <a:off x="821000" y="3541870"/>
            <a:ext cx="3325800" cy="7980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sp>
        <p:nvSpPr>
          <p:cNvPr id="273" name="Google Shape;273;p19"/>
          <p:cNvSpPr>
            <a:spLocks noGrp="1"/>
          </p:cNvSpPr>
          <p:nvPr>
            <p:ph type="pic" idx="2"/>
          </p:nvPr>
        </p:nvSpPr>
        <p:spPr>
          <a:xfrm>
            <a:off x="4473225" y="612525"/>
            <a:ext cx="3262200" cy="2064300"/>
          </a:xfrm>
          <a:prstGeom prst="roundRect">
            <a:avLst>
              <a:gd name="adj" fmla="val 16667"/>
            </a:avLst>
          </a:prstGeom>
          <a:noFill/>
          <a:ln>
            <a:noFill/>
          </a:ln>
        </p:spPr>
        <p:txBody>
          <a:bodyPr/>
          <a:lstStyle/>
          <a:p>
            <a:endParaRPr lang="en-US"/>
          </a:p>
        </p:txBody>
      </p:sp>
      <p:sp>
        <p:nvSpPr>
          <p:cNvPr id="274" name="Google Shape;274;p19"/>
          <p:cNvSpPr>
            <a:spLocks noGrp="1"/>
          </p:cNvSpPr>
          <p:nvPr>
            <p:ph type="pic" idx="3"/>
          </p:nvPr>
        </p:nvSpPr>
        <p:spPr>
          <a:xfrm>
            <a:off x="4421275" y="2872750"/>
            <a:ext cx="2008200" cy="1834800"/>
          </a:xfrm>
          <a:prstGeom prst="roundRect">
            <a:avLst>
              <a:gd name="adj" fmla="val 16667"/>
            </a:avLst>
          </a:prstGeom>
          <a:noFill/>
          <a:ln>
            <a:noFill/>
          </a:ln>
        </p:spPr>
        <p:txBody>
          <a:bodyPr/>
          <a:lstStyle/>
          <a:p>
            <a:endParaRPr lang="en-US"/>
          </a:p>
        </p:txBody>
      </p:sp>
      <p:sp>
        <p:nvSpPr>
          <p:cNvPr id="275" name="Google Shape;275;p19"/>
          <p:cNvSpPr>
            <a:spLocks noGrp="1"/>
          </p:cNvSpPr>
          <p:nvPr>
            <p:ph type="pic" idx="4"/>
          </p:nvPr>
        </p:nvSpPr>
        <p:spPr>
          <a:xfrm>
            <a:off x="1862275" y="612525"/>
            <a:ext cx="2406600" cy="2064300"/>
          </a:xfrm>
          <a:prstGeom prst="roundRect">
            <a:avLst>
              <a:gd name="adj" fmla="val 16667"/>
            </a:avLst>
          </a:prstGeom>
          <a:noFill/>
          <a:ln>
            <a:noFill/>
          </a:ln>
        </p:spPr>
        <p:txBody>
          <a:bodyPr/>
          <a:lstStyle/>
          <a:p>
            <a:endParaRPr lang="en-US"/>
          </a:p>
        </p:txBody>
      </p:sp>
      <p:sp>
        <p:nvSpPr>
          <p:cNvPr id="276" name="Google Shape;276;p19"/>
          <p:cNvSpPr>
            <a:spLocks noGrp="1"/>
          </p:cNvSpPr>
          <p:nvPr>
            <p:ph type="pic" idx="5"/>
          </p:nvPr>
        </p:nvSpPr>
        <p:spPr>
          <a:xfrm>
            <a:off x="6581925" y="2872750"/>
            <a:ext cx="1153500" cy="1806600"/>
          </a:xfrm>
          <a:prstGeom prst="roundRect">
            <a:avLst>
              <a:gd name="adj" fmla="val 16667"/>
            </a:avLst>
          </a:prstGeom>
          <a:noFill/>
          <a:ln>
            <a:noFill/>
          </a:ln>
        </p:spPr>
        <p:txBody>
          <a:bodyPr/>
          <a:lstStyle/>
          <a:p>
            <a:endParaRPr lang="en-US"/>
          </a:p>
        </p:txBody>
      </p:sp>
      <p:grpSp>
        <p:nvGrpSpPr>
          <p:cNvPr id="277" name="Google Shape;277;p19"/>
          <p:cNvGrpSpPr/>
          <p:nvPr/>
        </p:nvGrpSpPr>
        <p:grpSpPr>
          <a:xfrm>
            <a:off x="8091875" y="-485520"/>
            <a:ext cx="2536124" cy="5767811"/>
            <a:chOff x="8091875" y="-485520"/>
            <a:chExt cx="2536124" cy="5767811"/>
          </a:xfrm>
        </p:grpSpPr>
        <p:pic>
          <p:nvPicPr>
            <p:cNvPr id="278" name="Google Shape;278;p19"/>
            <p:cNvPicPr preferRelativeResize="0"/>
            <p:nvPr/>
          </p:nvPicPr>
          <p:blipFill rotWithShape="1">
            <a:blip r:embed="rId2">
              <a:alphaModFix/>
            </a:blip>
            <a:srcRect l="5276" b="-10"/>
            <a:stretch/>
          </p:blipFill>
          <p:spPr>
            <a:xfrm rot="5400000">
              <a:off x="7894738" y="314800"/>
              <a:ext cx="1774377" cy="173736"/>
            </a:xfrm>
            <a:prstGeom prst="rect">
              <a:avLst/>
            </a:prstGeom>
            <a:noFill/>
            <a:ln>
              <a:noFill/>
            </a:ln>
          </p:spPr>
        </p:pic>
        <p:pic>
          <p:nvPicPr>
            <p:cNvPr id="279" name="Google Shape;279;p19"/>
            <p:cNvPicPr preferRelativeResize="0"/>
            <p:nvPr/>
          </p:nvPicPr>
          <p:blipFill rotWithShape="1">
            <a:blip r:embed="rId3">
              <a:alphaModFix/>
            </a:blip>
            <a:srcRect/>
            <a:stretch/>
          </p:blipFill>
          <p:spPr>
            <a:xfrm flipH="1">
              <a:off x="8091875" y="2375738"/>
              <a:ext cx="2536124" cy="2906552"/>
            </a:xfrm>
            <a:prstGeom prst="rect">
              <a:avLst/>
            </a:prstGeom>
            <a:noFill/>
            <a:ln>
              <a:noFill/>
            </a:ln>
          </p:spPr>
        </p:pic>
      </p:grpSp>
      <p:grpSp>
        <p:nvGrpSpPr>
          <p:cNvPr id="280" name="Google Shape;280;p19"/>
          <p:cNvGrpSpPr/>
          <p:nvPr/>
        </p:nvGrpSpPr>
        <p:grpSpPr>
          <a:xfrm>
            <a:off x="548150" y="1748450"/>
            <a:ext cx="8283875" cy="3005725"/>
            <a:chOff x="548150" y="1748450"/>
            <a:chExt cx="8283875" cy="3005725"/>
          </a:xfrm>
        </p:grpSpPr>
        <p:grpSp>
          <p:nvGrpSpPr>
            <p:cNvPr id="281" name="Google Shape;281;p19"/>
            <p:cNvGrpSpPr/>
            <p:nvPr/>
          </p:nvGrpSpPr>
          <p:grpSpPr>
            <a:xfrm flipH="1">
              <a:off x="548150" y="4653975"/>
              <a:ext cx="574250" cy="100200"/>
              <a:chOff x="1297450" y="4159200"/>
              <a:chExt cx="574250" cy="100200"/>
            </a:xfrm>
          </p:grpSpPr>
          <p:sp>
            <p:nvSpPr>
              <p:cNvPr id="282" name="Google Shape;282;p19"/>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283" name="Google Shape;283;p19"/>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sp>
          <p:nvSpPr>
            <p:cNvPr id="284" name="Google Shape;284;p19"/>
            <p:cNvSpPr/>
            <p:nvPr/>
          </p:nvSpPr>
          <p:spPr>
            <a:xfrm>
              <a:off x="8731825" y="1748450"/>
              <a:ext cx="100200" cy="1677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285"/>
        <p:cNvGrpSpPr/>
        <p:nvPr/>
      </p:nvGrpSpPr>
      <p:grpSpPr>
        <a:xfrm>
          <a:off x="0" y="0"/>
          <a:ext cx="0" cy="0"/>
          <a:chOff x="0" y="0"/>
          <a:chExt cx="0" cy="0"/>
        </a:xfrm>
      </p:grpSpPr>
      <p:sp>
        <p:nvSpPr>
          <p:cNvPr id="286" name="Google Shape;286;p20"/>
          <p:cNvSpPr txBox="1">
            <a:spLocks noGrp="1"/>
          </p:cNvSpPr>
          <p:nvPr>
            <p:ph type="ctrTitle"/>
          </p:nvPr>
        </p:nvSpPr>
        <p:spPr>
          <a:xfrm>
            <a:off x="2682900" y="1140850"/>
            <a:ext cx="3778200" cy="7746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5200"/>
              <a:buNone/>
              <a:defRPr sz="52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a:endParaRPr/>
          </a:p>
        </p:txBody>
      </p:sp>
      <p:sp>
        <p:nvSpPr>
          <p:cNvPr id="287" name="Google Shape;287;p20"/>
          <p:cNvSpPr txBox="1">
            <a:spLocks noGrp="1"/>
          </p:cNvSpPr>
          <p:nvPr>
            <p:ph type="subTitle" idx="1"/>
          </p:nvPr>
        </p:nvSpPr>
        <p:spPr>
          <a:xfrm>
            <a:off x="2682900" y="1876200"/>
            <a:ext cx="3778200" cy="1006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sz="14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288" name="Google Shape;288;p20"/>
          <p:cNvSpPr txBox="1"/>
          <p:nvPr/>
        </p:nvSpPr>
        <p:spPr>
          <a:xfrm>
            <a:off x="2471250" y="3496925"/>
            <a:ext cx="4201500" cy="6156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1" i="0" u="none" strike="noStrike" cap="none">
                <a:solidFill>
                  <a:schemeClr val="dk1"/>
                </a:solidFill>
                <a:latin typeface="Karla"/>
                <a:ea typeface="Karla"/>
                <a:cs typeface="Karla"/>
                <a:sym typeface="Karla"/>
              </a:rPr>
              <a:t>CREDITS:</a:t>
            </a:r>
            <a:r>
              <a:rPr lang="en" sz="1000" b="0" i="0" u="none" strike="noStrike" cap="none">
                <a:solidFill>
                  <a:schemeClr val="dk1"/>
                </a:solidFill>
                <a:latin typeface="Karla"/>
                <a:ea typeface="Karla"/>
                <a:cs typeface="Karla"/>
                <a:sym typeface="Karla"/>
              </a:rPr>
              <a:t> This presentation template was created by </a:t>
            </a:r>
            <a:r>
              <a:rPr lang="en" sz="1000" b="1" i="0" u="sng" strike="noStrike" cap="none">
                <a:solidFill>
                  <a:schemeClr val="dk1"/>
                </a:solidFill>
                <a:latin typeface="Karla"/>
                <a:ea typeface="Karla"/>
                <a:cs typeface="Karla"/>
                <a:sym typeface="Karla"/>
                <a:hlinkClick r:id="rId2">
                  <a:extLst>
                    <a:ext uri="{A12FA001-AC4F-418D-AE19-62706E023703}">
                      <ahyp:hlinkClr xmlns:ahyp="http://schemas.microsoft.com/office/drawing/2018/hyperlinkcolor" val="tx"/>
                    </a:ext>
                  </a:extLst>
                </a:hlinkClick>
              </a:rPr>
              <a:t>Slidesgo</a:t>
            </a:r>
            <a:r>
              <a:rPr lang="en" sz="1000" b="1" i="0" u="sng" strike="noStrike" cap="none">
                <a:solidFill>
                  <a:schemeClr val="dk1"/>
                </a:solidFill>
                <a:latin typeface="Karla"/>
                <a:ea typeface="Karla"/>
                <a:cs typeface="Karla"/>
                <a:sym typeface="Karla"/>
              </a:rPr>
              <a:t>,</a:t>
            </a:r>
            <a:r>
              <a:rPr lang="en" sz="1000" b="1" i="0" u="none" strike="noStrike" cap="none">
                <a:solidFill>
                  <a:schemeClr val="dk1"/>
                </a:solidFill>
                <a:latin typeface="Karla"/>
                <a:ea typeface="Karla"/>
                <a:cs typeface="Karla"/>
                <a:sym typeface="Karla"/>
              </a:rPr>
              <a:t> </a:t>
            </a:r>
            <a:r>
              <a:rPr lang="en" sz="1000" b="0" i="0" u="none" strike="noStrike" cap="none">
                <a:solidFill>
                  <a:schemeClr val="dk1"/>
                </a:solidFill>
                <a:latin typeface="Karla"/>
                <a:ea typeface="Karla"/>
                <a:cs typeface="Karla"/>
                <a:sym typeface="Karla"/>
              </a:rPr>
              <a:t>and includes icons by </a:t>
            </a:r>
            <a:r>
              <a:rPr lang="en" sz="1000" b="1" i="0" u="sng" strike="noStrike" cap="none">
                <a:solidFill>
                  <a:schemeClr val="dk1"/>
                </a:solidFill>
                <a:latin typeface="Karla"/>
                <a:ea typeface="Karla"/>
                <a:cs typeface="Karla"/>
                <a:sym typeface="Karla"/>
                <a:hlinkClick r:id="rId3">
                  <a:extLst>
                    <a:ext uri="{A12FA001-AC4F-418D-AE19-62706E023703}">
                      <ahyp:hlinkClr xmlns:ahyp="http://schemas.microsoft.com/office/drawing/2018/hyperlinkcolor" val="tx"/>
                    </a:ext>
                  </a:extLst>
                </a:hlinkClick>
              </a:rPr>
              <a:t>Flaticon</a:t>
            </a:r>
            <a:r>
              <a:rPr lang="en" sz="1000" b="1" i="0" u="none" strike="noStrike" cap="none">
                <a:solidFill>
                  <a:schemeClr val="dk1"/>
                </a:solidFill>
                <a:latin typeface="Karla"/>
                <a:ea typeface="Karla"/>
                <a:cs typeface="Karla"/>
                <a:sym typeface="Karla"/>
              </a:rPr>
              <a:t> </a:t>
            </a:r>
            <a:r>
              <a:rPr lang="en" sz="1000" b="0" i="0" u="none" strike="noStrike" cap="none">
                <a:solidFill>
                  <a:schemeClr val="dk1"/>
                </a:solidFill>
                <a:latin typeface="Karla"/>
                <a:ea typeface="Karla"/>
                <a:cs typeface="Karla"/>
                <a:sym typeface="Karla"/>
              </a:rPr>
              <a:t>and infographics &amp; images by </a:t>
            </a:r>
            <a:r>
              <a:rPr lang="en" sz="1000" b="1" i="0" u="sng" strike="noStrike" cap="none">
                <a:solidFill>
                  <a:schemeClr val="dk1"/>
                </a:solidFill>
                <a:latin typeface="Karla"/>
                <a:ea typeface="Karla"/>
                <a:cs typeface="Karla"/>
                <a:sym typeface="Karla"/>
                <a:hlinkClick r:id="rId4">
                  <a:extLst>
                    <a:ext uri="{A12FA001-AC4F-418D-AE19-62706E023703}">
                      <ahyp:hlinkClr xmlns:ahyp="http://schemas.microsoft.com/office/drawing/2018/hyperlinkcolor" val="tx"/>
                    </a:ext>
                  </a:extLst>
                </a:hlinkClick>
              </a:rPr>
              <a:t>Freepik</a:t>
            </a:r>
            <a:endParaRPr sz="1000" b="1" i="0" u="sng" strike="noStrike" cap="none">
              <a:solidFill>
                <a:schemeClr val="dk1"/>
              </a:solidFill>
              <a:highlight>
                <a:srgbClr val="DFDEFC"/>
              </a:highlight>
              <a:latin typeface="Karla"/>
              <a:ea typeface="Karla"/>
              <a:cs typeface="Karla"/>
              <a:sym typeface="Karla"/>
            </a:endParaRPr>
          </a:p>
        </p:txBody>
      </p:sp>
      <p:grpSp>
        <p:nvGrpSpPr>
          <p:cNvPr id="289" name="Google Shape;289;p20"/>
          <p:cNvGrpSpPr/>
          <p:nvPr/>
        </p:nvGrpSpPr>
        <p:grpSpPr>
          <a:xfrm>
            <a:off x="355075" y="746000"/>
            <a:ext cx="7220750" cy="4136425"/>
            <a:chOff x="355075" y="746000"/>
            <a:chExt cx="7220750" cy="4136425"/>
          </a:xfrm>
        </p:grpSpPr>
        <p:sp>
          <p:nvSpPr>
            <p:cNvPr id="290" name="Google Shape;290;p20"/>
            <p:cNvSpPr/>
            <p:nvPr/>
          </p:nvSpPr>
          <p:spPr>
            <a:xfrm flipH="1">
              <a:off x="355075" y="2126600"/>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291" name="Google Shape;291;p20"/>
            <p:cNvSpPr/>
            <p:nvPr/>
          </p:nvSpPr>
          <p:spPr>
            <a:xfrm rot="-5400000" flipH="1">
              <a:off x="5802900" y="4761675"/>
              <a:ext cx="100200" cy="14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292" name="Google Shape;292;p20"/>
            <p:cNvGrpSpPr/>
            <p:nvPr/>
          </p:nvGrpSpPr>
          <p:grpSpPr>
            <a:xfrm>
              <a:off x="7001575" y="746000"/>
              <a:ext cx="574250" cy="100200"/>
              <a:chOff x="1297450" y="4159200"/>
              <a:chExt cx="574250" cy="100200"/>
            </a:xfrm>
          </p:grpSpPr>
          <p:sp>
            <p:nvSpPr>
              <p:cNvPr id="293" name="Google Shape;293;p20"/>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294" name="Google Shape;294;p20"/>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grpSp>
        <p:nvGrpSpPr>
          <p:cNvPr id="295" name="Google Shape;295;p20"/>
          <p:cNvGrpSpPr/>
          <p:nvPr/>
        </p:nvGrpSpPr>
        <p:grpSpPr>
          <a:xfrm>
            <a:off x="-166114" y="-1435498"/>
            <a:ext cx="10372166" cy="6629423"/>
            <a:chOff x="-166114" y="-1435498"/>
            <a:chExt cx="10372166" cy="6629423"/>
          </a:xfrm>
        </p:grpSpPr>
        <p:grpSp>
          <p:nvGrpSpPr>
            <p:cNvPr id="296" name="Google Shape;296;p20"/>
            <p:cNvGrpSpPr/>
            <p:nvPr/>
          </p:nvGrpSpPr>
          <p:grpSpPr>
            <a:xfrm>
              <a:off x="-166114" y="-1435498"/>
              <a:ext cx="10372166" cy="6354687"/>
              <a:chOff x="-166114" y="-1435498"/>
              <a:chExt cx="10372166" cy="6354687"/>
            </a:xfrm>
          </p:grpSpPr>
          <p:pic>
            <p:nvPicPr>
              <p:cNvPr id="297" name="Google Shape;297;p20"/>
              <p:cNvPicPr preferRelativeResize="0"/>
              <p:nvPr/>
            </p:nvPicPr>
            <p:blipFill rotWithShape="1">
              <a:blip r:embed="rId5">
                <a:alphaModFix/>
              </a:blip>
              <a:srcRect/>
              <a:stretch/>
            </p:blipFill>
            <p:spPr>
              <a:xfrm rot="5400000">
                <a:off x="19100" y="-1620712"/>
                <a:ext cx="2536124" cy="2906552"/>
              </a:xfrm>
              <a:prstGeom prst="rect">
                <a:avLst/>
              </a:prstGeom>
              <a:noFill/>
              <a:ln>
                <a:noFill/>
              </a:ln>
            </p:spPr>
          </p:pic>
          <p:pic>
            <p:nvPicPr>
              <p:cNvPr id="298" name="Google Shape;298;p20"/>
              <p:cNvPicPr preferRelativeResize="0"/>
              <p:nvPr/>
            </p:nvPicPr>
            <p:blipFill rotWithShape="1">
              <a:blip r:embed="rId6">
                <a:alphaModFix/>
              </a:blip>
              <a:srcRect t="2208" b="2208"/>
              <a:stretch/>
            </p:blipFill>
            <p:spPr>
              <a:xfrm flipH="1">
                <a:off x="7158449" y="4745453"/>
                <a:ext cx="3047603" cy="173736"/>
              </a:xfrm>
              <a:prstGeom prst="rect">
                <a:avLst/>
              </a:prstGeom>
              <a:noFill/>
              <a:ln>
                <a:noFill/>
              </a:ln>
            </p:spPr>
          </p:pic>
          <p:pic>
            <p:nvPicPr>
              <p:cNvPr id="299" name="Google Shape;299;p20"/>
              <p:cNvPicPr preferRelativeResize="0"/>
              <p:nvPr/>
            </p:nvPicPr>
            <p:blipFill rotWithShape="1">
              <a:blip r:embed="rId7">
                <a:alphaModFix/>
              </a:blip>
              <a:srcRect/>
              <a:stretch/>
            </p:blipFill>
            <p:spPr>
              <a:xfrm rot="5400000" flipH="1">
                <a:off x="6874044" y="775322"/>
                <a:ext cx="3758182" cy="833810"/>
              </a:xfrm>
              <a:prstGeom prst="rect">
                <a:avLst/>
              </a:prstGeom>
              <a:noFill/>
              <a:ln>
                <a:noFill/>
              </a:ln>
            </p:spPr>
          </p:pic>
        </p:grpSp>
        <p:pic>
          <p:nvPicPr>
            <p:cNvPr id="300" name="Google Shape;300;p20"/>
            <p:cNvPicPr preferRelativeResize="0"/>
            <p:nvPr/>
          </p:nvPicPr>
          <p:blipFill rotWithShape="1">
            <a:blip r:embed="rId8">
              <a:alphaModFix/>
            </a:blip>
            <a:srcRect/>
            <a:stretch/>
          </p:blipFill>
          <p:spPr>
            <a:xfrm>
              <a:off x="0" y="3774475"/>
              <a:ext cx="1875098" cy="1419450"/>
            </a:xfrm>
            <a:prstGeom prst="rect">
              <a:avLst/>
            </a:prstGeom>
            <a:noFill/>
            <a:ln>
              <a:noFill/>
            </a:ln>
          </p:spPr>
        </p:pic>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CUSTOM_9">
    <p:spTree>
      <p:nvGrpSpPr>
        <p:cNvPr id="1" name="Shape 301"/>
        <p:cNvGrpSpPr/>
        <p:nvPr/>
      </p:nvGrpSpPr>
      <p:grpSpPr>
        <a:xfrm>
          <a:off x="0" y="0"/>
          <a:ext cx="0" cy="0"/>
          <a:chOff x="0" y="0"/>
          <a:chExt cx="0" cy="0"/>
        </a:xfrm>
      </p:grpSpPr>
      <p:sp>
        <p:nvSpPr>
          <p:cNvPr id="302" name="Google Shape;302;p21"/>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303" name="Google Shape;303;p21"/>
          <p:cNvSpPr txBox="1">
            <a:spLocks noGrp="1"/>
          </p:cNvSpPr>
          <p:nvPr>
            <p:ph type="subTitle" idx="1"/>
          </p:nvPr>
        </p:nvSpPr>
        <p:spPr>
          <a:xfrm>
            <a:off x="715100" y="1093925"/>
            <a:ext cx="7713900" cy="7149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chemeClr val="dk2"/>
              </a:buClr>
              <a:buSzPts val="1200"/>
              <a:buChar char="●"/>
              <a:defRPr b="0"/>
            </a:lvl1pPr>
            <a:lvl2pPr lvl="1" algn="ctr">
              <a:lnSpc>
                <a:spcPct val="100000"/>
              </a:lnSpc>
              <a:spcBef>
                <a:spcPts val="0"/>
              </a:spcBef>
              <a:spcAft>
                <a:spcPts val="0"/>
              </a:spcAft>
              <a:buSzPts val="1200"/>
              <a:buChar char="○"/>
              <a:defRPr/>
            </a:lvl2pPr>
            <a:lvl3pPr lvl="2" algn="ctr">
              <a:lnSpc>
                <a:spcPct val="100000"/>
              </a:lnSpc>
              <a:spcBef>
                <a:spcPts val="0"/>
              </a:spcBef>
              <a:spcAft>
                <a:spcPts val="0"/>
              </a:spcAft>
              <a:buSzPts val="1200"/>
              <a:buChar char="■"/>
              <a:defRPr/>
            </a:lvl3pPr>
            <a:lvl4pPr lvl="3" algn="ctr">
              <a:lnSpc>
                <a:spcPct val="100000"/>
              </a:lnSpc>
              <a:spcBef>
                <a:spcPts val="0"/>
              </a:spcBef>
              <a:spcAft>
                <a:spcPts val="0"/>
              </a:spcAft>
              <a:buSzPts val="1200"/>
              <a:buChar char="●"/>
              <a:defRPr/>
            </a:lvl4pPr>
            <a:lvl5pPr lvl="4" algn="ctr">
              <a:lnSpc>
                <a:spcPct val="100000"/>
              </a:lnSpc>
              <a:spcBef>
                <a:spcPts val="0"/>
              </a:spcBef>
              <a:spcAft>
                <a:spcPts val="0"/>
              </a:spcAft>
              <a:buSzPts val="1200"/>
              <a:buChar char="○"/>
              <a:defRPr/>
            </a:lvl5pPr>
            <a:lvl6pPr lvl="5" algn="ctr">
              <a:lnSpc>
                <a:spcPct val="100000"/>
              </a:lnSpc>
              <a:spcBef>
                <a:spcPts val="0"/>
              </a:spcBef>
              <a:spcAft>
                <a:spcPts val="0"/>
              </a:spcAft>
              <a:buSzPts val="1200"/>
              <a:buChar char="■"/>
              <a:defRPr/>
            </a:lvl6pPr>
            <a:lvl7pPr lvl="6" algn="ctr">
              <a:lnSpc>
                <a:spcPct val="100000"/>
              </a:lnSpc>
              <a:spcBef>
                <a:spcPts val="0"/>
              </a:spcBef>
              <a:spcAft>
                <a:spcPts val="0"/>
              </a:spcAft>
              <a:buSzPts val="1200"/>
              <a:buChar char="●"/>
              <a:defRPr/>
            </a:lvl7pPr>
            <a:lvl8pPr lvl="7" algn="ctr">
              <a:lnSpc>
                <a:spcPct val="100000"/>
              </a:lnSpc>
              <a:spcBef>
                <a:spcPts val="0"/>
              </a:spcBef>
              <a:spcAft>
                <a:spcPts val="0"/>
              </a:spcAft>
              <a:buSzPts val="1200"/>
              <a:buChar char="○"/>
              <a:defRPr/>
            </a:lvl8pPr>
            <a:lvl9pPr lvl="8" algn="ctr">
              <a:lnSpc>
                <a:spcPct val="100000"/>
              </a:lnSpc>
              <a:spcBef>
                <a:spcPts val="0"/>
              </a:spcBef>
              <a:spcAft>
                <a:spcPts val="0"/>
              </a:spcAft>
              <a:buSzPts val="1200"/>
              <a:buChar char="■"/>
              <a:defRPr/>
            </a:lvl9pPr>
          </a:lstStyle>
          <a:p>
            <a:endParaRPr/>
          </a:p>
        </p:txBody>
      </p:sp>
      <p:grpSp>
        <p:nvGrpSpPr>
          <p:cNvPr id="304" name="Google Shape;304;p21"/>
          <p:cNvGrpSpPr/>
          <p:nvPr/>
        </p:nvGrpSpPr>
        <p:grpSpPr>
          <a:xfrm>
            <a:off x="-2332501" y="-608796"/>
            <a:ext cx="14394279" cy="5459048"/>
            <a:chOff x="-2332501" y="-608795"/>
            <a:chExt cx="14394279" cy="5459048"/>
          </a:xfrm>
        </p:grpSpPr>
        <p:pic>
          <p:nvPicPr>
            <p:cNvPr id="305" name="Google Shape;305;p21"/>
            <p:cNvPicPr preferRelativeResize="0"/>
            <p:nvPr/>
          </p:nvPicPr>
          <p:blipFill rotWithShape="1">
            <a:blip r:embed="rId2">
              <a:alphaModFix/>
            </a:blip>
            <a:srcRect l="5276" b="-10"/>
            <a:stretch/>
          </p:blipFill>
          <p:spPr>
            <a:xfrm rot="5400000">
              <a:off x="-568212" y="191525"/>
              <a:ext cx="1774377" cy="173736"/>
            </a:xfrm>
            <a:prstGeom prst="rect">
              <a:avLst/>
            </a:prstGeom>
            <a:noFill/>
            <a:ln>
              <a:noFill/>
            </a:ln>
          </p:spPr>
        </p:pic>
        <p:pic>
          <p:nvPicPr>
            <p:cNvPr id="306" name="Google Shape;306;p21"/>
            <p:cNvPicPr preferRelativeResize="0"/>
            <p:nvPr/>
          </p:nvPicPr>
          <p:blipFill rotWithShape="1">
            <a:blip r:embed="rId3">
              <a:alphaModFix/>
            </a:blip>
            <a:srcRect t="2208" b="2208"/>
            <a:stretch/>
          </p:blipFill>
          <p:spPr>
            <a:xfrm rot="10800000" flipH="1">
              <a:off x="-2332501" y="4676516"/>
              <a:ext cx="3047603" cy="173736"/>
            </a:xfrm>
            <a:prstGeom prst="rect">
              <a:avLst/>
            </a:prstGeom>
            <a:noFill/>
            <a:ln>
              <a:noFill/>
            </a:ln>
          </p:spPr>
        </p:pic>
        <p:pic>
          <p:nvPicPr>
            <p:cNvPr id="307" name="Google Shape;307;p21"/>
            <p:cNvPicPr preferRelativeResize="0"/>
            <p:nvPr/>
          </p:nvPicPr>
          <p:blipFill rotWithShape="1">
            <a:blip r:embed="rId4">
              <a:alphaModFix/>
            </a:blip>
            <a:srcRect/>
            <a:stretch/>
          </p:blipFill>
          <p:spPr>
            <a:xfrm>
              <a:off x="8306575" y="-24750"/>
              <a:ext cx="3755203" cy="832450"/>
            </a:xfrm>
            <a:prstGeom prst="rect">
              <a:avLst/>
            </a:prstGeom>
            <a:noFill/>
            <a:ln>
              <a:noFill/>
            </a:ln>
          </p:spPr>
        </p:pic>
      </p:grpSp>
      <p:grpSp>
        <p:nvGrpSpPr>
          <p:cNvPr id="308" name="Google Shape;308;p21"/>
          <p:cNvGrpSpPr/>
          <p:nvPr/>
        </p:nvGrpSpPr>
        <p:grpSpPr>
          <a:xfrm>
            <a:off x="268875" y="1402000"/>
            <a:ext cx="7955825" cy="3515600"/>
            <a:chOff x="268875" y="1402000"/>
            <a:chExt cx="7955825" cy="3515600"/>
          </a:xfrm>
        </p:grpSpPr>
        <p:sp>
          <p:nvSpPr>
            <p:cNvPr id="309" name="Google Shape;309;p21"/>
            <p:cNvSpPr/>
            <p:nvPr/>
          </p:nvSpPr>
          <p:spPr>
            <a:xfrm flipH="1">
              <a:off x="268875" y="1402000"/>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310" name="Google Shape;310;p21"/>
            <p:cNvGrpSpPr/>
            <p:nvPr/>
          </p:nvGrpSpPr>
          <p:grpSpPr>
            <a:xfrm>
              <a:off x="7650450" y="4817400"/>
              <a:ext cx="574250" cy="100200"/>
              <a:chOff x="1297450" y="4159200"/>
              <a:chExt cx="574250" cy="100200"/>
            </a:xfrm>
          </p:grpSpPr>
          <p:sp>
            <p:nvSpPr>
              <p:cNvPr id="311" name="Google Shape;311;p21"/>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312" name="Google Shape;312;p21"/>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3">
  <p:cSld name="CUSTOM_9_1">
    <p:spTree>
      <p:nvGrpSpPr>
        <p:cNvPr id="1" name="Shape 313"/>
        <p:cNvGrpSpPr/>
        <p:nvPr/>
      </p:nvGrpSpPr>
      <p:grpSpPr>
        <a:xfrm>
          <a:off x="0" y="0"/>
          <a:ext cx="0" cy="0"/>
          <a:chOff x="0" y="0"/>
          <a:chExt cx="0" cy="0"/>
        </a:xfrm>
      </p:grpSpPr>
      <p:sp>
        <p:nvSpPr>
          <p:cNvPr id="314" name="Google Shape;314;p22"/>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315" name="Google Shape;315;p22"/>
          <p:cNvSpPr txBox="1">
            <a:spLocks noGrp="1"/>
          </p:cNvSpPr>
          <p:nvPr>
            <p:ph type="subTitle" idx="1"/>
          </p:nvPr>
        </p:nvSpPr>
        <p:spPr>
          <a:xfrm>
            <a:off x="1894200" y="1109375"/>
            <a:ext cx="5355600" cy="29664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chemeClr val="lt2"/>
              </a:buClr>
              <a:buSzPts val="1200"/>
              <a:buFont typeface="Arial"/>
              <a:buChar char="●"/>
              <a:defRPr b="0"/>
            </a:lvl1pPr>
            <a:lvl2pPr lvl="1" algn="ctr">
              <a:lnSpc>
                <a:spcPct val="100000"/>
              </a:lnSpc>
              <a:spcBef>
                <a:spcPts val="0"/>
              </a:spcBef>
              <a:spcAft>
                <a:spcPts val="0"/>
              </a:spcAft>
              <a:buClr>
                <a:srgbClr val="000000"/>
              </a:buClr>
              <a:buSzPts val="1400"/>
              <a:buFont typeface="Arial"/>
              <a:buChar char="○"/>
              <a:defRPr/>
            </a:lvl2pPr>
            <a:lvl3pPr lvl="2" algn="ctr">
              <a:lnSpc>
                <a:spcPct val="100000"/>
              </a:lnSpc>
              <a:spcBef>
                <a:spcPts val="0"/>
              </a:spcBef>
              <a:spcAft>
                <a:spcPts val="0"/>
              </a:spcAft>
              <a:buClr>
                <a:srgbClr val="000000"/>
              </a:buClr>
              <a:buSzPts val="1400"/>
              <a:buFont typeface="Arial"/>
              <a:buChar char="■"/>
              <a:defRPr/>
            </a:lvl3pPr>
            <a:lvl4pPr lvl="3" algn="ctr">
              <a:lnSpc>
                <a:spcPct val="100000"/>
              </a:lnSpc>
              <a:spcBef>
                <a:spcPts val="0"/>
              </a:spcBef>
              <a:spcAft>
                <a:spcPts val="0"/>
              </a:spcAft>
              <a:buClr>
                <a:srgbClr val="000000"/>
              </a:buClr>
              <a:buSzPts val="1400"/>
              <a:buFont typeface="Arial"/>
              <a:buChar char="●"/>
              <a:defRPr/>
            </a:lvl4pPr>
            <a:lvl5pPr lvl="4" algn="ctr">
              <a:lnSpc>
                <a:spcPct val="100000"/>
              </a:lnSpc>
              <a:spcBef>
                <a:spcPts val="0"/>
              </a:spcBef>
              <a:spcAft>
                <a:spcPts val="0"/>
              </a:spcAft>
              <a:buClr>
                <a:srgbClr val="000000"/>
              </a:buClr>
              <a:buSzPts val="1400"/>
              <a:buFont typeface="Arial"/>
              <a:buChar char="○"/>
              <a:defRPr/>
            </a:lvl5pPr>
            <a:lvl6pPr lvl="5" algn="ctr">
              <a:lnSpc>
                <a:spcPct val="100000"/>
              </a:lnSpc>
              <a:spcBef>
                <a:spcPts val="0"/>
              </a:spcBef>
              <a:spcAft>
                <a:spcPts val="0"/>
              </a:spcAft>
              <a:buClr>
                <a:srgbClr val="000000"/>
              </a:buClr>
              <a:buSzPts val="1400"/>
              <a:buFont typeface="Arial"/>
              <a:buChar char="■"/>
              <a:defRPr/>
            </a:lvl6pPr>
            <a:lvl7pPr lvl="6" algn="ctr">
              <a:lnSpc>
                <a:spcPct val="100000"/>
              </a:lnSpc>
              <a:spcBef>
                <a:spcPts val="0"/>
              </a:spcBef>
              <a:spcAft>
                <a:spcPts val="0"/>
              </a:spcAft>
              <a:buClr>
                <a:srgbClr val="000000"/>
              </a:buClr>
              <a:buSzPts val="1400"/>
              <a:buFont typeface="Arial"/>
              <a:buChar char="●"/>
              <a:defRPr/>
            </a:lvl7pPr>
            <a:lvl8pPr lvl="7" algn="ctr">
              <a:lnSpc>
                <a:spcPct val="100000"/>
              </a:lnSpc>
              <a:spcBef>
                <a:spcPts val="0"/>
              </a:spcBef>
              <a:spcAft>
                <a:spcPts val="0"/>
              </a:spcAft>
              <a:buClr>
                <a:srgbClr val="000000"/>
              </a:buClr>
              <a:buSzPts val="1400"/>
              <a:buFont typeface="Arial"/>
              <a:buChar char="○"/>
              <a:defRPr/>
            </a:lvl8pPr>
            <a:lvl9pPr lvl="8" algn="ctr">
              <a:lnSpc>
                <a:spcPct val="100000"/>
              </a:lnSpc>
              <a:spcBef>
                <a:spcPts val="0"/>
              </a:spcBef>
              <a:spcAft>
                <a:spcPts val="0"/>
              </a:spcAft>
              <a:buClr>
                <a:srgbClr val="000000"/>
              </a:buClr>
              <a:buSzPts val="1400"/>
              <a:buFont typeface="Arial"/>
              <a:buChar char="■"/>
              <a:defRPr/>
            </a:lvl9pPr>
          </a:lstStyle>
          <a:p>
            <a:endParaRPr/>
          </a:p>
        </p:txBody>
      </p:sp>
      <p:grpSp>
        <p:nvGrpSpPr>
          <p:cNvPr id="316" name="Google Shape;316;p22"/>
          <p:cNvGrpSpPr/>
          <p:nvPr/>
        </p:nvGrpSpPr>
        <p:grpSpPr>
          <a:xfrm>
            <a:off x="-997825" y="-71953"/>
            <a:ext cx="12287701" cy="5215453"/>
            <a:chOff x="-997825" y="-71953"/>
            <a:chExt cx="12287701" cy="5215453"/>
          </a:xfrm>
        </p:grpSpPr>
        <p:pic>
          <p:nvPicPr>
            <p:cNvPr id="317" name="Google Shape;317;p22"/>
            <p:cNvPicPr preferRelativeResize="0"/>
            <p:nvPr/>
          </p:nvPicPr>
          <p:blipFill rotWithShape="1">
            <a:blip r:embed="rId2">
              <a:alphaModFix/>
            </a:blip>
            <a:srcRect/>
            <a:stretch/>
          </p:blipFill>
          <p:spPr>
            <a:xfrm>
              <a:off x="-997825" y="3724050"/>
              <a:ext cx="1875098" cy="1419450"/>
            </a:xfrm>
            <a:prstGeom prst="rect">
              <a:avLst/>
            </a:prstGeom>
            <a:noFill/>
            <a:ln>
              <a:noFill/>
            </a:ln>
          </p:spPr>
        </p:pic>
        <p:pic>
          <p:nvPicPr>
            <p:cNvPr id="318" name="Google Shape;318;p22"/>
            <p:cNvPicPr preferRelativeResize="0"/>
            <p:nvPr/>
          </p:nvPicPr>
          <p:blipFill rotWithShape="1">
            <a:blip r:embed="rId3">
              <a:alphaModFix/>
            </a:blip>
            <a:srcRect/>
            <a:stretch/>
          </p:blipFill>
          <p:spPr>
            <a:xfrm>
              <a:off x="7531694" y="-71953"/>
              <a:ext cx="3758182" cy="833810"/>
            </a:xfrm>
            <a:prstGeom prst="rect">
              <a:avLst/>
            </a:prstGeom>
            <a:noFill/>
            <a:ln>
              <a:noFill/>
            </a:ln>
          </p:spPr>
        </p:pic>
      </p:grpSp>
      <p:grpSp>
        <p:nvGrpSpPr>
          <p:cNvPr id="319" name="Google Shape;319;p22"/>
          <p:cNvGrpSpPr/>
          <p:nvPr/>
        </p:nvGrpSpPr>
        <p:grpSpPr>
          <a:xfrm>
            <a:off x="285425" y="294850"/>
            <a:ext cx="4090900" cy="4570100"/>
            <a:chOff x="285425" y="294850"/>
            <a:chExt cx="4090900" cy="4570100"/>
          </a:xfrm>
        </p:grpSpPr>
        <p:sp>
          <p:nvSpPr>
            <p:cNvPr id="320" name="Google Shape;320;p22"/>
            <p:cNvSpPr/>
            <p:nvPr/>
          </p:nvSpPr>
          <p:spPr>
            <a:xfrm rot="-5400000" flipH="1">
              <a:off x="305975" y="274300"/>
              <a:ext cx="100200" cy="14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321" name="Google Shape;321;p22"/>
            <p:cNvGrpSpPr/>
            <p:nvPr/>
          </p:nvGrpSpPr>
          <p:grpSpPr>
            <a:xfrm>
              <a:off x="3802075" y="4764750"/>
              <a:ext cx="574250" cy="100200"/>
              <a:chOff x="1297450" y="4159200"/>
              <a:chExt cx="574250" cy="100200"/>
            </a:xfrm>
          </p:grpSpPr>
          <p:sp>
            <p:nvSpPr>
              <p:cNvPr id="322" name="Google Shape;322;p22"/>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323" name="Google Shape;323;p22"/>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24"/>
        <p:cNvGrpSpPr/>
        <p:nvPr/>
      </p:nvGrpSpPr>
      <p:grpSpPr>
        <a:xfrm>
          <a:off x="0" y="0"/>
          <a:ext cx="0" cy="0"/>
          <a:chOff x="0" y="0"/>
          <a:chExt cx="0" cy="0"/>
        </a:xfrm>
      </p:grpSpPr>
      <p:sp>
        <p:nvSpPr>
          <p:cNvPr id="325" name="Google Shape;325;p23"/>
          <p:cNvSpPr txBox="1">
            <a:spLocks noGrp="1"/>
          </p:cNvSpPr>
          <p:nvPr>
            <p:ph type="title"/>
          </p:nvPr>
        </p:nvSpPr>
        <p:spPr>
          <a:xfrm>
            <a:off x="2724150" y="1307100"/>
            <a:ext cx="3695700" cy="252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grpSp>
        <p:nvGrpSpPr>
          <p:cNvPr id="326" name="Google Shape;326;p23"/>
          <p:cNvGrpSpPr/>
          <p:nvPr/>
        </p:nvGrpSpPr>
        <p:grpSpPr>
          <a:xfrm>
            <a:off x="535475" y="609138"/>
            <a:ext cx="8116513" cy="4201525"/>
            <a:chOff x="535475" y="609138"/>
            <a:chExt cx="8116513" cy="4201525"/>
          </a:xfrm>
        </p:grpSpPr>
        <p:sp>
          <p:nvSpPr>
            <p:cNvPr id="327" name="Google Shape;327;p23"/>
            <p:cNvSpPr/>
            <p:nvPr/>
          </p:nvSpPr>
          <p:spPr>
            <a:xfrm flipH="1">
              <a:off x="8551788" y="2482775"/>
              <a:ext cx="100200" cy="41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328" name="Google Shape;328;p23"/>
            <p:cNvSpPr/>
            <p:nvPr/>
          </p:nvSpPr>
          <p:spPr>
            <a:xfrm rot="-5400000" flipH="1">
              <a:off x="6820225" y="4689913"/>
              <a:ext cx="100200" cy="14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329" name="Google Shape;329;p23"/>
            <p:cNvGrpSpPr/>
            <p:nvPr/>
          </p:nvGrpSpPr>
          <p:grpSpPr>
            <a:xfrm>
              <a:off x="535475" y="609138"/>
              <a:ext cx="574250" cy="100200"/>
              <a:chOff x="1297450" y="4159200"/>
              <a:chExt cx="574250" cy="100200"/>
            </a:xfrm>
          </p:grpSpPr>
          <p:sp>
            <p:nvSpPr>
              <p:cNvPr id="330" name="Google Shape;330;p23"/>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331" name="Google Shape;331;p23"/>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grpSp>
        <p:nvGrpSpPr>
          <p:cNvPr id="332" name="Google Shape;332;p23"/>
          <p:cNvGrpSpPr/>
          <p:nvPr/>
        </p:nvGrpSpPr>
        <p:grpSpPr>
          <a:xfrm>
            <a:off x="-589910" y="-3"/>
            <a:ext cx="10239262" cy="5730977"/>
            <a:chOff x="-589910" y="-3"/>
            <a:chExt cx="10239262" cy="5730977"/>
          </a:xfrm>
        </p:grpSpPr>
        <p:pic>
          <p:nvPicPr>
            <p:cNvPr id="333" name="Google Shape;333;p23"/>
            <p:cNvPicPr preferRelativeResize="0"/>
            <p:nvPr/>
          </p:nvPicPr>
          <p:blipFill rotWithShape="1">
            <a:blip r:embed="rId2">
              <a:alphaModFix/>
            </a:blip>
            <a:srcRect t="30" b="20"/>
            <a:stretch/>
          </p:blipFill>
          <p:spPr>
            <a:xfrm rot="10800000" flipH="1">
              <a:off x="7126533" y="-3"/>
              <a:ext cx="2522819" cy="2361427"/>
            </a:xfrm>
            <a:prstGeom prst="rect">
              <a:avLst/>
            </a:prstGeom>
            <a:noFill/>
            <a:ln>
              <a:noFill/>
            </a:ln>
          </p:spPr>
        </p:pic>
        <p:pic>
          <p:nvPicPr>
            <p:cNvPr id="334" name="Google Shape;334;p23"/>
            <p:cNvPicPr preferRelativeResize="0"/>
            <p:nvPr/>
          </p:nvPicPr>
          <p:blipFill rotWithShape="1">
            <a:blip r:embed="rId3">
              <a:alphaModFix/>
            </a:blip>
            <a:srcRect l="1485" r="1485"/>
            <a:stretch/>
          </p:blipFill>
          <p:spPr>
            <a:xfrm flipH="1">
              <a:off x="-589910" y="3069890"/>
              <a:ext cx="1360414" cy="2661084"/>
            </a:xfrm>
            <a:prstGeom prst="rect">
              <a:avLst/>
            </a:prstGeom>
            <a:noFill/>
            <a:ln>
              <a:noFill/>
            </a:ln>
          </p:spPr>
        </p:pic>
        <p:pic>
          <p:nvPicPr>
            <p:cNvPr id="335" name="Google Shape;335;p23"/>
            <p:cNvPicPr preferRelativeResize="0"/>
            <p:nvPr/>
          </p:nvPicPr>
          <p:blipFill rotWithShape="1">
            <a:blip r:embed="rId4">
              <a:alphaModFix/>
            </a:blip>
            <a:srcRect l="5276" b="-10"/>
            <a:stretch/>
          </p:blipFill>
          <p:spPr>
            <a:xfrm rot="10800000">
              <a:off x="7714713" y="4673700"/>
              <a:ext cx="1774377" cy="173736"/>
            </a:xfrm>
            <a:prstGeom prst="rect">
              <a:avLst/>
            </a:prstGeom>
            <a:noFill/>
            <a:ln>
              <a:noFill/>
            </a:ln>
          </p:spPr>
        </p:pic>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36"/>
        <p:cNvGrpSpPr/>
        <p:nvPr/>
      </p:nvGrpSpPr>
      <p:grpSpPr>
        <a:xfrm>
          <a:off x="0" y="0"/>
          <a:ext cx="0" cy="0"/>
          <a:chOff x="0" y="0"/>
          <a:chExt cx="0" cy="0"/>
        </a:xfrm>
      </p:grpSpPr>
      <p:sp>
        <p:nvSpPr>
          <p:cNvPr id="337" name="Google Shape;337;p24"/>
          <p:cNvSpPr txBox="1">
            <a:spLocks noGrp="1"/>
          </p:cNvSpPr>
          <p:nvPr>
            <p:ph type="title"/>
          </p:nvPr>
        </p:nvSpPr>
        <p:spPr>
          <a:xfrm>
            <a:off x="2201850" y="1919024"/>
            <a:ext cx="4740300" cy="8418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3600"/>
              <a:buNone/>
              <a:defRPr sz="45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a:endParaRPr/>
          </a:p>
        </p:txBody>
      </p:sp>
      <p:sp>
        <p:nvSpPr>
          <p:cNvPr id="338" name="Google Shape;338;p24"/>
          <p:cNvSpPr txBox="1">
            <a:spLocks noGrp="1"/>
          </p:cNvSpPr>
          <p:nvPr>
            <p:ph type="subTitle" idx="1"/>
          </p:nvPr>
        </p:nvSpPr>
        <p:spPr>
          <a:xfrm>
            <a:off x="2201925" y="2762076"/>
            <a:ext cx="4740300" cy="1130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000"/>
              <a:buNone/>
              <a:defRPr sz="14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a:endParaRPr/>
          </a:p>
        </p:txBody>
      </p:sp>
      <p:grpSp>
        <p:nvGrpSpPr>
          <p:cNvPr id="339" name="Google Shape;339;p24"/>
          <p:cNvGrpSpPr/>
          <p:nvPr/>
        </p:nvGrpSpPr>
        <p:grpSpPr>
          <a:xfrm>
            <a:off x="503975" y="608950"/>
            <a:ext cx="7975025" cy="4273975"/>
            <a:chOff x="503975" y="608950"/>
            <a:chExt cx="7975025" cy="4273975"/>
          </a:xfrm>
        </p:grpSpPr>
        <p:sp>
          <p:nvSpPr>
            <p:cNvPr id="340" name="Google Shape;340;p24"/>
            <p:cNvSpPr/>
            <p:nvPr/>
          </p:nvSpPr>
          <p:spPr>
            <a:xfrm flipH="1">
              <a:off x="503975" y="3493925"/>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341" name="Google Shape;341;p24"/>
            <p:cNvSpPr/>
            <p:nvPr/>
          </p:nvSpPr>
          <p:spPr>
            <a:xfrm flipH="1">
              <a:off x="8378800" y="2409100"/>
              <a:ext cx="100200" cy="41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342" name="Google Shape;342;p24"/>
            <p:cNvSpPr/>
            <p:nvPr/>
          </p:nvSpPr>
          <p:spPr>
            <a:xfrm rot="-5400000" flipH="1">
              <a:off x="4776900" y="4762175"/>
              <a:ext cx="100200" cy="14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343" name="Google Shape;343;p24"/>
            <p:cNvGrpSpPr/>
            <p:nvPr/>
          </p:nvGrpSpPr>
          <p:grpSpPr>
            <a:xfrm>
              <a:off x="7070850" y="608950"/>
              <a:ext cx="574250" cy="100200"/>
              <a:chOff x="1297450" y="4159200"/>
              <a:chExt cx="574250" cy="100200"/>
            </a:xfrm>
          </p:grpSpPr>
          <p:sp>
            <p:nvSpPr>
              <p:cNvPr id="344" name="Google Shape;344;p24"/>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345" name="Google Shape;345;p24"/>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grpSp>
        <p:nvGrpSpPr>
          <p:cNvPr id="346" name="Google Shape;346;p24"/>
          <p:cNvGrpSpPr/>
          <p:nvPr/>
        </p:nvGrpSpPr>
        <p:grpSpPr>
          <a:xfrm>
            <a:off x="0" y="-82062"/>
            <a:ext cx="9191719" cy="5225556"/>
            <a:chOff x="0" y="-82062"/>
            <a:chExt cx="9191719" cy="5225556"/>
          </a:xfrm>
        </p:grpSpPr>
        <p:pic>
          <p:nvPicPr>
            <p:cNvPr id="347" name="Google Shape;347;p24"/>
            <p:cNvPicPr preferRelativeResize="0"/>
            <p:nvPr/>
          </p:nvPicPr>
          <p:blipFill rotWithShape="1">
            <a:blip r:embed="rId2">
              <a:alphaModFix/>
            </a:blip>
            <a:srcRect/>
            <a:stretch/>
          </p:blipFill>
          <p:spPr>
            <a:xfrm rot="-5400000">
              <a:off x="7187373" y="3139148"/>
              <a:ext cx="2229714" cy="1778977"/>
            </a:xfrm>
            <a:prstGeom prst="rect">
              <a:avLst/>
            </a:prstGeom>
            <a:noFill/>
            <a:ln>
              <a:noFill/>
            </a:ln>
          </p:spPr>
        </p:pic>
        <p:pic>
          <p:nvPicPr>
            <p:cNvPr id="348" name="Google Shape;348;p24"/>
            <p:cNvPicPr preferRelativeResize="0"/>
            <p:nvPr/>
          </p:nvPicPr>
          <p:blipFill rotWithShape="1">
            <a:blip r:embed="rId3">
              <a:alphaModFix/>
            </a:blip>
            <a:srcRect/>
            <a:stretch/>
          </p:blipFill>
          <p:spPr>
            <a:xfrm rot="5400000" flipH="1">
              <a:off x="-358190" y="276127"/>
              <a:ext cx="2409103" cy="1692724"/>
            </a:xfrm>
            <a:prstGeom prst="rect">
              <a:avLst/>
            </a:prstGeom>
            <a:noFill/>
            <a:ln>
              <a:noFill/>
            </a:ln>
          </p:spPr>
        </p:pic>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49"/>
        <p:cNvGrpSpPr/>
        <p:nvPr/>
      </p:nvGrpSpPr>
      <p:grpSpPr>
        <a:xfrm>
          <a:off x="0" y="0"/>
          <a:ext cx="0" cy="0"/>
          <a:chOff x="0" y="0"/>
          <a:chExt cx="0" cy="0"/>
        </a:xfrm>
      </p:grpSpPr>
      <p:sp>
        <p:nvSpPr>
          <p:cNvPr id="350" name="Google Shape;350;p25"/>
          <p:cNvSpPr>
            <a:spLocks noGrp="1"/>
          </p:cNvSpPr>
          <p:nvPr>
            <p:ph type="pic" idx="2"/>
          </p:nvPr>
        </p:nvSpPr>
        <p:spPr>
          <a:xfrm>
            <a:off x="-6875" y="0"/>
            <a:ext cx="9144000" cy="5157300"/>
          </a:xfrm>
          <a:prstGeom prst="rect">
            <a:avLst/>
          </a:prstGeom>
          <a:noFill/>
          <a:ln>
            <a:noFill/>
          </a:ln>
        </p:spPr>
      </p:sp>
      <p:sp>
        <p:nvSpPr>
          <p:cNvPr id="351" name="Google Shape;351;p25"/>
          <p:cNvSpPr txBox="1">
            <a:spLocks noGrp="1"/>
          </p:cNvSpPr>
          <p:nvPr>
            <p:ph type="title"/>
          </p:nvPr>
        </p:nvSpPr>
        <p:spPr>
          <a:xfrm>
            <a:off x="720000" y="4038000"/>
            <a:ext cx="7704000" cy="572700"/>
          </a:xfrm>
          <a:prstGeom prst="rect">
            <a:avLst/>
          </a:prstGeom>
          <a:solidFill>
            <a:schemeClr val="lt1"/>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000"/>
              <a:buNone/>
              <a:defRPr/>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3"/>
        </a:solidFill>
        <a:effectLst/>
      </p:bgPr>
    </p:bg>
    <p:spTree>
      <p:nvGrpSpPr>
        <p:cNvPr id="1" name="Shape 352"/>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353"/>
        <p:cNvGrpSpPr/>
        <p:nvPr/>
      </p:nvGrpSpPr>
      <p:grpSpPr>
        <a:xfrm>
          <a:off x="0" y="0"/>
          <a:ext cx="0" cy="0"/>
          <a:chOff x="0" y="0"/>
          <a:chExt cx="0" cy="0"/>
        </a:xfrm>
      </p:grpSpPr>
      <p:grpSp>
        <p:nvGrpSpPr>
          <p:cNvPr id="354" name="Google Shape;354;p27"/>
          <p:cNvGrpSpPr/>
          <p:nvPr/>
        </p:nvGrpSpPr>
        <p:grpSpPr>
          <a:xfrm>
            <a:off x="-320375" y="-4"/>
            <a:ext cx="9533799" cy="5143506"/>
            <a:chOff x="-320375" y="-5"/>
            <a:chExt cx="9533799" cy="5143506"/>
          </a:xfrm>
        </p:grpSpPr>
        <p:pic>
          <p:nvPicPr>
            <p:cNvPr id="355" name="Google Shape;355;p27"/>
            <p:cNvPicPr preferRelativeResize="0"/>
            <p:nvPr/>
          </p:nvPicPr>
          <p:blipFill rotWithShape="1">
            <a:blip r:embed="rId2">
              <a:alphaModFix/>
            </a:blip>
            <a:srcRect/>
            <a:stretch/>
          </p:blipFill>
          <p:spPr>
            <a:xfrm rot="5400000">
              <a:off x="-214955" y="214951"/>
              <a:ext cx="2126730" cy="1696819"/>
            </a:xfrm>
            <a:prstGeom prst="rect">
              <a:avLst/>
            </a:prstGeom>
            <a:noFill/>
            <a:ln>
              <a:noFill/>
            </a:ln>
          </p:spPr>
        </p:pic>
        <p:pic>
          <p:nvPicPr>
            <p:cNvPr id="356" name="Google Shape;356;p27"/>
            <p:cNvPicPr preferRelativeResize="0"/>
            <p:nvPr/>
          </p:nvPicPr>
          <p:blipFill rotWithShape="1">
            <a:blip r:embed="rId3">
              <a:alphaModFix/>
            </a:blip>
            <a:srcRect/>
            <a:stretch/>
          </p:blipFill>
          <p:spPr>
            <a:xfrm>
              <a:off x="7512725" y="3975275"/>
              <a:ext cx="1700699" cy="1168224"/>
            </a:xfrm>
            <a:prstGeom prst="rect">
              <a:avLst/>
            </a:prstGeom>
            <a:noFill/>
            <a:ln>
              <a:noFill/>
            </a:ln>
          </p:spPr>
        </p:pic>
        <p:pic>
          <p:nvPicPr>
            <p:cNvPr id="357" name="Google Shape;357;p27"/>
            <p:cNvPicPr preferRelativeResize="0"/>
            <p:nvPr/>
          </p:nvPicPr>
          <p:blipFill rotWithShape="1">
            <a:blip r:embed="rId4">
              <a:alphaModFix/>
            </a:blip>
            <a:srcRect/>
            <a:stretch/>
          </p:blipFill>
          <p:spPr>
            <a:xfrm rot="5400000">
              <a:off x="6799675" y="2849675"/>
              <a:ext cx="3755203" cy="832450"/>
            </a:xfrm>
            <a:prstGeom prst="rect">
              <a:avLst/>
            </a:prstGeom>
            <a:noFill/>
            <a:ln>
              <a:noFill/>
            </a:ln>
          </p:spPr>
        </p:pic>
        <p:pic>
          <p:nvPicPr>
            <p:cNvPr id="358" name="Google Shape;358;p27"/>
            <p:cNvPicPr preferRelativeResize="0"/>
            <p:nvPr/>
          </p:nvPicPr>
          <p:blipFill rotWithShape="1">
            <a:blip r:embed="rId5">
              <a:alphaModFix/>
            </a:blip>
            <a:srcRect l="5276" b="-10"/>
            <a:stretch/>
          </p:blipFill>
          <p:spPr>
            <a:xfrm>
              <a:off x="-320375" y="4576275"/>
              <a:ext cx="1774377" cy="173736"/>
            </a:xfrm>
            <a:prstGeom prst="rect">
              <a:avLst/>
            </a:prstGeom>
            <a:noFill/>
            <a:ln>
              <a:noFill/>
            </a:ln>
          </p:spPr>
        </p:pic>
      </p:grpSp>
      <p:grpSp>
        <p:nvGrpSpPr>
          <p:cNvPr id="359" name="Google Shape;359;p27"/>
          <p:cNvGrpSpPr/>
          <p:nvPr/>
        </p:nvGrpSpPr>
        <p:grpSpPr>
          <a:xfrm>
            <a:off x="1734700" y="408925"/>
            <a:ext cx="6992675" cy="4304313"/>
            <a:chOff x="1734700" y="408925"/>
            <a:chExt cx="6992675" cy="4304313"/>
          </a:xfrm>
        </p:grpSpPr>
        <p:sp>
          <p:nvSpPr>
            <p:cNvPr id="360" name="Google Shape;360;p27"/>
            <p:cNvSpPr/>
            <p:nvPr/>
          </p:nvSpPr>
          <p:spPr>
            <a:xfrm rot="-5400000" flipH="1">
              <a:off x="1755250" y="4592488"/>
              <a:ext cx="100200" cy="1413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361" name="Google Shape;361;p27"/>
            <p:cNvSpPr/>
            <p:nvPr/>
          </p:nvSpPr>
          <p:spPr>
            <a:xfrm flipH="1">
              <a:off x="8627175" y="3609825"/>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362" name="Google Shape;362;p27"/>
            <p:cNvGrpSpPr/>
            <p:nvPr/>
          </p:nvGrpSpPr>
          <p:grpSpPr>
            <a:xfrm>
              <a:off x="7748975" y="408925"/>
              <a:ext cx="574250" cy="100200"/>
              <a:chOff x="1297450" y="4159200"/>
              <a:chExt cx="574250" cy="100200"/>
            </a:xfrm>
          </p:grpSpPr>
          <p:sp>
            <p:nvSpPr>
              <p:cNvPr id="363" name="Google Shape;363;p27"/>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364" name="Google Shape;364;p27"/>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365"/>
        <p:cNvGrpSpPr/>
        <p:nvPr/>
      </p:nvGrpSpPr>
      <p:grpSpPr>
        <a:xfrm>
          <a:off x="0" y="0"/>
          <a:ext cx="0" cy="0"/>
          <a:chOff x="0" y="0"/>
          <a:chExt cx="0" cy="0"/>
        </a:xfrm>
      </p:grpSpPr>
      <p:grpSp>
        <p:nvGrpSpPr>
          <p:cNvPr id="366" name="Google Shape;366;p28"/>
          <p:cNvGrpSpPr/>
          <p:nvPr/>
        </p:nvGrpSpPr>
        <p:grpSpPr>
          <a:xfrm>
            <a:off x="504448" y="434799"/>
            <a:ext cx="8268425" cy="2014200"/>
            <a:chOff x="504448" y="434799"/>
            <a:chExt cx="8268425" cy="2014200"/>
          </a:xfrm>
        </p:grpSpPr>
        <p:sp>
          <p:nvSpPr>
            <p:cNvPr id="367" name="Google Shape;367;p28"/>
            <p:cNvSpPr/>
            <p:nvPr/>
          </p:nvSpPr>
          <p:spPr>
            <a:xfrm rot="10800000" flipH="1">
              <a:off x="8672673" y="2237799"/>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nvGrpSpPr>
            <p:cNvPr id="368" name="Google Shape;368;p28"/>
            <p:cNvGrpSpPr/>
            <p:nvPr/>
          </p:nvGrpSpPr>
          <p:grpSpPr>
            <a:xfrm rot="10800000">
              <a:off x="504448" y="434799"/>
              <a:ext cx="574250" cy="100200"/>
              <a:chOff x="1297450" y="4159200"/>
              <a:chExt cx="574250" cy="100200"/>
            </a:xfrm>
          </p:grpSpPr>
          <p:sp>
            <p:nvSpPr>
              <p:cNvPr id="369" name="Google Shape;369;p28"/>
              <p:cNvSpPr/>
              <p:nvPr/>
            </p:nvSpPr>
            <p:spPr>
              <a:xfrm rot="-5400000" flipH="1">
                <a:off x="1398400" y="4058250"/>
                <a:ext cx="100200" cy="3021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
            <p:nvSpPr>
              <p:cNvPr id="370" name="Google Shape;370;p28"/>
              <p:cNvSpPr/>
              <p:nvPr/>
            </p:nvSpPr>
            <p:spPr>
              <a:xfrm rot="-5400000" flipH="1">
                <a:off x="1768350" y="4156050"/>
                <a:ext cx="100200" cy="106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grpSp>
      <p:grpSp>
        <p:nvGrpSpPr>
          <p:cNvPr id="371" name="Google Shape;371;p28"/>
          <p:cNvGrpSpPr/>
          <p:nvPr/>
        </p:nvGrpSpPr>
        <p:grpSpPr>
          <a:xfrm>
            <a:off x="-883552" y="0"/>
            <a:ext cx="11204126" cy="5238174"/>
            <a:chOff x="-883552" y="0"/>
            <a:chExt cx="11204126" cy="5238174"/>
          </a:xfrm>
        </p:grpSpPr>
        <p:pic>
          <p:nvPicPr>
            <p:cNvPr id="372" name="Google Shape;372;p28"/>
            <p:cNvPicPr preferRelativeResize="0"/>
            <p:nvPr/>
          </p:nvPicPr>
          <p:blipFill rotWithShape="1">
            <a:blip r:embed="rId2">
              <a:alphaModFix/>
            </a:blip>
            <a:srcRect t="2208" b="2208"/>
            <a:stretch/>
          </p:blipFill>
          <p:spPr>
            <a:xfrm flipH="1">
              <a:off x="7272971" y="4670734"/>
              <a:ext cx="3047603" cy="173736"/>
            </a:xfrm>
            <a:prstGeom prst="rect">
              <a:avLst/>
            </a:prstGeom>
            <a:noFill/>
            <a:ln>
              <a:noFill/>
            </a:ln>
          </p:spPr>
        </p:pic>
        <p:pic>
          <p:nvPicPr>
            <p:cNvPr id="373" name="Google Shape;373;p28"/>
            <p:cNvPicPr preferRelativeResize="0"/>
            <p:nvPr/>
          </p:nvPicPr>
          <p:blipFill rotWithShape="1">
            <a:blip r:embed="rId3">
              <a:alphaModFix/>
            </a:blip>
            <a:srcRect t="20" b="30"/>
            <a:stretch/>
          </p:blipFill>
          <p:spPr>
            <a:xfrm rot="10800000" flipH="1">
              <a:off x="8428888" y="0"/>
              <a:ext cx="735760" cy="1707776"/>
            </a:xfrm>
            <a:prstGeom prst="rect">
              <a:avLst/>
            </a:prstGeom>
            <a:noFill/>
            <a:ln>
              <a:noFill/>
            </a:ln>
          </p:spPr>
        </p:pic>
        <p:pic>
          <p:nvPicPr>
            <p:cNvPr id="374" name="Google Shape;374;p28"/>
            <p:cNvPicPr preferRelativeResize="0"/>
            <p:nvPr/>
          </p:nvPicPr>
          <p:blipFill rotWithShape="1">
            <a:blip r:embed="rId4">
              <a:alphaModFix/>
            </a:blip>
            <a:srcRect/>
            <a:stretch/>
          </p:blipFill>
          <p:spPr>
            <a:xfrm rot="5400000" flipH="1">
              <a:off x="-1108802" y="3229425"/>
              <a:ext cx="2233999" cy="1783499"/>
            </a:xfrm>
            <a:prstGeom prst="rect">
              <a:avLst/>
            </a:prstGeom>
            <a:noFill/>
            <a:ln>
              <a:noFill/>
            </a:ln>
          </p:spPr>
        </p:pic>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378"/>
        <p:cNvGrpSpPr/>
        <p:nvPr/>
      </p:nvGrpSpPr>
      <p:grpSpPr>
        <a:xfrm>
          <a:off x="0" y="0"/>
          <a:ext cx="0" cy="0"/>
          <a:chOff x="0" y="0"/>
          <a:chExt cx="0" cy="0"/>
        </a:xfrm>
      </p:grpSpPr>
      <p:sp>
        <p:nvSpPr>
          <p:cNvPr id="379" name="Google Shape;379;p30"/>
          <p:cNvSpPr txBox="1">
            <a:spLocks noGrp="1"/>
          </p:cNvSpPr>
          <p:nvPr>
            <p:ph type="title"/>
          </p:nvPr>
        </p:nvSpPr>
        <p:spPr>
          <a:xfrm>
            <a:off x="716775" y="510900"/>
            <a:ext cx="7710600" cy="4824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2400"/>
              <a:buNone/>
              <a:defRPr>
                <a:solidFill>
                  <a:schemeClr val="lt1"/>
                </a:solidFill>
              </a:defRPr>
            </a:lvl1pPr>
            <a:lvl2pPr lvl="1" algn="ctr">
              <a:lnSpc>
                <a:spcPct val="100000"/>
              </a:lnSpc>
              <a:spcBef>
                <a:spcPts val="0"/>
              </a:spcBef>
              <a:spcAft>
                <a:spcPts val="0"/>
              </a:spcAft>
              <a:buSzPts val="2400"/>
              <a:buNone/>
              <a:defRPr/>
            </a:lvl2pPr>
            <a:lvl3pPr lvl="2" algn="ctr">
              <a:lnSpc>
                <a:spcPct val="100000"/>
              </a:lnSpc>
              <a:spcBef>
                <a:spcPts val="0"/>
              </a:spcBef>
              <a:spcAft>
                <a:spcPts val="0"/>
              </a:spcAft>
              <a:buSzPts val="2400"/>
              <a:buNone/>
              <a:defRPr/>
            </a:lvl3pPr>
            <a:lvl4pPr lvl="3" algn="ctr">
              <a:lnSpc>
                <a:spcPct val="100000"/>
              </a:lnSpc>
              <a:spcBef>
                <a:spcPts val="0"/>
              </a:spcBef>
              <a:spcAft>
                <a:spcPts val="0"/>
              </a:spcAft>
              <a:buSzPts val="2400"/>
              <a:buNone/>
              <a:defRPr/>
            </a:lvl4pPr>
            <a:lvl5pPr lvl="4" algn="ctr">
              <a:lnSpc>
                <a:spcPct val="100000"/>
              </a:lnSpc>
              <a:spcBef>
                <a:spcPts val="0"/>
              </a:spcBef>
              <a:spcAft>
                <a:spcPts val="0"/>
              </a:spcAft>
              <a:buSzPts val="2400"/>
              <a:buNone/>
              <a:defRPr/>
            </a:lvl5pPr>
            <a:lvl6pPr lvl="5" algn="ctr">
              <a:lnSpc>
                <a:spcPct val="100000"/>
              </a:lnSpc>
              <a:spcBef>
                <a:spcPts val="0"/>
              </a:spcBef>
              <a:spcAft>
                <a:spcPts val="0"/>
              </a:spcAft>
              <a:buSzPts val="2400"/>
              <a:buNone/>
              <a:defRPr/>
            </a:lvl6pPr>
            <a:lvl7pPr lvl="6" algn="ctr">
              <a:lnSpc>
                <a:spcPct val="100000"/>
              </a:lnSpc>
              <a:spcBef>
                <a:spcPts val="0"/>
              </a:spcBef>
              <a:spcAft>
                <a:spcPts val="0"/>
              </a:spcAft>
              <a:buSzPts val="2400"/>
              <a:buNone/>
              <a:defRPr/>
            </a:lvl7pPr>
            <a:lvl8pPr lvl="7" algn="ctr">
              <a:lnSpc>
                <a:spcPct val="100000"/>
              </a:lnSpc>
              <a:spcBef>
                <a:spcPts val="0"/>
              </a:spcBef>
              <a:spcAft>
                <a:spcPts val="0"/>
              </a:spcAft>
              <a:buSzPts val="2400"/>
              <a:buNone/>
              <a:defRPr/>
            </a:lvl8pPr>
            <a:lvl9pPr lvl="8" algn="ctr">
              <a:lnSpc>
                <a:spcPct val="100000"/>
              </a:lnSpc>
              <a:spcBef>
                <a:spcPts val="0"/>
              </a:spcBef>
              <a:spcAft>
                <a:spcPts val="0"/>
              </a:spcAft>
              <a:buSzPts val="2400"/>
              <a:buNone/>
              <a:defRPr/>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38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9.xml"/><Relationship Id="rId1" Type="http://schemas.openxmlformats.org/officeDocument/2006/relationships/slideLayout" Target="../slideLayouts/slideLayout2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lvl1pPr marR="0" lvl="0"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1pPr>
            <a:lvl2pPr marR="0" lvl="1" algn="l" rtl="0">
              <a:lnSpc>
                <a:spcPct val="100000"/>
              </a:lnSpc>
              <a:spcBef>
                <a:spcPts val="0"/>
              </a:spcBef>
              <a:spcAft>
                <a:spcPts val="0"/>
              </a:spcAft>
              <a:buClr>
                <a:schemeClr val="dk1"/>
              </a:buClr>
              <a:buSzPts val="3500"/>
              <a:buFont typeface="DM Sans ExtraBold"/>
              <a:buNone/>
              <a:defRPr sz="3500" b="0" i="0" u="none" strike="noStrike" cap="none">
                <a:solidFill>
                  <a:schemeClr val="dk1"/>
                </a:solidFill>
                <a:latin typeface="DM Sans ExtraBold"/>
                <a:ea typeface="DM Sans ExtraBold"/>
                <a:cs typeface="DM Sans ExtraBold"/>
                <a:sym typeface="DM Sans ExtraBold"/>
              </a:defRPr>
            </a:lvl2pPr>
            <a:lvl3pPr marR="0" lvl="2" algn="l" rtl="0">
              <a:lnSpc>
                <a:spcPct val="100000"/>
              </a:lnSpc>
              <a:spcBef>
                <a:spcPts val="0"/>
              </a:spcBef>
              <a:spcAft>
                <a:spcPts val="0"/>
              </a:spcAft>
              <a:buClr>
                <a:schemeClr val="dk1"/>
              </a:buClr>
              <a:buSzPts val="3500"/>
              <a:buFont typeface="DM Sans ExtraBold"/>
              <a:buNone/>
              <a:defRPr sz="3500" b="0" i="0" u="none" strike="noStrike" cap="none">
                <a:solidFill>
                  <a:schemeClr val="dk1"/>
                </a:solidFill>
                <a:latin typeface="DM Sans ExtraBold"/>
                <a:ea typeface="DM Sans ExtraBold"/>
                <a:cs typeface="DM Sans ExtraBold"/>
                <a:sym typeface="DM Sans ExtraBold"/>
              </a:defRPr>
            </a:lvl3pPr>
            <a:lvl4pPr marR="0" lvl="3" algn="l" rtl="0">
              <a:lnSpc>
                <a:spcPct val="100000"/>
              </a:lnSpc>
              <a:spcBef>
                <a:spcPts val="0"/>
              </a:spcBef>
              <a:spcAft>
                <a:spcPts val="0"/>
              </a:spcAft>
              <a:buClr>
                <a:schemeClr val="dk1"/>
              </a:buClr>
              <a:buSzPts val="3500"/>
              <a:buFont typeface="DM Sans ExtraBold"/>
              <a:buNone/>
              <a:defRPr sz="3500" b="0" i="0" u="none" strike="noStrike" cap="none">
                <a:solidFill>
                  <a:schemeClr val="dk1"/>
                </a:solidFill>
                <a:latin typeface="DM Sans ExtraBold"/>
                <a:ea typeface="DM Sans ExtraBold"/>
                <a:cs typeface="DM Sans ExtraBold"/>
                <a:sym typeface="DM Sans ExtraBold"/>
              </a:defRPr>
            </a:lvl4pPr>
            <a:lvl5pPr marR="0" lvl="4" algn="l" rtl="0">
              <a:lnSpc>
                <a:spcPct val="100000"/>
              </a:lnSpc>
              <a:spcBef>
                <a:spcPts val="0"/>
              </a:spcBef>
              <a:spcAft>
                <a:spcPts val="0"/>
              </a:spcAft>
              <a:buClr>
                <a:schemeClr val="dk1"/>
              </a:buClr>
              <a:buSzPts val="3500"/>
              <a:buFont typeface="DM Sans ExtraBold"/>
              <a:buNone/>
              <a:defRPr sz="3500" b="0" i="0" u="none" strike="noStrike" cap="none">
                <a:solidFill>
                  <a:schemeClr val="dk1"/>
                </a:solidFill>
                <a:latin typeface="DM Sans ExtraBold"/>
                <a:ea typeface="DM Sans ExtraBold"/>
                <a:cs typeface="DM Sans ExtraBold"/>
                <a:sym typeface="DM Sans ExtraBold"/>
              </a:defRPr>
            </a:lvl5pPr>
            <a:lvl6pPr marR="0" lvl="5" algn="l" rtl="0">
              <a:lnSpc>
                <a:spcPct val="100000"/>
              </a:lnSpc>
              <a:spcBef>
                <a:spcPts val="0"/>
              </a:spcBef>
              <a:spcAft>
                <a:spcPts val="0"/>
              </a:spcAft>
              <a:buClr>
                <a:schemeClr val="dk1"/>
              </a:buClr>
              <a:buSzPts val="3500"/>
              <a:buFont typeface="DM Sans ExtraBold"/>
              <a:buNone/>
              <a:defRPr sz="3500" b="0" i="0" u="none" strike="noStrike" cap="none">
                <a:solidFill>
                  <a:schemeClr val="dk1"/>
                </a:solidFill>
                <a:latin typeface="DM Sans ExtraBold"/>
                <a:ea typeface="DM Sans ExtraBold"/>
                <a:cs typeface="DM Sans ExtraBold"/>
                <a:sym typeface="DM Sans ExtraBold"/>
              </a:defRPr>
            </a:lvl6pPr>
            <a:lvl7pPr marR="0" lvl="6" algn="l" rtl="0">
              <a:lnSpc>
                <a:spcPct val="100000"/>
              </a:lnSpc>
              <a:spcBef>
                <a:spcPts val="0"/>
              </a:spcBef>
              <a:spcAft>
                <a:spcPts val="0"/>
              </a:spcAft>
              <a:buClr>
                <a:schemeClr val="dk1"/>
              </a:buClr>
              <a:buSzPts val="3500"/>
              <a:buFont typeface="DM Sans ExtraBold"/>
              <a:buNone/>
              <a:defRPr sz="3500" b="0" i="0" u="none" strike="noStrike" cap="none">
                <a:solidFill>
                  <a:schemeClr val="dk1"/>
                </a:solidFill>
                <a:latin typeface="DM Sans ExtraBold"/>
                <a:ea typeface="DM Sans ExtraBold"/>
                <a:cs typeface="DM Sans ExtraBold"/>
                <a:sym typeface="DM Sans ExtraBold"/>
              </a:defRPr>
            </a:lvl7pPr>
            <a:lvl8pPr marR="0" lvl="7" algn="l" rtl="0">
              <a:lnSpc>
                <a:spcPct val="100000"/>
              </a:lnSpc>
              <a:spcBef>
                <a:spcPts val="0"/>
              </a:spcBef>
              <a:spcAft>
                <a:spcPts val="0"/>
              </a:spcAft>
              <a:buClr>
                <a:schemeClr val="dk1"/>
              </a:buClr>
              <a:buSzPts val="3500"/>
              <a:buFont typeface="DM Sans ExtraBold"/>
              <a:buNone/>
              <a:defRPr sz="3500" b="0" i="0" u="none" strike="noStrike" cap="none">
                <a:solidFill>
                  <a:schemeClr val="dk1"/>
                </a:solidFill>
                <a:latin typeface="DM Sans ExtraBold"/>
                <a:ea typeface="DM Sans ExtraBold"/>
                <a:cs typeface="DM Sans ExtraBold"/>
                <a:sym typeface="DM Sans ExtraBold"/>
              </a:defRPr>
            </a:lvl8pPr>
            <a:lvl9pPr marR="0" lvl="8" algn="l" rtl="0">
              <a:lnSpc>
                <a:spcPct val="100000"/>
              </a:lnSpc>
              <a:spcBef>
                <a:spcPts val="0"/>
              </a:spcBef>
              <a:spcAft>
                <a:spcPts val="0"/>
              </a:spcAft>
              <a:buClr>
                <a:schemeClr val="dk1"/>
              </a:buClr>
              <a:buSzPts val="3500"/>
              <a:buFont typeface="DM Sans ExtraBold"/>
              <a:buNone/>
              <a:defRPr sz="3500" b="0" i="0" u="none" strike="noStrike" cap="none">
                <a:solidFill>
                  <a:schemeClr val="dk1"/>
                </a:solidFill>
                <a:latin typeface="DM Sans ExtraBold"/>
                <a:ea typeface="DM Sans ExtraBold"/>
                <a:cs typeface="DM Sans ExtraBold"/>
                <a:sym typeface="DM Sans ExtraBold"/>
              </a:defRPr>
            </a:lvl9pPr>
          </a:lstStyle>
          <a:p>
            <a:endParaRPr/>
          </a:p>
        </p:txBody>
      </p:sp>
      <p:sp>
        <p:nvSpPr>
          <p:cNvPr id="7" name="Google Shape;7;p1"/>
          <p:cNvSpPr txBox="1">
            <a:spLocks noGrp="1"/>
          </p:cNvSpPr>
          <p:nvPr>
            <p:ph type="body" idx="1"/>
          </p:nvPr>
        </p:nvSpPr>
        <p:spPr>
          <a:xfrm>
            <a:off x="715100" y="1152475"/>
            <a:ext cx="7713900" cy="3416400"/>
          </a:xfrm>
          <a:prstGeom prst="rect">
            <a:avLst/>
          </a:prstGeom>
          <a:noFill/>
          <a:ln>
            <a:noFill/>
          </a:ln>
        </p:spPr>
        <p:txBody>
          <a:bodyPr spcFirstLastPara="1" wrap="square" lIns="91425" tIns="91425" rIns="91425" bIns="91425" anchor="t" anchorCtr="0">
            <a:noAutofit/>
          </a:bodyPr>
          <a:lstStyle>
            <a:lvl1pPr marL="457200" marR="0" lvl="0" indent="-304800" algn="l" rtl="0">
              <a:lnSpc>
                <a:spcPct val="100000"/>
              </a:lnSpc>
              <a:spcBef>
                <a:spcPts val="0"/>
              </a:spcBef>
              <a:spcAft>
                <a:spcPts val="0"/>
              </a:spcAft>
              <a:buClr>
                <a:schemeClr val="lt1"/>
              </a:buClr>
              <a:buSzPts val="1200"/>
              <a:buFont typeface="Karla"/>
              <a:buChar char="●"/>
              <a:defRPr sz="1200" b="0" i="0" u="none" strike="noStrike" cap="none">
                <a:solidFill>
                  <a:schemeClr val="dk1"/>
                </a:solidFill>
                <a:latin typeface="Karla"/>
                <a:ea typeface="Karla"/>
                <a:cs typeface="Karla"/>
                <a:sym typeface="Karla"/>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Karla"/>
                <a:ea typeface="Karla"/>
                <a:cs typeface="Karla"/>
                <a:sym typeface="Karla"/>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Karla"/>
                <a:ea typeface="Karla"/>
                <a:cs typeface="Karla"/>
                <a:sym typeface="Karla"/>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Karla"/>
                <a:ea typeface="Karla"/>
                <a:cs typeface="Karla"/>
                <a:sym typeface="Karla"/>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Karla"/>
                <a:ea typeface="Karla"/>
                <a:cs typeface="Karla"/>
                <a:sym typeface="Karla"/>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Karla"/>
                <a:ea typeface="Karla"/>
                <a:cs typeface="Karla"/>
                <a:sym typeface="Karla"/>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Karla"/>
                <a:ea typeface="Karla"/>
                <a:cs typeface="Karla"/>
                <a:sym typeface="Karla"/>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Karla"/>
                <a:ea typeface="Karla"/>
                <a:cs typeface="Karla"/>
                <a:sym typeface="Karla"/>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Karla"/>
                <a:ea typeface="Karla"/>
                <a:cs typeface="Karla"/>
                <a:sym typeface="Karla"/>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375"/>
        <p:cNvGrpSpPr/>
        <p:nvPr/>
      </p:nvGrpSpPr>
      <p:grpSpPr>
        <a:xfrm>
          <a:off x="0" y="0"/>
          <a:ext cx="0" cy="0"/>
          <a:chOff x="0" y="0"/>
          <a:chExt cx="0" cy="0"/>
        </a:xfrm>
      </p:grpSpPr>
      <p:sp>
        <p:nvSpPr>
          <p:cNvPr id="376" name="Google Shape;376;p29"/>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marR="0" lvl="0"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1pPr>
            <a:lvl2pPr marR="0" lvl="1"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2pPr>
            <a:lvl3pPr marR="0" lvl="2"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3pPr>
            <a:lvl4pPr marR="0" lvl="3"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4pPr>
            <a:lvl5pPr marR="0" lvl="4"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5pPr>
            <a:lvl6pPr marR="0" lvl="5"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6pPr>
            <a:lvl7pPr marR="0" lvl="6"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7pPr>
            <a:lvl8pPr marR="0" lvl="7"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8pPr>
            <a:lvl9pPr marR="0" lvl="8"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9pPr>
          </a:lstStyle>
          <a:p>
            <a:endParaRPr/>
          </a:p>
        </p:txBody>
      </p:sp>
      <p:sp>
        <p:nvSpPr>
          <p:cNvPr id="377" name="Google Shape;377;p29"/>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1pPr>
            <a:lvl2pPr marL="914400" marR="0" lvl="1"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2pPr>
            <a:lvl3pPr marL="1371600" marR="0" lvl="2"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3pPr>
            <a:lvl4pPr marL="1828800" marR="0" lvl="3"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4pPr>
            <a:lvl5pPr marL="2286000" marR="0" lvl="4"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5pPr>
            <a:lvl6pPr marL="2743200" marR="0" lvl="5"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6pPr>
            <a:lvl7pPr marL="3200400" marR="0" lvl="6"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7pPr>
            <a:lvl8pPr marL="3657600" marR="0" lvl="7"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8pPr>
            <a:lvl9pPr marL="4114800" marR="0" lvl="8"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5" r:id="rId1"/>
    <p:sldLayoutId id="2147483676"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8" Type="http://schemas.openxmlformats.org/officeDocument/2006/relationships/hyperlink" Target="https://storyset.com/?utm_source=slidesgo_template&amp;utm_medium=referral-link&amp;utm_campaign=promo-slide&amp;utm_term=slidesgo&amp;utm_content=storyset" TargetMode="External"/><Relationship Id="rId13" Type="http://schemas.openxmlformats.org/officeDocument/2006/relationships/slide" Target="slide24.xml"/><Relationship Id="rId3" Type="http://schemas.openxmlformats.org/officeDocument/2006/relationships/hyperlink" Target="https://bit.ly/3A1uf1Q" TargetMode="External"/><Relationship Id="rId7" Type="http://schemas.openxmlformats.org/officeDocument/2006/relationships/hyperlink" Target="https://www.flaticon.com/?utm_source=slidesgo_template&amp;utm_medium=referral-link&amp;utm_campaign=promo-slide&amp;utm_term=slidesgo&amp;utm_content=flaticon" TargetMode="External"/><Relationship Id="rId12" Type="http://schemas.openxmlformats.org/officeDocument/2006/relationships/slide" Target="slide25.xml"/><Relationship Id="rId17"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2" Type="http://schemas.openxmlformats.org/officeDocument/2006/relationships/notesSlide" Target="../notesSlides/notesSlide5.xml"/><Relationship Id="rId16" Type="http://schemas.openxmlformats.org/officeDocument/2006/relationships/slide" Target="slide30.xml"/><Relationship Id="rId1" Type="http://schemas.openxmlformats.org/officeDocument/2006/relationships/slideLayout" Target="../slideLayouts/slideLayout2.xml"/><Relationship Id="rId6" Type="http://schemas.openxmlformats.org/officeDocument/2006/relationships/hyperlink" Target="https://www.freepik.com/?utm_source=slidesgo_template&amp;utm_medium=referral-link&amp;utm_campaign=promo-slide&amp;utm_term=slidesgo&amp;utm_content=freepik" TargetMode="External"/><Relationship Id="rId11" Type="http://schemas.openxmlformats.org/officeDocument/2006/relationships/slide" Target="slide28.xml"/><Relationship Id="rId5" Type="http://schemas.openxmlformats.org/officeDocument/2006/relationships/hyperlink" Target="http://bit.ly/33VAFh3" TargetMode="External"/><Relationship Id="rId15" Type="http://schemas.openxmlformats.org/officeDocument/2006/relationships/slide" Target="slide36.xml"/><Relationship Id="rId10" Type="http://schemas.openxmlformats.org/officeDocument/2006/relationships/hyperlink" Target="https://www.videvo.net/?utm_source=slidesgo_template&amp;utm_medium=referral-link&amp;utm_campaign=sg_resources&amp;utm_content=videvo" TargetMode="External"/><Relationship Id="rId4" Type="http://schemas.openxmlformats.org/officeDocument/2006/relationships/hyperlink" Target="http://bit.ly/30B07Gq" TargetMode="External"/><Relationship Id="rId9" Type="http://schemas.openxmlformats.org/officeDocument/2006/relationships/hyperlink" Target="https://wepik.com/?utm_source=slidesgo_template&amp;utm_medium=referral-link&amp;utm_campaign=promo-slide&amp;utm_term=slidesgo&amp;utm_content=wepik" TargetMode="External"/><Relationship Id="rId14" Type="http://schemas.openxmlformats.org/officeDocument/2006/relationships/slide" Target="slide2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9.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0.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1.xml"/></Relationships>
</file>

<file path=ppt/slides/_rels/slide15.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13.xml"/><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4.xml"/><Relationship Id="rId1" Type="http://schemas.openxmlformats.org/officeDocument/2006/relationships/slideLayout" Target="../slideLayouts/slideLayout13.xml"/><Relationship Id="rId5" Type="http://schemas.openxmlformats.org/officeDocument/2006/relationships/image" Target="../media/image25.png"/><Relationship Id="rId4" Type="http://schemas.openxmlformats.org/officeDocument/2006/relationships/hyperlink" Target="https://docs.google.com/spreadsheets/d/1hLeNoAXKr50nvrdWGXqAQSRIoYr2yAwt6-bdncL7Etk/copy#gid=0" TargetMode="Externa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3.xml"/></Relationships>
</file>

<file path=ppt/slides/_rels/slide21.xml.rels><?xml version="1.0" encoding="UTF-8" standalone="yes"?>
<Relationships xmlns="http://schemas.openxmlformats.org/package/2006/relationships"><Relationship Id="rId3" Type="http://schemas.openxmlformats.org/officeDocument/2006/relationships/image" Target="../media/image26.jpg"/><Relationship Id="rId7" Type="http://schemas.openxmlformats.org/officeDocument/2006/relationships/image" Target="../media/image10.png"/><Relationship Id="rId2" Type="http://schemas.openxmlformats.org/officeDocument/2006/relationships/notesSlide" Target="../notesSlides/notesSlide19.xml"/><Relationship Id="rId1" Type="http://schemas.openxmlformats.org/officeDocument/2006/relationships/slideLayout" Target="../slideLayouts/slideLayout18.xml"/><Relationship Id="rId6" Type="http://schemas.openxmlformats.org/officeDocument/2006/relationships/image" Target="../media/image29.jpg"/><Relationship Id="rId5" Type="http://schemas.openxmlformats.org/officeDocument/2006/relationships/image" Target="../media/image28.jpg"/><Relationship Id="rId4" Type="http://schemas.openxmlformats.org/officeDocument/2006/relationships/image" Target="../media/image27.jpg"/></Relationships>
</file>

<file path=ppt/slides/_rels/slide2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20.xml"/><Relationship Id="rId1" Type="http://schemas.openxmlformats.org/officeDocument/2006/relationships/slideLayout" Target="../slideLayouts/slideLayout19.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6.xml"/></Relationships>
</file>

<file path=ppt/slides/_rels/slide24.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39.png"/><Relationship Id="rId3" Type="http://schemas.openxmlformats.org/officeDocument/2006/relationships/hyperlink" Target="https://www.freepik.com/free-vector/geometric-background-with-gradients_4149981.htm/?utm_source=slidesgo_template&amp;utm_medium=referral-link&amp;utm_campaign=sg_resources&amp;utm_content=freepik" TargetMode="External"/><Relationship Id="rId7" Type="http://schemas.openxmlformats.org/officeDocument/2006/relationships/image" Target="../media/image33.png"/><Relationship Id="rId12" Type="http://schemas.openxmlformats.org/officeDocument/2006/relationships/image" Target="../media/image38.png"/><Relationship Id="rId2" Type="http://schemas.openxmlformats.org/officeDocument/2006/relationships/notesSlide" Target="../notesSlides/notesSlide22.xml"/><Relationship Id="rId1" Type="http://schemas.openxmlformats.org/officeDocument/2006/relationships/slideLayout" Target="../slideLayouts/slideLayout20.xml"/><Relationship Id="rId6" Type="http://schemas.openxmlformats.org/officeDocument/2006/relationships/image" Target="../media/image32.png"/><Relationship Id="rId11" Type="http://schemas.openxmlformats.org/officeDocument/2006/relationships/image" Target="../media/image37.png"/><Relationship Id="rId5" Type="http://schemas.openxmlformats.org/officeDocument/2006/relationships/image" Target="../media/image31.png"/><Relationship Id="rId10" Type="http://schemas.openxmlformats.org/officeDocument/2006/relationships/image" Target="../media/image36.png"/><Relationship Id="rId4" Type="http://schemas.openxmlformats.org/officeDocument/2006/relationships/image" Target="../media/image30.png"/><Relationship Id="rId9" Type="http://schemas.openxmlformats.org/officeDocument/2006/relationships/image" Target="../media/image35.png"/></Relationships>
</file>

<file path=ppt/slides/_rels/slide25.xml.rels><?xml version="1.0" encoding="UTF-8" standalone="yes"?>
<Relationships xmlns="http://schemas.openxmlformats.org/package/2006/relationships"><Relationship Id="rId8" Type="http://schemas.openxmlformats.org/officeDocument/2006/relationships/hyperlink" Target="https://www.freepik.com/free-photo/doctor-doing-their-work-pediatrics-office_21536821.htm/?utm_source=slidesgo_template&amp;utm_medium=referral-link&amp;utm_campaign=sg_resources&amp;utm_content=freepik" TargetMode="External"/><Relationship Id="rId13" Type="http://schemas.openxmlformats.org/officeDocument/2006/relationships/image" Target="../media/image17.png"/><Relationship Id="rId3" Type="http://schemas.openxmlformats.org/officeDocument/2006/relationships/hyperlink" Target="https://www.freepik.com/free-photo/gynecologist-performing-ultrasound-consultation_24749428.htm/?utm_source=slidesgo_template&amp;utm_medium=referral-link&amp;utm_campaign=sg_resources&amp;utm_content=freepik" TargetMode="External"/><Relationship Id="rId7" Type="http://schemas.openxmlformats.org/officeDocument/2006/relationships/hyperlink" Target="https://www.freepik.com/free-photo/doctor-doing-their-work-pediatrics-office_21536839.htm/?utm_source=slidesgo_template&amp;utm_medium=referral-link&amp;utm_campaign=sg_resources&amp;utm_content=freepik" TargetMode="External"/><Relationship Id="rId12" Type="http://schemas.openxmlformats.org/officeDocument/2006/relationships/hyperlink" Target="https://www.freepik.com/free-vector/original-lines-background_4123912.htm/?utm_source=slidesgo_template&amp;utm_medium=referral-link&amp;utm_campaign=sg_resources&amp;utm_content=freepik" TargetMode="External"/><Relationship Id="rId2" Type="http://schemas.openxmlformats.org/officeDocument/2006/relationships/notesSlide" Target="../notesSlides/notesSlide23.xml"/><Relationship Id="rId1" Type="http://schemas.openxmlformats.org/officeDocument/2006/relationships/slideLayout" Target="../slideLayouts/slideLayout21.xml"/><Relationship Id="rId6" Type="http://schemas.openxmlformats.org/officeDocument/2006/relationships/hyperlink" Target="https://www.freepik.com/free-photo/black-mother-taking-car-her-child_33412238.htm/?utm_source=slidesgo_template&amp;utm_medium=referral-link&amp;utm_campaign=sg_resources&amp;utm_content=freepik" TargetMode="External"/><Relationship Id="rId11" Type="http://schemas.openxmlformats.org/officeDocument/2006/relationships/hyperlink" Target="https://www.flaticon.com/packs/medicine-219/?utm_source=slidesgo_template&amp;utm_medium=referral-link&amp;utm_campaign=sg_resources&amp;utm_content=flaticon" TargetMode="External"/><Relationship Id="rId5" Type="http://schemas.openxmlformats.org/officeDocument/2006/relationships/hyperlink" Target="https://www.freepik.com/free-photo/black-mother-taking-car-her-child_33412188.htm/?utm_source=slidesgo_template&amp;utm_medium=referral-link&amp;utm_campaign=sg_resources&amp;utm_content=freepik" TargetMode="External"/><Relationship Id="rId10" Type="http://schemas.openxmlformats.org/officeDocument/2006/relationships/hyperlink" Target="https://www.freepik.com/free-photo/side-view-smiley-doctor-checking-patient_32338417.htm/?utm_source=slidesgo_template&amp;utm_medium=referral-link&amp;utm_campaign=sg_resources&amp;utm_content=freepik" TargetMode="External"/><Relationship Id="rId4" Type="http://schemas.openxmlformats.org/officeDocument/2006/relationships/hyperlink" Target="https://www.freepik.com/free-photo/side-view-healthcare-professionals-meeting_32486210.htm/?utm_source=slidesgo_template&amp;utm_medium=referral-link&amp;utm_campaign=sg_resources&amp;utm_content=freepik" TargetMode="External"/><Relationship Id="rId9" Type="http://schemas.openxmlformats.org/officeDocument/2006/relationships/hyperlink" Target="https://www.freepik.com/free-photo/side-view-smiley-nurse-with-stethoscope_32486249.htm/?utm_source=slidesgo_template&amp;utm_medium=referral-link&amp;utm_campaign=sg_resources&amp;utm_content=freepik" TargetMode="External"/><Relationship Id="rId14" Type="http://schemas.openxmlformats.org/officeDocument/2006/relationships/image" Target="../media/image1.png"/></Relationships>
</file>

<file path=ppt/slides/_rels/slide2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4.xml"/><Relationship Id="rId1" Type="http://schemas.openxmlformats.org/officeDocument/2006/relationships/slideLayout" Target="../slideLayouts/slideLayout28.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2.xml"/></Relationships>
</file>

<file path=ppt/slides/_rels/slide2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5.xml"/><Relationship Id="rId1" Type="http://schemas.openxmlformats.org/officeDocument/2006/relationships/slideLayout" Target="../slideLayouts/slideLayout28.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2.xml"/></Relationships>
</file>

<file path=ppt/slides/_rels/slide28.xml.rels><?xml version="1.0" encoding="UTF-8" standalone="yes"?>
<Relationships xmlns="http://schemas.openxmlformats.org/package/2006/relationships"><Relationship Id="rId3" Type="http://schemas.openxmlformats.org/officeDocument/2006/relationships/hyperlink" Target="https://fonts.google.com/specimen/DM+Sans" TargetMode="External"/><Relationship Id="rId2" Type="http://schemas.openxmlformats.org/officeDocument/2006/relationships/notesSlide" Target="../notesSlides/notesSlide26.xml"/><Relationship Id="rId1" Type="http://schemas.openxmlformats.org/officeDocument/2006/relationships/slideLayout" Target="../slideLayouts/slideLayout28.xml"/><Relationship Id="rId4" Type="http://schemas.openxmlformats.org/officeDocument/2006/relationships/hyperlink" Target="https://fonts.google.com/specimen/Karla" TargetMode="External"/></Relationships>
</file>

<file path=ppt/slides/_rels/slide29.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44.png"/><Relationship Id="rId2" Type="http://schemas.openxmlformats.org/officeDocument/2006/relationships/notesSlide" Target="../notesSlides/notesSlide27.xml"/><Relationship Id="rId1" Type="http://schemas.openxmlformats.org/officeDocument/2006/relationships/slideLayout" Target="../slideLayouts/slideLayout28.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43.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42.png"/><Relationship Id="rId4" Type="http://schemas.openxmlformats.org/officeDocument/2006/relationships/image" Target="../media/image40.png"/><Relationship Id="rId9" Type="http://schemas.openxmlformats.org/officeDocument/2006/relationships/image" Target="../media/image41.png"/></Relationships>
</file>

<file path=ppt/slides/_rels/slide30.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8.xml"/><Relationship Id="rId1" Type="http://schemas.openxmlformats.org/officeDocument/2006/relationships/slideLayout" Target="../slideLayouts/slideLayout2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9.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9.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9.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9.xml"/></Relationships>
</file>

<file path=ppt/slides/_rels/slide36.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4.xml"/><Relationship Id="rId1" Type="http://schemas.openxmlformats.org/officeDocument/2006/relationships/slideLayout" Target="../slideLayouts/slideLayout28.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9.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9.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9.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8.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8.xml"/></Relationships>
</file>

<file path=ppt/slides/_rels/slide4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1.xml"/><Relationship Id="rId1" Type="http://schemas.openxmlformats.org/officeDocument/2006/relationships/slideLayout" Target="../slideLayouts/slideLayout29.xml"/><Relationship Id="rId4" Type="http://schemas.openxmlformats.org/officeDocument/2006/relationships/image" Target="../media/image45.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384"/>
        <p:cNvGrpSpPr/>
        <p:nvPr/>
      </p:nvGrpSpPr>
      <p:grpSpPr>
        <a:xfrm>
          <a:off x="0" y="0"/>
          <a:ext cx="0" cy="0"/>
          <a:chOff x="0" y="0"/>
          <a:chExt cx="0" cy="0"/>
        </a:xfrm>
      </p:grpSpPr>
      <p:sp>
        <p:nvSpPr>
          <p:cNvPr id="385" name="Google Shape;385;p32"/>
          <p:cNvSpPr txBox="1">
            <a:spLocks noGrp="1"/>
          </p:cNvSpPr>
          <p:nvPr>
            <p:ph type="ctrTitle"/>
          </p:nvPr>
        </p:nvSpPr>
        <p:spPr>
          <a:xfrm>
            <a:off x="1674050" y="358346"/>
            <a:ext cx="5636400" cy="1146900"/>
          </a:xfrm>
          <a:prstGeom prst="rect">
            <a:avLst/>
          </a:prstGeom>
          <a:noFill/>
          <a:ln>
            <a:noFill/>
          </a:ln>
        </p:spPr>
        <p:txBody>
          <a:bodyPr spcFirstLastPara="1" wrap="square" lIns="91425" tIns="91425" rIns="91425" bIns="91425" anchor="b" anchorCtr="0">
            <a:noAutofit/>
          </a:bodyPr>
          <a:lstStyle/>
          <a:p>
            <a:pPr marL="0" lvl="0" indent="0" algn="ctr" rtl="0">
              <a:lnSpc>
                <a:spcPct val="90000"/>
              </a:lnSpc>
              <a:spcBef>
                <a:spcPts val="0"/>
              </a:spcBef>
              <a:spcAft>
                <a:spcPts val="0"/>
              </a:spcAft>
              <a:buSzPts val="5200"/>
              <a:buNone/>
            </a:pPr>
            <a:r>
              <a:rPr lang="en" sz="6000"/>
              <a:t>CareTace</a:t>
            </a:r>
            <a:endParaRPr sz="6000">
              <a:solidFill>
                <a:srgbClr val="435D74"/>
              </a:solidFill>
            </a:endParaRPr>
          </a:p>
        </p:txBody>
      </p:sp>
      <p:sp>
        <p:nvSpPr>
          <p:cNvPr id="386" name="Google Shape;386;p32"/>
          <p:cNvSpPr txBox="1">
            <a:spLocks noGrp="1"/>
          </p:cNvSpPr>
          <p:nvPr>
            <p:ph type="subTitle" idx="1"/>
          </p:nvPr>
        </p:nvSpPr>
        <p:spPr>
          <a:xfrm>
            <a:off x="1753800" y="3903877"/>
            <a:ext cx="5636400" cy="4113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rgbClr val="435D74"/>
                </a:solidFill>
              </a:rPr>
              <a:t>A hands-on experiment in building a trustworthy conversational agent for after-hours pediatric triage</a:t>
            </a:r>
            <a:endParaRPr>
              <a:solidFill>
                <a:srgbClr val="435D74"/>
              </a:solidFill>
            </a:endParaRPr>
          </a:p>
          <a:p>
            <a:pPr marL="0" lvl="0" indent="0" algn="ctr" rtl="0">
              <a:lnSpc>
                <a:spcPct val="100000"/>
              </a:lnSpc>
              <a:spcBef>
                <a:spcPts val="0"/>
              </a:spcBef>
              <a:spcAft>
                <a:spcPts val="0"/>
              </a:spcAft>
              <a:buSzPts val="1200"/>
              <a:buNone/>
            </a:pPr>
            <a:endParaRPr/>
          </a:p>
          <a:p>
            <a:pPr marL="0" lvl="0" indent="0" algn="ctr" rtl="0">
              <a:lnSpc>
                <a:spcPct val="100000"/>
              </a:lnSpc>
              <a:spcBef>
                <a:spcPts val="0"/>
              </a:spcBef>
              <a:spcAft>
                <a:spcPts val="0"/>
              </a:spcAft>
              <a:buSzPts val="1200"/>
              <a:buNone/>
            </a:pPr>
            <a:endParaRPr/>
          </a:p>
        </p:txBody>
      </p:sp>
      <p:pic>
        <p:nvPicPr>
          <p:cNvPr id="387" name="Google Shape;387;p32"/>
          <p:cNvPicPr preferRelativeResize="0"/>
          <p:nvPr/>
        </p:nvPicPr>
        <p:blipFill>
          <a:blip r:embed="rId3">
            <a:alphaModFix/>
          </a:blip>
          <a:stretch>
            <a:fillRect/>
          </a:stretch>
        </p:blipFill>
        <p:spPr>
          <a:xfrm>
            <a:off x="2466262" y="1439125"/>
            <a:ext cx="4051974" cy="2191299"/>
          </a:xfrm>
          <a:prstGeom prst="rect">
            <a:avLst/>
          </a:prstGeom>
          <a:noFill/>
          <a:ln>
            <a:noFill/>
          </a:ln>
        </p:spPr>
      </p:pic>
      <p:sp>
        <p:nvSpPr>
          <p:cNvPr id="388" name="Google Shape;388;p32"/>
          <p:cNvSpPr/>
          <p:nvPr/>
        </p:nvSpPr>
        <p:spPr>
          <a:xfrm>
            <a:off x="3695262" y="1341225"/>
            <a:ext cx="408300" cy="232200"/>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Karla"/>
              <a:ea typeface="Karla"/>
              <a:cs typeface="Karla"/>
              <a:sym typeface="Karla"/>
            </a:endParaRPr>
          </a:p>
        </p:txBody>
      </p:sp>
      <p:grpSp>
        <p:nvGrpSpPr>
          <p:cNvPr id="389" name="Google Shape;389;p32"/>
          <p:cNvGrpSpPr/>
          <p:nvPr/>
        </p:nvGrpSpPr>
        <p:grpSpPr>
          <a:xfrm>
            <a:off x="2170652" y="757877"/>
            <a:ext cx="408316" cy="407807"/>
            <a:chOff x="7482229" y="3351230"/>
            <a:chExt cx="357419" cy="357005"/>
          </a:xfrm>
        </p:grpSpPr>
        <p:sp>
          <p:nvSpPr>
            <p:cNvPr id="390" name="Google Shape;390;p32"/>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chemeClr val="dk1"/>
            </a:solidFill>
            <a:ln>
              <a:noFill/>
            </a:ln>
          </p:spPr>
          <p:txBody>
            <a:bodyPr spcFirstLastPara="1" wrap="square" lIns="104450" tIns="104450" rIns="104450" bIns="104450" anchor="ctr" anchorCtr="0">
              <a:noAutofit/>
            </a:bodyPr>
            <a:lstStyle/>
            <a:p>
              <a:pPr marL="0" marR="0" lvl="0" indent="0" algn="l" rtl="0">
                <a:lnSpc>
                  <a:spcPct val="100000"/>
                </a:lnSpc>
                <a:spcBef>
                  <a:spcPts val="0"/>
                </a:spcBef>
                <a:spcAft>
                  <a:spcPts val="0"/>
                </a:spcAft>
                <a:buClr>
                  <a:srgbClr val="000000"/>
                </a:buClr>
                <a:buSzPts val="1599"/>
                <a:buFont typeface="Arial"/>
                <a:buNone/>
              </a:pPr>
              <a:endParaRPr sz="1599" b="0" i="0" u="none" strike="noStrike" cap="none">
                <a:solidFill>
                  <a:srgbClr val="000000"/>
                </a:solidFill>
                <a:latin typeface="Arial"/>
                <a:ea typeface="Arial"/>
                <a:cs typeface="Arial"/>
                <a:sym typeface="Arial"/>
              </a:endParaRPr>
            </a:p>
          </p:txBody>
        </p:sp>
        <p:sp>
          <p:nvSpPr>
            <p:cNvPr id="391" name="Google Shape;391;p32"/>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chemeClr val="dk1"/>
            </a:solidFill>
            <a:ln>
              <a:noFill/>
            </a:ln>
          </p:spPr>
          <p:txBody>
            <a:bodyPr spcFirstLastPara="1" wrap="square" lIns="104450" tIns="104450" rIns="104450" bIns="104450" anchor="ctr" anchorCtr="0">
              <a:noAutofit/>
            </a:bodyPr>
            <a:lstStyle/>
            <a:p>
              <a:pPr marL="0" marR="0" lvl="0" indent="0" algn="l" rtl="0">
                <a:lnSpc>
                  <a:spcPct val="100000"/>
                </a:lnSpc>
                <a:spcBef>
                  <a:spcPts val="0"/>
                </a:spcBef>
                <a:spcAft>
                  <a:spcPts val="0"/>
                </a:spcAft>
                <a:buClr>
                  <a:srgbClr val="000000"/>
                </a:buClr>
                <a:buSzPts val="1599"/>
                <a:buFont typeface="Arial"/>
                <a:buNone/>
              </a:pPr>
              <a:endParaRPr sz="1599" b="0" i="0" u="none" strike="noStrike" cap="none">
                <a:solidFill>
                  <a:srgbClr val="000000"/>
                </a:solidFill>
                <a:latin typeface="Arial"/>
                <a:ea typeface="Arial"/>
                <a:cs typeface="Arial"/>
                <a:sym typeface="Arial"/>
              </a:endParaRPr>
            </a:p>
          </p:txBody>
        </p:sp>
        <p:sp>
          <p:nvSpPr>
            <p:cNvPr id="392" name="Google Shape;392;p32"/>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chemeClr val="dk1"/>
            </a:solidFill>
            <a:ln>
              <a:noFill/>
            </a:ln>
          </p:spPr>
          <p:txBody>
            <a:bodyPr spcFirstLastPara="1" wrap="square" lIns="104450" tIns="104450" rIns="104450" bIns="104450" anchor="ctr" anchorCtr="0">
              <a:noAutofit/>
            </a:bodyPr>
            <a:lstStyle/>
            <a:p>
              <a:pPr marL="0" marR="0" lvl="0" indent="0" algn="l" rtl="0">
                <a:lnSpc>
                  <a:spcPct val="100000"/>
                </a:lnSpc>
                <a:spcBef>
                  <a:spcPts val="0"/>
                </a:spcBef>
                <a:spcAft>
                  <a:spcPts val="0"/>
                </a:spcAft>
                <a:buClr>
                  <a:srgbClr val="000000"/>
                </a:buClr>
                <a:buSzPts val="1599"/>
                <a:buFont typeface="Arial"/>
                <a:buNone/>
              </a:pPr>
              <a:endParaRPr sz="1599" b="0" i="0" u="none" strike="noStrike" cap="none">
                <a:solidFill>
                  <a:srgbClr val="000000"/>
                </a:solidFill>
                <a:latin typeface="Arial"/>
                <a:ea typeface="Arial"/>
                <a:cs typeface="Arial"/>
                <a:sym typeface="Arial"/>
              </a:endParaRPr>
            </a:p>
          </p:txBody>
        </p:sp>
        <p:sp>
          <p:nvSpPr>
            <p:cNvPr id="393" name="Google Shape;393;p32"/>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chemeClr val="dk1"/>
            </a:solidFill>
            <a:ln>
              <a:noFill/>
            </a:ln>
          </p:spPr>
          <p:txBody>
            <a:bodyPr spcFirstLastPara="1" wrap="square" lIns="104450" tIns="104450" rIns="104450" bIns="104450" anchor="ctr" anchorCtr="0">
              <a:noAutofit/>
            </a:bodyPr>
            <a:lstStyle/>
            <a:p>
              <a:pPr marL="0" marR="0" lvl="0" indent="0" algn="l" rtl="0">
                <a:lnSpc>
                  <a:spcPct val="100000"/>
                </a:lnSpc>
                <a:spcBef>
                  <a:spcPts val="0"/>
                </a:spcBef>
                <a:spcAft>
                  <a:spcPts val="0"/>
                </a:spcAft>
                <a:buClr>
                  <a:srgbClr val="000000"/>
                </a:buClr>
                <a:buSzPts val="1599"/>
                <a:buFont typeface="Arial"/>
                <a:buNone/>
              </a:pPr>
              <a:endParaRPr sz="1599" b="0" i="0" u="none" strike="noStrike" cap="none">
                <a:solidFill>
                  <a:srgbClr val="000000"/>
                </a:solidFill>
                <a:latin typeface="Arial"/>
                <a:ea typeface="Arial"/>
                <a:cs typeface="Arial"/>
                <a:sym typeface="Arial"/>
              </a:endParaRPr>
            </a:p>
          </p:txBody>
        </p:sp>
        <p:sp>
          <p:nvSpPr>
            <p:cNvPr id="394" name="Google Shape;394;p32"/>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104450" tIns="104450" rIns="104450" bIns="104450" anchor="ctr" anchorCtr="0">
              <a:noAutofit/>
            </a:bodyPr>
            <a:lstStyle/>
            <a:p>
              <a:pPr marL="0" marR="0" lvl="0" indent="0" algn="l" rtl="0">
                <a:lnSpc>
                  <a:spcPct val="100000"/>
                </a:lnSpc>
                <a:spcBef>
                  <a:spcPts val="0"/>
                </a:spcBef>
                <a:spcAft>
                  <a:spcPts val="0"/>
                </a:spcAft>
                <a:buClr>
                  <a:srgbClr val="000000"/>
                </a:buClr>
                <a:buSzPts val="1599"/>
                <a:buFont typeface="Arial"/>
                <a:buNone/>
              </a:pPr>
              <a:endParaRPr sz="1599" b="0" i="0" u="none" strike="noStrike" cap="none">
                <a:solidFill>
                  <a:srgbClr val="000000"/>
                </a:solidFill>
                <a:latin typeface="Arial"/>
                <a:ea typeface="Arial"/>
                <a:cs typeface="Arial"/>
                <a:sym typeface="Arial"/>
              </a:endParaRPr>
            </a:p>
          </p:txBody>
        </p:sp>
      </p:grpSp>
      <p:grpSp>
        <p:nvGrpSpPr>
          <p:cNvPr id="395" name="Google Shape;395;p32"/>
          <p:cNvGrpSpPr/>
          <p:nvPr/>
        </p:nvGrpSpPr>
        <p:grpSpPr>
          <a:xfrm>
            <a:off x="6289435" y="1150485"/>
            <a:ext cx="331957" cy="372778"/>
            <a:chOff x="2315864" y="2700333"/>
            <a:chExt cx="340190" cy="382023"/>
          </a:xfrm>
        </p:grpSpPr>
        <p:sp>
          <p:nvSpPr>
            <p:cNvPr id="396" name="Google Shape;396;p32"/>
            <p:cNvSpPr/>
            <p:nvPr/>
          </p:nvSpPr>
          <p:spPr>
            <a:xfrm>
              <a:off x="2315864" y="2705837"/>
              <a:ext cx="340190" cy="376519"/>
            </a:xfrm>
            <a:custGeom>
              <a:avLst/>
              <a:gdLst/>
              <a:ahLst/>
              <a:cxnLst/>
              <a:rect l="l" t="t" r="r" b="b"/>
              <a:pathLst>
                <a:path w="130" h="144" extrusionOk="0">
                  <a:moveTo>
                    <a:pt x="130" y="78"/>
                  </a:moveTo>
                  <a:cubicBezTo>
                    <a:pt x="130" y="70"/>
                    <a:pt x="122" y="62"/>
                    <a:pt x="113" y="63"/>
                  </a:cubicBezTo>
                  <a:cubicBezTo>
                    <a:pt x="105" y="63"/>
                    <a:pt x="99" y="70"/>
                    <a:pt x="99" y="78"/>
                  </a:cubicBezTo>
                  <a:cubicBezTo>
                    <a:pt x="98" y="86"/>
                    <a:pt x="104" y="93"/>
                    <a:pt x="111" y="94"/>
                  </a:cubicBezTo>
                  <a:cubicBezTo>
                    <a:pt x="111" y="100"/>
                    <a:pt x="111" y="100"/>
                    <a:pt x="111" y="100"/>
                  </a:cubicBezTo>
                  <a:cubicBezTo>
                    <a:pt x="111" y="119"/>
                    <a:pt x="97" y="135"/>
                    <a:pt x="78" y="137"/>
                  </a:cubicBezTo>
                  <a:cubicBezTo>
                    <a:pt x="57" y="138"/>
                    <a:pt x="39" y="121"/>
                    <a:pt x="39" y="101"/>
                  </a:cubicBezTo>
                  <a:cubicBezTo>
                    <a:pt x="39" y="96"/>
                    <a:pt x="39" y="96"/>
                    <a:pt x="39" y="96"/>
                  </a:cubicBezTo>
                  <a:cubicBezTo>
                    <a:pt x="58" y="95"/>
                    <a:pt x="73" y="78"/>
                    <a:pt x="73" y="59"/>
                  </a:cubicBezTo>
                  <a:cubicBezTo>
                    <a:pt x="73" y="54"/>
                    <a:pt x="73" y="54"/>
                    <a:pt x="73" y="54"/>
                  </a:cubicBezTo>
                  <a:cubicBezTo>
                    <a:pt x="73" y="53"/>
                    <a:pt x="72" y="52"/>
                    <a:pt x="71" y="51"/>
                  </a:cubicBezTo>
                  <a:cubicBezTo>
                    <a:pt x="69" y="51"/>
                    <a:pt x="67" y="52"/>
                    <a:pt x="67" y="54"/>
                  </a:cubicBezTo>
                  <a:cubicBezTo>
                    <a:pt x="67" y="59"/>
                    <a:pt x="67" y="59"/>
                    <a:pt x="67" y="59"/>
                  </a:cubicBezTo>
                  <a:cubicBezTo>
                    <a:pt x="67" y="76"/>
                    <a:pt x="54" y="91"/>
                    <a:pt x="36" y="91"/>
                  </a:cubicBezTo>
                  <a:cubicBezTo>
                    <a:pt x="36" y="91"/>
                    <a:pt x="36" y="91"/>
                    <a:pt x="36" y="91"/>
                  </a:cubicBezTo>
                  <a:cubicBezTo>
                    <a:pt x="28" y="91"/>
                    <a:pt x="20" y="87"/>
                    <a:pt x="14" y="82"/>
                  </a:cubicBezTo>
                  <a:cubicBezTo>
                    <a:pt x="8" y="76"/>
                    <a:pt x="5" y="68"/>
                    <a:pt x="5" y="59"/>
                  </a:cubicBezTo>
                  <a:cubicBezTo>
                    <a:pt x="5" y="15"/>
                    <a:pt x="5" y="15"/>
                    <a:pt x="5" y="15"/>
                  </a:cubicBezTo>
                  <a:cubicBezTo>
                    <a:pt x="5" y="13"/>
                    <a:pt x="7" y="12"/>
                    <a:pt x="8" y="12"/>
                  </a:cubicBezTo>
                  <a:cubicBezTo>
                    <a:pt x="15" y="12"/>
                    <a:pt x="15" y="12"/>
                    <a:pt x="15" y="12"/>
                  </a:cubicBezTo>
                  <a:cubicBezTo>
                    <a:pt x="16" y="15"/>
                    <a:pt x="20" y="18"/>
                    <a:pt x="24" y="18"/>
                  </a:cubicBezTo>
                  <a:cubicBezTo>
                    <a:pt x="28" y="17"/>
                    <a:pt x="32" y="14"/>
                    <a:pt x="32" y="9"/>
                  </a:cubicBezTo>
                  <a:cubicBezTo>
                    <a:pt x="33" y="4"/>
                    <a:pt x="28" y="0"/>
                    <a:pt x="23" y="0"/>
                  </a:cubicBezTo>
                  <a:cubicBezTo>
                    <a:pt x="20" y="0"/>
                    <a:pt x="16" y="2"/>
                    <a:pt x="15" y="6"/>
                  </a:cubicBezTo>
                  <a:cubicBezTo>
                    <a:pt x="8" y="6"/>
                    <a:pt x="8" y="6"/>
                    <a:pt x="8" y="6"/>
                  </a:cubicBezTo>
                  <a:cubicBezTo>
                    <a:pt x="4" y="6"/>
                    <a:pt x="0" y="10"/>
                    <a:pt x="0" y="15"/>
                  </a:cubicBezTo>
                  <a:cubicBezTo>
                    <a:pt x="0" y="59"/>
                    <a:pt x="0" y="59"/>
                    <a:pt x="0" y="59"/>
                  </a:cubicBezTo>
                  <a:cubicBezTo>
                    <a:pt x="0" y="69"/>
                    <a:pt x="3" y="78"/>
                    <a:pt x="10" y="85"/>
                  </a:cubicBezTo>
                  <a:cubicBezTo>
                    <a:pt x="17" y="92"/>
                    <a:pt x="25" y="95"/>
                    <a:pt x="34" y="96"/>
                  </a:cubicBezTo>
                  <a:cubicBezTo>
                    <a:pt x="34" y="100"/>
                    <a:pt x="34" y="100"/>
                    <a:pt x="34" y="100"/>
                  </a:cubicBezTo>
                  <a:cubicBezTo>
                    <a:pt x="34" y="122"/>
                    <a:pt x="51" y="141"/>
                    <a:pt x="73" y="142"/>
                  </a:cubicBezTo>
                  <a:cubicBezTo>
                    <a:pt x="97" y="144"/>
                    <a:pt x="117" y="124"/>
                    <a:pt x="117" y="101"/>
                  </a:cubicBezTo>
                  <a:cubicBezTo>
                    <a:pt x="117" y="94"/>
                    <a:pt x="117" y="94"/>
                    <a:pt x="117" y="94"/>
                  </a:cubicBezTo>
                  <a:cubicBezTo>
                    <a:pt x="124" y="93"/>
                    <a:pt x="130" y="86"/>
                    <a:pt x="130" y="78"/>
                  </a:cubicBezTo>
                  <a:close/>
                  <a:moveTo>
                    <a:pt x="23" y="5"/>
                  </a:moveTo>
                  <a:cubicBezTo>
                    <a:pt x="25" y="5"/>
                    <a:pt x="27" y="7"/>
                    <a:pt x="27" y="9"/>
                  </a:cubicBezTo>
                  <a:cubicBezTo>
                    <a:pt x="27" y="10"/>
                    <a:pt x="25" y="12"/>
                    <a:pt x="23" y="12"/>
                  </a:cubicBezTo>
                  <a:cubicBezTo>
                    <a:pt x="22" y="12"/>
                    <a:pt x="20" y="10"/>
                    <a:pt x="20" y="9"/>
                  </a:cubicBezTo>
                  <a:cubicBezTo>
                    <a:pt x="20" y="7"/>
                    <a:pt x="22" y="5"/>
                    <a:pt x="23" y="5"/>
                  </a:cubicBezTo>
                  <a:close/>
                  <a:moveTo>
                    <a:pt x="114" y="89"/>
                  </a:moveTo>
                  <a:cubicBezTo>
                    <a:pt x="109" y="89"/>
                    <a:pt x="104" y="84"/>
                    <a:pt x="104" y="79"/>
                  </a:cubicBezTo>
                  <a:cubicBezTo>
                    <a:pt x="104" y="73"/>
                    <a:pt x="109" y="68"/>
                    <a:pt x="114" y="68"/>
                  </a:cubicBezTo>
                  <a:cubicBezTo>
                    <a:pt x="120" y="68"/>
                    <a:pt x="124" y="73"/>
                    <a:pt x="124" y="79"/>
                  </a:cubicBezTo>
                  <a:cubicBezTo>
                    <a:pt x="124" y="84"/>
                    <a:pt x="120" y="89"/>
                    <a:pt x="114" y="8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397" name="Google Shape;397;p32"/>
            <p:cNvSpPr/>
            <p:nvPr/>
          </p:nvSpPr>
          <p:spPr>
            <a:xfrm>
              <a:off x="2418251" y="2700333"/>
              <a:ext cx="89176" cy="91378"/>
            </a:xfrm>
            <a:custGeom>
              <a:avLst/>
              <a:gdLst/>
              <a:ahLst/>
              <a:cxnLst/>
              <a:rect l="l" t="t" r="r" b="b"/>
              <a:pathLst>
                <a:path w="34" h="35" extrusionOk="0">
                  <a:moveTo>
                    <a:pt x="11" y="20"/>
                  </a:moveTo>
                  <a:cubicBezTo>
                    <a:pt x="14" y="20"/>
                    <a:pt x="18" y="17"/>
                    <a:pt x="19" y="14"/>
                  </a:cubicBezTo>
                  <a:cubicBezTo>
                    <a:pt x="26" y="14"/>
                    <a:pt x="26" y="14"/>
                    <a:pt x="26" y="14"/>
                  </a:cubicBezTo>
                  <a:cubicBezTo>
                    <a:pt x="27" y="14"/>
                    <a:pt x="28" y="15"/>
                    <a:pt x="28" y="16"/>
                  </a:cubicBezTo>
                  <a:cubicBezTo>
                    <a:pt x="28" y="31"/>
                    <a:pt x="28" y="31"/>
                    <a:pt x="28" y="31"/>
                  </a:cubicBezTo>
                  <a:cubicBezTo>
                    <a:pt x="28" y="32"/>
                    <a:pt x="29" y="33"/>
                    <a:pt x="30" y="34"/>
                  </a:cubicBezTo>
                  <a:cubicBezTo>
                    <a:pt x="32" y="35"/>
                    <a:pt x="34" y="33"/>
                    <a:pt x="34" y="31"/>
                  </a:cubicBezTo>
                  <a:cubicBezTo>
                    <a:pt x="34" y="16"/>
                    <a:pt x="34" y="16"/>
                    <a:pt x="34" y="16"/>
                  </a:cubicBezTo>
                  <a:cubicBezTo>
                    <a:pt x="34" y="12"/>
                    <a:pt x="31" y="8"/>
                    <a:pt x="26" y="8"/>
                  </a:cubicBezTo>
                  <a:cubicBezTo>
                    <a:pt x="19" y="8"/>
                    <a:pt x="19" y="8"/>
                    <a:pt x="19" y="8"/>
                  </a:cubicBezTo>
                  <a:cubicBezTo>
                    <a:pt x="17" y="3"/>
                    <a:pt x="12" y="0"/>
                    <a:pt x="6" y="3"/>
                  </a:cubicBezTo>
                  <a:cubicBezTo>
                    <a:pt x="5" y="4"/>
                    <a:pt x="4" y="5"/>
                    <a:pt x="3" y="7"/>
                  </a:cubicBezTo>
                  <a:cubicBezTo>
                    <a:pt x="0" y="13"/>
                    <a:pt x="4" y="20"/>
                    <a:pt x="11" y="20"/>
                  </a:cubicBezTo>
                  <a:close/>
                  <a:moveTo>
                    <a:pt x="11" y="7"/>
                  </a:moveTo>
                  <a:cubicBezTo>
                    <a:pt x="12" y="7"/>
                    <a:pt x="14" y="9"/>
                    <a:pt x="14" y="11"/>
                  </a:cubicBezTo>
                  <a:cubicBezTo>
                    <a:pt x="14" y="12"/>
                    <a:pt x="12" y="14"/>
                    <a:pt x="11" y="14"/>
                  </a:cubicBezTo>
                  <a:cubicBezTo>
                    <a:pt x="9" y="14"/>
                    <a:pt x="7" y="12"/>
                    <a:pt x="7" y="11"/>
                  </a:cubicBezTo>
                  <a:cubicBezTo>
                    <a:pt x="7" y="9"/>
                    <a:pt x="9" y="7"/>
                    <a:pt x="11" y="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398" name="Google Shape;398;p32"/>
            <p:cNvSpPr/>
            <p:nvPr/>
          </p:nvSpPr>
          <p:spPr>
            <a:xfrm>
              <a:off x="2494216" y="2807123"/>
              <a:ext cx="13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399" name="Google Shape;399;p32"/>
            <p:cNvSpPr/>
            <p:nvPr/>
          </p:nvSpPr>
          <p:spPr>
            <a:xfrm>
              <a:off x="2606512" y="2904005"/>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19"/>
        <p:cNvGrpSpPr/>
        <p:nvPr/>
      </p:nvGrpSpPr>
      <p:grpSpPr>
        <a:xfrm>
          <a:off x="0" y="0"/>
          <a:ext cx="0" cy="0"/>
          <a:chOff x="0" y="0"/>
          <a:chExt cx="0" cy="0"/>
        </a:xfrm>
      </p:grpSpPr>
      <p:sp>
        <p:nvSpPr>
          <p:cNvPr id="420" name="Google Shape;420;p35"/>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a:t>Table of contents</a:t>
            </a:r>
            <a:endParaRPr/>
          </a:p>
        </p:txBody>
      </p:sp>
      <p:sp>
        <p:nvSpPr>
          <p:cNvPr id="421" name="Google Shape;421;p35"/>
          <p:cNvSpPr txBox="1">
            <a:spLocks noGrp="1"/>
          </p:cNvSpPr>
          <p:nvPr>
            <p:ph type="title" idx="2"/>
          </p:nvPr>
        </p:nvSpPr>
        <p:spPr>
          <a:xfrm>
            <a:off x="886699" y="1283736"/>
            <a:ext cx="751800" cy="5727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000"/>
              <a:buNone/>
            </a:pPr>
            <a:r>
              <a:rPr lang="en" dirty="0"/>
              <a:t>01</a:t>
            </a:r>
            <a:endParaRPr dirty="0"/>
          </a:p>
        </p:txBody>
      </p:sp>
      <p:sp>
        <p:nvSpPr>
          <p:cNvPr id="422" name="Google Shape;422;p35"/>
          <p:cNvSpPr txBox="1">
            <a:spLocks noGrp="1"/>
          </p:cNvSpPr>
          <p:nvPr>
            <p:ph type="title" idx="3"/>
          </p:nvPr>
        </p:nvSpPr>
        <p:spPr>
          <a:xfrm>
            <a:off x="7077716" y="1221175"/>
            <a:ext cx="751800" cy="5727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000"/>
              <a:buNone/>
            </a:pPr>
            <a:r>
              <a:rPr lang="en" dirty="0"/>
              <a:t>04</a:t>
            </a:r>
            <a:endParaRPr dirty="0"/>
          </a:p>
        </p:txBody>
      </p:sp>
      <p:sp>
        <p:nvSpPr>
          <p:cNvPr id="423" name="Google Shape;423;p35"/>
          <p:cNvSpPr txBox="1">
            <a:spLocks noGrp="1"/>
          </p:cNvSpPr>
          <p:nvPr>
            <p:ph type="title" idx="4"/>
          </p:nvPr>
        </p:nvSpPr>
        <p:spPr>
          <a:xfrm>
            <a:off x="2870007" y="1280105"/>
            <a:ext cx="751800" cy="5727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000"/>
              <a:buNone/>
            </a:pPr>
            <a:r>
              <a:rPr lang="en" dirty="0"/>
              <a:t>02</a:t>
            </a:r>
            <a:endParaRPr dirty="0"/>
          </a:p>
        </p:txBody>
      </p:sp>
      <p:sp>
        <p:nvSpPr>
          <p:cNvPr id="424" name="Google Shape;424;p35"/>
          <p:cNvSpPr txBox="1">
            <a:spLocks noGrp="1"/>
          </p:cNvSpPr>
          <p:nvPr>
            <p:ph type="title" idx="5"/>
          </p:nvPr>
        </p:nvSpPr>
        <p:spPr>
          <a:xfrm>
            <a:off x="886699" y="2757976"/>
            <a:ext cx="751800" cy="5727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000"/>
              <a:buNone/>
            </a:pPr>
            <a:r>
              <a:rPr lang="en" dirty="0"/>
              <a:t>05</a:t>
            </a:r>
            <a:endParaRPr dirty="0"/>
          </a:p>
        </p:txBody>
      </p:sp>
      <p:sp>
        <p:nvSpPr>
          <p:cNvPr id="425" name="Google Shape;425;p35"/>
          <p:cNvSpPr txBox="1">
            <a:spLocks noGrp="1"/>
          </p:cNvSpPr>
          <p:nvPr>
            <p:ph type="title" idx="6"/>
          </p:nvPr>
        </p:nvSpPr>
        <p:spPr>
          <a:xfrm>
            <a:off x="5042539" y="1216803"/>
            <a:ext cx="751800" cy="5727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000"/>
              <a:buNone/>
            </a:pPr>
            <a:r>
              <a:rPr lang="en" dirty="0"/>
              <a:t>03</a:t>
            </a:r>
            <a:endParaRPr dirty="0"/>
          </a:p>
        </p:txBody>
      </p:sp>
      <p:sp>
        <p:nvSpPr>
          <p:cNvPr id="426" name="Google Shape;426;p35"/>
          <p:cNvSpPr txBox="1">
            <a:spLocks noGrp="1"/>
          </p:cNvSpPr>
          <p:nvPr>
            <p:ph type="title" idx="7"/>
          </p:nvPr>
        </p:nvSpPr>
        <p:spPr>
          <a:xfrm>
            <a:off x="7077716" y="2819296"/>
            <a:ext cx="751800" cy="5727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000"/>
              <a:buNone/>
            </a:pPr>
            <a:r>
              <a:rPr lang="en" dirty="0"/>
              <a:t>08</a:t>
            </a:r>
            <a:endParaRPr dirty="0"/>
          </a:p>
        </p:txBody>
      </p:sp>
      <p:sp>
        <p:nvSpPr>
          <p:cNvPr id="427" name="Google Shape;427;p35"/>
          <p:cNvSpPr txBox="1">
            <a:spLocks noGrp="1"/>
          </p:cNvSpPr>
          <p:nvPr>
            <p:ph type="subTitle" idx="1"/>
          </p:nvPr>
        </p:nvSpPr>
        <p:spPr>
          <a:xfrm>
            <a:off x="28183" y="1866692"/>
            <a:ext cx="2359200" cy="4476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dirty="0"/>
              <a:t>Introduction</a:t>
            </a:r>
            <a:endParaRPr dirty="0"/>
          </a:p>
        </p:txBody>
      </p:sp>
      <p:sp>
        <p:nvSpPr>
          <p:cNvPr id="428" name="Google Shape;428;p35"/>
          <p:cNvSpPr txBox="1">
            <a:spLocks noGrp="1"/>
          </p:cNvSpPr>
          <p:nvPr>
            <p:ph type="subTitle" idx="8"/>
          </p:nvPr>
        </p:nvSpPr>
        <p:spPr>
          <a:xfrm>
            <a:off x="2066308" y="1849174"/>
            <a:ext cx="2359200" cy="4476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dirty="0"/>
              <a:t>Code Structure</a:t>
            </a:r>
            <a:endParaRPr dirty="0"/>
          </a:p>
        </p:txBody>
      </p:sp>
      <p:sp>
        <p:nvSpPr>
          <p:cNvPr id="429" name="Google Shape;429;p35"/>
          <p:cNvSpPr txBox="1">
            <a:spLocks noGrp="1"/>
          </p:cNvSpPr>
          <p:nvPr>
            <p:ph type="subTitle" idx="9"/>
          </p:nvPr>
        </p:nvSpPr>
        <p:spPr>
          <a:xfrm>
            <a:off x="4238832" y="1876605"/>
            <a:ext cx="2359200" cy="447600"/>
          </a:xfrm>
          <a:prstGeom prst="rect">
            <a:avLst/>
          </a:prstGeom>
          <a:noFill/>
          <a:ln>
            <a:noFill/>
          </a:ln>
        </p:spPr>
        <p:txBody>
          <a:bodyPr spcFirstLastPara="1" wrap="square" lIns="91425" tIns="91425" rIns="91425" bIns="91425" anchor="b" anchorCtr="0">
            <a:noAutofit/>
          </a:bodyPr>
          <a:lstStyle/>
          <a:p>
            <a:pPr marL="0" lvl="0" indent="0"/>
            <a:r>
              <a:rPr lang="en-US" dirty="0"/>
              <a:t>Architecture</a:t>
            </a:r>
          </a:p>
        </p:txBody>
      </p:sp>
      <p:sp>
        <p:nvSpPr>
          <p:cNvPr id="430" name="Google Shape;430;p35"/>
          <p:cNvSpPr txBox="1">
            <a:spLocks noGrp="1"/>
          </p:cNvSpPr>
          <p:nvPr>
            <p:ph type="subTitle" idx="13"/>
          </p:nvPr>
        </p:nvSpPr>
        <p:spPr>
          <a:xfrm>
            <a:off x="6274025" y="1896985"/>
            <a:ext cx="2359200" cy="474900"/>
          </a:xfrm>
          <a:prstGeom prst="rect">
            <a:avLst/>
          </a:prstGeom>
          <a:noFill/>
          <a:ln>
            <a:noFill/>
          </a:ln>
        </p:spPr>
        <p:txBody>
          <a:bodyPr spcFirstLastPara="1" wrap="square" lIns="91425" tIns="91425" rIns="91425" bIns="91425" anchor="b" anchorCtr="0">
            <a:noAutofit/>
          </a:bodyPr>
          <a:lstStyle/>
          <a:p>
            <a:pPr marL="0" indent="0"/>
            <a:r>
              <a:rPr lang="en-US" dirty="0"/>
              <a:t>Knowledge Base</a:t>
            </a:r>
          </a:p>
        </p:txBody>
      </p:sp>
      <p:sp>
        <p:nvSpPr>
          <p:cNvPr id="431" name="Google Shape;431;p35"/>
          <p:cNvSpPr txBox="1">
            <a:spLocks noGrp="1"/>
          </p:cNvSpPr>
          <p:nvPr>
            <p:ph type="subTitle" idx="14"/>
          </p:nvPr>
        </p:nvSpPr>
        <p:spPr>
          <a:xfrm>
            <a:off x="82999" y="3770444"/>
            <a:ext cx="2359200" cy="474900"/>
          </a:xfrm>
          <a:prstGeom prst="rect">
            <a:avLst/>
          </a:prstGeom>
          <a:noFill/>
          <a:ln>
            <a:noFill/>
          </a:ln>
        </p:spPr>
        <p:txBody>
          <a:bodyPr spcFirstLastPara="1" wrap="square" lIns="91425" tIns="91425" rIns="91425" bIns="91425" anchor="b" anchorCtr="0">
            <a:noAutofit/>
          </a:bodyPr>
          <a:lstStyle/>
          <a:p>
            <a:pPr marL="0" indent="0"/>
            <a:r>
              <a:rPr lang="en-US" dirty="0"/>
              <a:t>Rule Base Design</a:t>
            </a:r>
          </a:p>
        </p:txBody>
      </p:sp>
      <p:sp>
        <p:nvSpPr>
          <p:cNvPr id="432" name="Google Shape;432;p35"/>
          <p:cNvSpPr txBox="1">
            <a:spLocks noGrp="1"/>
          </p:cNvSpPr>
          <p:nvPr>
            <p:ph type="subTitle" idx="15"/>
          </p:nvPr>
        </p:nvSpPr>
        <p:spPr>
          <a:xfrm>
            <a:off x="6316749" y="3839407"/>
            <a:ext cx="2359200" cy="4749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dirty="0"/>
              <a:t>Conclusion/Takeaway/Scaling?</a:t>
            </a:r>
            <a:endParaRPr dirty="0"/>
          </a:p>
        </p:txBody>
      </p:sp>
      <p:sp>
        <p:nvSpPr>
          <p:cNvPr id="2" name="Google Shape;424;p35">
            <a:extLst>
              <a:ext uri="{FF2B5EF4-FFF2-40B4-BE49-F238E27FC236}">
                <a16:creationId xmlns:a16="http://schemas.microsoft.com/office/drawing/2014/main" id="{EB1B7D41-98A9-CB66-7750-C67F24215D79}"/>
              </a:ext>
            </a:extLst>
          </p:cNvPr>
          <p:cNvSpPr txBox="1">
            <a:spLocks/>
          </p:cNvSpPr>
          <p:nvPr/>
        </p:nvSpPr>
        <p:spPr>
          <a:xfrm>
            <a:off x="2870007" y="2757976"/>
            <a:ext cx="751800" cy="572700"/>
          </a:xfrm>
          <a:prstGeom prst="rect">
            <a:avLst/>
          </a:prstGeom>
          <a:solidFill>
            <a:schemeClr val="accen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DM Sans Black"/>
              <a:buNone/>
              <a:defRPr sz="2400" b="0" i="0" u="none" strike="noStrike" cap="none">
                <a:solidFill>
                  <a:schemeClr val="dk1"/>
                </a:solidFill>
                <a:latin typeface="DM Sans Black"/>
                <a:ea typeface="DM Sans Black"/>
                <a:cs typeface="DM Sans Black"/>
                <a:sym typeface="DM Sans Black"/>
              </a:defRPr>
            </a:lvl1pPr>
            <a:lvl2pPr marR="0" lvl="1"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2pPr>
            <a:lvl3pPr marR="0" lvl="2"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3pPr>
            <a:lvl4pPr marR="0" lvl="3"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4pPr>
            <a:lvl5pPr marR="0" lvl="4"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5pPr>
            <a:lvl6pPr marR="0" lvl="5"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6pPr>
            <a:lvl7pPr marR="0" lvl="6"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7pPr>
            <a:lvl8pPr marR="0" lvl="7"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8pPr>
            <a:lvl9pPr marR="0" lvl="8"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9pPr>
          </a:lstStyle>
          <a:p>
            <a:r>
              <a:rPr lang="en" dirty="0"/>
              <a:t>06</a:t>
            </a:r>
          </a:p>
        </p:txBody>
      </p:sp>
      <p:sp>
        <p:nvSpPr>
          <p:cNvPr id="3" name="Google Shape;431;p35">
            <a:extLst>
              <a:ext uri="{FF2B5EF4-FFF2-40B4-BE49-F238E27FC236}">
                <a16:creationId xmlns:a16="http://schemas.microsoft.com/office/drawing/2014/main" id="{58B4ECD4-E2F4-43D6-2D8B-0BA08CE976C5}"/>
              </a:ext>
            </a:extLst>
          </p:cNvPr>
          <p:cNvSpPr txBox="1">
            <a:spLocks/>
          </p:cNvSpPr>
          <p:nvPr/>
        </p:nvSpPr>
        <p:spPr>
          <a:xfrm>
            <a:off x="2160916" y="3770444"/>
            <a:ext cx="2359200" cy="4749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lt1"/>
              </a:buClr>
              <a:buSzPts val="2400"/>
              <a:buFont typeface="DM Sans Black"/>
              <a:buNone/>
              <a:defRPr sz="1800" b="0" i="0" u="none" strike="noStrike" cap="none">
                <a:solidFill>
                  <a:schemeClr val="dk1"/>
                </a:solidFill>
                <a:latin typeface="DM Sans Black"/>
                <a:ea typeface="DM Sans Black"/>
                <a:cs typeface="DM Sans Black"/>
                <a:sym typeface="DM Sans Black"/>
              </a:defRPr>
            </a:lvl1pPr>
            <a:lvl2pPr marL="914400" marR="0" lvl="1"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2pPr>
            <a:lvl3pPr marL="1371600" marR="0" lvl="2"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3pPr>
            <a:lvl4pPr marL="1828800" marR="0" lvl="3"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4pPr>
            <a:lvl5pPr marL="2286000" marR="0" lvl="4"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5pPr>
            <a:lvl6pPr marL="2743200" marR="0" lvl="5"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6pPr>
            <a:lvl7pPr marL="3200400" marR="0" lvl="6"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7pPr>
            <a:lvl8pPr marL="3657600" marR="0" lvl="7"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8pPr>
            <a:lvl9pPr marL="4114800" marR="0" lvl="8"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9pPr>
          </a:lstStyle>
          <a:p>
            <a:pPr marL="0" indent="0"/>
            <a:r>
              <a:rPr lang="en-US" dirty="0"/>
              <a:t>Extended Case</a:t>
            </a:r>
          </a:p>
        </p:txBody>
      </p:sp>
      <p:sp>
        <p:nvSpPr>
          <p:cNvPr id="4" name="Google Shape;424;p35">
            <a:extLst>
              <a:ext uri="{FF2B5EF4-FFF2-40B4-BE49-F238E27FC236}">
                <a16:creationId xmlns:a16="http://schemas.microsoft.com/office/drawing/2014/main" id="{A413286D-A191-0BC3-82EE-8503733350E2}"/>
              </a:ext>
            </a:extLst>
          </p:cNvPr>
          <p:cNvSpPr txBox="1">
            <a:spLocks/>
          </p:cNvSpPr>
          <p:nvPr/>
        </p:nvSpPr>
        <p:spPr>
          <a:xfrm>
            <a:off x="5042532" y="2819296"/>
            <a:ext cx="751800" cy="572700"/>
          </a:xfrm>
          <a:prstGeom prst="rect">
            <a:avLst/>
          </a:prstGeom>
          <a:solidFill>
            <a:schemeClr val="accen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DM Sans Black"/>
              <a:buNone/>
              <a:defRPr sz="2400" b="0" i="0" u="none" strike="noStrike" cap="none">
                <a:solidFill>
                  <a:schemeClr val="dk1"/>
                </a:solidFill>
                <a:latin typeface="DM Sans Black"/>
                <a:ea typeface="DM Sans Black"/>
                <a:cs typeface="DM Sans Black"/>
                <a:sym typeface="DM Sans Black"/>
              </a:defRPr>
            </a:lvl1pPr>
            <a:lvl2pPr marR="0" lvl="1"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2pPr>
            <a:lvl3pPr marR="0" lvl="2"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3pPr>
            <a:lvl4pPr marR="0" lvl="3"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4pPr>
            <a:lvl5pPr marR="0" lvl="4"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5pPr>
            <a:lvl6pPr marR="0" lvl="5"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6pPr>
            <a:lvl7pPr marR="0" lvl="6"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7pPr>
            <a:lvl8pPr marR="0" lvl="7"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8pPr>
            <a:lvl9pPr marR="0" lvl="8" algn="l" rtl="0">
              <a:lnSpc>
                <a:spcPct val="100000"/>
              </a:lnSpc>
              <a:spcBef>
                <a:spcPts val="0"/>
              </a:spcBef>
              <a:spcAft>
                <a:spcPts val="0"/>
              </a:spcAft>
              <a:buClr>
                <a:schemeClr val="dk1"/>
              </a:buClr>
              <a:buSzPts val="3000"/>
              <a:buFont typeface="DM Sans Black"/>
              <a:buNone/>
              <a:defRPr sz="3000" b="0" i="0" u="none" strike="noStrike" cap="none">
                <a:solidFill>
                  <a:schemeClr val="dk1"/>
                </a:solidFill>
                <a:latin typeface="DM Sans Black"/>
                <a:ea typeface="DM Sans Black"/>
                <a:cs typeface="DM Sans Black"/>
                <a:sym typeface="DM Sans Black"/>
              </a:defRPr>
            </a:lvl9pPr>
          </a:lstStyle>
          <a:p>
            <a:r>
              <a:rPr lang="en" dirty="0"/>
              <a:t>07</a:t>
            </a:r>
          </a:p>
        </p:txBody>
      </p:sp>
      <p:sp>
        <p:nvSpPr>
          <p:cNvPr id="5" name="Google Shape;431;p35">
            <a:extLst>
              <a:ext uri="{FF2B5EF4-FFF2-40B4-BE49-F238E27FC236}">
                <a16:creationId xmlns:a16="http://schemas.microsoft.com/office/drawing/2014/main" id="{BCE7814A-AF43-3FA8-48AF-2EA7A02E8651}"/>
              </a:ext>
            </a:extLst>
          </p:cNvPr>
          <p:cNvSpPr txBox="1">
            <a:spLocks/>
          </p:cNvSpPr>
          <p:nvPr/>
        </p:nvSpPr>
        <p:spPr>
          <a:xfrm>
            <a:off x="4238832" y="3770444"/>
            <a:ext cx="2359200" cy="4749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lt1"/>
              </a:buClr>
              <a:buSzPts val="2400"/>
              <a:buFont typeface="DM Sans Black"/>
              <a:buNone/>
              <a:defRPr sz="1800" b="0" i="0" u="none" strike="noStrike" cap="none">
                <a:solidFill>
                  <a:schemeClr val="dk1"/>
                </a:solidFill>
                <a:latin typeface="DM Sans Black"/>
                <a:ea typeface="DM Sans Black"/>
                <a:cs typeface="DM Sans Black"/>
                <a:sym typeface="DM Sans Black"/>
              </a:defRPr>
            </a:lvl1pPr>
            <a:lvl2pPr marL="914400" marR="0" lvl="1"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2pPr>
            <a:lvl3pPr marL="1371600" marR="0" lvl="2"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3pPr>
            <a:lvl4pPr marL="1828800" marR="0" lvl="3"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4pPr>
            <a:lvl5pPr marL="2286000" marR="0" lvl="4"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5pPr>
            <a:lvl6pPr marL="2743200" marR="0" lvl="5"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6pPr>
            <a:lvl7pPr marL="3200400" marR="0" lvl="6"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7pPr>
            <a:lvl8pPr marL="3657600" marR="0" lvl="7"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8pPr>
            <a:lvl9pPr marL="4114800" marR="0" lvl="8" indent="-304800" algn="l" rtl="0">
              <a:lnSpc>
                <a:spcPct val="100000"/>
              </a:lnSpc>
              <a:spcBef>
                <a:spcPts val="0"/>
              </a:spcBef>
              <a:spcAft>
                <a:spcPts val="0"/>
              </a:spcAft>
              <a:buClr>
                <a:schemeClr val="dk1"/>
              </a:buClr>
              <a:buSzPts val="2400"/>
              <a:buFont typeface="DM Sans Black"/>
              <a:buNone/>
              <a:defRPr sz="2400" b="0" i="0" u="none" strike="noStrike" cap="none">
                <a:solidFill>
                  <a:schemeClr val="dk1"/>
                </a:solidFill>
                <a:latin typeface="DM Sans Black"/>
                <a:ea typeface="DM Sans Black"/>
                <a:cs typeface="DM Sans Black"/>
                <a:sym typeface="DM Sans Black"/>
              </a:defRPr>
            </a:lvl9pPr>
          </a:lstStyle>
          <a:p>
            <a:pPr marL="0" indent="0"/>
            <a:r>
              <a:rPr lang="en-US" dirty="0"/>
              <a:t>Evaluation</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03"/>
        <p:cNvGrpSpPr/>
        <p:nvPr/>
      </p:nvGrpSpPr>
      <p:grpSpPr>
        <a:xfrm>
          <a:off x="0" y="0"/>
          <a:ext cx="0" cy="0"/>
          <a:chOff x="0" y="0"/>
          <a:chExt cx="0" cy="0"/>
        </a:xfrm>
      </p:grpSpPr>
      <p:sp>
        <p:nvSpPr>
          <p:cNvPr id="404" name="Google Shape;404;p33"/>
          <p:cNvSpPr txBox="1">
            <a:spLocks noGrp="1"/>
          </p:cNvSpPr>
          <p:nvPr>
            <p:ph type="title"/>
          </p:nvPr>
        </p:nvSpPr>
        <p:spPr>
          <a:xfrm>
            <a:off x="720000" y="445025"/>
            <a:ext cx="37476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000"/>
              <a:buNone/>
            </a:pPr>
            <a:r>
              <a:rPr lang="en"/>
              <a:t>Introduction</a:t>
            </a:r>
            <a:endParaRPr/>
          </a:p>
        </p:txBody>
      </p:sp>
      <p:sp>
        <p:nvSpPr>
          <p:cNvPr id="405" name="Google Shape;405;p33"/>
          <p:cNvSpPr txBox="1">
            <a:spLocks noGrp="1"/>
          </p:cNvSpPr>
          <p:nvPr>
            <p:ph type="body" idx="1"/>
          </p:nvPr>
        </p:nvSpPr>
        <p:spPr>
          <a:xfrm>
            <a:off x="969025" y="1574450"/>
            <a:ext cx="3498600" cy="23352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400"/>
              <a:buNone/>
            </a:pPr>
            <a:r>
              <a:rPr lang="en">
                <a:solidFill>
                  <a:schemeClr val="dk1"/>
                </a:solidFill>
              </a:rPr>
              <a:t>In the abstract of your case report, you should provide a concise summary of the key aspects of the case. This includes:</a:t>
            </a:r>
            <a:endParaRPr>
              <a:solidFill>
                <a:schemeClr val="dk1"/>
              </a:solidFill>
            </a:endParaRPr>
          </a:p>
          <a:p>
            <a:pPr marL="457200" lvl="0" indent="-317500" algn="l" rtl="0">
              <a:lnSpc>
                <a:spcPct val="100000"/>
              </a:lnSpc>
              <a:spcBef>
                <a:spcPts val="1000"/>
              </a:spcBef>
              <a:spcAft>
                <a:spcPts val="0"/>
              </a:spcAft>
              <a:buSzPts val="1400"/>
              <a:buChar char="●"/>
            </a:pPr>
            <a:r>
              <a:rPr lang="en">
                <a:solidFill>
                  <a:schemeClr val="dk1"/>
                </a:solidFill>
              </a:rPr>
              <a:t>Briefly describing the patient's condition and relevant clinical findings</a:t>
            </a:r>
            <a:endParaRPr>
              <a:solidFill>
                <a:schemeClr val="dk1"/>
              </a:solidFill>
            </a:endParaRPr>
          </a:p>
          <a:p>
            <a:pPr marL="457200" lvl="0" indent="-317500" algn="l" rtl="0">
              <a:lnSpc>
                <a:spcPct val="100000"/>
              </a:lnSpc>
              <a:spcBef>
                <a:spcPts val="0"/>
              </a:spcBef>
              <a:spcAft>
                <a:spcPts val="0"/>
              </a:spcAft>
              <a:buSzPts val="1400"/>
              <a:buChar char="●"/>
            </a:pPr>
            <a:r>
              <a:rPr lang="en">
                <a:solidFill>
                  <a:schemeClr val="dk1"/>
                </a:solidFill>
              </a:rPr>
              <a:t>Highlighting any unique or rare features of the case</a:t>
            </a:r>
            <a:endParaRPr>
              <a:solidFill>
                <a:schemeClr val="dk1"/>
              </a:solidFill>
            </a:endParaRPr>
          </a:p>
          <a:p>
            <a:pPr marL="457200" lvl="0" indent="-317500" algn="l" rtl="0">
              <a:lnSpc>
                <a:spcPct val="100000"/>
              </a:lnSpc>
              <a:spcBef>
                <a:spcPts val="0"/>
              </a:spcBef>
              <a:spcAft>
                <a:spcPts val="0"/>
              </a:spcAft>
              <a:buSzPts val="1400"/>
              <a:buChar char="●"/>
            </a:pPr>
            <a:r>
              <a:rPr lang="en">
                <a:solidFill>
                  <a:schemeClr val="dk1"/>
                </a:solidFill>
              </a:rPr>
              <a:t>Mentioning the main interventions or treatments employed and their respective outcomes</a:t>
            </a:r>
            <a:endParaRPr>
              <a:solidFill>
                <a:schemeClr val="dk1"/>
              </a:solidFill>
            </a:endParaRPr>
          </a:p>
        </p:txBody>
      </p:sp>
      <p:pic>
        <p:nvPicPr>
          <p:cNvPr id="406" name="Google Shape;406;p33"/>
          <p:cNvPicPr preferRelativeResize="0">
            <a:picLocks noGrp="1"/>
          </p:cNvPicPr>
          <p:nvPr>
            <p:ph type="pic" idx="2"/>
          </p:nvPr>
        </p:nvPicPr>
        <p:blipFill rotWithShape="1">
          <a:blip r:embed="rId3">
            <a:alphaModFix/>
          </a:blip>
          <a:srcRect l="11151" t="13652" r="24800"/>
          <a:stretch/>
        </p:blipFill>
        <p:spPr>
          <a:xfrm>
            <a:off x="4676300" y="1093275"/>
            <a:ext cx="3346500" cy="3007200"/>
          </a:xfrm>
          <a:prstGeom prst="roundRect">
            <a:avLst>
              <a:gd name="adj" fmla="val 16667"/>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608"/>
        <p:cNvGrpSpPr/>
        <p:nvPr/>
      </p:nvGrpSpPr>
      <p:grpSpPr>
        <a:xfrm>
          <a:off x="0" y="0"/>
          <a:ext cx="0" cy="0"/>
          <a:chOff x="0" y="0"/>
          <a:chExt cx="0" cy="0"/>
        </a:xfrm>
      </p:grpSpPr>
      <p:sp>
        <p:nvSpPr>
          <p:cNvPr id="609" name="Google Shape;609;p46"/>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dirty="0"/>
              <a:t>Milestones reached</a:t>
            </a:r>
            <a:endParaRPr dirty="0"/>
          </a:p>
        </p:txBody>
      </p:sp>
      <p:sp>
        <p:nvSpPr>
          <p:cNvPr id="610" name="Google Shape;610;p46"/>
          <p:cNvSpPr/>
          <p:nvPr/>
        </p:nvSpPr>
        <p:spPr>
          <a:xfrm>
            <a:off x="1344975" y="1345900"/>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 name="Google Shape;611;p46"/>
          <p:cNvSpPr/>
          <p:nvPr/>
        </p:nvSpPr>
        <p:spPr>
          <a:xfrm>
            <a:off x="3308875" y="1345900"/>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 name="Google Shape;612;p46"/>
          <p:cNvSpPr/>
          <p:nvPr/>
        </p:nvSpPr>
        <p:spPr>
          <a:xfrm>
            <a:off x="5272775" y="1345900"/>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 name="Google Shape;613;p46"/>
          <p:cNvSpPr/>
          <p:nvPr/>
        </p:nvSpPr>
        <p:spPr>
          <a:xfrm>
            <a:off x="7236675" y="1345900"/>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 name="Google Shape;614;p46"/>
          <p:cNvSpPr txBox="1"/>
          <p:nvPr/>
        </p:nvSpPr>
        <p:spPr>
          <a:xfrm flipH="1">
            <a:off x="713175" y="2075828"/>
            <a:ext cx="1812300" cy="743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200"/>
              <a:buFont typeface="Arial"/>
              <a:buNone/>
            </a:pPr>
            <a:r>
              <a:rPr lang="en" sz="1200" b="0" i="0" u="none" strike="noStrike" cap="none">
                <a:solidFill>
                  <a:schemeClr val="dk1"/>
                </a:solidFill>
                <a:latin typeface="Karla"/>
                <a:ea typeface="Karla"/>
                <a:cs typeface="Karla"/>
                <a:sym typeface="Karla"/>
              </a:rPr>
              <a:t>Initial presentation with chief complaint</a:t>
            </a:r>
            <a:endParaRPr sz="1200" b="0" i="0" u="none" strike="noStrike" cap="none">
              <a:solidFill>
                <a:schemeClr val="dk1"/>
              </a:solidFill>
              <a:latin typeface="Karla"/>
              <a:ea typeface="Karla"/>
              <a:cs typeface="Karla"/>
              <a:sym typeface="Karla"/>
            </a:endParaRPr>
          </a:p>
        </p:txBody>
      </p:sp>
      <p:sp>
        <p:nvSpPr>
          <p:cNvPr id="615" name="Google Shape;615;p46"/>
          <p:cNvSpPr txBox="1"/>
          <p:nvPr/>
        </p:nvSpPr>
        <p:spPr>
          <a:xfrm flipH="1">
            <a:off x="2677075" y="2075828"/>
            <a:ext cx="1812300" cy="743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200"/>
              <a:buFont typeface="Arial"/>
              <a:buNone/>
            </a:pPr>
            <a:r>
              <a:rPr lang="en" sz="1200" b="0" i="0" u="none" strike="noStrike" cap="none">
                <a:solidFill>
                  <a:schemeClr val="dk1"/>
                </a:solidFill>
                <a:latin typeface="Karla"/>
                <a:ea typeface="Karla"/>
                <a:cs typeface="Karla"/>
                <a:sym typeface="Karla"/>
              </a:rPr>
              <a:t>Diagnostic evaluation and investigations</a:t>
            </a:r>
            <a:endParaRPr sz="1200" b="0" i="0" u="none" strike="noStrike" cap="none">
              <a:solidFill>
                <a:schemeClr val="dk1"/>
              </a:solidFill>
              <a:latin typeface="Karla"/>
              <a:ea typeface="Karla"/>
              <a:cs typeface="Karla"/>
              <a:sym typeface="Karla"/>
            </a:endParaRPr>
          </a:p>
        </p:txBody>
      </p:sp>
      <p:sp>
        <p:nvSpPr>
          <p:cNvPr id="616" name="Google Shape;616;p46"/>
          <p:cNvSpPr txBox="1"/>
          <p:nvPr/>
        </p:nvSpPr>
        <p:spPr>
          <a:xfrm flipH="1">
            <a:off x="4640975" y="2075828"/>
            <a:ext cx="1812300" cy="743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200"/>
              <a:buFont typeface="Arial"/>
              <a:buNone/>
            </a:pPr>
            <a:r>
              <a:rPr lang="en" sz="1200" b="0" i="0" u="none" strike="noStrike" cap="none">
                <a:solidFill>
                  <a:schemeClr val="dk1"/>
                </a:solidFill>
                <a:latin typeface="Karla"/>
                <a:ea typeface="Karla"/>
                <a:cs typeface="Karla"/>
                <a:sym typeface="Karla"/>
              </a:rPr>
              <a:t>Confirmation of</a:t>
            </a:r>
            <a:endParaRPr sz="1200" b="0" i="0" u="none" strike="noStrike" cap="none">
              <a:solidFill>
                <a:schemeClr val="dk1"/>
              </a:solidFill>
              <a:latin typeface="Karla"/>
              <a:ea typeface="Karla"/>
              <a:cs typeface="Karla"/>
              <a:sym typeface="Karla"/>
            </a:endParaRPr>
          </a:p>
          <a:p>
            <a:pPr marL="0" marR="0" lvl="0" indent="0" algn="ctr" rtl="0">
              <a:lnSpc>
                <a:spcPct val="100000"/>
              </a:lnSpc>
              <a:spcBef>
                <a:spcPts val="0"/>
              </a:spcBef>
              <a:spcAft>
                <a:spcPts val="0"/>
              </a:spcAft>
              <a:buClr>
                <a:srgbClr val="000000"/>
              </a:buClr>
              <a:buSzPts val="1200"/>
              <a:buFont typeface="Arial"/>
              <a:buNone/>
            </a:pPr>
            <a:r>
              <a:rPr lang="en" sz="1200" b="0" i="0" u="none" strike="noStrike" cap="none">
                <a:solidFill>
                  <a:schemeClr val="dk1"/>
                </a:solidFill>
                <a:latin typeface="Karla"/>
                <a:ea typeface="Karla"/>
                <a:cs typeface="Karla"/>
                <a:sym typeface="Karla"/>
              </a:rPr>
              <a:t>the diagnosis</a:t>
            </a:r>
            <a:endParaRPr sz="1200" b="0" i="0" u="none" strike="noStrike" cap="none">
              <a:solidFill>
                <a:schemeClr val="dk1"/>
              </a:solidFill>
              <a:latin typeface="Karla"/>
              <a:ea typeface="Karla"/>
              <a:cs typeface="Karla"/>
              <a:sym typeface="Karla"/>
            </a:endParaRPr>
          </a:p>
        </p:txBody>
      </p:sp>
      <p:sp>
        <p:nvSpPr>
          <p:cNvPr id="617" name="Google Shape;617;p46"/>
          <p:cNvSpPr txBox="1"/>
          <p:nvPr/>
        </p:nvSpPr>
        <p:spPr>
          <a:xfrm flipH="1">
            <a:off x="6604875" y="2075828"/>
            <a:ext cx="1812300" cy="743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200"/>
              <a:buFont typeface="Arial"/>
              <a:buNone/>
            </a:pPr>
            <a:r>
              <a:rPr lang="en" sz="1200" b="0" i="0" u="none" strike="noStrike" cap="none">
                <a:solidFill>
                  <a:schemeClr val="dk1"/>
                </a:solidFill>
                <a:latin typeface="Karla"/>
                <a:ea typeface="Karla"/>
                <a:cs typeface="Karla"/>
                <a:sym typeface="Karla"/>
              </a:rPr>
              <a:t>Initiation of appropriate treatment</a:t>
            </a:r>
            <a:endParaRPr sz="1200" b="0" i="0" u="none" strike="noStrike" cap="none">
              <a:solidFill>
                <a:schemeClr val="dk1"/>
              </a:solidFill>
              <a:latin typeface="Karla"/>
              <a:ea typeface="Karla"/>
              <a:cs typeface="Karla"/>
              <a:sym typeface="Karla"/>
            </a:endParaRPr>
          </a:p>
        </p:txBody>
      </p:sp>
      <p:cxnSp>
        <p:nvCxnSpPr>
          <p:cNvPr id="618" name="Google Shape;618;p46"/>
          <p:cNvCxnSpPr>
            <a:stCxn id="610" idx="3"/>
            <a:endCxn id="611" idx="1"/>
          </p:cNvCxnSpPr>
          <p:nvPr/>
        </p:nvCxnSpPr>
        <p:spPr>
          <a:xfrm>
            <a:off x="1893675" y="1620250"/>
            <a:ext cx="1415100" cy="0"/>
          </a:xfrm>
          <a:prstGeom prst="straightConnector1">
            <a:avLst/>
          </a:prstGeom>
          <a:noFill/>
          <a:ln w="9525" cap="flat" cmpd="sng">
            <a:solidFill>
              <a:schemeClr val="dk1"/>
            </a:solidFill>
            <a:prstDash val="solid"/>
            <a:round/>
            <a:headEnd type="none" w="sm" len="sm"/>
            <a:tailEnd type="oval" w="med" len="med"/>
          </a:ln>
        </p:spPr>
      </p:cxnSp>
      <p:cxnSp>
        <p:nvCxnSpPr>
          <p:cNvPr id="619" name="Google Shape;619;p46"/>
          <p:cNvCxnSpPr>
            <a:stCxn id="611" idx="3"/>
            <a:endCxn id="612" idx="1"/>
          </p:cNvCxnSpPr>
          <p:nvPr/>
        </p:nvCxnSpPr>
        <p:spPr>
          <a:xfrm>
            <a:off x="3857575" y="1620250"/>
            <a:ext cx="1415100" cy="0"/>
          </a:xfrm>
          <a:prstGeom prst="straightConnector1">
            <a:avLst/>
          </a:prstGeom>
          <a:noFill/>
          <a:ln w="9525" cap="flat" cmpd="sng">
            <a:solidFill>
              <a:schemeClr val="dk1"/>
            </a:solidFill>
            <a:prstDash val="solid"/>
            <a:round/>
            <a:headEnd type="none" w="sm" len="sm"/>
            <a:tailEnd type="oval" w="med" len="med"/>
          </a:ln>
        </p:spPr>
      </p:cxnSp>
      <p:cxnSp>
        <p:nvCxnSpPr>
          <p:cNvPr id="620" name="Google Shape;620;p46"/>
          <p:cNvCxnSpPr>
            <a:stCxn id="612" idx="3"/>
            <a:endCxn id="613" idx="1"/>
          </p:cNvCxnSpPr>
          <p:nvPr/>
        </p:nvCxnSpPr>
        <p:spPr>
          <a:xfrm>
            <a:off x="5821475" y="1620250"/>
            <a:ext cx="1415100" cy="0"/>
          </a:xfrm>
          <a:prstGeom prst="straightConnector1">
            <a:avLst/>
          </a:prstGeom>
          <a:noFill/>
          <a:ln w="9525" cap="flat" cmpd="sng">
            <a:solidFill>
              <a:schemeClr val="dk1"/>
            </a:solidFill>
            <a:prstDash val="solid"/>
            <a:round/>
            <a:headEnd type="none" w="sm" len="sm"/>
            <a:tailEnd type="oval" w="med" len="med"/>
          </a:ln>
        </p:spPr>
      </p:cxnSp>
      <p:cxnSp>
        <p:nvCxnSpPr>
          <p:cNvPr id="621" name="Google Shape;621;p46"/>
          <p:cNvCxnSpPr>
            <a:stCxn id="610" idx="2"/>
            <a:endCxn id="614" idx="0"/>
          </p:cNvCxnSpPr>
          <p:nvPr/>
        </p:nvCxnSpPr>
        <p:spPr>
          <a:xfrm>
            <a:off x="1619325" y="1894600"/>
            <a:ext cx="0" cy="181200"/>
          </a:xfrm>
          <a:prstGeom prst="straightConnector1">
            <a:avLst/>
          </a:prstGeom>
          <a:noFill/>
          <a:ln w="9525" cap="flat" cmpd="sng">
            <a:solidFill>
              <a:schemeClr val="dk1"/>
            </a:solidFill>
            <a:prstDash val="solid"/>
            <a:round/>
            <a:headEnd type="none" w="sm" len="sm"/>
            <a:tailEnd type="none" w="sm" len="sm"/>
          </a:ln>
        </p:spPr>
      </p:cxnSp>
      <p:cxnSp>
        <p:nvCxnSpPr>
          <p:cNvPr id="622" name="Google Shape;622;p46"/>
          <p:cNvCxnSpPr>
            <a:stCxn id="611" idx="2"/>
            <a:endCxn id="615" idx="0"/>
          </p:cNvCxnSpPr>
          <p:nvPr/>
        </p:nvCxnSpPr>
        <p:spPr>
          <a:xfrm>
            <a:off x="3583225" y="1894600"/>
            <a:ext cx="0" cy="181200"/>
          </a:xfrm>
          <a:prstGeom prst="straightConnector1">
            <a:avLst/>
          </a:prstGeom>
          <a:noFill/>
          <a:ln w="9525" cap="flat" cmpd="sng">
            <a:solidFill>
              <a:schemeClr val="dk1"/>
            </a:solidFill>
            <a:prstDash val="solid"/>
            <a:round/>
            <a:headEnd type="none" w="sm" len="sm"/>
            <a:tailEnd type="none" w="sm" len="sm"/>
          </a:ln>
        </p:spPr>
      </p:cxnSp>
      <p:cxnSp>
        <p:nvCxnSpPr>
          <p:cNvPr id="623" name="Google Shape;623;p46"/>
          <p:cNvCxnSpPr>
            <a:stCxn id="612" idx="2"/>
            <a:endCxn id="616" idx="0"/>
          </p:cNvCxnSpPr>
          <p:nvPr/>
        </p:nvCxnSpPr>
        <p:spPr>
          <a:xfrm>
            <a:off x="5547125" y="1894600"/>
            <a:ext cx="0" cy="181200"/>
          </a:xfrm>
          <a:prstGeom prst="straightConnector1">
            <a:avLst/>
          </a:prstGeom>
          <a:noFill/>
          <a:ln w="9525" cap="flat" cmpd="sng">
            <a:solidFill>
              <a:schemeClr val="dk1"/>
            </a:solidFill>
            <a:prstDash val="solid"/>
            <a:round/>
            <a:headEnd type="none" w="sm" len="sm"/>
            <a:tailEnd type="none" w="sm" len="sm"/>
          </a:ln>
        </p:spPr>
      </p:cxnSp>
      <p:cxnSp>
        <p:nvCxnSpPr>
          <p:cNvPr id="624" name="Google Shape;624;p46"/>
          <p:cNvCxnSpPr>
            <a:stCxn id="613" idx="2"/>
            <a:endCxn id="617" idx="0"/>
          </p:cNvCxnSpPr>
          <p:nvPr/>
        </p:nvCxnSpPr>
        <p:spPr>
          <a:xfrm>
            <a:off x="7511025" y="1894600"/>
            <a:ext cx="0" cy="181200"/>
          </a:xfrm>
          <a:prstGeom prst="straightConnector1">
            <a:avLst/>
          </a:prstGeom>
          <a:noFill/>
          <a:ln w="9525" cap="flat" cmpd="sng">
            <a:solidFill>
              <a:schemeClr val="dk1"/>
            </a:solidFill>
            <a:prstDash val="solid"/>
            <a:round/>
            <a:headEnd type="none" w="sm" len="sm"/>
            <a:tailEnd type="none" w="sm" len="sm"/>
          </a:ln>
        </p:spPr>
      </p:cxnSp>
      <p:sp>
        <p:nvSpPr>
          <p:cNvPr id="625" name="Google Shape;625;p46"/>
          <p:cNvSpPr/>
          <p:nvPr/>
        </p:nvSpPr>
        <p:spPr>
          <a:xfrm>
            <a:off x="1344975" y="3027950"/>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 name="Google Shape;626;p46"/>
          <p:cNvSpPr/>
          <p:nvPr/>
        </p:nvSpPr>
        <p:spPr>
          <a:xfrm>
            <a:off x="3308875" y="3027950"/>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 name="Google Shape;627;p46"/>
          <p:cNvSpPr/>
          <p:nvPr/>
        </p:nvSpPr>
        <p:spPr>
          <a:xfrm>
            <a:off x="5272775" y="3027950"/>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 name="Google Shape;628;p46"/>
          <p:cNvSpPr/>
          <p:nvPr/>
        </p:nvSpPr>
        <p:spPr>
          <a:xfrm>
            <a:off x="7236675" y="3027950"/>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 name="Google Shape;629;p46"/>
          <p:cNvSpPr txBox="1"/>
          <p:nvPr/>
        </p:nvSpPr>
        <p:spPr>
          <a:xfrm flipH="1">
            <a:off x="713175" y="3757975"/>
            <a:ext cx="1812300" cy="5487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200"/>
              <a:buFont typeface="Arial"/>
              <a:buNone/>
            </a:pPr>
            <a:r>
              <a:rPr lang="en" sz="1200" b="0" i="0" u="none" strike="noStrike" cap="none">
                <a:solidFill>
                  <a:schemeClr val="dk1"/>
                </a:solidFill>
                <a:latin typeface="Karla"/>
                <a:ea typeface="Karla"/>
                <a:cs typeface="Karla"/>
                <a:sym typeface="Karla"/>
              </a:rPr>
              <a:t>Monitoring response to the treatment</a:t>
            </a:r>
            <a:endParaRPr sz="1200" b="0" i="0" u="none" strike="noStrike" cap="none">
              <a:solidFill>
                <a:schemeClr val="dk1"/>
              </a:solidFill>
              <a:latin typeface="Karla"/>
              <a:ea typeface="Karla"/>
              <a:cs typeface="Karla"/>
              <a:sym typeface="Karla"/>
            </a:endParaRPr>
          </a:p>
        </p:txBody>
      </p:sp>
      <p:sp>
        <p:nvSpPr>
          <p:cNvPr id="630" name="Google Shape;630;p46"/>
          <p:cNvSpPr txBox="1"/>
          <p:nvPr/>
        </p:nvSpPr>
        <p:spPr>
          <a:xfrm flipH="1">
            <a:off x="2677075" y="3757975"/>
            <a:ext cx="1812300" cy="5487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200"/>
              <a:buFont typeface="Arial"/>
              <a:buNone/>
            </a:pPr>
            <a:r>
              <a:rPr lang="en" sz="1200" b="0" i="0" u="none" strike="noStrike" cap="none">
                <a:solidFill>
                  <a:schemeClr val="dk1"/>
                </a:solidFill>
                <a:latin typeface="Karla"/>
                <a:ea typeface="Karla"/>
                <a:cs typeface="Karla"/>
                <a:sym typeface="Karla"/>
              </a:rPr>
              <a:t>Resolution of presenting symptoms</a:t>
            </a:r>
            <a:endParaRPr sz="1200" b="0" i="0" u="none" strike="noStrike" cap="none">
              <a:solidFill>
                <a:schemeClr val="dk1"/>
              </a:solidFill>
              <a:latin typeface="Karla"/>
              <a:ea typeface="Karla"/>
              <a:cs typeface="Karla"/>
              <a:sym typeface="Karla"/>
            </a:endParaRPr>
          </a:p>
        </p:txBody>
      </p:sp>
      <p:sp>
        <p:nvSpPr>
          <p:cNvPr id="631" name="Google Shape;631;p46"/>
          <p:cNvSpPr txBox="1"/>
          <p:nvPr/>
        </p:nvSpPr>
        <p:spPr>
          <a:xfrm flipH="1">
            <a:off x="4640975" y="3757975"/>
            <a:ext cx="1812300" cy="5487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200"/>
              <a:buFont typeface="Arial"/>
              <a:buNone/>
            </a:pPr>
            <a:r>
              <a:rPr lang="en" sz="1200" b="0" i="0" u="none" strike="noStrike" cap="none">
                <a:solidFill>
                  <a:schemeClr val="dk1"/>
                </a:solidFill>
                <a:latin typeface="Karla"/>
                <a:ea typeface="Karla"/>
                <a:cs typeface="Karla"/>
                <a:sym typeface="Karla"/>
              </a:rPr>
              <a:t>Follow-up assessment for outcomes</a:t>
            </a:r>
            <a:endParaRPr sz="1200" b="0" i="0" u="none" strike="noStrike" cap="none">
              <a:solidFill>
                <a:schemeClr val="dk1"/>
              </a:solidFill>
              <a:latin typeface="Karla"/>
              <a:ea typeface="Karla"/>
              <a:cs typeface="Karla"/>
              <a:sym typeface="Karla"/>
            </a:endParaRPr>
          </a:p>
        </p:txBody>
      </p:sp>
      <p:sp>
        <p:nvSpPr>
          <p:cNvPr id="632" name="Google Shape;632;p46"/>
          <p:cNvSpPr txBox="1"/>
          <p:nvPr/>
        </p:nvSpPr>
        <p:spPr>
          <a:xfrm flipH="1">
            <a:off x="6604875" y="3757975"/>
            <a:ext cx="1812300" cy="5487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200"/>
              <a:buFont typeface="Arial"/>
              <a:buNone/>
            </a:pPr>
            <a:r>
              <a:rPr lang="en" sz="1200" b="0" i="0" u="none" strike="noStrike" cap="none">
                <a:solidFill>
                  <a:schemeClr val="dk1"/>
                </a:solidFill>
                <a:latin typeface="Karla"/>
                <a:ea typeface="Karla"/>
                <a:cs typeface="Karla"/>
                <a:sym typeface="Karla"/>
              </a:rPr>
              <a:t>Case discussion and lessons learned</a:t>
            </a:r>
            <a:endParaRPr sz="1200" b="0" i="0" u="none" strike="noStrike" cap="none">
              <a:solidFill>
                <a:schemeClr val="dk1"/>
              </a:solidFill>
              <a:latin typeface="Karla"/>
              <a:ea typeface="Karla"/>
              <a:cs typeface="Karla"/>
              <a:sym typeface="Karla"/>
            </a:endParaRPr>
          </a:p>
        </p:txBody>
      </p:sp>
      <p:cxnSp>
        <p:nvCxnSpPr>
          <p:cNvPr id="633" name="Google Shape;633;p46"/>
          <p:cNvCxnSpPr>
            <a:stCxn id="625" idx="3"/>
            <a:endCxn id="626" idx="1"/>
          </p:cNvCxnSpPr>
          <p:nvPr/>
        </p:nvCxnSpPr>
        <p:spPr>
          <a:xfrm>
            <a:off x="1893675" y="3302300"/>
            <a:ext cx="1415100" cy="0"/>
          </a:xfrm>
          <a:prstGeom prst="straightConnector1">
            <a:avLst/>
          </a:prstGeom>
          <a:noFill/>
          <a:ln w="9525" cap="flat" cmpd="sng">
            <a:solidFill>
              <a:schemeClr val="dk1"/>
            </a:solidFill>
            <a:prstDash val="solid"/>
            <a:round/>
            <a:headEnd type="none" w="sm" len="sm"/>
            <a:tailEnd type="oval" w="med" len="med"/>
          </a:ln>
        </p:spPr>
      </p:cxnSp>
      <p:cxnSp>
        <p:nvCxnSpPr>
          <p:cNvPr id="634" name="Google Shape;634;p46"/>
          <p:cNvCxnSpPr>
            <a:stCxn id="626" idx="3"/>
            <a:endCxn id="627" idx="1"/>
          </p:cNvCxnSpPr>
          <p:nvPr/>
        </p:nvCxnSpPr>
        <p:spPr>
          <a:xfrm>
            <a:off x="3857575" y="3302300"/>
            <a:ext cx="1415100" cy="0"/>
          </a:xfrm>
          <a:prstGeom prst="straightConnector1">
            <a:avLst/>
          </a:prstGeom>
          <a:noFill/>
          <a:ln w="9525" cap="flat" cmpd="sng">
            <a:solidFill>
              <a:schemeClr val="dk1"/>
            </a:solidFill>
            <a:prstDash val="solid"/>
            <a:round/>
            <a:headEnd type="none" w="sm" len="sm"/>
            <a:tailEnd type="oval" w="med" len="med"/>
          </a:ln>
        </p:spPr>
      </p:cxnSp>
      <p:cxnSp>
        <p:nvCxnSpPr>
          <p:cNvPr id="635" name="Google Shape;635;p46"/>
          <p:cNvCxnSpPr>
            <a:stCxn id="627" idx="3"/>
            <a:endCxn id="628" idx="1"/>
          </p:cNvCxnSpPr>
          <p:nvPr/>
        </p:nvCxnSpPr>
        <p:spPr>
          <a:xfrm>
            <a:off x="5821475" y="3302300"/>
            <a:ext cx="1415100" cy="0"/>
          </a:xfrm>
          <a:prstGeom prst="straightConnector1">
            <a:avLst/>
          </a:prstGeom>
          <a:noFill/>
          <a:ln w="9525" cap="flat" cmpd="sng">
            <a:solidFill>
              <a:schemeClr val="dk1"/>
            </a:solidFill>
            <a:prstDash val="solid"/>
            <a:round/>
            <a:headEnd type="none" w="sm" len="sm"/>
            <a:tailEnd type="oval" w="med" len="med"/>
          </a:ln>
        </p:spPr>
      </p:cxnSp>
      <p:cxnSp>
        <p:nvCxnSpPr>
          <p:cNvPr id="636" name="Google Shape;636;p46"/>
          <p:cNvCxnSpPr>
            <a:stCxn id="625" idx="2"/>
            <a:endCxn id="629" idx="0"/>
          </p:cNvCxnSpPr>
          <p:nvPr/>
        </p:nvCxnSpPr>
        <p:spPr>
          <a:xfrm>
            <a:off x="1619325" y="3576650"/>
            <a:ext cx="0" cy="181200"/>
          </a:xfrm>
          <a:prstGeom prst="straightConnector1">
            <a:avLst/>
          </a:prstGeom>
          <a:noFill/>
          <a:ln w="9525" cap="flat" cmpd="sng">
            <a:solidFill>
              <a:schemeClr val="dk1"/>
            </a:solidFill>
            <a:prstDash val="solid"/>
            <a:round/>
            <a:headEnd type="none" w="sm" len="sm"/>
            <a:tailEnd type="none" w="sm" len="sm"/>
          </a:ln>
        </p:spPr>
      </p:cxnSp>
      <p:cxnSp>
        <p:nvCxnSpPr>
          <p:cNvPr id="637" name="Google Shape;637;p46"/>
          <p:cNvCxnSpPr>
            <a:stCxn id="626" idx="2"/>
            <a:endCxn id="630" idx="0"/>
          </p:cNvCxnSpPr>
          <p:nvPr/>
        </p:nvCxnSpPr>
        <p:spPr>
          <a:xfrm>
            <a:off x="3583225" y="3576650"/>
            <a:ext cx="0" cy="181200"/>
          </a:xfrm>
          <a:prstGeom prst="straightConnector1">
            <a:avLst/>
          </a:prstGeom>
          <a:noFill/>
          <a:ln w="9525" cap="flat" cmpd="sng">
            <a:solidFill>
              <a:schemeClr val="dk1"/>
            </a:solidFill>
            <a:prstDash val="solid"/>
            <a:round/>
            <a:headEnd type="none" w="sm" len="sm"/>
            <a:tailEnd type="none" w="sm" len="sm"/>
          </a:ln>
        </p:spPr>
      </p:cxnSp>
      <p:cxnSp>
        <p:nvCxnSpPr>
          <p:cNvPr id="638" name="Google Shape;638;p46"/>
          <p:cNvCxnSpPr>
            <a:stCxn id="627" idx="2"/>
            <a:endCxn id="631" idx="0"/>
          </p:cNvCxnSpPr>
          <p:nvPr/>
        </p:nvCxnSpPr>
        <p:spPr>
          <a:xfrm>
            <a:off x="5547125" y="3576650"/>
            <a:ext cx="0" cy="181200"/>
          </a:xfrm>
          <a:prstGeom prst="straightConnector1">
            <a:avLst/>
          </a:prstGeom>
          <a:noFill/>
          <a:ln w="9525" cap="flat" cmpd="sng">
            <a:solidFill>
              <a:schemeClr val="dk1"/>
            </a:solidFill>
            <a:prstDash val="solid"/>
            <a:round/>
            <a:headEnd type="none" w="sm" len="sm"/>
            <a:tailEnd type="none" w="sm" len="sm"/>
          </a:ln>
        </p:spPr>
      </p:cxnSp>
      <p:cxnSp>
        <p:nvCxnSpPr>
          <p:cNvPr id="639" name="Google Shape;639;p46"/>
          <p:cNvCxnSpPr>
            <a:stCxn id="628" idx="2"/>
            <a:endCxn id="632" idx="0"/>
          </p:cNvCxnSpPr>
          <p:nvPr/>
        </p:nvCxnSpPr>
        <p:spPr>
          <a:xfrm>
            <a:off x="7511025" y="3576650"/>
            <a:ext cx="0" cy="181200"/>
          </a:xfrm>
          <a:prstGeom prst="straightConnector1">
            <a:avLst/>
          </a:prstGeom>
          <a:noFill/>
          <a:ln w="9525" cap="flat" cmpd="sng">
            <a:solidFill>
              <a:schemeClr val="dk1"/>
            </a:solidFill>
            <a:prstDash val="solid"/>
            <a:round/>
            <a:headEnd type="none" w="sm" len="sm"/>
            <a:tailEnd type="none" w="sm" len="sm"/>
          </a:ln>
        </p:spPr>
      </p:cxnSp>
      <p:cxnSp>
        <p:nvCxnSpPr>
          <p:cNvPr id="640" name="Google Shape;640;p46"/>
          <p:cNvCxnSpPr>
            <a:stCxn id="613" idx="3"/>
            <a:endCxn id="625" idx="1"/>
          </p:cNvCxnSpPr>
          <p:nvPr/>
        </p:nvCxnSpPr>
        <p:spPr>
          <a:xfrm flipH="1">
            <a:off x="1344975" y="1620250"/>
            <a:ext cx="6440400" cy="1682100"/>
          </a:xfrm>
          <a:prstGeom prst="bentConnector5">
            <a:avLst>
              <a:gd name="adj1" fmla="val -10325"/>
              <a:gd name="adj2" fmla="val 69788"/>
              <a:gd name="adj3" fmla="val 109943"/>
            </a:avLst>
          </a:prstGeom>
          <a:noFill/>
          <a:ln w="9525" cap="flat" cmpd="sng">
            <a:solidFill>
              <a:schemeClr val="dk1"/>
            </a:solidFill>
            <a:prstDash val="solid"/>
            <a:round/>
            <a:headEnd type="none" w="sm" len="sm"/>
            <a:tailEnd type="oval" w="med" len="med"/>
          </a:ln>
        </p:spPr>
      </p:cxnSp>
      <p:grpSp>
        <p:nvGrpSpPr>
          <p:cNvPr id="641" name="Google Shape;641;p46"/>
          <p:cNvGrpSpPr/>
          <p:nvPr/>
        </p:nvGrpSpPr>
        <p:grpSpPr>
          <a:xfrm>
            <a:off x="3394964" y="3137160"/>
            <a:ext cx="376521" cy="330279"/>
            <a:chOff x="4808388" y="3930076"/>
            <a:chExt cx="376521" cy="330279"/>
          </a:xfrm>
        </p:grpSpPr>
        <p:sp>
          <p:nvSpPr>
            <p:cNvPr id="642" name="Google Shape;642;p46"/>
            <p:cNvSpPr/>
            <p:nvPr/>
          </p:nvSpPr>
          <p:spPr>
            <a:xfrm>
              <a:off x="4808388" y="3930076"/>
              <a:ext cx="177251" cy="180553"/>
            </a:xfrm>
            <a:custGeom>
              <a:avLst/>
              <a:gdLst/>
              <a:ahLst/>
              <a:cxnLst/>
              <a:rect l="l" t="t" r="r" b="b"/>
              <a:pathLst>
                <a:path w="68" h="69" extrusionOk="0">
                  <a:moveTo>
                    <a:pt x="45" y="8"/>
                  </a:moveTo>
                  <a:cubicBezTo>
                    <a:pt x="40" y="3"/>
                    <a:pt x="34" y="0"/>
                    <a:pt x="26" y="0"/>
                  </a:cubicBezTo>
                  <a:cubicBezTo>
                    <a:pt x="19" y="0"/>
                    <a:pt x="13" y="3"/>
                    <a:pt x="7" y="8"/>
                  </a:cubicBezTo>
                  <a:cubicBezTo>
                    <a:pt x="2" y="13"/>
                    <a:pt x="0" y="20"/>
                    <a:pt x="0" y="27"/>
                  </a:cubicBezTo>
                  <a:cubicBezTo>
                    <a:pt x="0" y="34"/>
                    <a:pt x="2" y="41"/>
                    <a:pt x="7" y="46"/>
                  </a:cubicBezTo>
                  <a:cubicBezTo>
                    <a:pt x="29" y="67"/>
                    <a:pt x="29" y="67"/>
                    <a:pt x="29" y="67"/>
                  </a:cubicBezTo>
                  <a:cubicBezTo>
                    <a:pt x="30" y="68"/>
                    <a:pt x="31" y="69"/>
                    <a:pt x="33" y="69"/>
                  </a:cubicBezTo>
                  <a:cubicBezTo>
                    <a:pt x="34" y="69"/>
                    <a:pt x="36" y="68"/>
                    <a:pt x="37" y="67"/>
                  </a:cubicBezTo>
                  <a:cubicBezTo>
                    <a:pt x="67" y="37"/>
                    <a:pt x="67" y="37"/>
                    <a:pt x="67" y="37"/>
                  </a:cubicBezTo>
                  <a:cubicBezTo>
                    <a:pt x="68" y="36"/>
                    <a:pt x="68" y="35"/>
                    <a:pt x="68" y="33"/>
                  </a:cubicBezTo>
                  <a:cubicBezTo>
                    <a:pt x="68" y="32"/>
                    <a:pt x="68" y="30"/>
                    <a:pt x="67" y="29"/>
                  </a:cubicBezTo>
                  <a:lnTo>
                    <a:pt x="45" y="8"/>
                  </a:lnTo>
                  <a:close/>
                  <a:moveTo>
                    <a:pt x="33" y="63"/>
                  </a:moveTo>
                  <a:cubicBezTo>
                    <a:pt x="11" y="42"/>
                    <a:pt x="11" y="42"/>
                    <a:pt x="11" y="42"/>
                  </a:cubicBezTo>
                  <a:cubicBezTo>
                    <a:pt x="3" y="34"/>
                    <a:pt x="3" y="20"/>
                    <a:pt x="11" y="12"/>
                  </a:cubicBezTo>
                  <a:cubicBezTo>
                    <a:pt x="15" y="8"/>
                    <a:pt x="21" y="6"/>
                    <a:pt x="26" y="6"/>
                  </a:cubicBezTo>
                  <a:cubicBezTo>
                    <a:pt x="32" y="6"/>
                    <a:pt x="38" y="8"/>
                    <a:pt x="42" y="12"/>
                  </a:cubicBezTo>
                  <a:cubicBezTo>
                    <a:pt x="63" y="33"/>
                    <a:pt x="63" y="33"/>
                    <a:pt x="63" y="33"/>
                  </a:cubicBezTo>
                  <a:lnTo>
                    <a:pt x="33" y="63"/>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43" name="Google Shape;643;p46"/>
            <p:cNvSpPr/>
            <p:nvPr/>
          </p:nvSpPr>
          <p:spPr>
            <a:xfrm>
              <a:off x="4998850" y="3930076"/>
              <a:ext cx="186059" cy="182755"/>
            </a:xfrm>
            <a:custGeom>
              <a:avLst/>
              <a:gdLst/>
              <a:ahLst/>
              <a:cxnLst/>
              <a:rect l="l" t="t" r="r" b="b"/>
              <a:pathLst>
                <a:path w="71" h="70" extrusionOk="0">
                  <a:moveTo>
                    <a:pt x="61" y="8"/>
                  </a:moveTo>
                  <a:cubicBezTo>
                    <a:pt x="56" y="3"/>
                    <a:pt x="49" y="0"/>
                    <a:pt x="42" y="0"/>
                  </a:cubicBezTo>
                  <a:cubicBezTo>
                    <a:pt x="42" y="0"/>
                    <a:pt x="42" y="0"/>
                    <a:pt x="42" y="0"/>
                  </a:cubicBezTo>
                  <a:cubicBezTo>
                    <a:pt x="35" y="0"/>
                    <a:pt x="28" y="3"/>
                    <a:pt x="23" y="8"/>
                  </a:cubicBezTo>
                  <a:cubicBezTo>
                    <a:pt x="1" y="30"/>
                    <a:pt x="1" y="30"/>
                    <a:pt x="1" y="30"/>
                  </a:cubicBezTo>
                  <a:cubicBezTo>
                    <a:pt x="1" y="30"/>
                    <a:pt x="1" y="30"/>
                    <a:pt x="1" y="31"/>
                  </a:cubicBezTo>
                  <a:cubicBezTo>
                    <a:pt x="0" y="33"/>
                    <a:pt x="0" y="36"/>
                    <a:pt x="2" y="37"/>
                  </a:cubicBezTo>
                  <a:cubicBezTo>
                    <a:pt x="11" y="47"/>
                    <a:pt x="11" y="47"/>
                    <a:pt x="11" y="47"/>
                  </a:cubicBezTo>
                  <a:cubicBezTo>
                    <a:pt x="11" y="47"/>
                    <a:pt x="12" y="47"/>
                    <a:pt x="12" y="47"/>
                  </a:cubicBezTo>
                  <a:cubicBezTo>
                    <a:pt x="15" y="47"/>
                    <a:pt x="16" y="44"/>
                    <a:pt x="15" y="42"/>
                  </a:cubicBezTo>
                  <a:cubicBezTo>
                    <a:pt x="6" y="33"/>
                    <a:pt x="6" y="33"/>
                    <a:pt x="6" y="33"/>
                  </a:cubicBezTo>
                  <a:cubicBezTo>
                    <a:pt x="29" y="10"/>
                    <a:pt x="29" y="10"/>
                    <a:pt x="29" y="10"/>
                  </a:cubicBezTo>
                  <a:cubicBezTo>
                    <a:pt x="29" y="10"/>
                    <a:pt x="30" y="9"/>
                    <a:pt x="31" y="8"/>
                  </a:cubicBezTo>
                  <a:cubicBezTo>
                    <a:pt x="41" y="4"/>
                    <a:pt x="51" y="6"/>
                    <a:pt x="57" y="12"/>
                  </a:cubicBezTo>
                  <a:cubicBezTo>
                    <a:pt x="65" y="20"/>
                    <a:pt x="65" y="34"/>
                    <a:pt x="57" y="42"/>
                  </a:cubicBezTo>
                  <a:cubicBezTo>
                    <a:pt x="36" y="63"/>
                    <a:pt x="36" y="63"/>
                    <a:pt x="36" y="63"/>
                  </a:cubicBezTo>
                  <a:cubicBezTo>
                    <a:pt x="32" y="59"/>
                    <a:pt x="32" y="59"/>
                    <a:pt x="32" y="59"/>
                  </a:cubicBezTo>
                  <a:cubicBezTo>
                    <a:pt x="31" y="59"/>
                    <a:pt x="31" y="59"/>
                    <a:pt x="31" y="59"/>
                  </a:cubicBezTo>
                  <a:cubicBezTo>
                    <a:pt x="27" y="59"/>
                    <a:pt x="27" y="62"/>
                    <a:pt x="28" y="64"/>
                  </a:cubicBezTo>
                  <a:cubicBezTo>
                    <a:pt x="32" y="68"/>
                    <a:pt x="32" y="68"/>
                    <a:pt x="32" y="68"/>
                  </a:cubicBezTo>
                  <a:cubicBezTo>
                    <a:pt x="33" y="68"/>
                    <a:pt x="33" y="68"/>
                    <a:pt x="33" y="68"/>
                  </a:cubicBezTo>
                  <a:cubicBezTo>
                    <a:pt x="36" y="70"/>
                    <a:pt x="38" y="69"/>
                    <a:pt x="40" y="67"/>
                  </a:cubicBezTo>
                  <a:cubicBezTo>
                    <a:pt x="61" y="46"/>
                    <a:pt x="61" y="46"/>
                    <a:pt x="61" y="46"/>
                  </a:cubicBezTo>
                  <a:cubicBezTo>
                    <a:pt x="69" y="38"/>
                    <a:pt x="71" y="26"/>
                    <a:pt x="66" y="15"/>
                  </a:cubicBezTo>
                  <a:cubicBezTo>
                    <a:pt x="66" y="13"/>
                    <a:pt x="65" y="12"/>
                    <a:pt x="64" y="11"/>
                  </a:cubicBezTo>
                  <a:lnTo>
                    <a:pt x="61" y="8"/>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44" name="Google Shape;644;p46"/>
            <p:cNvSpPr/>
            <p:nvPr/>
          </p:nvSpPr>
          <p:spPr>
            <a:xfrm>
              <a:off x="4941602" y="4089711"/>
              <a:ext cx="44038" cy="41835"/>
            </a:xfrm>
            <a:custGeom>
              <a:avLst/>
              <a:gdLst/>
              <a:ahLst/>
              <a:cxnLst/>
              <a:rect l="l" t="t" r="r" b="b"/>
              <a:pathLst>
                <a:path w="17" h="16" extrusionOk="0">
                  <a:moveTo>
                    <a:pt x="8" y="0"/>
                  </a:moveTo>
                  <a:cubicBezTo>
                    <a:pt x="4" y="0"/>
                    <a:pt x="0" y="3"/>
                    <a:pt x="0" y="8"/>
                  </a:cubicBezTo>
                  <a:cubicBezTo>
                    <a:pt x="0" y="12"/>
                    <a:pt x="4" y="16"/>
                    <a:pt x="8" y="16"/>
                  </a:cubicBezTo>
                  <a:cubicBezTo>
                    <a:pt x="13" y="16"/>
                    <a:pt x="17" y="12"/>
                    <a:pt x="17" y="8"/>
                  </a:cubicBezTo>
                  <a:cubicBezTo>
                    <a:pt x="17" y="3"/>
                    <a:pt x="13" y="0"/>
                    <a:pt x="8" y="0"/>
                  </a:cubicBezTo>
                  <a:close/>
                  <a:moveTo>
                    <a:pt x="8" y="11"/>
                  </a:moveTo>
                  <a:cubicBezTo>
                    <a:pt x="7" y="11"/>
                    <a:pt x="6" y="9"/>
                    <a:pt x="6" y="8"/>
                  </a:cubicBezTo>
                  <a:cubicBezTo>
                    <a:pt x="6" y="6"/>
                    <a:pt x="7" y="5"/>
                    <a:pt x="8" y="5"/>
                  </a:cubicBezTo>
                  <a:cubicBezTo>
                    <a:pt x="10" y="5"/>
                    <a:pt x="11" y="6"/>
                    <a:pt x="11" y="8"/>
                  </a:cubicBezTo>
                  <a:cubicBezTo>
                    <a:pt x="11" y="9"/>
                    <a:pt x="10" y="11"/>
                    <a:pt x="8" y="1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45" name="Google Shape;645;p46"/>
            <p:cNvSpPr/>
            <p:nvPr/>
          </p:nvSpPr>
          <p:spPr>
            <a:xfrm>
              <a:off x="4941602" y="4173382"/>
              <a:ext cx="44038" cy="44037"/>
            </a:xfrm>
            <a:custGeom>
              <a:avLst/>
              <a:gdLst/>
              <a:ahLst/>
              <a:cxnLst/>
              <a:rect l="l" t="t" r="r" b="b"/>
              <a:pathLst>
                <a:path w="17" h="17" extrusionOk="0">
                  <a:moveTo>
                    <a:pt x="8" y="0"/>
                  </a:moveTo>
                  <a:cubicBezTo>
                    <a:pt x="4" y="0"/>
                    <a:pt x="0" y="4"/>
                    <a:pt x="0" y="8"/>
                  </a:cubicBezTo>
                  <a:cubicBezTo>
                    <a:pt x="0" y="13"/>
                    <a:pt x="4" y="17"/>
                    <a:pt x="8" y="17"/>
                  </a:cubicBezTo>
                  <a:cubicBezTo>
                    <a:pt x="13" y="17"/>
                    <a:pt x="17" y="13"/>
                    <a:pt x="17" y="8"/>
                  </a:cubicBezTo>
                  <a:cubicBezTo>
                    <a:pt x="17" y="4"/>
                    <a:pt x="13" y="0"/>
                    <a:pt x="8" y="0"/>
                  </a:cubicBezTo>
                  <a:close/>
                  <a:moveTo>
                    <a:pt x="8" y="11"/>
                  </a:moveTo>
                  <a:cubicBezTo>
                    <a:pt x="7" y="11"/>
                    <a:pt x="6" y="10"/>
                    <a:pt x="6" y="8"/>
                  </a:cubicBezTo>
                  <a:cubicBezTo>
                    <a:pt x="6" y="7"/>
                    <a:pt x="7" y="6"/>
                    <a:pt x="8" y="6"/>
                  </a:cubicBezTo>
                  <a:cubicBezTo>
                    <a:pt x="10" y="6"/>
                    <a:pt x="11" y="7"/>
                    <a:pt x="11" y="8"/>
                  </a:cubicBezTo>
                  <a:cubicBezTo>
                    <a:pt x="11" y="10"/>
                    <a:pt x="10" y="11"/>
                    <a:pt x="8" y="1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46" name="Google Shape;646;p46"/>
            <p:cNvSpPr/>
            <p:nvPr/>
          </p:nvSpPr>
          <p:spPr>
            <a:xfrm>
              <a:off x="5002153" y="4131546"/>
              <a:ext cx="41836" cy="44037"/>
            </a:xfrm>
            <a:custGeom>
              <a:avLst/>
              <a:gdLst/>
              <a:ahLst/>
              <a:cxnLst/>
              <a:rect l="l" t="t" r="r" b="b"/>
              <a:pathLst>
                <a:path w="16" h="17" extrusionOk="0">
                  <a:moveTo>
                    <a:pt x="8" y="0"/>
                  </a:moveTo>
                  <a:cubicBezTo>
                    <a:pt x="3" y="0"/>
                    <a:pt x="0" y="4"/>
                    <a:pt x="0" y="8"/>
                  </a:cubicBezTo>
                  <a:cubicBezTo>
                    <a:pt x="0" y="13"/>
                    <a:pt x="3" y="17"/>
                    <a:pt x="8" y="17"/>
                  </a:cubicBezTo>
                  <a:cubicBezTo>
                    <a:pt x="13" y="17"/>
                    <a:pt x="16" y="13"/>
                    <a:pt x="16" y="8"/>
                  </a:cubicBezTo>
                  <a:cubicBezTo>
                    <a:pt x="16" y="4"/>
                    <a:pt x="13" y="0"/>
                    <a:pt x="8" y="0"/>
                  </a:cubicBezTo>
                  <a:close/>
                  <a:moveTo>
                    <a:pt x="8" y="11"/>
                  </a:moveTo>
                  <a:cubicBezTo>
                    <a:pt x="7" y="11"/>
                    <a:pt x="5" y="10"/>
                    <a:pt x="5" y="8"/>
                  </a:cubicBezTo>
                  <a:cubicBezTo>
                    <a:pt x="5" y="7"/>
                    <a:pt x="7" y="5"/>
                    <a:pt x="8" y="5"/>
                  </a:cubicBezTo>
                  <a:cubicBezTo>
                    <a:pt x="10" y="5"/>
                    <a:pt x="11" y="7"/>
                    <a:pt x="11" y="8"/>
                  </a:cubicBezTo>
                  <a:cubicBezTo>
                    <a:pt x="11" y="10"/>
                    <a:pt x="10" y="11"/>
                    <a:pt x="8" y="1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47" name="Google Shape;647;p46"/>
            <p:cNvSpPr/>
            <p:nvPr/>
          </p:nvSpPr>
          <p:spPr>
            <a:xfrm>
              <a:off x="5002153" y="4215217"/>
              <a:ext cx="41836" cy="45138"/>
            </a:xfrm>
            <a:custGeom>
              <a:avLst/>
              <a:gdLst/>
              <a:ahLst/>
              <a:cxnLst/>
              <a:rect l="l" t="t" r="r" b="b"/>
              <a:pathLst>
                <a:path w="16" h="17" extrusionOk="0">
                  <a:moveTo>
                    <a:pt x="8" y="0"/>
                  </a:moveTo>
                  <a:cubicBezTo>
                    <a:pt x="3" y="0"/>
                    <a:pt x="0" y="4"/>
                    <a:pt x="0" y="9"/>
                  </a:cubicBezTo>
                  <a:cubicBezTo>
                    <a:pt x="0" y="13"/>
                    <a:pt x="3" y="17"/>
                    <a:pt x="8" y="17"/>
                  </a:cubicBezTo>
                  <a:cubicBezTo>
                    <a:pt x="13" y="17"/>
                    <a:pt x="16" y="13"/>
                    <a:pt x="16" y="9"/>
                  </a:cubicBezTo>
                  <a:cubicBezTo>
                    <a:pt x="16" y="4"/>
                    <a:pt x="13" y="0"/>
                    <a:pt x="8" y="0"/>
                  </a:cubicBezTo>
                  <a:close/>
                  <a:moveTo>
                    <a:pt x="8" y="11"/>
                  </a:moveTo>
                  <a:cubicBezTo>
                    <a:pt x="7" y="11"/>
                    <a:pt x="5" y="10"/>
                    <a:pt x="5" y="9"/>
                  </a:cubicBezTo>
                  <a:cubicBezTo>
                    <a:pt x="5" y="7"/>
                    <a:pt x="7" y="6"/>
                    <a:pt x="8" y="6"/>
                  </a:cubicBezTo>
                  <a:cubicBezTo>
                    <a:pt x="10" y="6"/>
                    <a:pt x="11" y="7"/>
                    <a:pt x="11" y="9"/>
                  </a:cubicBezTo>
                  <a:cubicBezTo>
                    <a:pt x="11" y="10"/>
                    <a:pt x="10" y="11"/>
                    <a:pt x="8" y="1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48" name="Google Shape;648;p46"/>
            <p:cNvSpPr/>
            <p:nvPr/>
          </p:nvSpPr>
          <p:spPr>
            <a:xfrm>
              <a:off x="5048393" y="4061087"/>
              <a:ext cx="13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649" name="Google Shape;649;p46"/>
          <p:cNvGrpSpPr/>
          <p:nvPr/>
        </p:nvGrpSpPr>
        <p:grpSpPr>
          <a:xfrm>
            <a:off x="7325517" y="3132206"/>
            <a:ext cx="371016" cy="340189"/>
            <a:chOff x="8089184" y="3338874"/>
            <a:chExt cx="371016" cy="340189"/>
          </a:xfrm>
        </p:grpSpPr>
        <p:sp>
          <p:nvSpPr>
            <p:cNvPr id="650" name="Google Shape;650;p46"/>
            <p:cNvSpPr/>
            <p:nvPr/>
          </p:nvSpPr>
          <p:spPr>
            <a:xfrm>
              <a:off x="8089184" y="3338874"/>
              <a:ext cx="371016" cy="340189"/>
            </a:xfrm>
            <a:custGeom>
              <a:avLst/>
              <a:gdLst/>
              <a:ahLst/>
              <a:cxnLst/>
              <a:rect l="l" t="t" r="r" b="b"/>
              <a:pathLst>
                <a:path w="142" h="130" extrusionOk="0">
                  <a:moveTo>
                    <a:pt x="134" y="0"/>
                  </a:moveTo>
                  <a:cubicBezTo>
                    <a:pt x="8" y="0"/>
                    <a:pt x="8" y="0"/>
                    <a:pt x="8" y="0"/>
                  </a:cubicBezTo>
                  <a:cubicBezTo>
                    <a:pt x="3" y="0"/>
                    <a:pt x="0" y="4"/>
                    <a:pt x="0" y="9"/>
                  </a:cubicBezTo>
                  <a:cubicBezTo>
                    <a:pt x="0" y="88"/>
                    <a:pt x="0" y="88"/>
                    <a:pt x="0" y="88"/>
                  </a:cubicBezTo>
                  <a:cubicBezTo>
                    <a:pt x="0" y="92"/>
                    <a:pt x="3" y="96"/>
                    <a:pt x="8" y="96"/>
                  </a:cubicBezTo>
                  <a:cubicBezTo>
                    <a:pt x="51" y="96"/>
                    <a:pt x="51" y="96"/>
                    <a:pt x="51" y="96"/>
                  </a:cubicBezTo>
                  <a:cubicBezTo>
                    <a:pt x="51" y="113"/>
                    <a:pt x="51" y="113"/>
                    <a:pt x="51" y="113"/>
                  </a:cubicBezTo>
                  <a:cubicBezTo>
                    <a:pt x="49" y="113"/>
                    <a:pt x="49" y="113"/>
                    <a:pt x="49" y="113"/>
                  </a:cubicBezTo>
                  <a:cubicBezTo>
                    <a:pt x="46" y="113"/>
                    <a:pt x="44" y="115"/>
                    <a:pt x="44" y="118"/>
                  </a:cubicBezTo>
                  <a:cubicBezTo>
                    <a:pt x="44" y="124"/>
                    <a:pt x="44" y="124"/>
                    <a:pt x="44" y="124"/>
                  </a:cubicBezTo>
                  <a:cubicBezTo>
                    <a:pt x="44" y="127"/>
                    <a:pt x="46" y="130"/>
                    <a:pt x="49" y="130"/>
                  </a:cubicBezTo>
                  <a:cubicBezTo>
                    <a:pt x="92" y="130"/>
                    <a:pt x="92" y="130"/>
                    <a:pt x="92" y="130"/>
                  </a:cubicBezTo>
                  <a:cubicBezTo>
                    <a:pt x="96" y="130"/>
                    <a:pt x="98" y="127"/>
                    <a:pt x="98" y="124"/>
                  </a:cubicBezTo>
                  <a:cubicBezTo>
                    <a:pt x="98" y="118"/>
                    <a:pt x="98" y="118"/>
                    <a:pt x="98" y="118"/>
                  </a:cubicBezTo>
                  <a:cubicBezTo>
                    <a:pt x="98" y="115"/>
                    <a:pt x="96" y="113"/>
                    <a:pt x="92" y="113"/>
                  </a:cubicBezTo>
                  <a:cubicBezTo>
                    <a:pt x="91" y="113"/>
                    <a:pt x="91" y="113"/>
                    <a:pt x="91" y="113"/>
                  </a:cubicBezTo>
                  <a:cubicBezTo>
                    <a:pt x="91" y="96"/>
                    <a:pt x="91" y="96"/>
                    <a:pt x="91" y="96"/>
                  </a:cubicBezTo>
                  <a:cubicBezTo>
                    <a:pt x="134" y="96"/>
                    <a:pt x="134" y="96"/>
                    <a:pt x="134" y="96"/>
                  </a:cubicBezTo>
                  <a:cubicBezTo>
                    <a:pt x="138" y="96"/>
                    <a:pt x="142" y="92"/>
                    <a:pt x="142" y="88"/>
                  </a:cubicBezTo>
                  <a:cubicBezTo>
                    <a:pt x="142" y="10"/>
                    <a:pt x="142" y="10"/>
                    <a:pt x="142" y="10"/>
                  </a:cubicBezTo>
                  <a:cubicBezTo>
                    <a:pt x="142" y="6"/>
                    <a:pt x="138" y="1"/>
                    <a:pt x="134" y="0"/>
                  </a:cubicBezTo>
                  <a:close/>
                  <a:moveTo>
                    <a:pt x="92" y="124"/>
                  </a:moveTo>
                  <a:cubicBezTo>
                    <a:pt x="49" y="124"/>
                    <a:pt x="49" y="124"/>
                    <a:pt x="49" y="124"/>
                  </a:cubicBezTo>
                  <a:cubicBezTo>
                    <a:pt x="49" y="118"/>
                    <a:pt x="49" y="118"/>
                    <a:pt x="49" y="118"/>
                  </a:cubicBezTo>
                  <a:cubicBezTo>
                    <a:pt x="92" y="118"/>
                    <a:pt x="92" y="118"/>
                    <a:pt x="92" y="118"/>
                  </a:cubicBezTo>
                  <a:lnTo>
                    <a:pt x="92" y="124"/>
                  </a:lnTo>
                  <a:close/>
                  <a:moveTo>
                    <a:pt x="8" y="6"/>
                  </a:moveTo>
                  <a:cubicBezTo>
                    <a:pt x="134" y="6"/>
                    <a:pt x="134" y="6"/>
                    <a:pt x="134" y="6"/>
                  </a:cubicBezTo>
                  <a:cubicBezTo>
                    <a:pt x="135" y="6"/>
                    <a:pt x="136" y="7"/>
                    <a:pt x="136" y="9"/>
                  </a:cubicBezTo>
                  <a:cubicBezTo>
                    <a:pt x="136" y="15"/>
                    <a:pt x="136" y="15"/>
                    <a:pt x="136" y="15"/>
                  </a:cubicBezTo>
                  <a:cubicBezTo>
                    <a:pt x="5" y="15"/>
                    <a:pt x="5" y="15"/>
                    <a:pt x="5" y="15"/>
                  </a:cubicBezTo>
                  <a:cubicBezTo>
                    <a:pt x="5" y="9"/>
                    <a:pt x="5" y="9"/>
                    <a:pt x="5" y="9"/>
                  </a:cubicBezTo>
                  <a:cubicBezTo>
                    <a:pt x="5" y="8"/>
                    <a:pt x="6" y="6"/>
                    <a:pt x="8" y="6"/>
                  </a:cubicBezTo>
                  <a:close/>
                  <a:moveTo>
                    <a:pt x="85" y="113"/>
                  </a:moveTo>
                  <a:cubicBezTo>
                    <a:pt x="56" y="113"/>
                    <a:pt x="56" y="113"/>
                    <a:pt x="56" y="113"/>
                  </a:cubicBezTo>
                  <a:cubicBezTo>
                    <a:pt x="56" y="96"/>
                    <a:pt x="56" y="96"/>
                    <a:pt x="56" y="96"/>
                  </a:cubicBezTo>
                  <a:cubicBezTo>
                    <a:pt x="85" y="96"/>
                    <a:pt x="85" y="96"/>
                    <a:pt x="85" y="96"/>
                  </a:cubicBezTo>
                  <a:lnTo>
                    <a:pt x="85" y="113"/>
                  </a:lnTo>
                  <a:close/>
                  <a:moveTo>
                    <a:pt x="134" y="90"/>
                  </a:moveTo>
                  <a:cubicBezTo>
                    <a:pt x="8" y="90"/>
                    <a:pt x="8" y="90"/>
                    <a:pt x="8" y="90"/>
                  </a:cubicBezTo>
                  <a:cubicBezTo>
                    <a:pt x="6" y="90"/>
                    <a:pt x="5" y="89"/>
                    <a:pt x="5" y="88"/>
                  </a:cubicBezTo>
                  <a:cubicBezTo>
                    <a:pt x="5" y="82"/>
                    <a:pt x="5" y="82"/>
                    <a:pt x="5" y="82"/>
                  </a:cubicBezTo>
                  <a:cubicBezTo>
                    <a:pt x="58" y="82"/>
                    <a:pt x="58" y="82"/>
                    <a:pt x="58" y="82"/>
                  </a:cubicBezTo>
                  <a:cubicBezTo>
                    <a:pt x="59" y="82"/>
                    <a:pt x="61" y="81"/>
                    <a:pt x="61" y="80"/>
                  </a:cubicBezTo>
                  <a:cubicBezTo>
                    <a:pt x="61" y="78"/>
                    <a:pt x="60" y="76"/>
                    <a:pt x="58" y="76"/>
                  </a:cubicBezTo>
                  <a:cubicBezTo>
                    <a:pt x="5" y="76"/>
                    <a:pt x="5" y="76"/>
                    <a:pt x="5" y="76"/>
                  </a:cubicBezTo>
                  <a:cubicBezTo>
                    <a:pt x="5" y="20"/>
                    <a:pt x="5" y="20"/>
                    <a:pt x="5" y="20"/>
                  </a:cubicBezTo>
                  <a:cubicBezTo>
                    <a:pt x="136" y="20"/>
                    <a:pt x="136" y="20"/>
                    <a:pt x="136" y="20"/>
                  </a:cubicBezTo>
                  <a:cubicBezTo>
                    <a:pt x="136" y="76"/>
                    <a:pt x="136" y="76"/>
                    <a:pt x="136" y="76"/>
                  </a:cubicBezTo>
                  <a:cubicBezTo>
                    <a:pt x="83" y="76"/>
                    <a:pt x="83" y="76"/>
                    <a:pt x="83" y="76"/>
                  </a:cubicBezTo>
                  <a:cubicBezTo>
                    <a:pt x="82" y="76"/>
                    <a:pt x="81" y="77"/>
                    <a:pt x="81" y="78"/>
                  </a:cubicBezTo>
                  <a:cubicBezTo>
                    <a:pt x="80" y="80"/>
                    <a:pt x="82" y="82"/>
                    <a:pt x="83" y="82"/>
                  </a:cubicBezTo>
                  <a:cubicBezTo>
                    <a:pt x="136" y="82"/>
                    <a:pt x="136" y="82"/>
                    <a:pt x="136" y="82"/>
                  </a:cubicBezTo>
                  <a:cubicBezTo>
                    <a:pt x="136" y="88"/>
                    <a:pt x="136" y="88"/>
                    <a:pt x="136" y="88"/>
                  </a:cubicBezTo>
                  <a:cubicBezTo>
                    <a:pt x="136" y="89"/>
                    <a:pt x="135" y="90"/>
                    <a:pt x="134" y="9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51" name="Google Shape;651;p46"/>
            <p:cNvSpPr/>
            <p:nvPr/>
          </p:nvSpPr>
          <p:spPr>
            <a:xfrm>
              <a:off x="8222397" y="3409334"/>
              <a:ext cx="104589" cy="106790"/>
            </a:xfrm>
            <a:custGeom>
              <a:avLst/>
              <a:gdLst/>
              <a:ahLst/>
              <a:cxnLst/>
              <a:rect l="l" t="t" r="r" b="b"/>
              <a:pathLst>
                <a:path w="40" h="41" extrusionOk="0">
                  <a:moveTo>
                    <a:pt x="36" y="21"/>
                  </a:moveTo>
                  <a:cubicBezTo>
                    <a:pt x="38" y="19"/>
                    <a:pt x="40" y="16"/>
                    <a:pt x="40" y="13"/>
                  </a:cubicBezTo>
                  <a:cubicBezTo>
                    <a:pt x="40" y="10"/>
                    <a:pt x="38" y="7"/>
                    <a:pt x="36" y="5"/>
                  </a:cubicBezTo>
                  <a:cubicBezTo>
                    <a:pt x="32" y="0"/>
                    <a:pt x="24" y="0"/>
                    <a:pt x="20" y="5"/>
                  </a:cubicBezTo>
                  <a:cubicBezTo>
                    <a:pt x="3" y="21"/>
                    <a:pt x="3" y="21"/>
                    <a:pt x="3" y="21"/>
                  </a:cubicBezTo>
                  <a:cubicBezTo>
                    <a:pt x="1" y="24"/>
                    <a:pt x="0" y="26"/>
                    <a:pt x="0" y="30"/>
                  </a:cubicBezTo>
                  <a:cubicBezTo>
                    <a:pt x="0" y="33"/>
                    <a:pt x="1" y="35"/>
                    <a:pt x="3" y="38"/>
                  </a:cubicBezTo>
                  <a:cubicBezTo>
                    <a:pt x="6" y="40"/>
                    <a:pt x="8" y="41"/>
                    <a:pt x="11" y="41"/>
                  </a:cubicBezTo>
                  <a:cubicBezTo>
                    <a:pt x="15" y="41"/>
                    <a:pt x="17" y="40"/>
                    <a:pt x="20" y="38"/>
                  </a:cubicBezTo>
                  <a:lnTo>
                    <a:pt x="36" y="21"/>
                  </a:lnTo>
                  <a:close/>
                  <a:moveTo>
                    <a:pt x="24" y="9"/>
                  </a:moveTo>
                  <a:cubicBezTo>
                    <a:pt x="25" y="8"/>
                    <a:pt x="27" y="7"/>
                    <a:pt x="28" y="7"/>
                  </a:cubicBezTo>
                  <a:cubicBezTo>
                    <a:pt x="30" y="7"/>
                    <a:pt x="31" y="8"/>
                    <a:pt x="32" y="9"/>
                  </a:cubicBezTo>
                  <a:cubicBezTo>
                    <a:pt x="33" y="10"/>
                    <a:pt x="34" y="11"/>
                    <a:pt x="34" y="13"/>
                  </a:cubicBezTo>
                  <a:cubicBezTo>
                    <a:pt x="34" y="14"/>
                    <a:pt x="33" y="16"/>
                    <a:pt x="32" y="17"/>
                  </a:cubicBezTo>
                  <a:cubicBezTo>
                    <a:pt x="26" y="23"/>
                    <a:pt x="26" y="23"/>
                    <a:pt x="26" y="23"/>
                  </a:cubicBezTo>
                  <a:cubicBezTo>
                    <a:pt x="18" y="15"/>
                    <a:pt x="18" y="15"/>
                    <a:pt x="18" y="15"/>
                  </a:cubicBezTo>
                  <a:lnTo>
                    <a:pt x="24" y="9"/>
                  </a:lnTo>
                  <a:close/>
                  <a:moveTo>
                    <a:pt x="11" y="35"/>
                  </a:moveTo>
                  <a:cubicBezTo>
                    <a:pt x="10" y="35"/>
                    <a:pt x="8" y="35"/>
                    <a:pt x="7" y="34"/>
                  </a:cubicBezTo>
                  <a:cubicBezTo>
                    <a:pt x="5" y="31"/>
                    <a:pt x="5" y="28"/>
                    <a:pt x="7" y="25"/>
                  </a:cubicBezTo>
                  <a:cubicBezTo>
                    <a:pt x="14" y="19"/>
                    <a:pt x="14" y="19"/>
                    <a:pt x="14" y="19"/>
                  </a:cubicBezTo>
                  <a:cubicBezTo>
                    <a:pt x="22" y="27"/>
                    <a:pt x="22" y="27"/>
                    <a:pt x="22" y="27"/>
                  </a:cubicBezTo>
                  <a:cubicBezTo>
                    <a:pt x="16" y="34"/>
                    <a:pt x="16" y="34"/>
                    <a:pt x="16" y="34"/>
                  </a:cubicBezTo>
                  <a:cubicBezTo>
                    <a:pt x="15" y="35"/>
                    <a:pt x="13" y="35"/>
                    <a:pt x="11" y="3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52" name="Google Shape;652;p46"/>
            <p:cNvSpPr/>
            <p:nvPr/>
          </p:nvSpPr>
          <p:spPr>
            <a:xfrm>
              <a:off x="8306069" y="3451169"/>
              <a:ext cx="112296" cy="55047"/>
            </a:xfrm>
            <a:custGeom>
              <a:avLst/>
              <a:gdLst/>
              <a:ahLst/>
              <a:cxnLst/>
              <a:rect l="l" t="t" r="r" b="b"/>
              <a:pathLst>
                <a:path w="43" h="21" extrusionOk="0">
                  <a:moveTo>
                    <a:pt x="3" y="16"/>
                  </a:moveTo>
                  <a:cubicBezTo>
                    <a:pt x="1" y="16"/>
                    <a:pt x="0" y="17"/>
                    <a:pt x="0" y="19"/>
                  </a:cubicBezTo>
                  <a:cubicBezTo>
                    <a:pt x="0" y="20"/>
                    <a:pt x="2" y="21"/>
                    <a:pt x="3" y="21"/>
                  </a:cubicBezTo>
                  <a:cubicBezTo>
                    <a:pt x="22" y="21"/>
                    <a:pt x="22" y="21"/>
                    <a:pt x="22" y="21"/>
                  </a:cubicBezTo>
                  <a:cubicBezTo>
                    <a:pt x="23" y="21"/>
                    <a:pt x="23" y="21"/>
                    <a:pt x="24" y="21"/>
                  </a:cubicBezTo>
                  <a:cubicBezTo>
                    <a:pt x="30" y="16"/>
                    <a:pt x="30" y="16"/>
                    <a:pt x="30" y="16"/>
                  </a:cubicBezTo>
                  <a:cubicBezTo>
                    <a:pt x="31" y="17"/>
                    <a:pt x="33" y="17"/>
                    <a:pt x="35" y="17"/>
                  </a:cubicBezTo>
                  <a:cubicBezTo>
                    <a:pt x="39" y="17"/>
                    <a:pt x="42" y="13"/>
                    <a:pt x="42" y="9"/>
                  </a:cubicBezTo>
                  <a:cubicBezTo>
                    <a:pt x="43" y="4"/>
                    <a:pt x="38" y="0"/>
                    <a:pt x="33" y="0"/>
                  </a:cubicBezTo>
                  <a:cubicBezTo>
                    <a:pt x="29" y="1"/>
                    <a:pt x="26" y="4"/>
                    <a:pt x="26" y="8"/>
                  </a:cubicBezTo>
                  <a:cubicBezTo>
                    <a:pt x="25" y="9"/>
                    <a:pt x="26" y="11"/>
                    <a:pt x="26" y="12"/>
                  </a:cubicBezTo>
                  <a:cubicBezTo>
                    <a:pt x="21" y="16"/>
                    <a:pt x="21" y="16"/>
                    <a:pt x="21" y="16"/>
                  </a:cubicBezTo>
                  <a:lnTo>
                    <a:pt x="3" y="16"/>
                  </a:lnTo>
                  <a:close/>
                  <a:moveTo>
                    <a:pt x="34" y="6"/>
                  </a:moveTo>
                  <a:cubicBezTo>
                    <a:pt x="35" y="6"/>
                    <a:pt x="37" y="7"/>
                    <a:pt x="37" y="9"/>
                  </a:cubicBezTo>
                  <a:cubicBezTo>
                    <a:pt x="37" y="10"/>
                    <a:pt x="35" y="11"/>
                    <a:pt x="34" y="11"/>
                  </a:cubicBezTo>
                  <a:cubicBezTo>
                    <a:pt x="32" y="11"/>
                    <a:pt x="31" y="10"/>
                    <a:pt x="31" y="9"/>
                  </a:cubicBezTo>
                  <a:cubicBezTo>
                    <a:pt x="31" y="7"/>
                    <a:pt x="32" y="6"/>
                    <a:pt x="34" y="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53" name="Google Shape;653;p46"/>
            <p:cNvSpPr/>
            <p:nvPr/>
          </p:nvSpPr>
          <p:spPr>
            <a:xfrm>
              <a:off x="8131020" y="3417040"/>
              <a:ext cx="112296" cy="55047"/>
            </a:xfrm>
            <a:custGeom>
              <a:avLst/>
              <a:gdLst/>
              <a:ahLst/>
              <a:cxnLst/>
              <a:rect l="l" t="t" r="r" b="b"/>
              <a:pathLst>
                <a:path w="43" h="21" extrusionOk="0">
                  <a:moveTo>
                    <a:pt x="40" y="6"/>
                  </a:moveTo>
                  <a:cubicBezTo>
                    <a:pt x="41" y="6"/>
                    <a:pt x="43" y="4"/>
                    <a:pt x="42" y="2"/>
                  </a:cubicBezTo>
                  <a:cubicBezTo>
                    <a:pt x="42" y="1"/>
                    <a:pt x="41" y="0"/>
                    <a:pt x="40" y="0"/>
                  </a:cubicBezTo>
                  <a:cubicBezTo>
                    <a:pt x="20" y="0"/>
                    <a:pt x="20" y="0"/>
                    <a:pt x="20" y="0"/>
                  </a:cubicBezTo>
                  <a:cubicBezTo>
                    <a:pt x="20" y="0"/>
                    <a:pt x="19" y="0"/>
                    <a:pt x="19" y="1"/>
                  </a:cubicBezTo>
                  <a:cubicBezTo>
                    <a:pt x="13" y="5"/>
                    <a:pt x="13" y="5"/>
                    <a:pt x="13" y="5"/>
                  </a:cubicBezTo>
                  <a:cubicBezTo>
                    <a:pt x="11" y="4"/>
                    <a:pt x="10" y="4"/>
                    <a:pt x="8" y="4"/>
                  </a:cubicBezTo>
                  <a:cubicBezTo>
                    <a:pt x="4" y="4"/>
                    <a:pt x="1" y="8"/>
                    <a:pt x="0" y="12"/>
                  </a:cubicBezTo>
                  <a:cubicBezTo>
                    <a:pt x="0" y="17"/>
                    <a:pt x="4" y="21"/>
                    <a:pt x="9" y="21"/>
                  </a:cubicBezTo>
                  <a:cubicBezTo>
                    <a:pt x="13" y="20"/>
                    <a:pt x="17" y="17"/>
                    <a:pt x="17" y="13"/>
                  </a:cubicBezTo>
                  <a:cubicBezTo>
                    <a:pt x="17" y="12"/>
                    <a:pt x="17" y="10"/>
                    <a:pt x="16" y="9"/>
                  </a:cubicBezTo>
                  <a:cubicBezTo>
                    <a:pt x="21" y="6"/>
                    <a:pt x="21" y="6"/>
                    <a:pt x="21" y="6"/>
                  </a:cubicBezTo>
                  <a:cubicBezTo>
                    <a:pt x="40" y="6"/>
                    <a:pt x="40" y="6"/>
                    <a:pt x="40" y="6"/>
                  </a:cubicBezTo>
                  <a:close/>
                  <a:moveTo>
                    <a:pt x="9" y="15"/>
                  </a:moveTo>
                  <a:cubicBezTo>
                    <a:pt x="7" y="15"/>
                    <a:pt x="6" y="14"/>
                    <a:pt x="6" y="12"/>
                  </a:cubicBezTo>
                  <a:cubicBezTo>
                    <a:pt x="6" y="11"/>
                    <a:pt x="7" y="10"/>
                    <a:pt x="9" y="10"/>
                  </a:cubicBezTo>
                  <a:cubicBezTo>
                    <a:pt x="10" y="10"/>
                    <a:pt x="11" y="11"/>
                    <a:pt x="11" y="12"/>
                  </a:cubicBezTo>
                  <a:cubicBezTo>
                    <a:pt x="11" y="14"/>
                    <a:pt x="10" y="15"/>
                    <a:pt x="9" y="1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54" name="Google Shape;654;p46"/>
            <p:cNvSpPr/>
            <p:nvPr/>
          </p:nvSpPr>
          <p:spPr>
            <a:xfrm>
              <a:off x="8267536" y="3537042"/>
              <a:ext cx="156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655" name="Google Shape;655;p46"/>
          <p:cNvGrpSpPr/>
          <p:nvPr/>
        </p:nvGrpSpPr>
        <p:grpSpPr>
          <a:xfrm>
            <a:off x="5360516" y="3142665"/>
            <a:ext cx="373218" cy="319270"/>
            <a:chOff x="7222746" y="3348783"/>
            <a:chExt cx="373218" cy="319270"/>
          </a:xfrm>
        </p:grpSpPr>
        <p:sp>
          <p:nvSpPr>
            <p:cNvPr id="656" name="Google Shape;656;p46"/>
            <p:cNvSpPr/>
            <p:nvPr/>
          </p:nvSpPr>
          <p:spPr>
            <a:xfrm>
              <a:off x="7222746" y="3348783"/>
              <a:ext cx="373218" cy="319270"/>
            </a:xfrm>
            <a:custGeom>
              <a:avLst/>
              <a:gdLst/>
              <a:ahLst/>
              <a:cxnLst/>
              <a:rect l="l" t="t" r="r" b="b"/>
              <a:pathLst>
                <a:path w="143" h="122" extrusionOk="0">
                  <a:moveTo>
                    <a:pt x="139" y="61"/>
                  </a:moveTo>
                  <a:cubicBezTo>
                    <a:pt x="139" y="21"/>
                    <a:pt x="139" y="21"/>
                    <a:pt x="139" y="21"/>
                  </a:cubicBezTo>
                  <a:cubicBezTo>
                    <a:pt x="141" y="20"/>
                    <a:pt x="142" y="19"/>
                    <a:pt x="142" y="16"/>
                  </a:cubicBezTo>
                  <a:cubicBezTo>
                    <a:pt x="142" y="6"/>
                    <a:pt x="142" y="6"/>
                    <a:pt x="142" y="6"/>
                  </a:cubicBezTo>
                  <a:cubicBezTo>
                    <a:pt x="142" y="3"/>
                    <a:pt x="140" y="0"/>
                    <a:pt x="137" y="0"/>
                  </a:cubicBezTo>
                  <a:cubicBezTo>
                    <a:pt x="119" y="0"/>
                    <a:pt x="119" y="0"/>
                    <a:pt x="119" y="0"/>
                  </a:cubicBezTo>
                  <a:cubicBezTo>
                    <a:pt x="115" y="0"/>
                    <a:pt x="113" y="3"/>
                    <a:pt x="113" y="6"/>
                  </a:cubicBezTo>
                  <a:cubicBezTo>
                    <a:pt x="113" y="16"/>
                    <a:pt x="113" y="16"/>
                    <a:pt x="113" y="16"/>
                  </a:cubicBezTo>
                  <a:cubicBezTo>
                    <a:pt x="113" y="19"/>
                    <a:pt x="114" y="21"/>
                    <a:pt x="116" y="21"/>
                  </a:cubicBezTo>
                  <a:cubicBezTo>
                    <a:pt x="116" y="61"/>
                    <a:pt x="116" y="61"/>
                    <a:pt x="116" y="61"/>
                  </a:cubicBezTo>
                  <a:cubicBezTo>
                    <a:pt x="102" y="61"/>
                    <a:pt x="102" y="61"/>
                    <a:pt x="102" y="61"/>
                  </a:cubicBezTo>
                  <a:cubicBezTo>
                    <a:pt x="102" y="21"/>
                    <a:pt x="102" y="21"/>
                    <a:pt x="102" y="21"/>
                  </a:cubicBezTo>
                  <a:cubicBezTo>
                    <a:pt x="103" y="21"/>
                    <a:pt x="105" y="19"/>
                    <a:pt x="105" y="16"/>
                  </a:cubicBezTo>
                  <a:cubicBezTo>
                    <a:pt x="105" y="6"/>
                    <a:pt x="105" y="6"/>
                    <a:pt x="105" y="6"/>
                  </a:cubicBezTo>
                  <a:cubicBezTo>
                    <a:pt x="105" y="3"/>
                    <a:pt x="102" y="0"/>
                    <a:pt x="99" y="0"/>
                  </a:cubicBezTo>
                  <a:cubicBezTo>
                    <a:pt x="81" y="0"/>
                    <a:pt x="81" y="0"/>
                    <a:pt x="81" y="0"/>
                  </a:cubicBezTo>
                  <a:cubicBezTo>
                    <a:pt x="78" y="0"/>
                    <a:pt x="75" y="3"/>
                    <a:pt x="75" y="6"/>
                  </a:cubicBezTo>
                  <a:cubicBezTo>
                    <a:pt x="75" y="16"/>
                    <a:pt x="75" y="16"/>
                    <a:pt x="75" y="16"/>
                  </a:cubicBezTo>
                  <a:cubicBezTo>
                    <a:pt x="75" y="19"/>
                    <a:pt x="77" y="21"/>
                    <a:pt x="79" y="21"/>
                  </a:cubicBezTo>
                  <a:cubicBezTo>
                    <a:pt x="79" y="61"/>
                    <a:pt x="79" y="61"/>
                    <a:pt x="79" y="61"/>
                  </a:cubicBezTo>
                  <a:cubicBezTo>
                    <a:pt x="64" y="61"/>
                    <a:pt x="64" y="61"/>
                    <a:pt x="64" y="61"/>
                  </a:cubicBezTo>
                  <a:cubicBezTo>
                    <a:pt x="64" y="21"/>
                    <a:pt x="64" y="21"/>
                    <a:pt x="64" y="21"/>
                  </a:cubicBezTo>
                  <a:cubicBezTo>
                    <a:pt x="66" y="21"/>
                    <a:pt x="67" y="19"/>
                    <a:pt x="67" y="16"/>
                  </a:cubicBezTo>
                  <a:cubicBezTo>
                    <a:pt x="67" y="6"/>
                    <a:pt x="67" y="6"/>
                    <a:pt x="67" y="6"/>
                  </a:cubicBezTo>
                  <a:cubicBezTo>
                    <a:pt x="67" y="3"/>
                    <a:pt x="65" y="0"/>
                    <a:pt x="62" y="0"/>
                  </a:cubicBezTo>
                  <a:cubicBezTo>
                    <a:pt x="43" y="0"/>
                    <a:pt x="43" y="0"/>
                    <a:pt x="43" y="0"/>
                  </a:cubicBezTo>
                  <a:cubicBezTo>
                    <a:pt x="40" y="0"/>
                    <a:pt x="38" y="3"/>
                    <a:pt x="38" y="6"/>
                  </a:cubicBezTo>
                  <a:cubicBezTo>
                    <a:pt x="38" y="16"/>
                    <a:pt x="38" y="16"/>
                    <a:pt x="38" y="16"/>
                  </a:cubicBezTo>
                  <a:cubicBezTo>
                    <a:pt x="38" y="19"/>
                    <a:pt x="39" y="21"/>
                    <a:pt x="41" y="21"/>
                  </a:cubicBezTo>
                  <a:cubicBezTo>
                    <a:pt x="41" y="61"/>
                    <a:pt x="41" y="61"/>
                    <a:pt x="41" y="61"/>
                  </a:cubicBezTo>
                  <a:cubicBezTo>
                    <a:pt x="27" y="61"/>
                    <a:pt x="27" y="61"/>
                    <a:pt x="27" y="61"/>
                  </a:cubicBezTo>
                  <a:cubicBezTo>
                    <a:pt x="27" y="21"/>
                    <a:pt x="27" y="21"/>
                    <a:pt x="27" y="21"/>
                  </a:cubicBezTo>
                  <a:cubicBezTo>
                    <a:pt x="29" y="21"/>
                    <a:pt x="30" y="19"/>
                    <a:pt x="30" y="16"/>
                  </a:cubicBezTo>
                  <a:cubicBezTo>
                    <a:pt x="30" y="6"/>
                    <a:pt x="30" y="6"/>
                    <a:pt x="30" y="6"/>
                  </a:cubicBezTo>
                  <a:cubicBezTo>
                    <a:pt x="30" y="3"/>
                    <a:pt x="28" y="0"/>
                    <a:pt x="24" y="0"/>
                  </a:cubicBezTo>
                  <a:cubicBezTo>
                    <a:pt x="6" y="0"/>
                    <a:pt x="6" y="0"/>
                    <a:pt x="6" y="0"/>
                  </a:cubicBezTo>
                  <a:cubicBezTo>
                    <a:pt x="3" y="0"/>
                    <a:pt x="1" y="3"/>
                    <a:pt x="1" y="6"/>
                  </a:cubicBezTo>
                  <a:cubicBezTo>
                    <a:pt x="1" y="16"/>
                    <a:pt x="1" y="16"/>
                    <a:pt x="1" y="16"/>
                  </a:cubicBezTo>
                  <a:cubicBezTo>
                    <a:pt x="1" y="19"/>
                    <a:pt x="2" y="20"/>
                    <a:pt x="4" y="21"/>
                  </a:cubicBezTo>
                  <a:cubicBezTo>
                    <a:pt x="4" y="61"/>
                    <a:pt x="4" y="61"/>
                    <a:pt x="4" y="61"/>
                  </a:cubicBezTo>
                  <a:cubicBezTo>
                    <a:pt x="2" y="62"/>
                    <a:pt x="0" y="64"/>
                    <a:pt x="0" y="67"/>
                  </a:cubicBezTo>
                  <a:cubicBezTo>
                    <a:pt x="0" y="116"/>
                    <a:pt x="0" y="116"/>
                    <a:pt x="0" y="116"/>
                  </a:cubicBezTo>
                  <a:cubicBezTo>
                    <a:pt x="0" y="119"/>
                    <a:pt x="3" y="122"/>
                    <a:pt x="6" y="122"/>
                  </a:cubicBezTo>
                  <a:cubicBezTo>
                    <a:pt x="24" y="122"/>
                    <a:pt x="24" y="122"/>
                    <a:pt x="24" y="122"/>
                  </a:cubicBezTo>
                  <a:cubicBezTo>
                    <a:pt x="27" y="122"/>
                    <a:pt x="29" y="119"/>
                    <a:pt x="29" y="116"/>
                  </a:cubicBezTo>
                  <a:cubicBezTo>
                    <a:pt x="29" y="110"/>
                    <a:pt x="29" y="110"/>
                    <a:pt x="29" y="110"/>
                  </a:cubicBezTo>
                  <a:cubicBezTo>
                    <a:pt x="59" y="110"/>
                    <a:pt x="59" y="110"/>
                    <a:pt x="59" y="110"/>
                  </a:cubicBezTo>
                  <a:cubicBezTo>
                    <a:pt x="60" y="110"/>
                    <a:pt x="62" y="109"/>
                    <a:pt x="62" y="108"/>
                  </a:cubicBezTo>
                  <a:cubicBezTo>
                    <a:pt x="62" y="106"/>
                    <a:pt x="61" y="105"/>
                    <a:pt x="59" y="105"/>
                  </a:cubicBezTo>
                  <a:cubicBezTo>
                    <a:pt x="6" y="105"/>
                    <a:pt x="6" y="105"/>
                    <a:pt x="6" y="105"/>
                  </a:cubicBezTo>
                  <a:cubicBezTo>
                    <a:pt x="6" y="67"/>
                    <a:pt x="6" y="67"/>
                    <a:pt x="6" y="67"/>
                  </a:cubicBezTo>
                  <a:cubicBezTo>
                    <a:pt x="137" y="67"/>
                    <a:pt x="137" y="67"/>
                    <a:pt x="137" y="67"/>
                  </a:cubicBezTo>
                  <a:cubicBezTo>
                    <a:pt x="137" y="105"/>
                    <a:pt x="137" y="105"/>
                    <a:pt x="137" y="105"/>
                  </a:cubicBezTo>
                  <a:cubicBezTo>
                    <a:pt x="84" y="105"/>
                    <a:pt x="84" y="105"/>
                    <a:pt x="84" y="105"/>
                  </a:cubicBezTo>
                  <a:cubicBezTo>
                    <a:pt x="83" y="105"/>
                    <a:pt x="82" y="106"/>
                    <a:pt x="81" y="107"/>
                  </a:cubicBezTo>
                  <a:cubicBezTo>
                    <a:pt x="81" y="109"/>
                    <a:pt x="82" y="110"/>
                    <a:pt x="84" y="110"/>
                  </a:cubicBezTo>
                  <a:cubicBezTo>
                    <a:pt x="113" y="110"/>
                    <a:pt x="113" y="110"/>
                    <a:pt x="113" y="110"/>
                  </a:cubicBezTo>
                  <a:cubicBezTo>
                    <a:pt x="113" y="116"/>
                    <a:pt x="113" y="116"/>
                    <a:pt x="113" y="116"/>
                  </a:cubicBezTo>
                  <a:cubicBezTo>
                    <a:pt x="113" y="119"/>
                    <a:pt x="116" y="122"/>
                    <a:pt x="119" y="122"/>
                  </a:cubicBezTo>
                  <a:cubicBezTo>
                    <a:pt x="137" y="122"/>
                    <a:pt x="137" y="122"/>
                    <a:pt x="137" y="122"/>
                  </a:cubicBezTo>
                  <a:cubicBezTo>
                    <a:pt x="140" y="122"/>
                    <a:pt x="143" y="119"/>
                    <a:pt x="143" y="116"/>
                  </a:cubicBezTo>
                  <a:cubicBezTo>
                    <a:pt x="143" y="67"/>
                    <a:pt x="143" y="67"/>
                    <a:pt x="143" y="67"/>
                  </a:cubicBezTo>
                  <a:cubicBezTo>
                    <a:pt x="143" y="64"/>
                    <a:pt x="141" y="62"/>
                    <a:pt x="139" y="61"/>
                  </a:cubicBezTo>
                  <a:close/>
                  <a:moveTo>
                    <a:pt x="122" y="22"/>
                  </a:moveTo>
                  <a:cubicBezTo>
                    <a:pt x="134" y="22"/>
                    <a:pt x="134" y="22"/>
                    <a:pt x="134" y="22"/>
                  </a:cubicBezTo>
                  <a:cubicBezTo>
                    <a:pt x="134" y="39"/>
                    <a:pt x="134" y="39"/>
                    <a:pt x="134" y="39"/>
                  </a:cubicBezTo>
                  <a:cubicBezTo>
                    <a:pt x="122" y="39"/>
                    <a:pt x="122" y="39"/>
                    <a:pt x="122" y="39"/>
                  </a:cubicBezTo>
                  <a:lnTo>
                    <a:pt x="122" y="22"/>
                  </a:lnTo>
                  <a:close/>
                  <a:moveTo>
                    <a:pt x="119" y="6"/>
                  </a:moveTo>
                  <a:cubicBezTo>
                    <a:pt x="137" y="6"/>
                    <a:pt x="137" y="6"/>
                    <a:pt x="137" y="6"/>
                  </a:cubicBezTo>
                  <a:cubicBezTo>
                    <a:pt x="137" y="16"/>
                    <a:pt x="137" y="16"/>
                    <a:pt x="137" y="16"/>
                  </a:cubicBezTo>
                  <a:cubicBezTo>
                    <a:pt x="119" y="16"/>
                    <a:pt x="119" y="16"/>
                    <a:pt x="119" y="16"/>
                  </a:cubicBezTo>
                  <a:lnTo>
                    <a:pt x="119" y="6"/>
                  </a:lnTo>
                  <a:close/>
                  <a:moveTo>
                    <a:pt x="122" y="44"/>
                  </a:moveTo>
                  <a:cubicBezTo>
                    <a:pt x="134" y="44"/>
                    <a:pt x="134" y="44"/>
                    <a:pt x="134" y="44"/>
                  </a:cubicBezTo>
                  <a:cubicBezTo>
                    <a:pt x="134" y="61"/>
                    <a:pt x="134" y="61"/>
                    <a:pt x="134" y="61"/>
                  </a:cubicBezTo>
                  <a:cubicBezTo>
                    <a:pt x="122" y="61"/>
                    <a:pt x="122" y="61"/>
                    <a:pt x="122" y="61"/>
                  </a:cubicBezTo>
                  <a:lnTo>
                    <a:pt x="122" y="44"/>
                  </a:lnTo>
                  <a:close/>
                  <a:moveTo>
                    <a:pt x="84" y="22"/>
                  </a:moveTo>
                  <a:cubicBezTo>
                    <a:pt x="96" y="22"/>
                    <a:pt x="96" y="22"/>
                    <a:pt x="96" y="22"/>
                  </a:cubicBezTo>
                  <a:cubicBezTo>
                    <a:pt x="96" y="39"/>
                    <a:pt x="96" y="39"/>
                    <a:pt x="96" y="39"/>
                  </a:cubicBezTo>
                  <a:cubicBezTo>
                    <a:pt x="84" y="39"/>
                    <a:pt x="84" y="39"/>
                    <a:pt x="84" y="39"/>
                  </a:cubicBezTo>
                  <a:lnTo>
                    <a:pt x="84" y="22"/>
                  </a:lnTo>
                  <a:close/>
                  <a:moveTo>
                    <a:pt x="81" y="6"/>
                  </a:moveTo>
                  <a:cubicBezTo>
                    <a:pt x="99" y="6"/>
                    <a:pt x="99" y="6"/>
                    <a:pt x="99" y="6"/>
                  </a:cubicBezTo>
                  <a:cubicBezTo>
                    <a:pt x="99" y="16"/>
                    <a:pt x="99" y="16"/>
                    <a:pt x="99" y="16"/>
                  </a:cubicBezTo>
                  <a:cubicBezTo>
                    <a:pt x="81" y="16"/>
                    <a:pt x="81" y="16"/>
                    <a:pt x="81" y="16"/>
                  </a:cubicBezTo>
                  <a:lnTo>
                    <a:pt x="81" y="6"/>
                  </a:lnTo>
                  <a:close/>
                  <a:moveTo>
                    <a:pt x="84" y="44"/>
                  </a:moveTo>
                  <a:cubicBezTo>
                    <a:pt x="96" y="44"/>
                    <a:pt x="96" y="44"/>
                    <a:pt x="96" y="44"/>
                  </a:cubicBezTo>
                  <a:cubicBezTo>
                    <a:pt x="96" y="61"/>
                    <a:pt x="96" y="61"/>
                    <a:pt x="96" y="61"/>
                  </a:cubicBezTo>
                  <a:cubicBezTo>
                    <a:pt x="84" y="61"/>
                    <a:pt x="84" y="61"/>
                    <a:pt x="84" y="61"/>
                  </a:cubicBezTo>
                  <a:lnTo>
                    <a:pt x="84" y="44"/>
                  </a:lnTo>
                  <a:close/>
                  <a:moveTo>
                    <a:pt x="47" y="22"/>
                  </a:moveTo>
                  <a:cubicBezTo>
                    <a:pt x="58" y="22"/>
                    <a:pt x="58" y="22"/>
                    <a:pt x="58" y="22"/>
                  </a:cubicBezTo>
                  <a:cubicBezTo>
                    <a:pt x="58" y="39"/>
                    <a:pt x="58" y="39"/>
                    <a:pt x="58" y="39"/>
                  </a:cubicBezTo>
                  <a:cubicBezTo>
                    <a:pt x="47" y="39"/>
                    <a:pt x="47" y="39"/>
                    <a:pt x="47" y="39"/>
                  </a:cubicBezTo>
                  <a:lnTo>
                    <a:pt x="47" y="22"/>
                  </a:lnTo>
                  <a:close/>
                  <a:moveTo>
                    <a:pt x="43" y="6"/>
                  </a:moveTo>
                  <a:cubicBezTo>
                    <a:pt x="62" y="6"/>
                    <a:pt x="62" y="6"/>
                    <a:pt x="62" y="6"/>
                  </a:cubicBezTo>
                  <a:cubicBezTo>
                    <a:pt x="62" y="16"/>
                    <a:pt x="62" y="16"/>
                    <a:pt x="62" y="16"/>
                  </a:cubicBezTo>
                  <a:cubicBezTo>
                    <a:pt x="43" y="16"/>
                    <a:pt x="43" y="16"/>
                    <a:pt x="43" y="16"/>
                  </a:cubicBezTo>
                  <a:lnTo>
                    <a:pt x="43" y="6"/>
                  </a:lnTo>
                  <a:close/>
                  <a:moveTo>
                    <a:pt x="47" y="44"/>
                  </a:moveTo>
                  <a:cubicBezTo>
                    <a:pt x="58" y="44"/>
                    <a:pt x="58" y="44"/>
                    <a:pt x="58" y="44"/>
                  </a:cubicBezTo>
                  <a:cubicBezTo>
                    <a:pt x="58" y="61"/>
                    <a:pt x="58" y="61"/>
                    <a:pt x="58" y="61"/>
                  </a:cubicBezTo>
                  <a:cubicBezTo>
                    <a:pt x="47" y="61"/>
                    <a:pt x="47" y="61"/>
                    <a:pt x="47" y="61"/>
                  </a:cubicBezTo>
                  <a:lnTo>
                    <a:pt x="47" y="44"/>
                  </a:lnTo>
                  <a:close/>
                  <a:moveTo>
                    <a:pt x="21" y="39"/>
                  </a:moveTo>
                  <a:cubicBezTo>
                    <a:pt x="9" y="39"/>
                    <a:pt x="9" y="39"/>
                    <a:pt x="9" y="39"/>
                  </a:cubicBezTo>
                  <a:cubicBezTo>
                    <a:pt x="9" y="22"/>
                    <a:pt x="9" y="22"/>
                    <a:pt x="9" y="22"/>
                  </a:cubicBezTo>
                  <a:cubicBezTo>
                    <a:pt x="21" y="22"/>
                    <a:pt x="21" y="22"/>
                    <a:pt x="21" y="22"/>
                  </a:cubicBezTo>
                  <a:lnTo>
                    <a:pt x="21" y="39"/>
                  </a:lnTo>
                  <a:close/>
                  <a:moveTo>
                    <a:pt x="9" y="44"/>
                  </a:moveTo>
                  <a:cubicBezTo>
                    <a:pt x="21" y="44"/>
                    <a:pt x="21" y="44"/>
                    <a:pt x="21" y="44"/>
                  </a:cubicBezTo>
                  <a:cubicBezTo>
                    <a:pt x="21" y="61"/>
                    <a:pt x="21" y="61"/>
                    <a:pt x="21" y="61"/>
                  </a:cubicBezTo>
                  <a:cubicBezTo>
                    <a:pt x="9" y="61"/>
                    <a:pt x="9" y="61"/>
                    <a:pt x="9" y="61"/>
                  </a:cubicBezTo>
                  <a:lnTo>
                    <a:pt x="9" y="44"/>
                  </a:lnTo>
                  <a:close/>
                  <a:moveTo>
                    <a:pt x="6" y="6"/>
                  </a:moveTo>
                  <a:cubicBezTo>
                    <a:pt x="24" y="6"/>
                    <a:pt x="24" y="6"/>
                    <a:pt x="24" y="6"/>
                  </a:cubicBezTo>
                  <a:cubicBezTo>
                    <a:pt x="24" y="16"/>
                    <a:pt x="24" y="16"/>
                    <a:pt x="24" y="16"/>
                  </a:cubicBezTo>
                  <a:cubicBezTo>
                    <a:pt x="6" y="16"/>
                    <a:pt x="6" y="16"/>
                    <a:pt x="6" y="16"/>
                  </a:cubicBezTo>
                  <a:lnTo>
                    <a:pt x="6" y="6"/>
                  </a:lnTo>
                  <a:close/>
                  <a:moveTo>
                    <a:pt x="24" y="110"/>
                  </a:moveTo>
                  <a:cubicBezTo>
                    <a:pt x="24" y="116"/>
                    <a:pt x="24" y="116"/>
                    <a:pt x="24" y="116"/>
                  </a:cubicBezTo>
                  <a:cubicBezTo>
                    <a:pt x="6" y="116"/>
                    <a:pt x="6" y="116"/>
                    <a:pt x="6" y="116"/>
                  </a:cubicBezTo>
                  <a:cubicBezTo>
                    <a:pt x="6" y="110"/>
                    <a:pt x="6" y="110"/>
                    <a:pt x="6" y="110"/>
                  </a:cubicBezTo>
                  <a:lnTo>
                    <a:pt x="24" y="110"/>
                  </a:lnTo>
                  <a:close/>
                  <a:moveTo>
                    <a:pt x="137" y="116"/>
                  </a:moveTo>
                  <a:cubicBezTo>
                    <a:pt x="119" y="116"/>
                    <a:pt x="119" y="116"/>
                    <a:pt x="119" y="116"/>
                  </a:cubicBezTo>
                  <a:cubicBezTo>
                    <a:pt x="119" y="110"/>
                    <a:pt x="119" y="110"/>
                    <a:pt x="119" y="110"/>
                  </a:cubicBezTo>
                  <a:cubicBezTo>
                    <a:pt x="137" y="110"/>
                    <a:pt x="137" y="110"/>
                    <a:pt x="137" y="110"/>
                  </a:cubicBezTo>
                  <a:lnTo>
                    <a:pt x="137" y="116"/>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57" name="Google Shape;657;p46"/>
            <p:cNvSpPr/>
            <p:nvPr/>
          </p:nvSpPr>
          <p:spPr>
            <a:xfrm>
              <a:off x="7339445" y="3545850"/>
              <a:ext cx="138718" cy="55047"/>
            </a:xfrm>
            <a:custGeom>
              <a:avLst/>
              <a:gdLst/>
              <a:ahLst/>
              <a:cxnLst/>
              <a:rect l="l" t="t" r="r" b="b"/>
              <a:pathLst>
                <a:path w="53" h="21" extrusionOk="0">
                  <a:moveTo>
                    <a:pt x="53" y="13"/>
                  </a:moveTo>
                  <a:cubicBezTo>
                    <a:pt x="53" y="9"/>
                    <a:pt x="53" y="9"/>
                    <a:pt x="53" y="9"/>
                  </a:cubicBezTo>
                  <a:cubicBezTo>
                    <a:pt x="53" y="4"/>
                    <a:pt x="49" y="0"/>
                    <a:pt x="44" y="0"/>
                  </a:cubicBezTo>
                  <a:cubicBezTo>
                    <a:pt x="9" y="0"/>
                    <a:pt x="9" y="0"/>
                    <a:pt x="9" y="0"/>
                  </a:cubicBezTo>
                  <a:cubicBezTo>
                    <a:pt x="4" y="0"/>
                    <a:pt x="0" y="4"/>
                    <a:pt x="0" y="9"/>
                  </a:cubicBezTo>
                  <a:cubicBezTo>
                    <a:pt x="0" y="13"/>
                    <a:pt x="0" y="13"/>
                    <a:pt x="0" y="13"/>
                  </a:cubicBezTo>
                  <a:cubicBezTo>
                    <a:pt x="0" y="17"/>
                    <a:pt x="4" y="21"/>
                    <a:pt x="9" y="21"/>
                  </a:cubicBezTo>
                  <a:cubicBezTo>
                    <a:pt x="44" y="21"/>
                    <a:pt x="44" y="21"/>
                    <a:pt x="44" y="21"/>
                  </a:cubicBezTo>
                  <a:cubicBezTo>
                    <a:pt x="49" y="21"/>
                    <a:pt x="53" y="17"/>
                    <a:pt x="53" y="13"/>
                  </a:cubicBezTo>
                  <a:close/>
                  <a:moveTo>
                    <a:pt x="6" y="13"/>
                  </a:moveTo>
                  <a:cubicBezTo>
                    <a:pt x="6" y="9"/>
                    <a:pt x="6" y="9"/>
                    <a:pt x="6" y="9"/>
                  </a:cubicBezTo>
                  <a:cubicBezTo>
                    <a:pt x="6" y="7"/>
                    <a:pt x="7" y="6"/>
                    <a:pt x="9" y="6"/>
                  </a:cubicBezTo>
                  <a:cubicBezTo>
                    <a:pt x="44" y="6"/>
                    <a:pt x="44" y="6"/>
                    <a:pt x="44" y="6"/>
                  </a:cubicBezTo>
                  <a:cubicBezTo>
                    <a:pt x="46" y="6"/>
                    <a:pt x="47" y="7"/>
                    <a:pt x="47" y="9"/>
                  </a:cubicBezTo>
                  <a:cubicBezTo>
                    <a:pt x="47" y="13"/>
                    <a:pt x="47" y="13"/>
                    <a:pt x="47" y="13"/>
                  </a:cubicBezTo>
                  <a:cubicBezTo>
                    <a:pt x="47" y="14"/>
                    <a:pt x="46" y="15"/>
                    <a:pt x="44" y="15"/>
                  </a:cubicBezTo>
                  <a:cubicBezTo>
                    <a:pt x="9" y="15"/>
                    <a:pt x="9" y="15"/>
                    <a:pt x="9" y="15"/>
                  </a:cubicBezTo>
                  <a:cubicBezTo>
                    <a:pt x="7" y="15"/>
                    <a:pt x="6" y="14"/>
                    <a:pt x="6" y="1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58" name="Google Shape;658;p46"/>
            <p:cNvSpPr/>
            <p:nvPr/>
          </p:nvSpPr>
          <p:spPr>
            <a:xfrm>
              <a:off x="7402198" y="3624016"/>
              <a:ext cx="13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659" name="Google Shape;659;p46"/>
          <p:cNvGrpSpPr/>
          <p:nvPr/>
        </p:nvGrpSpPr>
        <p:grpSpPr>
          <a:xfrm>
            <a:off x="5359966" y="1434743"/>
            <a:ext cx="374319" cy="371015"/>
            <a:chOff x="4011309" y="3323461"/>
            <a:chExt cx="374319" cy="371015"/>
          </a:xfrm>
        </p:grpSpPr>
        <p:sp>
          <p:nvSpPr>
            <p:cNvPr id="660" name="Google Shape;660;p46"/>
            <p:cNvSpPr/>
            <p:nvPr/>
          </p:nvSpPr>
          <p:spPr>
            <a:xfrm>
              <a:off x="4069659" y="3380710"/>
              <a:ext cx="315969" cy="313766"/>
            </a:xfrm>
            <a:custGeom>
              <a:avLst/>
              <a:gdLst/>
              <a:ahLst/>
              <a:cxnLst/>
              <a:rect l="l" t="t" r="r" b="b"/>
              <a:pathLst>
                <a:path w="121" h="120" extrusionOk="0">
                  <a:moveTo>
                    <a:pt x="119" y="21"/>
                  </a:moveTo>
                  <a:cubicBezTo>
                    <a:pt x="101" y="2"/>
                    <a:pt x="101" y="2"/>
                    <a:pt x="101" y="2"/>
                  </a:cubicBezTo>
                  <a:cubicBezTo>
                    <a:pt x="99" y="0"/>
                    <a:pt x="95" y="0"/>
                    <a:pt x="93" y="2"/>
                  </a:cubicBezTo>
                  <a:cubicBezTo>
                    <a:pt x="82" y="13"/>
                    <a:pt x="82" y="13"/>
                    <a:pt x="82" y="13"/>
                  </a:cubicBezTo>
                  <a:cubicBezTo>
                    <a:pt x="81" y="14"/>
                    <a:pt x="80" y="15"/>
                    <a:pt x="80" y="17"/>
                  </a:cubicBezTo>
                  <a:cubicBezTo>
                    <a:pt x="80" y="18"/>
                    <a:pt x="81" y="19"/>
                    <a:pt x="81" y="20"/>
                  </a:cubicBezTo>
                  <a:cubicBezTo>
                    <a:pt x="6" y="96"/>
                    <a:pt x="6" y="96"/>
                    <a:pt x="6" y="96"/>
                  </a:cubicBezTo>
                  <a:cubicBezTo>
                    <a:pt x="0" y="101"/>
                    <a:pt x="0" y="110"/>
                    <a:pt x="6" y="116"/>
                  </a:cubicBezTo>
                  <a:cubicBezTo>
                    <a:pt x="8" y="118"/>
                    <a:pt x="12" y="120"/>
                    <a:pt x="16" y="120"/>
                  </a:cubicBezTo>
                  <a:cubicBezTo>
                    <a:pt x="20" y="120"/>
                    <a:pt x="23" y="118"/>
                    <a:pt x="26" y="116"/>
                  </a:cubicBezTo>
                  <a:cubicBezTo>
                    <a:pt x="101" y="40"/>
                    <a:pt x="101" y="40"/>
                    <a:pt x="101" y="40"/>
                  </a:cubicBezTo>
                  <a:cubicBezTo>
                    <a:pt x="102" y="41"/>
                    <a:pt x="103" y="41"/>
                    <a:pt x="105" y="41"/>
                  </a:cubicBezTo>
                  <a:cubicBezTo>
                    <a:pt x="106" y="41"/>
                    <a:pt x="107" y="41"/>
                    <a:pt x="108" y="39"/>
                  </a:cubicBezTo>
                  <a:cubicBezTo>
                    <a:pt x="119" y="29"/>
                    <a:pt x="119" y="29"/>
                    <a:pt x="119" y="29"/>
                  </a:cubicBezTo>
                  <a:cubicBezTo>
                    <a:pt x="120" y="28"/>
                    <a:pt x="121" y="26"/>
                    <a:pt x="121" y="25"/>
                  </a:cubicBezTo>
                  <a:cubicBezTo>
                    <a:pt x="121" y="23"/>
                    <a:pt x="120" y="22"/>
                    <a:pt x="119" y="21"/>
                  </a:cubicBezTo>
                  <a:close/>
                  <a:moveTo>
                    <a:pt x="80" y="53"/>
                  </a:moveTo>
                  <a:cubicBezTo>
                    <a:pt x="68" y="41"/>
                    <a:pt x="68" y="41"/>
                    <a:pt x="68" y="41"/>
                  </a:cubicBezTo>
                  <a:cubicBezTo>
                    <a:pt x="85" y="24"/>
                    <a:pt x="85" y="24"/>
                    <a:pt x="85" y="24"/>
                  </a:cubicBezTo>
                  <a:cubicBezTo>
                    <a:pt x="97" y="36"/>
                    <a:pt x="97" y="36"/>
                    <a:pt x="97" y="36"/>
                  </a:cubicBezTo>
                  <a:lnTo>
                    <a:pt x="80" y="53"/>
                  </a:lnTo>
                  <a:close/>
                  <a:moveTo>
                    <a:pt x="22" y="112"/>
                  </a:moveTo>
                  <a:cubicBezTo>
                    <a:pt x="20" y="113"/>
                    <a:pt x="18" y="114"/>
                    <a:pt x="16" y="114"/>
                  </a:cubicBezTo>
                  <a:cubicBezTo>
                    <a:pt x="13" y="114"/>
                    <a:pt x="11" y="113"/>
                    <a:pt x="10" y="112"/>
                  </a:cubicBezTo>
                  <a:cubicBezTo>
                    <a:pt x="6" y="108"/>
                    <a:pt x="6" y="103"/>
                    <a:pt x="10" y="100"/>
                  </a:cubicBezTo>
                  <a:cubicBezTo>
                    <a:pt x="64" y="45"/>
                    <a:pt x="64" y="45"/>
                    <a:pt x="64" y="45"/>
                  </a:cubicBezTo>
                  <a:cubicBezTo>
                    <a:pt x="76" y="57"/>
                    <a:pt x="76" y="57"/>
                    <a:pt x="76" y="57"/>
                  </a:cubicBezTo>
                  <a:lnTo>
                    <a:pt x="22" y="112"/>
                  </a:lnTo>
                  <a:close/>
                  <a:moveTo>
                    <a:pt x="105" y="36"/>
                  </a:moveTo>
                  <a:cubicBezTo>
                    <a:pt x="86" y="17"/>
                    <a:pt x="86" y="17"/>
                    <a:pt x="86" y="17"/>
                  </a:cubicBezTo>
                  <a:cubicBezTo>
                    <a:pt x="97" y="6"/>
                    <a:pt x="97" y="6"/>
                    <a:pt x="97" y="6"/>
                  </a:cubicBezTo>
                  <a:cubicBezTo>
                    <a:pt x="115" y="25"/>
                    <a:pt x="115" y="25"/>
                    <a:pt x="115" y="25"/>
                  </a:cubicBezTo>
                  <a:lnTo>
                    <a:pt x="105" y="36"/>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61" name="Google Shape;661;p46"/>
            <p:cNvSpPr/>
            <p:nvPr/>
          </p:nvSpPr>
          <p:spPr>
            <a:xfrm>
              <a:off x="4011309" y="3323461"/>
              <a:ext cx="175049" cy="169544"/>
            </a:xfrm>
            <a:custGeom>
              <a:avLst/>
              <a:gdLst/>
              <a:ahLst/>
              <a:cxnLst/>
              <a:rect l="l" t="t" r="r" b="b"/>
              <a:pathLst>
                <a:path w="67" h="65" extrusionOk="0">
                  <a:moveTo>
                    <a:pt x="35" y="65"/>
                  </a:moveTo>
                  <a:cubicBezTo>
                    <a:pt x="41" y="65"/>
                    <a:pt x="45" y="63"/>
                    <a:pt x="50" y="61"/>
                  </a:cubicBezTo>
                  <a:cubicBezTo>
                    <a:pt x="59" y="63"/>
                    <a:pt x="59" y="63"/>
                    <a:pt x="59" y="63"/>
                  </a:cubicBezTo>
                  <a:cubicBezTo>
                    <a:pt x="61" y="63"/>
                    <a:pt x="63" y="63"/>
                    <a:pt x="65" y="61"/>
                  </a:cubicBezTo>
                  <a:cubicBezTo>
                    <a:pt x="66" y="59"/>
                    <a:pt x="67" y="57"/>
                    <a:pt x="66" y="55"/>
                  </a:cubicBezTo>
                  <a:cubicBezTo>
                    <a:pt x="62" y="47"/>
                    <a:pt x="62" y="47"/>
                    <a:pt x="62" y="47"/>
                  </a:cubicBezTo>
                  <a:cubicBezTo>
                    <a:pt x="65" y="41"/>
                    <a:pt x="66" y="35"/>
                    <a:pt x="65" y="29"/>
                  </a:cubicBezTo>
                  <a:cubicBezTo>
                    <a:pt x="65" y="26"/>
                    <a:pt x="64" y="23"/>
                    <a:pt x="63" y="20"/>
                  </a:cubicBezTo>
                  <a:cubicBezTo>
                    <a:pt x="62" y="19"/>
                    <a:pt x="61" y="18"/>
                    <a:pt x="59" y="19"/>
                  </a:cubicBezTo>
                  <a:cubicBezTo>
                    <a:pt x="58" y="20"/>
                    <a:pt x="57" y="21"/>
                    <a:pt x="58" y="23"/>
                  </a:cubicBezTo>
                  <a:cubicBezTo>
                    <a:pt x="59" y="25"/>
                    <a:pt x="59" y="27"/>
                    <a:pt x="60" y="30"/>
                  </a:cubicBezTo>
                  <a:cubicBezTo>
                    <a:pt x="60" y="35"/>
                    <a:pt x="59" y="41"/>
                    <a:pt x="57" y="45"/>
                  </a:cubicBezTo>
                  <a:cubicBezTo>
                    <a:pt x="56" y="46"/>
                    <a:pt x="56" y="47"/>
                    <a:pt x="57" y="48"/>
                  </a:cubicBezTo>
                  <a:cubicBezTo>
                    <a:pt x="61" y="57"/>
                    <a:pt x="61" y="57"/>
                    <a:pt x="61" y="57"/>
                  </a:cubicBezTo>
                  <a:cubicBezTo>
                    <a:pt x="61" y="57"/>
                    <a:pt x="61" y="57"/>
                    <a:pt x="61" y="57"/>
                  </a:cubicBezTo>
                  <a:cubicBezTo>
                    <a:pt x="60" y="57"/>
                    <a:pt x="60" y="57"/>
                    <a:pt x="60" y="57"/>
                  </a:cubicBezTo>
                  <a:cubicBezTo>
                    <a:pt x="50" y="55"/>
                    <a:pt x="50" y="55"/>
                    <a:pt x="50" y="55"/>
                  </a:cubicBezTo>
                  <a:cubicBezTo>
                    <a:pt x="49" y="55"/>
                    <a:pt x="48" y="55"/>
                    <a:pt x="48" y="55"/>
                  </a:cubicBezTo>
                  <a:cubicBezTo>
                    <a:pt x="44" y="58"/>
                    <a:pt x="40" y="59"/>
                    <a:pt x="35" y="60"/>
                  </a:cubicBezTo>
                  <a:cubicBezTo>
                    <a:pt x="28" y="60"/>
                    <a:pt x="21" y="58"/>
                    <a:pt x="16" y="54"/>
                  </a:cubicBezTo>
                  <a:cubicBezTo>
                    <a:pt x="11" y="49"/>
                    <a:pt x="7" y="43"/>
                    <a:pt x="6" y="36"/>
                  </a:cubicBezTo>
                  <a:cubicBezTo>
                    <a:pt x="6" y="29"/>
                    <a:pt x="8" y="22"/>
                    <a:pt x="12" y="16"/>
                  </a:cubicBezTo>
                  <a:cubicBezTo>
                    <a:pt x="17" y="10"/>
                    <a:pt x="23" y="7"/>
                    <a:pt x="31" y="6"/>
                  </a:cubicBezTo>
                  <a:cubicBezTo>
                    <a:pt x="34" y="6"/>
                    <a:pt x="38" y="6"/>
                    <a:pt x="42" y="7"/>
                  </a:cubicBezTo>
                  <a:cubicBezTo>
                    <a:pt x="43" y="8"/>
                    <a:pt x="45" y="7"/>
                    <a:pt x="45" y="6"/>
                  </a:cubicBezTo>
                  <a:cubicBezTo>
                    <a:pt x="46" y="4"/>
                    <a:pt x="45" y="3"/>
                    <a:pt x="44" y="2"/>
                  </a:cubicBezTo>
                  <a:cubicBezTo>
                    <a:pt x="39" y="1"/>
                    <a:pt x="35" y="0"/>
                    <a:pt x="30" y="0"/>
                  </a:cubicBezTo>
                  <a:cubicBezTo>
                    <a:pt x="21" y="1"/>
                    <a:pt x="13" y="5"/>
                    <a:pt x="8" y="12"/>
                  </a:cubicBezTo>
                  <a:cubicBezTo>
                    <a:pt x="2" y="19"/>
                    <a:pt x="0" y="28"/>
                    <a:pt x="1" y="37"/>
                  </a:cubicBezTo>
                  <a:cubicBezTo>
                    <a:pt x="2" y="45"/>
                    <a:pt x="6" y="52"/>
                    <a:pt x="12" y="58"/>
                  </a:cubicBezTo>
                  <a:cubicBezTo>
                    <a:pt x="18" y="63"/>
                    <a:pt x="26" y="65"/>
                    <a:pt x="33" y="65"/>
                  </a:cubicBezTo>
                  <a:cubicBezTo>
                    <a:pt x="34" y="65"/>
                    <a:pt x="35" y="65"/>
                    <a:pt x="35" y="6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62" name="Google Shape;662;p46"/>
            <p:cNvSpPr/>
            <p:nvPr/>
          </p:nvSpPr>
          <p:spPr>
            <a:xfrm>
              <a:off x="4048741" y="3359792"/>
              <a:ext cx="99084" cy="99084"/>
            </a:xfrm>
            <a:custGeom>
              <a:avLst/>
              <a:gdLst/>
              <a:ahLst/>
              <a:cxnLst/>
              <a:rect l="l" t="t" r="r" b="b"/>
              <a:pathLst>
                <a:path w="38" h="38" extrusionOk="0">
                  <a:moveTo>
                    <a:pt x="2" y="30"/>
                  </a:moveTo>
                  <a:cubicBezTo>
                    <a:pt x="8" y="36"/>
                    <a:pt x="8" y="36"/>
                    <a:pt x="8" y="36"/>
                  </a:cubicBezTo>
                  <a:cubicBezTo>
                    <a:pt x="9" y="37"/>
                    <a:pt x="10" y="37"/>
                    <a:pt x="11" y="37"/>
                  </a:cubicBezTo>
                  <a:cubicBezTo>
                    <a:pt x="12" y="37"/>
                    <a:pt x="13" y="37"/>
                    <a:pt x="14" y="36"/>
                  </a:cubicBezTo>
                  <a:cubicBezTo>
                    <a:pt x="19" y="31"/>
                    <a:pt x="19" y="31"/>
                    <a:pt x="19" y="31"/>
                  </a:cubicBezTo>
                  <a:cubicBezTo>
                    <a:pt x="25" y="36"/>
                    <a:pt x="25" y="36"/>
                    <a:pt x="25" y="36"/>
                  </a:cubicBezTo>
                  <a:cubicBezTo>
                    <a:pt x="26" y="38"/>
                    <a:pt x="29" y="38"/>
                    <a:pt x="31" y="36"/>
                  </a:cubicBezTo>
                  <a:cubicBezTo>
                    <a:pt x="37" y="30"/>
                    <a:pt x="37" y="30"/>
                    <a:pt x="37" y="30"/>
                  </a:cubicBezTo>
                  <a:cubicBezTo>
                    <a:pt x="38" y="29"/>
                    <a:pt x="38" y="26"/>
                    <a:pt x="37" y="24"/>
                  </a:cubicBezTo>
                  <a:cubicBezTo>
                    <a:pt x="37" y="24"/>
                    <a:pt x="37" y="24"/>
                    <a:pt x="37" y="24"/>
                  </a:cubicBezTo>
                  <a:cubicBezTo>
                    <a:pt x="31" y="19"/>
                    <a:pt x="31" y="19"/>
                    <a:pt x="31" y="19"/>
                  </a:cubicBezTo>
                  <a:cubicBezTo>
                    <a:pt x="37" y="14"/>
                    <a:pt x="37" y="14"/>
                    <a:pt x="37" y="14"/>
                  </a:cubicBezTo>
                  <a:cubicBezTo>
                    <a:pt x="38" y="12"/>
                    <a:pt x="38" y="9"/>
                    <a:pt x="37" y="7"/>
                  </a:cubicBezTo>
                  <a:cubicBezTo>
                    <a:pt x="31" y="2"/>
                    <a:pt x="31" y="2"/>
                    <a:pt x="31" y="2"/>
                  </a:cubicBezTo>
                  <a:cubicBezTo>
                    <a:pt x="29" y="0"/>
                    <a:pt x="26" y="0"/>
                    <a:pt x="25" y="2"/>
                  </a:cubicBezTo>
                  <a:cubicBezTo>
                    <a:pt x="19" y="7"/>
                    <a:pt x="19" y="7"/>
                    <a:pt x="19" y="7"/>
                  </a:cubicBezTo>
                  <a:cubicBezTo>
                    <a:pt x="14" y="2"/>
                    <a:pt x="14" y="2"/>
                    <a:pt x="14" y="2"/>
                  </a:cubicBezTo>
                  <a:cubicBezTo>
                    <a:pt x="13" y="1"/>
                    <a:pt x="12" y="0"/>
                    <a:pt x="11" y="0"/>
                  </a:cubicBezTo>
                  <a:cubicBezTo>
                    <a:pt x="10" y="0"/>
                    <a:pt x="9" y="1"/>
                    <a:pt x="8" y="2"/>
                  </a:cubicBezTo>
                  <a:cubicBezTo>
                    <a:pt x="2" y="7"/>
                    <a:pt x="2" y="7"/>
                    <a:pt x="2" y="7"/>
                  </a:cubicBezTo>
                  <a:cubicBezTo>
                    <a:pt x="0" y="9"/>
                    <a:pt x="0" y="12"/>
                    <a:pt x="2" y="14"/>
                  </a:cubicBezTo>
                  <a:cubicBezTo>
                    <a:pt x="7" y="19"/>
                    <a:pt x="7" y="19"/>
                    <a:pt x="7" y="19"/>
                  </a:cubicBezTo>
                  <a:cubicBezTo>
                    <a:pt x="2" y="24"/>
                    <a:pt x="2" y="24"/>
                    <a:pt x="2" y="24"/>
                  </a:cubicBezTo>
                  <a:cubicBezTo>
                    <a:pt x="0" y="26"/>
                    <a:pt x="0" y="29"/>
                    <a:pt x="2" y="30"/>
                  </a:cubicBezTo>
                  <a:close/>
                  <a:moveTo>
                    <a:pt x="13" y="21"/>
                  </a:moveTo>
                  <a:cubicBezTo>
                    <a:pt x="14" y="20"/>
                    <a:pt x="14" y="18"/>
                    <a:pt x="13" y="17"/>
                  </a:cubicBezTo>
                  <a:cubicBezTo>
                    <a:pt x="7" y="10"/>
                    <a:pt x="7" y="10"/>
                    <a:pt x="7" y="10"/>
                  </a:cubicBezTo>
                  <a:cubicBezTo>
                    <a:pt x="11" y="6"/>
                    <a:pt x="11" y="6"/>
                    <a:pt x="11" y="6"/>
                  </a:cubicBezTo>
                  <a:cubicBezTo>
                    <a:pt x="17" y="13"/>
                    <a:pt x="17" y="13"/>
                    <a:pt x="17" y="13"/>
                  </a:cubicBezTo>
                  <a:cubicBezTo>
                    <a:pt x="18" y="14"/>
                    <a:pt x="20" y="14"/>
                    <a:pt x="21" y="13"/>
                  </a:cubicBezTo>
                  <a:cubicBezTo>
                    <a:pt x="28" y="6"/>
                    <a:pt x="28" y="6"/>
                    <a:pt x="28" y="6"/>
                  </a:cubicBezTo>
                  <a:cubicBezTo>
                    <a:pt x="32" y="10"/>
                    <a:pt x="32" y="10"/>
                    <a:pt x="32" y="10"/>
                  </a:cubicBezTo>
                  <a:cubicBezTo>
                    <a:pt x="25" y="17"/>
                    <a:pt x="25" y="17"/>
                    <a:pt x="25" y="17"/>
                  </a:cubicBezTo>
                  <a:cubicBezTo>
                    <a:pt x="24" y="18"/>
                    <a:pt x="24" y="20"/>
                    <a:pt x="25" y="21"/>
                  </a:cubicBezTo>
                  <a:cubicBezTo>
                    <a:pt x="32" y="27"/>
                    <a:pt x="32" y="27"/>
                    <a:pt x="32" y="27"/>
                  </a:cubicBezTo>
                  <a:cubicBezTo>
                    <a:pt x="28" y="31"/>
                    <a:pt x="28" y="31"/>
                    <a:pt x="28" y="31"/>
                  </a:cubicBezTo>
                  <a:cubicBezTo>
                    <a:pt x="21" y="25"/>
                    <a:pt x="21" y="25"/>
                    <a:pt x="21" y="25"/>
                  </a:cubicBezTo>
                  <a:cubicBezTo>
                    <a:pt x="21" y="24"/>
                    <a:pt x="20" y="24"/>
                    <a:pt x="19" y="24"/>
                  </a:cubicBezTo>
                  <a:cubicBezTo>
                    <a:pt x="19" y="24"/>
                    <a:pt x="18" y="24"/>
                    <a:pt x="17" y="25"/>
                  </a:cubicBezTo>
                  <a:cubicBezTo>
                    <a:pt x="11" y="31"/>
                    <a:pt x="11" y="31"/>
                    <a:pt x="11" y="31"/>
                  </a:cubicBezTo>
                  <a:cubicBezTo>
                    <a:pt x="7" y="27"/>
                    <a:pt x="7" y="27"/>
                    <a:pt x="7" y="27"/>
                  </a:cubicBezTo>
                  <a:lnTo>
                    <a:pt x="13" y="21"/>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63" name="Google Shape;663;p46"/>
            <p:cNvSpPr/>
            <p:nvPr/>
          </p:nvSpPr>
          <p:spPr>
            <a:xfrm>
              <a:off x="4144522" y="3344379"/>
              <a:ext cx="13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664" name="Google Shape;664;p46"/>
          <p:cNvGrpSpPr/>
          <p:nvPr/>
        </p:nvGrpSpPr>
        <p:grpSpPr>
          <a:xfrm>
            <a:off x="1470698" y="1434743"/>
            <a:ext cx="297253" cy="371015"/>
            <a:chOff x="1584841" y="3323461"/>
            <a:chExt cx="297253" cy="371015"/>
          </a:xfrm>
        </p:grpSpPr>
        <p:sp>
          <p:nvSpPr>
            <p:cNvPr id="665" name="Google Shape;665;p46"/>
            <p:cNvSpPr/>
            <p:nvPr/>
          </p:nvSpPr>
          <p:spPr>
            <a:xfrm>
              <a:off x="1584841" y="3323461"/>
              <a:ext cx="297253" cy="371015"/>
            </a:xfrm>
            <a:custGeom>
              <a:avLst/>
              <a:gdLst/>
              <a:ahLst/>
              <a:cxnLst/>
              <a:rect l="l" t="t" r="r" b="b"/>
              <a:pathLst>
                <a:path w="114" h="142" extrusionOk="0">
                  <a:moveTo>
                    <a:pt x="113" y="24"/>
                  </a:moveTo>
                  <a:cubicBezTo>
                    <a:pt x="90" y="1"/>
                    <a:pt x="90" y="1"/>
                    <a:pt x="90" y="1"/>
                  </a:cubicBezTo>
                  <a:cubicBezTo>
                    <a:pt x="89" y="0"/>
                    <a:pt x="88" y="0"/>
                    <a:pt x="88" y="0"/>
                  </a:cubicBezTo>
                  <a:cubicBezTo>
                    <a:pt x="8" y="0"/>
                    <a:pt x="8" y="0"/>
                    <a:pt x="8" y="0"/>
                  </a:cubicBezTo>
                  <a:cubicBezTo>
                    <a:pt x="4" y="0"/>
                    <a:pt x="0" y="4"/>
                    <a:pt x="0" y="8"/>
                  </a:cubicBezTo>
                  <a:cubicBezTo>
                    <a:pt x="0" y="134"/>
                    <a:pt x="0" y="134"/>
                    <a:pt x="0" y="134"/>
                  </a:cubicBezTo>
                  <a:cubicBezTo>
                    <a:pt x="0" y="139"/>
                    <a:pt x="4" y="142"/>
                    <a:pt x="8" y="142"/>
                  </a:cubicBezTo>
                  <a:cubicBezTo>
                    <a:pt x="105" y="142"/>
                    <a:pt x="105" y="142"/>
                    <a:pt x="105" y="142"/>
                  </a:cubicBezTo>
                  <a:cubicBezTo>
                    <a:pt x="110" y="142"/>
                    <a:pt x="114" y="139"/>
                    <a:pt x="114" y="134"/>
                  </a:cubicBezTo>
                  <a:cubicBezTo>
                    <a:pt x="114" y="26"/>
                    <a:pt x="114" y="26"/>
                    <a:pt x="114" y="26"/>
                  </a:cubicBezTo>
                  <a:cubicBezTo>
                    <a:pt x="114" y="25"/>
                    <a:pt x="113" y="24"/>
                    <a:pt x="113" y="24"/>
                  </a:cubicBezTo>
                  <a:close/>
                  <a:moveTo>
                    <a:pt x="106" y="25"/>
                  </a:moveTo>
                  <a:cubicBezTo>
                    <a:pt x="91" y="25"/>
                    <a:pt x="91" y="25"/>
                    <a:pt x="91" y="25"/>
                  </a:cubicBezTo>
                  <a:cubicBezTo>
                    <a:pt x="90" y="25"/>
                    <a:pt x="88" y="24"/>
                    <a:pt x="88" y="22"/>
                  </a:cubicBezTo>
                  <a:cubicBezTo>
                    <a:pt x="88" y="7"/>
                    <a:pt x="88" y="7"/>
                    <a:pt x="88" y="7"/>
                  </a:cubicBezTo>
                  <a:lnTo>
                    <a:pt x="106" y="25"/>
                  </a:lnTo>
                  <a:close/>
                  <a:moveTo>
                    <a:pt x="105" y="137"/>
                  </a:moveTo>
                  <a:cubicBezTo>
                    <a:pt x="8" y="137"/>
                    <a:pt x="8" y="137"/>
                    <a:pt x="8" y="137"/>
                  </a:cubicBezTo>
                  <a:cubicBezTo>
                    <a:pt x="7" y="137"/>
                    <a:pt x="5" y="136"/>
                    <a:pt x="5" y="134"/>
                  </a:cubicBezTo>
                  <a:cubicBezTo>
                    <a:pt x="5" y="8"/>
                    <a:pt x="5" y="8"/>
                    <a:pt x="5" y="8"/>
                  </a:cubicBezTo>
                  <a:cubicBezTo>
                    <a:pt x="5" y="7"/>
                    <a:pt x="7" y="5"/>
                    <a:pt x="8" y="5"/>
                  </a:cubicBezTo>
                  <a:cubicBezTo>
                    <a:pt x="83" y="5"/>
                    <a:pt x="83" y="5"/>
                    <a:pt x="83" y="5"/>
                  </a:cubicBezTo>
                  <a:cubicBezTo>
                    <a:pt x="83" y="22"/>
                    <a:pt x="83" y="22"/>
                    <a:pt x="83" y="22"/>
                  </a:cubicBezTo>
                  <a:cubicBezTo>
                    <a:pt x="83" y="27"/>
                    <a:pt x="87" y="31"/>
                    <a:pt x="91" y="31"/>
                  </a:cubicBezTo>
                  <a:cubicBezTo>
                    <a:pt x="108" y="31"/>
                    <a:pt x="108" y="31"/>
                    <a:pt x="108" y="31"/>
                  </a:cubicBezTo>
                  <a:cubicBezTo>
                    <a:pt x="108" y="134"/>
                    <a:pt x="108" y="134"/>
                    <a:pt x="108" y="134"/>
                  </a:cubicBezTo>
                  <a:cubicBezTo>
                    <a:pt x="108" y="136"/>
                    <a:pt x="107" y="137"/>
                    <a:pt x="105" y="13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66" name="Google Shape;666;p46"/>
            <p:cNvSpPr/>
            <p:nvPr/>
          </p:nvSpPr>
          <p:spPr>
            <a:xfrm>
              <a:off x="1670714" y="3369700"/>
              <a:ext cx="125507" cy="123305"/>
            </a:xfrm>
            <a:custGeom>
              <a:avLst/>
              <a:gdLst/>
              <a:ahLst/>
              <a:cxnLst/>
              <a:rect l="l" t="t" r="r" b="b"/>
              <a:pathLst>
                <a:path w="48" h="47" extrusionOk="0">
                  <a:moveTo>
                    <a:pt x="5" y="32"/>
                  </a:moveTo>
                  <a:cubicBezTo>
                    <a:pt x="15" y="32"/>
                    <a:pt x="15" y="32"/>
                    <a:pt x="15" y="32"/>
                  </a:cubicBezTo>
                  <a:cubicBezTo>
                    <a:pt x="15" y="43"/>
                    <a:pt x="15" y="43"/>
                    <a:pt x="15" y="43"/>
                  </a:cubicBezTo>
                  <a:cubicBezTo>
                    <a:pt x="15" y="45"/>
                    <a:pt x="17" y="47"/>
                    <a:pt x="20" y="47"/>
                  </a:cubicBezTo>
                  <a:cubicBezTo>
                    <a:pt x="28" y="47"/>
                    <a:pt x="28" y="47"/>
                    <a:pt x="28" y="47"/>
                  </a:cubicBezTo>
                  <a:cubicBezTo>
                    <a:pt x="31" y="47"/>
                    <a:pt x="33" y="45"/>
                    <a:pt x="33" y="43"/>
                  </a:cubicBezTo>
                  <a:cubicBezTo>
                    <a:pt x="33" y="32"/>
                    <a:pt x="33" y="32"/>
                    <a:pt x="33" y="32"/>
                  </a:cubicBezTo>
                  <a:cubicBezTo>
                    <a:pt x="43" y="32"/>
                    <a:pt x="43" y="32"/>
                    <a:pt x="43" y="32"/>
                  </a:cubicBezTo>
                  <a:cubicBezTo>
                    <a:pt x="46" y="32"/>
                    <a:pt x="48" y="30"/>
                    <a:pt x="48" y="28"/>
                  </a:cubicBezTo>
                  <a:cubicBezTo>
                    <a:pt x="48" y="19"/>
                    <a:pt x="48" y="19"/>
                    <a:pt x="48" y="19"/>
                  </a:cubicBezTo>
                  <a:cubicBezTo>
                    <a:pt x="48" y="17"/>
                    <a:pt x="46" y="15"/>
                    <a:pt x="43" y="15"/>
                  </a:cubicBezTo>
                  <a:cubicBezTo>
                    <a:pt x="33" y="15"/>
                    <a:pt x="33" y="15"/>
                    <a:pt x="33" y="15"/>
                  </a:cubicBezTo>
                  <a:cubicBezTo>
                    <a:pt x="33" y="4"/>
                    <a:pt x="33" y="4"/>
                    <a:pt x="33" y="4"/>
                  </a:cubicBezTo>
                  <a:cubicBezTo>
                    <a:pt x="33" y="2"/>
                    <a:pt x="31" y="0"/>
                    <a:pt x="28" y="0"/>
                  </a:cubicBezTo>
                  <a:cubicBezTo>
                    <a:pt x="20" y="0"/>
                    <a:pt x="20" y="0"/>
                    <a:pt x="20" y="0"/>
                  </a:cubicBezTo>
                  <a:cubicBezTo>
                    <a:pt x="17" y="0"/>
                    <a:pt x="15" y="2"/>
                    <a:pt x="15" y="4"/>
                  </a:cubicBezTo>
                  <a:cubicBezTo>
                    <a:pt x="15" y="15"/>
                    <a:pt x="15" y="15"/>
                    <a:pt x="15" y="15"/>
                  </a:cubicBezTo>
                  <a:cubicBezTo>
                    <a:pt x="5" y="15"/>
                    <a:pt x="5" y="15"/>
                    <a:pt x="5" y="15"/>
                  </a:cubicBezTo>
                  <a:cubicBezTo>
                    <a:pt x="2" y="15"/>
                    <a:pt x="0" y="17"/>
                    <a:pt x="0" y="19"/>
                  </a:cubicBezTo>
                  <a:cubicBezTo>
                    <a:pt x="0" y="28"/>
                    <a:pt x="0" y="28"/>
                    <a:pt x="0" y="28"/>
                  </a:cubicBezTo>
                  <a:cubicBezTo>
                    <a:pt x="0" y="30"/>
                    <a:pt x="2" y="32"/>
                    <a:pt x="5" y="32"/>
                  </a:cubicBezTo>
                  <a:close/>
                  <a:moveTo>
                    <a:pt x="6" y="20"/>
                  </a:moveTo>
                  <a:cubicBezTo>
                    <a:pt x="18" y="20"/>
                    <a:pt x="18" y="20"/>
                    <a:pt x="18" y="20"/>
                  </a:cubicBezTo>
                  <a:cubicBezTo>
                    <a:pt x="19" y="20"/>
                    <a:pt x="21" y="19"/>
                    <a:pt x="21" y="18"/>
                  </a:cubicBezTo>
                  <a:cubicBezTo>
                    <a:pt x="21" y="5"/>
                    <a:pt x="21" y="5"/>
                    <a:pt x="21" y="5"/>
                  </a:cubicBezTo>
                  <a:cubicBezTo>
                    <a:pt x="27" y="5"/>
                    <a:pt x="27" y="5"/>
                    <a:pt x="27" y="5"/>
                  </a:cubicBezTo>
                  <a:cubicBezTo>
                    <a:pt x="27" y="18"/>
                    <a:pt x="27" y="18"/>
                    <a:pt x="27" y="18"/>
                  </a:cubicBezTo>
                  <a:cubicBezTo>
                    <a:pt x="27" y="19"/>
                    <a:pt x="28" y="20"/>
                    <a:pt x="30" y="20"/>
                  </a:cubicBezTo>
                  <a:cubicBezTo>
                    <a:pt x="42" y="20"/>
                    <a:pt x="42" y="20"/>
                    <a:pt x="42" y="20"/>
                  </a:cubicBezTo>
                  <a:cubicBezTo>
                    <a:pt x="42" y="27"/>
                    <a:pt x="42" y="27"/>
                    <a:pt x="42" y="27"/>
                  </a:cubicBezTo>
                  <a:cubicBezTo>
                    <a:pt x="30" y="27"/>
                    <a:pt x="30" y="27"/>
                    <a:pt x="30" y="27"/>
                  </a:cubicBezTo>
                  <a:cubicBezTo>
                    <a:pt x="28" y="27"/>
                    <a:pt x="27" y="28"/>
                    <a:pt x="27" y="29"/>
                  </a:cubicBezTo>
                  <a:cubicBezTo>
                    <a:pt x="27" y="42"/>
                    <a:pt x="27" y="42"/>
                    <a:pt x="27" y="42"/>
                  </a:cubicBezTo>
                  <a:cubicBezTo>
                    <a:pt x="21" y="42"/>
                    <a:pt x="21" y="42"/>
                    <a:pt x="21" y="42"/>
                  </a:cubicBezTo>
                  <a:cubicBezTo>
                    <a:pt x="21" y="29"/>
                    <a:pt x="21" y="29"/>
                    <a:pt x="21" y="29"/>
                  </a:cubicBezTo>
                  <a:cubicBezTo>
                    <a:pt x="21" y="28"/>
                    <a:pt x="19" y="27"/>
                    <a:pt x="18" y="27"/>
                  </a:cubicBezTo>
                  <a:cubicBezTo>
                    <a:pt x="6" y="27"/>
                    <a:pt x="6" y="27"/>
                    <a:pt x="6" y="27"/>
                  </a:cubicBezTo>
                  <a:lnTo>
                    <a:pt x="6" y="20"/>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67" name="Google Shape;667;p46"/>
            <p:cNvSpPr/>
            <p:nvPr/>
          </p:nvSpPr>
          <p:spPr>
            <a:xfrm>
              <a:off x="1634383" y="3521629"/>
              <a:ext cx="198169" cy="13211"/>
            </a:xfrm>
            <a:custGeom>
              <a:avLst/>
              <a:gdLst/>
              <a:ahLst/>
              <a:cxnLst/>
              <a:rect l="l" t="t" r="r" b="b"/>
              <a:pathLst>
                <a:path w="76" h="5" extrusionOk="0">
                  <a:moveTo>
                    <a:pt x="3" y="5"/>
                  </a:moveTo>
                  <a:cubicBezTo>
                    <a:pt x="73" y="5"/>
                    <a:pt x="73" y="5"/>
                    <a:pt x="73" y="5"/>
                  </a:cubicBezTo>
                  <a:cubicBezTo>
                    <a:pt x="74" y="5"/>
                    <a:pt x="76" y="4"/>
                    <a:pt x="76" y="3"/>
                  </a:cubicBezTo>
                  <a:cubicBezTo>
                    <a:pt x="76" y="1"/>
                    <a:pt x="75" y="0"/>
                    <a:pt x="73" y="0"/>
                  </a:cubicBezTo>
                  <a:cubicBezTo>
                    <a:pt x="3" y="0"/>
                    <a:pt x="3" y="0"/>
                    <a:pt x="3" y="0"/>
                  </a:cubicBezTo>
                  <a:cubicBezTo>
                    <a:pt x="1" y="0"/>
                    <a:pt x="0" y="1"/>
                    <a:pt x="0" y="2"/>
                  </a:cubicBezTo>
                  <a:cubicBezTo>
                    <a:pt x="0" y="4"/>
                    <a:pt x="1" y="5"/>
                    <a:pt x="3"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68" name="Google Shape;668;p46"/>
            <p:cNvSpPr/>
            <p:nvPr/>
          </p:nvSpPr>
          <p:spPr>
            <a:xfrm>
              <a:off x="1634383" y="3557960"/>
              <a:ext cx="198169" cy="16514"/>
            </a:xfrm>
            <a:custGeom>
              <a:avLst/>
              <a:gdLst/>
              <a:ahLst/>
              <a:cxnLst/>
              <a:rect l="l" t="t" r="r" b="b"/>
              <a:pathLst>
                <a:path w="76" h="6" extrusionOk="0">
                  <a:moveTo>
                    <a:pt x="3" y="6"/>
                  </a:moveTo>
                  <a:cubicBezTo>
                    <a:pt x="73" y="6"/>
                    <a:pt x="73" y="6"/>
                    <a:pt x="73" y="6"/>
                  </a:cubicBezTo>
                  <a:cubicBezTo>
                    <a:pt x="74" y="6"/>
                    <a:pt x="76" y="5"/>
                    <a:pt x="76" y="4"/>
                  </a:cubicBezTo>
                  <a:cubicBezTo>
                    <a:pt x="76" y="2"/>
                    <a:pt x="75" y="0"/>
                    <a:pt x="73" y="0"/>
                  </a:cubicBezTo>
                  <a:cubicBezTo>
                    <a:pt x="3" y="0"/>
                    <a:pt x="3" y="0"/>
                    <a:pt x="3" y="0"/>
                  </a:cubicBezTo>
                  <a:cubicBezTo>
                    <a:pt x="1" y="0"/>
                    <a:pt x="0" y="1"/>
                    <a:pt x="0" y="3"/>
                  </a:cubicBezTo>
                  <a:cubicBezTo>
                    <a:pt x="0" y="4"/>
                    <a:pt x="1" y="6"/>
                    <a:pt x="3" y="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69" name="Google Shape;669;p46"/>
            <p:cNvSpPr/>
            <p:nvPr/>
          </p:nvSpPr>
          <p:spPr>
            <a:xfrm>
              <a:off x="1634383" y="3597594"/>
              <a:ext cx="198169" cy="13211"/>
            </a:xfrm>
            <a:custGeom>
              <a:avLst/>
              <a:gdLst/>
              <a:ahLst/>
              <a:cxnLst/>
              <a:rect l="l" t="t" r="r" b="b"/>
              <a:pathLst>
                <a:path w="76" h="5" extrusionOk="0">
                  <a:moveTo>
                    <a:pt x="3" y="5"/>
                  </a:moveTo>
                  <a:cubicBezTo>
                    <a:pt x="73" y="5"/>
                    <a:pt x="73" y="5"/>
                    <a:pt x="73" y="5"/>
                  </a:cubicBezTo>
                  <a:cubicBezTo>
                    <a:pt x="74" y="5"/>
                    <a:pt x="76" y="4"/>
                    <a:pt x="76" y="3"/>
                  </a:cubicBezTo>
                  <a:cubicBezTo>
                    <a:pt x="76" y="1"/>
                    <a:pt x="75" y="0"/>
                    <a:pt x="73" y="0"/>
                  </a:cubicBezTo>
                  <a:cubicBezTo>
                    <a:pt x="3" y="0"/>
                    <a:pt x="3" y="0"/>
                    <a:pt x="3" y="0"/>
                  </a:cubicBezTo>
                  <a:cubicBezTo>
                    <a:pt x="1" y="0"/>
                    <a:pt x="0" y="0"/>
                    <a:pt x="0" y="2"/>
                  </a:cubicBezTo>
                  <a:cubicBezTo>
                    <a:pt x="0" y="4"/>
                    <a:pt x="1" y="5"/>
                    <a:pt x="3"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70" name="Google Shape;670;p46"/>
            <p:cNvSpPr/>
            <p:nvPr/>
          </p:nvSpPr>
          <p:spPr>
            <a:xfrm>
              <a:off x="1634383" y="3633924"/>
              <a:ext cx="165141" cy="13211"/>
            </a:xfrm>
            <a:custGeom>
              <a:avLst/>
              <a:gdLst/>
              <a:ahLst/>
              <a:cxnLst/>
              <a:rect l="l" t="t" r="r" b="b"/>
              <a:pathLst>
                <a:path w="63" h="5" extrusionOk="0">
                  <a:moveTo>
                    <a:pt x="60" y="0"/>
                  </a:moveTo>
                  <a:cubicBezTo>
                    <a:pt x="3" y="0"/>
                    <a:pt x="3" y="0"/>
                    <a:pt x="3" y="0"/>
                  </a:cubicBezTo>
                  <a:cubicBezTo>
                    <a:pt x="1" y="0"/>
                    <a:pt x="0" y="1"/>
                    <a:pt x="0" y="2"/>
                  </a:cubicBezTo>
                  <a:cubicBezTo>
                    <a:pt x="0" y="4"/>
                    <a:pt x="1" y="5"/>
                    <a:pt x="3" y="5"/>
                  </a:cubicBezTo>
                  <a:cubicBezTo>
                    <a:pt x="60" y="5"/>
                    <a:pt x="60" y="5"/>
                    <a:pt x="60" y="5"/>
                  </a:cubicBezTo>
                  <a:cubicBezTo>
                    <a:pt x="62" y="5"/>
                    <a:pt x="63" y="4"/>
                    <a:pt x="63" y="3"/>
                  </a:cubicBezTo>
                  <a:cubicBezTo>
                    <a:pt x="63" y="1"/>
                    <a:pt x="62" y="0"/>
                    <a:pt x="60"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71" name="Google Shape;671;p46"/>
            <p:cNvSpPr/>
            <p:nvPr/>
          </p:nvSpPr>
          <p:spPr>
            <a:xfrm>
              <a:off x="1817139" y="3633924"/>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672" name="Google Shape;672;p46"/>
          <p:cNvGrpSpPr/>
          <p:nvPr/>
        </p:nvGrpSpPr>
        <p:grpSpPr>
          <a:xfrm>
            <a:off x="7384273" y="1434743"/>
            <a:ext cx="253505" cy="371015"/>
            <a:chOff x="5639596" y="2705837"/>
            <a:chExt cx="253505" cy="371015"/>
          </a:xfrm>
        </p:grpSpPr>
        <p:sp>
          <p:nvSpPr>
            <p:cNvPr id="673" name="Google Shape;673;p46"/>
            <p:cNvSpPr/>
            <p:nvPr/>
          </p:nvSpPr>
          <p:spPr>
            <a:xfrm>
              <a:off x="5639596" y="2705837"/>
              <a:ext cx="253216" cy="371015"/>
            </a:xfrm>
            <a:custGeom>
              <a:avLst/>
              <a:gdLst/>
              <a:ahLst/>
              <a:cxnLst/>
              <a:rect l="l" t="t" r="r" b="b"/>
              <a:pathLst>
                <a:path w="97" h="142" extrusionOk="0">
                  <a:moveTo>
                    <a:pt x="95" y="112"/>
                  </a:moveTo>
                  <a:cubicBezTo>
                    <a:pt x="93" y="112"/>
                    <a:pt x="92" y="113"/>
                    <a:pt x="92" y="115"/>
                  </a:cubicBezTo>
                  <a:cubicBezTo>
                    <a:pt x="92" y="128"/>
                    <a:pt x="92" y="128"/>
                    <a:pt x="92" y="128"/>
                  </a:cubicBezTo>
                  <a:cubicBezTo>
                    <a:pt x="92" y="133"/>
                    <a:pt x="88" y="137"/>
                    <a:pt x="83" y="137"/>
                  </a:cubicBezTo>
                  <a:cubicBezTo>
                    <a:pt x="14" y="137"/>
                    <a:pt x="14" y="137"/>
                    <a:pt x="14" y="137"/>
                  </a:cubicBezTo>
                  <a:cubicBezTo>
                    <a:pt x="10" y="137"/>
                    <a:pt x="6" y="133"/>
                    <a:pt x="6" y="128"/>
                  </a:cubicBezTo>
                  <a:cubicBezTo>
                    <a:pt x="6" y="14"/>
                    <a:pt x="6" y="14"/>
                    <a:pt x="6" y="14"/>
                  </a:cubicBezTo>
                  <a:cubicBezTo>
                    <a:pt x="6" y="9"/>
                    <a:pt x="10" y="5"/>
                    <a:pt x="14" y="5"/>
                  </a:cubicBezTo>
                  <a:cubicBezTo>
                    <a:pt x="89" y="5"/>
                    <a:pt x="89" y="5"/>
                    <a:pt x="89" y="5"/>
                  </a:cubicBezTo>
                  <a:cubicBezTo>
                    <a:pt x="90" y="5"/>
                    <a:pt x="92" y="7"/>
                    <a:pt x="92" y="8"/>
                  </a:cubicBezTo>
                  <a:cubicBezTo>
                    <a:pt x="92" y="91"/>
                    <a:pt x="92" y="91"/>
                    <a:pt x="92" y="91"/>
                  </a:cubicBezTo>
                  <a:cubicBezTo>
                    <a:pt x="92" y="91"/>
                    <a:pt x="92" y="91"/>
                    <a:pt x="92" y="92"/>
                  </a:cubicBezTo>
                  <a:cubicBezTo>
                    <a:pt x="94" y="94"/>
                    <a:pt x="97" y="92"/>
                    <a:pt x="97" y="90"/>
                  </a:cubicBezTo>
                  <a:cubicBezTo>
                    <a:pt x="97" y="14"/>
                    <a:pt x="97" y="14"/>
                    <a:pt x="97" y="14"/>
                  </a:cubicBezTo>
                  <a:cubicBezTo>
                    <a:pt x="97" y="6"/>
                    <a:pt x="91" y="0"/>
                    <a:pt x="83" y="0"/>
                  </a:cubicBezTo>
                  <a:cubicBezTo>
                    <a:pt x="14" y="0"/>
                    <a:pt x="14" y="0"/>
                    <a:pt x="14" y="0"/>
                  </a:cubicBezTo>
                  <a:cubicBezTo>
                    <a:pt x="6" y="0"/>
                    <a:pt x="0" y="6"/>
                    <a:pt x="0" y="14"/>
                  </a:cubicBezTo>
                  <a:cubicBezTo>
                    <a:pt x="0" y="128"/>
                    <a:pt x="0" y="128"/>
                    <a:pt x="0" y="128"/>
                  </a:cubicBezTo>
                  <a:cubicBezTo>
                    <a:pt x="0" y="136"/>
                    <a:pt x="6" y="142"/>
                    <a:pt x="14" y="142"/>
                  </a:cubicBezTo>
                  <a:cubicBezTo>
                    <a:pt x="83" y="142"/>
                    <a:pt x="83" y="142"/>
                    <a:pt x="83" y="142"/>
                  </a:cubicBezTo>
                  <a:cubicBezTo>
                    <a:pt x="91" y="142"/>
                    <a:pt x="97" y="136"/>
                    <a:pt x="97" y="128"/>
                  </a:cubicBezTo>
                  <a:cubicBezTo>
                    <a:pt x="97" y="115"/>
                    <a:pt x="97" y="115"/>
                    <a:pt x="97" y="115"/>
                  </a:cubicBezTo>
                  <a:cubicBezTo>
                    <a:pt x="97" y="113"/>
                    <a:pt x="96" y="112"/>
                    <a:pt x="95" y="1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74" name="Google Shape;674;p46"/>
            <p:cNvSpPr/>
            <p:nvPr/>
          </p:nvSpPr>
          <p:spPr>
            <a:xfrm>
              <a:off x="5673726" y="2734461"/>
              <a:ext cx="64955" cy="64955"/>
            </a:xfrm>
            <a:custGeom>
              <a:avLst/>
              <a:gdLst/>
              <a:ahLst/>
              <a:cxnLst/>
              <a:rect l="l" t="t" r="r" b="b"/>
              <a:pathLst>
                <a:path w="25" h="25" extrusionOk="0">
                  <a:moveTo>
                    <a:pt x="12" y="0"/>
                  </a:moveTo>
                  <a:cubicBezTo>
                    <a:pt x="5" y="0"/>
                    <a:pt x="0" y="6"/>
                    <a:pt x="0" y="13"/>
                  </a:cubicBezTo>
                  <a:cubicBezTo>
                    <a:pt x="0" y="20"/>
                    <a:pt x="5" y="25"/>
                    <a:pt x="12" y="25"/>
                  </a:cubicBezTo>
                  <a:cubicBezTo>
                    <a:pt x="19" y="25"/>
                    <a:pt x="25" y="20"/>
                    <a:pt x="25" y="13"/>
                  </a:cubicBezTo>
                  <a:cubicBezTo>
                    <a:pt x="25" y="6"/>
                    <a:pt x="19" y="0"/>
                    <a:pt x="12" y="0"/>
                  </a:cubicBezTo>
                  <a:close/>
                  <a:moveTo>
                    <a:pt x="12" y="20"/>
                  </a:moveTo>
                  <a:cubicBezTo>
                    <a:pt x="8" y="20"/>
                    <a:pt x="5" y="17"/>
                    <a:pt x="5" y="13"/>
                  </a:cubicBezTo>
                  <a:cubicBezTo>
                    <a:pt x="5" y="9"/>
                    <a:pt x="8" y="6"/>
                    <a:pt x="12" y="6"/>
                  </a:cubicBezTo>
                  <a:cubicBezTo>
                    <a:pt x="16" y="6"/>
                    <a:pt x="19" y="9"/>
                    <a:pt x="19" y="13"/>
                  </a:cubicBezTo>
                  <a:cubicBezTo>
                    <a:pt x="19" y="17"/>
                    <a:pt x="16" y="20"/>
                    <a:pt x="12" y="2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75" name="Google Shape;675;p46"/>
            <p:cNvSpPr/>
            <p:nvPr/>
          </p:nvSpPr>
          <p:spPr>
            <a:xfrm>
              <a:off x="5795930" y="2734461"/>
              <a:ext cx="64955" cy="64955"/>
            </a:xfrm>
            <a:custGeom>
              <a:avLst/>
              <a:gdLst/>
              <a:ahLst/>
              <a:cxnLst/>
              <a:rect l="l" t="t" r="r" b="b"/>
              <a:pathLst>
                <a:path w="25" h="25" extrusionOk="0">
                  <a:moveTo>
                    <a:pt x="12" y="0"/>
                  </a:moveTo>
                  <a:cubicBezTo>
                    <a:pt x="5" y="0"/>
                    <a:pt x="0" y="6"/>
                    <a:pt x="0" y="13"/>
                  </a:cubicBezTo>
                  <a:cubicBezTo>
                    <a:pt x="0" y="20"/>
                    <a:pt x="5" y="25"/>
                    <a:pt x="12" y="25"/>
                  </a:cubicBezTo>
                  <a:cubicBezTo>
                    <a:pt x="19" y="25"/>
                    <a:pt x="25" y="20"/>
                    <a:pt x="25" y="13"/>
                  </a:cubicBezTo>
                  <a:cubicBezTo>
                    <a:pt x="25" y="6"/>
                    <a:pt x="19" y="0"/>
                    <a:pt x="12" y="0"/>
                  </a:cubicBezTo>
                  <a:close/>
                  <a:moveTo>
                    <a:pt x="12" y="20"/>
                  </a:moveTo>
                  <a:cubicBezTo>
                    <a:pt x="9" y="20"/>
                    <a:pt x="5" y="17"/>
                    <a:pt x="5" y="13"/>
                  </a:cubicBezTo>
                  <a:cubicBezTo>
                    <a:pt x="5" y="9"/>
                    <a:pt x="9" y="6"/>
                    <a:pt x="12" y="6"/>
                  </a:cubicBezTo>
                  <a:cubicBezTo>
                    <a:pt x="16" y="6"/>
                    <a:pt x="19" y="9"/>
                    <a:pt x="19" y="13"/>
                  </a:cubicBezTo>
                  <a:cubicBezTo>
                    <a:pt x="19" y="17"/>
                    <a:pt x="16" y="20"/>
                    <a:pt x="12" y="2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76" name="Google Shape;676;p46"/>
            <p:cNvSpPr/>
            <p:nvPr/>
          </p:nvSpPr>
          <p:spPr>
            <a:xfrm>
              <a:off x="5673726" y="2818132"/>
              <a:ext cx="64955" cy="64955"/>
            </a:xfrm>
            <a:custGeom>
              <a:avLst/>
              <a:gdLst/>
              <a:ahLst/>
              <a:cxnLst/>
              <a:rect l="l" t="t" r="r" b="b"/>
              <a:pathLst>
                <a:path w="25" h="25" extrusionOk="0">
                  <a:moveTo>
                    <a:pt x="12" y="0"/>
                  </a:moveTo>
                  <a:cubicBezTo>
                    <a:pt x="5" y="0"/>
                    <a:pt x="0" y="6"/>
                    <a:pt x="0" y="12"/>
                  </a:cubicBezTo>
                  <a:cubicBezTo>
                    <a:pt x="0" y="19"/>
                    <a:pt x="5" y="25"/>
                    <a:pt x="12" y="25"/>
                  </a:cubicBezTo>
                  <a:cubicBezTo>
                    <a:pt x="19" y="25"/>
                    <a:pt x="25" y="19"/>
                    <a:pt x="25" y="12"/>
                  </a:cubicBezTo>
                  <a:cubicBezTo>
                    <a:pt x="25" y="6"/>
                    <a:pt x="19" y="0"/>
                    <a:pt x="12" y="0"/>
                  </a:cubicBezTo>
                  <a:close/>
                  <a:moveTo>
                    <a:pt x="12" y="19"/>
                  </a:moveTo>
                  <a:cubicBezTo>
                    <a:pt x="8" y="19"/>
                    <a:pt x="5" y="16"/>
                    <a:pt x="5" y="12"/>
                  </a:cubicBezTo>
                  <a:cubicBezTo>
                    <a:pt x="5" y="9"/>
                    <a:pt x="8" y="5"/>
                    <a:pt x="12" y="5"/>
                  </a:cubicBezTo>
                  <a:cubicBezTo>
                    <a:pt x="16" y="5"/>
                    <a:pt x="19" y="9"/>
                    <a:pt x="19" y="12"/>
                  </a:cubicBezTo>
                  <a:cubicBezTo>
                    <a:pt x="19" y="16"/>
                    <a:pt x="16" y="19"/>
                    <a:pt x="12" y="1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77" name="Google Shape;677;p46"/>
            <p:cNvSpPr/>
            <p:nvPr/>
          </p:nvSpPr>
          <p:spPr>
            <a:xfrm>
              <a:off x="5795930" y="2818132"/>
              <a:ext cx="64955" cy="64955"/>
            </a:xfrm>
            <a:custGeom>
              <a:avLst/>
              <a:gdLst/>
              <a:ahLst/>
              <a:cxnLst/>
              <a:rect l="l" t="t" r="r" b="b"/>
              <a:pathLst>
                <a:path w="25" h="25" extrusionOk="0">
                  <a:moveTo>
                    <a:pt x="12" y="0"/>
                  </a:moveTo>
                  <a:cubicBezTo>
                    <a:pt x="5" y="0"/>
                    <a:pt x="0" y="6"/>
                    <a:pt x="0" y="12"/>
                  </a:cubicBezTo>
                  <a:cubicBezTo>
                    <a:pt x="0" y="19"/>
                    <a:pt x="5" y="25"/>
                    <a:pt x="12" y="25"/>
                  </a:cubicBezTo>
                  <a:cubicBezTo>
                    <a:pt x="19" y="25"/>
                    <a:pt x="25" y="19"/>
                    <a:pt x="25" y="12"/>
                  </a:cubicBezTo>
                  <a:cubicBezTo>
                    <a:pt x="25" y="6"/>
                    <a:pt x="19" y="0"/>
                    <a:pt x="12" y="0"/>
                  </a:cubicBezTo>
                  <a:close/>
                  <a:moveTo>
                    <a:pt x="12" y="19"/>
                  </a:moveTo>
                  <a:cubicBezTo>
                    <a:pt x="9" y="19"/>
                    <a:pt x="5" y="16"/>
                    <a:pt x="5" y="12"/>
                  </a:cubicBezTo>
                  <a:cubicBezTo>
                    <a:pt x="5" y="9"/>
                    <a:pt x="9" y="5"/>
                    <a:pt x="12" y="5"/>
                  </a:cubicBezTo>
                  <a:cubicBezTo>
                    <a:pt x="16" y="5"/>
                    <a:pt x="19" y="9"/>
                    <a:pt x="19" y="12"/>
                  </a:cubicBezTo>
                  <a:cubicBezTo>
                    <a:pt x="19" y="16"/>
                    <a:pt x="16" y="19"/>
                    <a:pt x="12" y="1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78" name="Google Shape;678;p46"/>
            <p:cNvSpPr/>
            <p:nvPr/>
          </p:nvSpPr>
          <p:spPr>
            <a:xfrm>
              <a:off x="5673726" y="2899602"/>
              <a:ext cx="64955" cy="64955"/>
            </a:xfrm>
            <a:custGeom>
              <a:avLst/>
              <a:gdLst/>
              <a:ahLst/>
              <a:cxnLst/>
              <a:rect l="l" t="t" r="r" b="b"/>
              <a:pathLst>
                <a:path w="25" h="25" extrusionOk="0">
                  <a:moveTo>
                    <a:pt x="12" y="0"/>
                  </a:moveTo>
                  <a:cubicBezTo>
                    <a:pt x="5" y="0"/>
                    <a:pt x="0" y="6"/>
                    <a:pt x="0" y="13"/>
                  </a:cubicBezTo>
                  <a:cubicBezTo>
                    <a:pt x="0" y="20"/>
                    <a:pt x="5" y="25"/>
                    <a:pt x="12" y="25"/>
                  </a:cubicBezTo>
                  <a:cubicBezTo>
                    <a:pt x="19" y="25"/>
                    <a:pt x="25" y="20"/>
                    <a:pt x="25" y="13"/>
                  </a:cubicBezTo>
                  <a:cubicBezTo>
                    <a:pt x="25" y="6"/>
                    <a:pt x="19" y="0"/>
                    <a:pt x="12" y="0"/>
                  </a:cubicBezTo>
                  <a:close/>
                  <a:moveTo>
                    <a:pt x="12" y="20"/>
                  </a:moveTo>
                  <a:cubicBezTo>
                    <a:pt x="8" y="20"/>
                    <a:pt x="5" y="17"/>
                    <a:pt x="5" y="13"/>
                  </a:cubicBezTo>
                  <a:cubicBezTo>
                    <a:pt x="5" y="9"/>
                    <a:pt x="8" y="6"/>
                    <a:pt x="12" y="6"/>
                  </a:cubicBezTo>
                  <a:cubicBezTo>
                    <a:pt x="16" y="6"/>
                    <a:pt x="19" y="9"/>
                    <a:pt x="19" y="13"/>
                  </a:cubicBezTo>
                  <a:cubicBezTo>
                    <a:pt x="19" y="17"/>
                    <a:pt x="16" y="20"/>
                    <a:pt x="12" y="2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79" name="Google Shape;679;p46"/>
            <p:cNvSpPr/>
            <p:nvPr/>
          </p:nvSpPr>
          <p:spPr>
            <a:xfrm>
              <a:off x="5795930" y="2899602"/>
              <a:ext cx="64955" cy="64955"/>
            </a:xfrm>
            <a:custGeom>
              <a:avLst/>
              <a:gdLst/>
              <a:ahLst/>
              <a:cxnLst/>
              <a:rect l="l" t="t" r="r" b="b"/>
              <a:pathLst>
                <a:path w="25" h="25" extrusionOk="0">
                  <a:moveTo>
                    <a:pt x="12" y="0"/>
                  </a:moveTo>
                  <a:cubicBezTo>
                    <a:pt x="5" y="0"/>
                    <a:pt x="0" y="6"/>
                    <a:pt x="0" y="13"/>
                  </a:cubicBezTo>
                  <a:cubicBezTo>
                    <a:pt x="0" y="20"/>
                    <a:pt x="5" y="25"/>
                    <a:pt x="12" y="25"/>
                  </a:cubicBezTo>
                  <a:cubicBezTo>
                    <a:pt x="19" y="25"/>
                    <a:pt x="25" y="20"/>
                    <a:pt x="25" y="13"/>
                  </a:cubicBezTo>
                  <a:cubicBezTo>
                    <a:pt x="25" y="6"/>
                    <a:pt x="19" y="0"/>
                    <a:pt x="12" y="0"/>
                  </a:cubicBezTo>
                  <a:close/>
                  <a:moveTo>
                    <a:pt x="12" y="20"/>
                  </a:moveTo>
                  <a:cubicBezTo>
                    <a:pt x="9" y="20"/>
                    <a:pt x="5" y="17"/>
                    <a:pt x="5" y="13"/>
                  </a:cubicBezTo>
                  <a:cubicBezTo>
                    <a:pt x="5" y="9"/>
                    <a:pt x="9" y="6"/>
                    <a:pt x="12" y="6"/>
                  </a:cubicBezTo>
                  <a:cubicBezTo>
                    <a:pt x="16" y="6"/>
                    <a:pt x="19" y="9"/>
                    <a:pt x="19" y="13"/>
                  </a:cubicBezTo>
                  <a:cubicBezTo>
                    <a:pt x="19" y="17"/>
                    <a:pt x="16" y="20"/>
                    <a:pt x="12" y="2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80" name="Google Shape;680;p46"/>
            <p:cNvSpPr/>
            <p:nvPr/>
          </p:nvSpPr>
          <p:spPr>
            <a:xfrm>
              <a:off x="5673726" y="2983273"/>
              <a:ext cx="64955" cy="64955"/>
            </a:xfrm>
            <a:custGeom>
              <a:avLst/>
              <a:gdLst/>
              <a:ahLst/>
              <a:cxnLst/>
              <a:rect l="l" t="t" r="r" b="b"/>
              <a:pathLst>
                <a:path w="25" h="25" extrusionOk="0">
                  <a:moveTo>
                    <a:pt x="12" y="0"/>
                  </a:moveTo>
                  <a:cubicBezTo>
                    <a:pt x="5" y="0"/>
                    <a:pt x="0" y="5"/>
                    <a:pt x="0" y="12"/>
                  </a:cubicBezTo>
                  <a:cubicBezTo>
                    <a:pt x="0" y="19"/>
                    <a:pt x="5" y="25"/>
                    <a:pt x="12" y="25"/>
                  </a:cubicBezTo>
                  <a:cubicBezTo>
                    <a:pt x="19" y="25"/>
                    <a:pt x="25" y="19"/>
                    <a:pt x="25" y="12"/>
                  </a:cubicBezTo>
                  <a:cubicBezTo>
                    <a:pt x="25" y="5"/>
                    <a:pt x="19" y="0"/>
                    <a:pt x="12" y="0"/>
                  </a:cubicBezTo>
                  <a:close/>
                  <a:moveTo>
                    <a:pt x="12" y="19"/>
                  </a:moveTo>
                  <a:cubicBezTo>
                    <a:pt x="8" y="19"/>
                    <a:pt x="5" y="16"/>
                    <a:pt x="5" y="12"/>
                  </a:cubicBezTo>
                  <a:cubicBezTo>
                    <a:pt x="5" y="9"/>
                    <a:pt x="8" y="5"/>
                    <a:pt x="12" y="5"/>
                  </a:cubicBezTo>
                  <a:cubicBezTo>
                    <a:pt x="16" y="5"/>
                    <a:pt x="19" y="9"/>
                    <a:pt x="19" y="12"/>
                  </a:cubicBezTo>
                  <a:cubicBezTo>
                    <a:pt x="19" y="16"/>
                    <a:pt x="16" y="19"/>
                    <a:pt x="12" y="1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81" name="Google Shape;681;p46"/>
            <p:cNvSpPr/>
            <p:nvPr/>
          </p:nvSpPr>
          <p:spPr>
            <a:xfrm>
              <a:off x="5795930" y="2983273"/>
              <a:ext cx="64955" cy="64955"/>
            </a:xfrm>
            <a:custGeom>
              <a:avLst/>
              <a:gdLst/>
              <a:ahLst/>
              <a:cxnLst/>
              <a:rect l="l" t="t" r="r" b="b"/>
              <a:pathLst>
                <a:path w="25" h="25" extrusionOk="0">
                  <a:moveTo>
                    <a:pt x="12" y="0"/>
                  </a:moveTo>
                  <a:cubicBezTo>
                    <a:pt x="5" y="0"/>
                    <a:pt x="0" y="5"/>
                    <a:pt x="0" y="12"/>
                  </a:cubicBezTo>
                  <a:cubicBezTo>
                    <a:pt x="0" y="19"/>
                    <a:pt x="5" y="25"/>
                    <a:pt x="12" y="25"/>
                  </a:cubicBezTo>
                  <a:cubicBezTo>
                    <a:pt x="19" y="25"/>
                    <a:pt x="25" y="19"/>
                    <a:pt x="25" y="12"/>
                  </a:cubicBezTo>
                  <a:cubicBezTo>
                    <a:pt x="25" y="5"/>
                    <a:pt x="19" y="0"/>
                    <a:pt x="12" y="0"/>
                  </a:cubicBezTo>
                  <a:close/>
                  <a:moveTo>
                    <a:pt x="12" y="19"/>
                  </a:moveTo>
                  <a:cubicBezTo>
                    <a:pt x="9" y="19"/>
                    <a:pt x="5" y="16"/>
                    <a:pt x="5" y="12"/>
                  </a:cubicBezTo>
                  <a:cubicBezTo>
                    <a:pt x="5" y="9"/>
                    <a:pt x="9" y="5"/>
                    <a:pt x="12" y="5"/>
                  </a:cubicBezTo>
                  <a:cubicBezTo>
                    <a:pt x="16" y="5"/>
                    <a:pt x="19" y="9"/>
                    <a:pt x="19" y="12"/>
                  </a:cubicBezTo>
                  <a:cubicBezTo>
                    <a:pt x="19" y="16"/>
                    <a:pt x="16" y="19"/>
                    <a:pt x="12" y="1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82" name="Google Shape;682;p46"/>
            <p:cNvSpPr/>
            <p:nvPr/>
          </p:nvSpPr>
          <p:spPr>
            <a:xfrm>
              <a:off x="5759599" y="2760884"/>
              <a:ext cx="15413" cy="264224"/>
            </a:xfrm>
            <a:custGeom>
              <a:avLst/>
              <a:gdLst/>
              <a:ahLst/>
              <a:cxnLst/>
              <a:rect l="l" t="t" r="r" b="b"/>
              <a:pathLst>
                <a:path w="6" h="101" extrusionOk="0">
                  <a:moveTo>
                    <a:pt x="0" y="3"/>
                  </a:moveTo>
                  <a:cubicBezTo>
                    <a:pt x="0" y="98"/>
                    <a:pt x="0" y="98"/>
                    <a:pt x="0" y="98"/>
                  </a:cubicBezTo>
                  <a:cubicBezTo>
                    <a:pt x="0" y="99"/>
                    <a:pt x="1" y="100"/>
                    <a:pt x="2" y="100"/>
                  </a:cubicBezTo>
                  <a:cubicBezTo>
                    <a:pt x="4" y="101"/>
                    <a:pt x="6" y="99"/>
                    <a:pt x="6" y="98"/>
                  </a:cubicBezTo>
                  <a:cubicBezTo>
                    <a:pt x="6" y="3"/>
                    <a:pt x="6" y="3"/>
                    <a:pt x="6" y="3"/>
                  </a:cubicBezTo>
                  <a:cubicBezTo>
                    <a:pt x="6" y="1"/>
                    <a:pt x="5" y="0"/>
                    <a:pt x="3" y="0"/>
                  </a:cubicBezTo>
                  <a:cubicBezTo>
                    <a:pt x="2" y="0"/>
                    <a:pt x="0" y="1"/>
                    <a:pt x="0" y="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83" name="Google Shape;683;p46"/>
            <p:cNvSpPr/>
            <p:nvPr/>
          </p:nvSpPr>
          <p:spPr>
            <a:xfrm>
              <a:off x="5879601" y="2966758"/>
              <a:ext cx="13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684" name="Google Shape;684;p46"/>
          <p:cNvGrpSpPr/>
          <p:nvPr/>
        </p:nvGrpSpPr>
        <p:grpSpPr>
          <a:xfrm>
            <a:off x="3415882" y="1434743"/>
            <a:ext cx="334685" cy="371015"/>
            <a:chOff x="1545207" y="2705837"/>
            <a:chExt cx="334685" cy="371015"/>
          </a:xfrm>
        </p:grpSpPr>
        <p:sp>
          <p:nvSpPr>
            <p:cNvPr id="685" name="Google Shape;685;p46"/>
            <p:cNvSpPr/>
            <p:nvPr/>
          </p:nvSpPr>
          <p:spPr>
            <a:xfrm>
              <a:off x="1545207" y="2705837"/>
              <a:ext cx="334685" cy="371015"/>
            </a:xfrm>
            <a:custGeom>
              <a:avLst/>
              <a:gdLst/>
              <a:ahLst/>
              <a:cxnLst/>
              <a:rect l="l" t="t" r="r" b="b"/>
              <a:pathLst>
                <a:path w="128" h="142" extrusionOk="0">
                  <a:moveTo>
                    <a:pt x="121" y="68"/>
                  </a:moveTo>
                  <a:cubicBezTo>
                    <a:pt x="121" y="26"/>
                    <a:pt x="121" y="26"/>
                    <a:pt x="121" y="26"/>
                  </a:cubicBezTo>
                  <a:cubicBezTo>
                    <a:pt x="121" y="25"/>
                    <a:pt x="120" y="24"/>
                    <a:pt x="120" y="24"/>
                  </a:cubicBezTo>
                  <a:cubicBezTo>
                    <a:pt x="97" y="1"/>
                    <a:pt x="97" y="1"/>
                    <a:pt x="97" y="1"/>
                  </a:cubicBezTo>
                  <a:cubicBezTo>
                    <a:pt x="96" y="0"/>
                    <a:pt x="96" y="0"/>
                    <a:pt x="95" y="0"/>
                  </a:cubicBezTo>
                  <a:cubicBezTo>
                    <a:pt x="72" y="0"/>
                    <a:pt x="72" y="0"/>
                    <a:pt x="72" y="0"/>
                  </a:cubicBezTo>
                  <a:cubicBezTo>
                    <a:pt x="71" y="0"/>
                    <a:pt x="70" y="1"/>
                    <a:pt x="70" y="2"/>
                  </a:cubicBezTo>
                  <a:cubicBezTo>
                    <a:pt x="69" y="4"/>
                    <a:pt x="71" y="5"/>
                    <a:pt x="72" y="5"/>
                  </a:cubicBezTo>
                  <a:cubicBezTo>
                    <a:pt x="90" y="5"/>
                    <a:pt x="90" y="5"/>
                    <a:pt x="90" y="5"/>
                  </a:cubicBezTo>
                  <a:cubicBezTo>
                    <a:pt x="90" y="22"/>
                    <a:pt x="90" y="22"/>
                    <a:pt x="90" y="22"/>
                  </a:cubicBezTo>
                  <a:cubicBezTo>
                    <a:pt x="90" y="27"/>
                    <a:pt x="94" y="31"/>
                    <a:pt x="98" y="31"/>
                  </a:cubicBezTo>
                  <a:cubicBezTo>
                    <a:pt x="115" y="31"/>
                    <a:pt x="115" y="31"/>
                    <a:pt x="115" y="31"/>
                  </a:cubicBezTo>
                  <a:cubicBezTo>
                    <a:pt x="115" y="68"/>
                    <a:pt x="115" y="68"/>
                    <a:pt x="115" y="68"/>
                  </a:cubicBezTo>
                  <a:cubicBezTo>
                    <a:pt x="48" y="68"/>
                    <a:pt x="48" y="68"/>
                    <a:pt x="48" y="68"/>
                  </a:cubicBezTo>
                  <a:cubicBezTo>
                    <a:pt x="47" y="68"/>
                    <a:pt x="47" y="67"/>
                    <a:pt x="46" y="66"/>
                  </a:cubicBezTo>
                  <a:cubicBezTo>
                    <a:pt x="42" y="60"/>
                    <a:pt x="42" y="60"/>
                    <a:pt x="42" y="60"/>
                  </a:cubicBezTo>
                  <a:cubicBezTo>
                    <a:pt x="41" y="57"/>
                    <a:pt x="38" y="56"/>
                    <a:pt x="35" y="56"/>
                  </a:cubicBezTo>
                  <a:cubicBezTo>
                    <a:pt x="12" y="56"/>
                    <a:pt x="12" y="56"/>
                    <a:pt x="12" y="56"/>
                  </a:cubicBezTo>
                  <a:cubicBezTo>
                    <a:pt x="12" y="8"/>
                    <a:pt x="12" y="8"/>
                    <a:pt x="12" y="8"/>
                  </a:cubicBezTo>
                  <a:cubicBezTo>
                    <a:pt x="12" y="7"/>
                    <a:pt x="14" y="5"/>
                    <a:pt x="15" y="5"/>
                  </a:cubicBezTo>
                  <a:cubicBezTo>
                    <a:pt x="47" y="5"/>
                    <a:pt x="47" y="5"/>
                    <a:pt x="47" y="5"/>
                  </a:cubicBezTo>
                  <a:cubicBezTo>
                    <a:pt x="48" y="5"/>
                    <a:pt x="50" y="5"/>
                    <a:pt x="50" y="3"/>
                  </a:cubicBezTo>
                  <a:cubicBezTo>
                    <a:pt x="50" y="1"/>
                    <a:pt x="49" y="0"/>
                    <a:pt x="47" y="0"/>
                  </a:cubicBezTo>
                  <a:cubicBezTo>
                    <a:pt x="15" y="0"/>
                    <a:pt x="15" y="0"/>
                    <a:pt x="15" y="0"/>
                  </a:cubicBezTo>
                  <a:cubicBezTo>
                    <a:pt x="11" y="0"/>
                    <a:pt x="7" y="4"/>
                    <a:pt x="7" y="8"/>
                  </a:cubicBezTo>
                  <a:cubicBezTo>
                    <a:pt x="7" y="56"/>
                    <a:pt x="7" y="56"/>
                    <a:pt x="7" y="56"/>
                  </a:cubicBezTo>
                  <a:cubicBezTo>
                    <a:pt x="3" y="57"/>
                    <a:pt x="0" y="60"/>
                    <a:pt x="0" y="64"/>
                  </a:cubicBezTo>
                  <a:cubicBezTo>
                    <a:pt x="0" y="135"/>
                    <a:pt x="0" y="135"/>
                    <a:pt x="0" y="135"/>
                  </a:cubicBezTo>
                  <a:cubicBezTo>
                    <a:pt x="0" y="139"/>
                    <a:pt x="3" y="142"/>
                    <a:pt x="8" y="142"/>
                  </a:cubicBezTo>
                  <a:cubicBezTo>
                    <a:pt x="120" y="142"/>
                    <a:pt x="120" y="142"/>
                    <a:pt x="120" y="142"/>
                  </a:cubicBezTo>
                  <a:cubicBezTo>
                    <a:pt x="124" y="142"/>
                    <a:pt x="128" y="139"/>
                    <a:pt x="128" y="135"/>
                  </a:cubicBezTo>
                  <a:cubicBezTo>
                    <a:pt x="128" y="75"/>
                    <a:pt x="128" y="75"/>
                    <a:pt x="128" y="75"/>
                  </a:cubicBezTo>
                  <a:cubicBezTo>
                    <a:pt x="128" y="71"/>
                    <a:pt x="125" y="68"/>
                    <a:pt x="121" y="68"/>
                  </a:cubicBezTo>
                  <a:close/>
                  <a:moveTo>
                    <a:pt x="96" y="22"/>
                  </a:moveTo>
                  <a:cubicBezTo>
                    <a:pt x="96" y="7"/>
                    <a:pt x="96" y="7"/>
                    <a:pt x="96" y="7"/>
                  </a:cubicBezTo>
                  <a:cubicBezTo>
                    <a:pt x="113" y="25"/>
                    <a:pt x="113" y="25"/>
                    <a:pt x="113" y="25"/>
                  </a:cubicBezTo>
                  <a:cubicBezTo>
                    <a:pt x="98" y="25"/>
                    <a:pt x="98" y="25"/>
                    <a:pt x="98" y="25"/>
                  </a:cubicBezTo>
                  <a:cubicBezTo>
                    <a:pt x="97" y="25"/>
                    <a:pt x="96" y="24"/>
                    <a:pt x="96" y="22"/>
                  </a:cubicBezTo>
                  <a:close/>
                  <a:moveTo>
                    <a:pt x="122" y="135"/>
                  </a:moveTo>
                  <a:cubicBezTo>
                    <a:pt x="122" y="136"/>
                    <a:pt x="121" y="137"/>
                    <a:pt x="120" y="137"/>
                  </a:cubicBezTo>
                  <a:cubicBezTo>
                    <a:pt x="8" y="137"/>
                    <a:pt x="8" y="137"/>
                    <a:pt x="8" y="137"/>
                  </a:cubicBezTo>
                  <a:cubicBezTo>
                    <a:pt x="7" y="137"/>
                    <a:pt x="6" y="136"/>
                    <a:pt x="6" y="135"/>
                  </a:cubicBezTo>
                  <a:cubicBezTo>
                    <a:pt x="6" y="64"/>
                    <a:pt x="6" y="64"/>
                    <a:pt x="6" y="64"/>
                  </a:cubicBezTo>
                  <a:cubicBezTo>
                    <a:pt x="6" y="63"/>
                    <a:pt x="7" y="62"/>
                    <a:pt x="8" y="62"/>
                  </a:cubicBezTo>
                  <a:cubicBezTo>
                    <a:pt x="35" y="62"/>
                    <a:pt x="35" y="62"/>
                    <a:pt x="35" y="62"/>
                  </a:cubicBezTo>
                  <a:cubicBezTo>
                    <a:pt x="36" y="62"/>
                    <a:pt x="37" y="62"/>
                    <a:pt x="37" y="63"/>
                  </a:cubicBezTo>
                  <a:cubicBezTo>
                    <a:pt x="42" y="69"/>
                    <a:pt x="42" y="69"/>
                    <a:pt x="42" y="69"/>
                  </a:cubicBezTo>
                  <a:cubicBezTo>
                    <a:pt x="43" y="72"/>
                    <a:pt x="45" y="73"/>
                    <a:pt x="48" y="73"/>
                  </a:cubicBezTo>
                  <a:cubicBezTo>
                    <a:pt x="120" y="73"/>
                    <a:pt x="120" y="73"/>
                    <a:pt x="120" y="73"/>
                  </a:cubicBezTo>
                  <a:cubicBezTo>
                    <a:pt x="121" y="73"/>
                    <a:pt x="122" y="74"/>
                    <a:pt x="122" y="75"/>
                  </a:cubicBezTo>
                  <a:cubicBezTo>
                    <a:pt x="122" y="135"/>
                    <a:pt x="122" y="135"/>
                    <a:pt x="122" y="13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86" name="Google Shape;686;p46"/>
            <p:cNvSpPr/>
            <p:nvPr/>
          </p:nvSpPr>
          <p:spPr>
            <a:xfrm>
              <a:off x="1649797" y="2920519"/>
              <a:ext cx="125507" cy="125506"/>
            </a:xfrm>
            <a:custGeom>
              <a:avLst/>
              <a:gdLst/>
              <a:ahLst/>
              <a:cxnLst/>
              <a:rect l="l" t="t" r="r" b="b"/>
              <a:pathLst>
                <a:path w="48" h="48" extrusionOk="0">
                  <a:moveTo>
                    <a:pt x="43" y="15"/>
                  </a:moveTo>
                  <a:cubicBezTo>
                    <a:pt x="33" y="15"/>
                    <a:pt x="33" y="15"/>
                    <a:pt x="33" y="15"/>
                  </a:cubicBezTo>
                  <a:cubicBezTo>
                    <a:pt x="33" y="5"/>
                    <a:pt x="33" y="5"/>
                    <a:pt x="33" y="5"/>
                  </a:cubicBezTo>
                  <a:cubicBezTo>
                    <a:pt x="33" y="2"/>
                    <a:pt x="31" y="0"/>
                    <a:pt x="28" y="0"/>
                  </a:cubicBezTo>
                  <a:cubicBezTo>
                    <a:pt x="20" y="0"/>
                    <a:pt x="20" y="0"/>
                    <a:pt x="20" y="0"/>
                  </a:cubicBezTo>
                  <a:cubicBezTo>
                    <a:pt x="17" y="0"/>
                    <a:pt x="15" y="2"/>
                    <a:pt x="15" y="5"/>
                  </a:cubicBezTo>
                  <a:cubicBezTo>
                    <a:pt x="15" y="15"/>
                    <a:pt x="15" y="15"/>
                    <a:pt x="15" y="15"/>
                  </a:cubicBezTo>
                  <a:cubicBezTo>
                    <a:pt x="5" y="15"/>
                    <a:pt x="5" y="15"/>
                    <a:pt x="5" y="15"/>
                  </a:cubicBezTo>
                  <a:cubicBezTo>
                    <a:pt x="2" y="15"/>
                    <a:pt x="0" y="17"/>
                    <a:pt x="0" y="20"/>
                  </a:cubicBezTo>
                  <a:cubicBezTo>
                    <a:pt x="0" y="28"/>
                    <a:pt x="0" y="28"/>
                    <a:pt x="0" y="28"/>
                  </a:cubicBezTo>
                  <a:cubicBezTo>
                    <a:pt x="0" y="30"/>
                    <a:pt x="2" y="33"/>
                    <a:pt x="5" y="33"/>
                  </a:cubicBezTo>
                  <a:cubicBezTo>
                    <a:pt x="15" y="33"/>
                    <a:pt x="15" y="33"/>
                    <a:pt x="15" y="33"/>
                  </a:cubicBezTo>
                  <a:cubicBezTo>
                    <a:pt x="15" y="43"/>
                    <a:pt x="15" y="43"/>
                    <a:pt x="15" y="43"/>
                  </a:cubicBezTo>
                  <a:cubicBezTo>
                    <a:pt x="15" y="46"/>
                    <a:pt x="17" y="48"/>
                    <a:pt x="20" y="48"/>
                  </a:cubicBezTo>
                  <a:cubicBezTo>
                    <a:pt x="28" y="48"/>
                    <a:pt x="28" y="48"/>
                    <a:pt x="28" y="48"/>
                  </a:cubicBezTo>
                  <a:cubicBezTo>
                    <a:pt x="31" y="48"/>
                    <a:pt x="33" y="46"/>
                    <a:pt x="33" y="43"/>
                  </a:cubicBezTo>
                  <a:cubicBezTo>
                    <a:pt x="33" y="33"/>
                    <a:pt x="33" y="33"/>
                    <a:pt x="33" y="33"/>
                  </a:cubicBezTo>
                  <a:cubicBezTo>
                    <a:pt x="43" y="33"/>
                    <a:pt x="43" y="33"/>
                    <a:pt x="43" y="33"/>
                  </a:cubicBezTo>
                  <a:cubicBezTo>
                    <a:pt x="46" y="33"/>
                    <a:pt x="48" y="30"/>
                    <a:pt x="48" y="28"/>
                  </a:cubicBezTo>
                  <a:cubicBezTo>
                    <a:pt x="48" y="20"/>
                    <a:pt x="48" y="20"/>
                    <a:pt x="48" y="20"/>
                  </a:cubicBezTo>
                  <a:cubicBezTo>
                    <a:pt x="48" y="17"/>
                    <a:pt x="46" y="15"/>
                    <a:pt x="43" y="15"/>
                  </a:cubicBezTo>
                  <a:close/>
                  <a:moveTo>
                    <a:pt x="42" y="27"/>
                  </a:moveTo>
                  <a:cubicBezTo>
                    <a:pt x="30" y="27"/>
                    <a:pt x="30" y="27"/>
                    <a:pt x="30" y="27"/>
                  </a:cubicBezTo>
                  <a:cubicBezTo>
                    <a:pt x="28" y="27"/>
                    <a:pt x="27" y="28"/>
                    <a:pt x="27" y="30"/>
                  </a:cubicBezTo>
                  <a:cubicBezTo>
                    <a:pt x="27" y="42"/>
                    <a:pt x="27" y="42"/>
                    <a:pt x="27" y="42"/>
                  </a:cubicBezTo>
                  <a:cubicBezTo>
                    <a:pt x="21" y="42"/>
                    <a:pt x="21" y="42"/>
                    <a:pt x="21" y="42"/>
                  </a:cubicBezTo>
                  <a:cubicBezTo>
                    <a:pt x="21" y="30"/>
                    <a:pt x="21" y="30"/>
                    <a:pt x="21" y="30"/>
                  </a:cubicBezTo>
                  <a:cubicBezTo>
                    <a:pt x="21" y="28"/>
                    <a:pt x="19" y="27"/>
                    <a:pt x="18" y="27"/>
                  </a:cubicBezTo>
                  <a:cubicBezTo>
                    <a:pt x="6" y="27"/>
                    <a:pt x="6" y="27"/>
                    <a:pt x="6" y="27"/>
                  </a:cubicBezTo>
                  <a:cubicBezTo>
                    <a:pt x="6" y="21"/>
                    <a:pt x="6" y="21"/>
                    <a:pt x="6" y="21"/>
                  </a:cubicBezTo>
                  <a:cubicBezTo>
                    <a:pt x="18" y="21"/>
                    <a:pt x="18" y="21"/>
                    <a:pt x="18" y="21"/>
                  </a:cubicBezTo>
                  <a:cubicBezTo>
                    <a:pt x="19" y="21"/>
                    <a:pt x="21" y="19"/>
                    <a:pt x="21" y="18"/>
                  </a:cubicBezTo>
                  <a:cubicBezTo>
                    <a:pt x="21" y="6"/>
                    <a:pt x="21" y="6"/>
                    <a:pt x="21" y="6"/>
                  </a:cubicBezTo>
                  <a:cubicBezTo>
                    <a:pt x="27" y="6"/>
                    <a:pt x="27" y="6"/>
                    <a:pt x="27" y="6"/>
                  </a:cubicBezTo>
                  <a:cubicBezTo>
                    <a:pt x="27" y="18"/>
                    <a:pt x="27" y="18"/>
                    <a:pt x="27" y="18"/>
                  </a:cubicBezTo>
                  <a:cubicBezTo>
                    <a:pt x="27" y="19"/>
                    <a:pt x="28" y="21"/>
                    <a:pt x="30" y="21"/>
                  </a:cubicBezTo>
                  <a:cubicBezTo>
                    <a:pt x="42" y="21"/>
                    <a:pt x="42" y="21"/>
                    <a:pt x="42" y="21"/>
                  </a:cubicBezTo>
                  <a:cubicBezTo>
                    <a:pt x="42" y="27"/>
                    <a:pt x="42" y="27"/>
                    <a:pt x="42" y="2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87" name="Google Shape;687;p46"/>
            <p:cNvSpPr/>
            <p:nvPr/>
          </p:nvSpPr>
          <p:spPr>
            <a:xfrm>
              <a:off x="1694935" y="2705837"/>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688" name="Google Shape;688;p46"/>
          <p:cNvGrpSpPr/>
          <p:nvPr/>
        </p:nvGrpSpPr>
        <p:grpSpPr>
          <a:xfrm>
            <a:off x="1431065" y="3116242"/>
            <a:ext cx="376521" cy="372116"/>
            <a:chOff x="3183403" y="2077204"/>
            <a:chExt cx="376521" cy="372116"/>
          </a:xfrm>
        </p:grpSpPr>
        <p:sp>
          <p:nvSpPr>
            <p:cNvPr id="689" name="Google Shape;689;p46"/>
            <p:cNvSpPr/>
            <p:nvPr/>
          </p:nvSpPr>
          <p:spPr>
            <a:xfrm>
              <a:off x="3371663" y="2143260"/>
              <a:ext cx="123305" cy="122204"/>
            </a:xfrm>
            <a:custGeom>
              <a:avLst/>
              <a:gdLst/>
              <a:ahLst/>
              <a:cxnLst/>
              <a:rect l="l" t="t" r="r" b="b"/>
              <a:pathLst>
                <a:path w="47" h="47" extrusionOk="0">
                  <a:moveTo>
                    <a:pt x="4" y="32"/>
                  </a:moveTo>
                  <a:cubicBezTo>
                    <a:pt x="15" y="32"/>
                    <a:pt x="15" y="32"/>
                    <a:pt x="15" y="32"/>
                  </a:cubicBezTo>
                  <a:cubicBezTo>
                    <a:pt x="15" y="43"/>
                    <a:pt x="15" y="43"/>
                    <a:pt x="15" y="43"/>
                  </a:cubicBezTo>
                  <a:cubicBezTo>
                    <a:pt x="15" y="45"/>
                    <a:pt x="17" y="47"/>
                    <a:pt x="19" y="47"/>
                  </a:cubicBezTo>
                  <a:cubicBezTo>
                    <a:pt x="28" y="47"/>
                    <a:pt x="28" y="47"/>
                    <a:pt x="28" y="47"/>
                  </a:cubicBezTo>
                  <a:cubicBezTo>
                    <a:pt x="30" y="47"/>
                    <a:pt x="32" y="45"/>
                    <a:pt x="32" y="43"/>
                  </a:cubicBezTo>
                  <a:cubicBezTo>
                    <a:pt x="32" y="32"/>
                    <a:pt x="32" y="32"/>
                    <a:pt x="32" y="32"/>
                  </a:cubicBezTo>
                  <a:cubicBezTo>
                    <a:pt x="43" y="32"/>
                    <a:pt x="43" y="32"/>
                    <a:pt x="43" y="32"/>
                  </a:cubicBezTo>
                  <a:cubicBezTo>
                    <a:pt x="45" y="32"/>
                    <a:pt x="47" y="30"/>
                    <a:pt x="47" y="28"/>
                  </a:cubicBezTo>
                  <a:cubicBezTo>
                    <a:pt x="47" y="19"/>
                    <a:pt x="47" y="19"/>
                    <a:pt x="47" y="19"/>
                  </a:cubicBezTo>
                  <a:cubicBezTo>
                    <a:pt x="47" y="17"/>
                    <a:pt x="45" y="15"/>
                    <a:pt x="43" y="15"/>
                  </a:cubicBezTo>
                  <a:cubicBezTo>
                    <a:pt x="32" y="15"/>
                    <a:pt x="32" y="15"/>
                    <a:pt x="32" y="15"/>
                  </a:cubicBezTo>
                  <a:cubicBezTo>
                    <a:pt x="32" y="4"/>
                    <a:pt x="32" y="4"/>
                    <a:pt x="32" y="4"/>
                  </a:cubicBezTo>
                  <a:cubicBezTo>
                    <a:pt x="32" y="2"/>
                    <a:pt x="30" y="0"/>
                    <a:pt x="28" y="0"/>
                  </a:cubicBezTo>
                  <a:cubicBezTo>
                    <a:pt x="19" y="0"/>
                    <a:pt x="19" y="0"/>
                    <a:pt x="19" y="0"/>
                  </a:cubicBezTo>
                  <a:cubicBezTo>
                    <a:pt x="17" y="0"/>
                    <a:pt x="15" y="2"/>
                    <a:pt x="15" y="4"/>
                  </a:cubicBezTo>
                  <a:cubicBezTo>
                    <a:pt x="15" y="15"/>
                    <a:pt x="15" y="15"/>
                    <a:pt x="15" y="15"/>
                  </a:cubicBezTo>
                  <a:cubicBezTo>
                    <a:pt x="4" y="15"/>
                    <a:pt x="4" y="15"/>
                    <a:pt x="4" y="15"/>
                  </a:cubicBezTo>
                  <a:cubicBezTo>
                    <a:pt x="2" y="15"/>
                    <a:pt x="0" y="17"/>
                    <a:pt x="0" y="19"/>
                  </a:cubicBezTo>
                  <a:cubicBezTo>
                    <a:pt x="0" y="28"/>
                    <a:pt x="0" y="28"/>
                    <a:pt x="0" y="28"/>
                  </a:cubicBezTo>
                  <a:cubicBezTo>
                    <a:pt x="0" y="30"/>
                    <a:pt x="2" y="32"/>
                    <a:pt x="4" y="32"/>
                  </a:cubicBezTo>
                  <a:close/>
                  <a:moveTo>
                    <a:pt x="5" y="20"/>
                  </a:moveTo>
                  <a:cubicBezTo>
                    <a:pt x="18" y="20"/>
                    <a:pt x="18" y="20"/>
                    <a:pt x="18" y="20"/>
                  </a:cubicBezTo>
                  <a:cubicBezTo>
                    <a:pt x="19" y="20"/>
                    <a:pt x="20" y="19"/>
                    <a:pt x="20" y="17"/>
                  </a:cubicBezTo>
                  <a:cubicBezTo>
                    <a:pt x="20" y="5"/>
                    <a:pt x="20" y="5"/>
                    <a:pt x="20" y="5"/>
                  </a:cubicBezTo>
                  <a:cubicBezTo>
                    <a:pt x="27" y="5"/>
                    <a:pt x="27" y="5"/>
                    <a:pt x="27" y="5"/>
                  </a:cubicBezTo>
                  <a:cubicBezTo>
                    <a:pt x="27" y="17"/>
                    <a:pt x="27" y="17"/>
                    <a:pt x="27" y="17"/>
                  </a:cubicBezTo>
                  <a:cubicBezTo>
                    <a:pt x="27" y="19"/>
                    <a:pt x="28" y="20"/>
                    <a:pt x="30" y="20"/>
                  </a:cubicBezTo>
                  <a:cubicBezTo>
                    <a:pt x="42" y="20"/>
                    <a:pt x="42" y="20"/>
                    <a:pt x="42" y="20"/>
                  </a:cubicBezTo>
                  <a:cubicBezTo>
                    <a:pt x="42" y="27"/>
                    <a:pt x="42" y="27"/>
                    <a:pt x="42" y="27"/>
                  </a:cubicBezTo>
                  <a:cubicBezTo>
                    <a:pt x="30" y="27"/>
                    <a:pt x="30" y="27"/>
                    <a:pt x="30" y="27"/>
                  </a:cubicBezTo>
                  <a:cubicBezTo>
                    <a:pt x="28" y="27"/>
                    <a:pt x="27" y="28"/>
                    <a:pt x="27" y="29"/>
                  </a:cubicBezTo>
                  <a:cubicBezTo>
                    <a:pt x="27" y="42"/>
                    <a:pt x="27" y="42"/>
                    <a:pt x="27" y="42"/>
                  </a:cubicBezTo>
                  <a:cubicBezTo>
                    <a:pt x="20" y="42"/>
                    <a:pt x="20" y="42"/>
                    <a:pt x="20" y="42"/>
                  </a:cubicBezTo>
                  <a:cubicBezTo>
                    <a:pt x="20" y="29"/>
                    <a:pt x="20" y="29"/>
                    <a:pt x="20" y="29"/>
                  </a:cubicBezTo>
                  <a:cubicBezTo>
                    <a:pt x="20" y="28"/>
                    <a:pt x="19" y="27"/>
                    <a:pt x="18" y="27"/>
                  </a:cubicBezTo>
                  <a:cubicBezTo>
                    <a:pt x="5" y="27"/>
                    <a:pt x="5" y="27"/>
                    <a:pt x="5" y="27"/>
                  </a:cubicBezTo>
                  <a:lnTo>
                    <a:pt x="5" y="20"/>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90" name="Google Shape;690;p46"/>
            <p:cNvSpPr/>
            <p:nvPr/>
          </p:nvSpPr>
          <p:spPr>
            <a:xfrm>
              <a:off x="3183403" y="2077204"/>
              <a:ext cx="376521" cy="372116"/>
            </a:xfrm>
            <a:custGeom>
              <a:avLst/>
              <a:gdLst/>
              <a:ahLst/>
              <a:cxnLst/>
              <a:rect l="l" t="t" r="r" b="b"/>
              <a:pathLst>
                <a:path w="144" h="142" extrusionOk="0">
                  <a:moveTo>
                    <a:pt x="130" y="14"/>
                  </a:moveTo>
                  <a:cubicBezTo>
                    <a:pt x="121" y="5"/>
                    <a:pt x="109" y="0"/>
                    <a:pt x="97" y="0"/>
                  </a:cubicBezTo>
                  <a:cubicBezTo>
                    <a:pt x="84" y="0"/>
                    <a:pt x="72" y="4"/>
                    <a:pt x="63" y="12"/>
                  </a:cubicBezTo>
                  <a:cubicBezTo>
                    <a:pt x="62" y="14"/>
                    <a:pt x="62" y="15"/>
                    <a:pt x="63" y="16"/>
                  </a:cubicBezTo>
                  <a:cubicBezTo>
                    <a:pt x="64" y="18"/>
                    <a:pt x="66" y="18"/>
                    <a:pt x="67" y="17"/>
                  </a:cubicBezTo>
                  <a:cubicBezTo>
                    <a:pt x="75" y="9"/>
                    <a:pt x="86" y="5"/>
                    <a:pt x="97" y="6"/>
                  </a:cubicBezTo>
                  <a:cubicBezTo>
                    <a:pt x="108" y="6"/>
                    <a:pt x="118" y="10"/>
                    <a:pt x="126" y="18"/>
                  </a:cubicBezTo>
                  <a:cubicBezTo>
                    <a:pt x="134" y="26"/>
                    <a:pt x="138" y="37"/>
                    <a:pt x="138" y="48"/>
                  </a:cubicBezTo>
                  <a:cubicBezTo>
                    <a:pt x="138" y="60"/>
                    <a:pt x="134" y="71"/>
                    <a:pt x="126" y="79"/>
                  </a:cubicBezTo>
                  <a:cubicBezTo>
                    <a:pt x="118" y="87"/>
                    <a:pt x="107" y="91"/>
                    <a:pt x="96" y="91"/>
                  </a:cubicBezTo>
                  <a:cubicBezTo>
                    <a:pt x="84" y="91"/>
                    <a:pt x="73" y="87"/>
                    <a:pt x="65" y="79"/>
                  </a:cubicBezTo>
                  <a:cubicBezTo>
                    <a:pt x="54" y="68"/>
                    <a:pt x="50" y="51"/>
                    <a:pt x="55" y="36"/>
                  </a:cubicBezTo>
                  <a:cubicBezTo>
                    <a:pt x="55" y="35"/>
                    <a:pt x="54" y="33"/>
                    <a:pt x="53" y="33"/>
                  </a:cubicBezTo>
                  <a:cubicBezTo>
                    <a:pt x="51" y="32"/>
                    <a:pt x="50" y="33"/>
                    <a:pt x="49" y="35"/>
                  </a:cubicBezTo>
                  <a:cubicBezTo>
                    <a:pt x="45" y="48"/>
                    <a:pt x="47" y="62"/>
                    <a:pt x="54" y="73"/>
                  </a:cubicBezTo>
                  <a:cubicBezTo>
                    <a:pt x="5" y="122"/>
                    <a:pt x="5" y="122"/>
                    <a:pt x="5" y="122"/>
                  </a:cubicBezTo>
                  <a:cubicBezTo>
                    <a:pt x="0" y="127"/>
                    <a:pt x="0" y="134"/>
                    <a:pt x="5" y="139"/>
                  </a:cubicBezTo>
                  <a:cubicBezTo>
                    <a:pt x="7" y="141"/>
                    <a:pt x="10" y="142"/>
                    <a:pt x="13" y="142"/>
                  </a:cubicBezTo>
                  <a:cubicBezTo>
                    <a:pt x="16" y="142"/>
                    <a:pt x="19" y="141"/>
                    <a:pt x="22" y="139"/>
                  </a:cubicBezTo>
                  <a:cubicBezTo>
                    <a:pt x="71" y="90"/>
                    <a:pt x="71" y="90"/>
                    <a:pt x="71" y="90"/>
                  </a:cubicBezTo>
                  <a:cubicBezTo>
                    <a:pt x="78" y="94"/>
                    <a:pt x="87" y="97"/>
                    <a:pt x="96" y="97"/>
                  </a:cubicBezTo>
                  <a:cubicBezTo>
                    <a:pt x="109" y="97"/>
                    <a:pt x="121" y="92"/>
                    <a:pt x="130" y="83"/>
                  </a:cubicBezTo>
                  <a:cubicBezTo>
                    <a:pt x="139" y="73"/>
                    <a:pt x="144" y="61"/>
                    <a:pt x="144" y="48"/>
                  </a:cubicBezTo>
                  <a:cubicBezTo>
                    <a:pt x="144" y="35"/>
                    <a:pt x="139" y="23"/>
                    <a:pt x="130" y="14"/>
                  </a:cubicBezTo>
                  <a:close/>
                  <a:moveTo>
                    <a:pt x="18" y="135"/>
                  </a:moveTo>
                  <a:cubicBezTo>
                    <a:pt x="15" y="137"/>
                    <a:pt x="11" y="137"/>
                    <a:pt x="9" y="135"/>
                  </a:cubicBezTo>
                  <a:cubicBezTo>
                    <a:pt x="7" y="133"/>
                    <a:pt x="7" y="129"/>
                    <a:pt x="9" y="126"/>
                  </a:cubicBezTo>
                  <a:cubicBezTo>
                    <a:pt x="41" y="94"/>
                    <a:pt x="41" y="94"/>
                    <a:pt x="41" y="94"/>
                  </a:cubicBezTo>
                  <a:cubicBezTo>
                    <a:pt x="50" y="103"/>
                    <a:pt x="50" y="103"/>
                    <a:pt x="50" y="103"/>
                  </a:cubicBezTo>
                  <a:lnTo>
                    <a:pt x="18" y="135"/>
                  </a:lnTo>
                  <a:close/>
                  <a:moveTo>
                    <a:pt x="54" y="99"/>
                  </a:moveTo>
                  <a:cubicBezTo>
                    <a:pt x="45" y="90"/>
                    <a:pt x="45" y="90"/>
                    <a:pt x="45" y="90"/>
                  </a:cubicBezTo>
                  <a:cubicBezTo>
                    <a:pt x="57" y="78"/>
                    <a:pt x="57" y="78"/>
                    <a:pt x="57" y="78"/>
                  </a:cubicBezTo>
                  <a:cubicBezTo>
                    <a:pt x="59" y="79"/>
                    <a:pt x="60" y="81"/>
                    <a:pt x="61" y="83"/>
                  </a:cubicBezTo>
                  <a:cubicBezTo>
                    <a:pt x="63" y="84"/>
                    <a:pt x="64" y="85"/>
                    <a:pt x="66" y="87"/>
                  </a:cubicBezTo>
                  <a:lnTo>
                    <a:pt x="54" y="99"/>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91" name="Google Shape;691;p46"/>
            <p:cNvSpPr/>
            <p:nvPr/>
          </p:nvSpPr>
          <p:spPr>
            <a:xfrm>
              <a:off x="3337535" y="2105829"/>
              <a:ext cx="190463" cy="193764"/>
            </a:xfrm>
            <a:custGeom>
              <a:avLst/>
              <a:gdLst/>
              <a:ahLst/>
              <a:cxnLst/>
              <a:rect l="l" t="t" r="r" b="b"/>
              <a:pathLst>
                <a:path w="73" h="74" extrusionOk="0">
                  <a:moveTo>
                    <a:pt x="11" y="63"/>
                  </a:moveTo>
                  <a:cubicBezTo>
                    <a:pt x="18" y="70"/>
                    <a:pt x="27" y="74"/>
                    <a:pt x="37" y="74"/>
                  </a:cubicBezTo>
                  <a:cubicBezTo>
                    <a:pt x="46" y="74"/>
                    <a:pt x="56" y="70"/>
                    <a:pt x="63" y="63"/>
                  </a:cubicBezTo>
                  <a:cubicBezTo>
                    <a:pt x="70" y="56"/>
                    <a:pt x="73" y="47"/>
                    <a:pt x="73" y="37"/>
                  </a:cubicBezTo>
                  <a:cubicBezTo>
                    <a:pt x="73" y="27"/>
                    <a:pt x="70" y="18"/>
                    <a:pt x="63" y="11"/>
                  </a:cubicBezTo>
                  <a:cubicBezTo>
                    <a:pt x="56" y="4"/>
                    <a:pt x="46" y="0"/>
                    <a:pt x="37" y="0"/>
                  </a:cubicBezTo>
                  <a:cubicBezTo>
                    <a:pt x="27" y="0"/>
                    <a:pt x="18" y="4"/>
                    <a:pt x="11" y="11"/>
                  </a:cubicBezTo>
                  <a:cubicBezTo>
                    <a:pt x="4" y="18"/>
                    <a:pt x="0" y="27"/>
                    <a:pt x="0" y="37"/>
                  </a:cubicBezTo>
                  <a:cubicBezTo>
                    <a:pt x="0" y="47"/>
                    <a:pt x="4" y="56"/>
                    <a:pt x="11" y="63"/>
                  </a:cubicBezTo>
                  <a:close/>
                  <a:moveTo>
                    <a:pt x="15" y="15"/>
                  </a:moveTo>
                  <a:cubicBezTo>
                    <a:pt x="20" y="9"/>
                    <a:pt x="28" y="6"/>
                    <a:pt x="37" y="6"/>
                  </a:cubicBezTo>
                  <a:cubicBezTo>
                    <a:pt x="45" y="6"/>
                    <a:pt x="53" y="9"/>
                    <a:pt x="59" y="15"/>
                  </a:cubicBezTo>
                  <a:cubicBezTo>
                    <a:pt x="65" y="21"/>
                    <a:pt x="68" y="29"/>
                    <a:pt x="68" y="37"/>
                  </a:cubicBezTo>
                  <a:cubicBezTo>
                    <a:pt x="68" y="46"/>
                    <a:pt x="65" y="54"/>
                    <a:pt x="59" y="59"/>
                  </a:cubicBezTo>
                  <a:cubicBezTo>
                    <a:pt x="53" y="65"/>
                    <a:pt x="45" y="69"/>
                    <a:pt x="37" y="69"/>
                  </a:cubicBezTo>
                  <a:cubicBezTo>
                    <a:pt x="28" y="69"/>
                    <a:pt x="20" y="65"/>
                    <a:pt x="15" y="59"/>
                  </a:cubicBezTo>
                  <a:cubicBezTo>
                    <a:pt x="9" y="54"/>
                    <a:pt x="5" y="46"/>
                    <a:pt x="5" y="37"/>
                  </a:cubicBezTo>
                  <a:cubicBezTo>
                    <a:pt x="5" y="29"/>
                    <a:pt x="9" y="21"/>
                    <a:pt x="15" y="1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692" name="Google Shape;692;p46"/>
            <p:cNvSpPr/>
            <p:nvPr/>
          </p:nvSpPr>
          <p:spPr>
            <a:xfrm>
              <a:off x="3324323" y="2132251"/>
              <a:ext cx="16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7626AC-929E-0E7D-2AEA-B31DB1065F83}"/>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10979444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17279E-4842-CFC1-A90A-D54649D98EB7}"/>
              </a:ext>
            </a:extLst>
          </p:cNvPr>
          <p:cNvSpPr>
            <a:spLocks noGrp="1"/>
          </p:cNvSpPr>
          <p:nvPr>
            <p:ph type="title"/>
          </p:nvPr>
        </p:nvSpPr>
        <p:spPr/>
        <p:txBody>
          <a:bodyPr/>
          <a:lstStyle/>
          <a:p>
            <a:endParaRPr lang="en-US"/>
          </a:p>
        </p:txBody>
      </p:sp>
      <p:sp>
        <p:nvSpPr>
          <p:cNvPr id="3" name="Text Placeholder 2">
            <a:extLst>
              <a:ext uri="{FF2B5EF4-FFF2-40B4-BE49-F238E27FC236}">
                <a16:creationId xmlns:a16="http://schemas.microsoft.com/office/drawing/2014/main" id="{AB2EC587-448E-C420-DEF3-B6E763926F36}"/>
              </a:ext>
            </a:extLst>
          </p:cNvPr>
          <p:cNvSpPr>
            <a:spLocks noGrp="1"/>
          </p:cNvSpPr>
          <p:nvPr>
            <p:ph type="body" idx="1"/>
          </p:nvPr>
        </p:nvSpPr>
        <p:spPr/>
        <p:txBody>
          <a:bodyPr/>
          <a:lstStyle/>
          <a:p>
            <a:r>
              <a:rPr lang="en-US" dirty="0"/>
              <a:t>Code structure </a:t>
            </a:r>
          </a:p>
          <a:p>
            <a:r>
              <a:rPr lang="en-US" dirty="0"/>
              <a:t>Our design :</a:t>
            </a:r>
            <a:r>
              <a:rPr lang="en-US" b="1" dirty="0"/>
              <a:t>chat-based interaction is enough</a:t>
            </a:r>
            <a:r>
              <a:rPr lang="en-US" dirty="0"/>
              <a:t>. Not a </a:t>
            </a:r>
            <a:r>
              <a:rPr lang="en-US" dirty="0" err="1"/>
              <a:t>Fruont</a:t>
            </a:r>
            <a:r>
              <a:rPr lang="en-US" dirty="0"/>
              <a:t> end based </a:t>
            </a:r>
            <a:r>
              <a:rPr lang="en-US" dirty="0" err="1"/>
              <a:t>ui</a:t>
            </a:r>
            <a:r>
              <a:rPr lang="en-US" dirty="0"/>
              <a:t> </a:t>
            </a:r>
          </a:p>
          <a:p>
            <a:r>
              <a:rPr lang="en-US" dirty="0" err="1"/>
              <a:t>Snowmed</a:t>
            </a:r>
            <a:r>
              <a:rPr lang="en-US" dirty="0"/>
              <a:t> IDS </a:t>
            </a:r>
          </a:p>
          <a:p>
            <a:r>
              <a:rPr lang="en-US" dirty="0"/>
              <a:t>Mini </a:t>
            </a:r>
            <a:r>
              <a:rPr lang="en-US" dirty="0" err="1"/>
              <a:t>Kn</a:t>
            </a:r>
            <a:r>
              <a:rPr lang="en-US" dirty="0"/>
              <a:t> </a:t>
            </a:r>
            <a:r>
              <a:rPr lang="en-US" dirty="0" err="1"/>
              <a:t>woledge</a:t>
            </a:r>
            <a:r>
              <a:rPr lang="en-US" dirty="0"/>
              <a:t> graph </a:t>
            </a:r>
          </a:p>
          <a:p>
            <a:r>
              <a:rPr lang="en-US" dirty="0"/>
              <a:t>Design,</a:t>
            </a:r>
          </a:p>
          <a:p>
            <a:r>
              <a:rPr lang="en-US" dirty="0"/>
              <a:t>Challenges</a:t>
            </a:r>
          </a:p>
          <a:p>
            <a:r>
              <a:rPr lang="en-US" dirty="0"/>
              <a:t>system behavior.</a:t>
            </a:r>
          </a:p>
          <a:p>
            <a:r>
              <a:rPr lang="en-US" dirty="0"/>
              <a:t>Emphasis on:</a:t>
            </a:r>
          </a:p>
          <a:p>
            <a:r>
              <a:rPr lang="en-US" dirty="0"/>
              <a:t>Safety and constraint handling </a:t>
            </a:r>
          </a:p>
          <a:p>
            <a:r>
              <a:rPr lang="en-US" dirty="0"/>
              <a:t>Reasoning quality </a:t>
            </a:r>
          </a:p>
          <a:p>
            <a:r>
              <a:rPr lang="en-US" dirty="0"/>
              <a:t>System integration (not “weak” or superficial connections)</a:t>
            </a:r>
          </a:p>
          <a:p>
            <a:br>
              <a:rPr lang="en-US" dirty="0"/>
            </a:br>
            <a:br>
              <a:rPr lang="en-US" dirty="0"/>
            </a:br>
            <a:endParaRPr lang="en-US" dirty="0"/>
          </a:p>
        </p:txBody>
      </p:sp>
      <p:sp>
        <p:nvSpPr>
          <p:cNvPr id="4" name="Picture Placeholder 3">
            <a:extLst>
              <a:ext uri="{FF2B5EF4-FFF2-40B4-BE49-F238E27FC236}">
                <a16:creationId xmlns:a16="http://schemas.microsoft.com/office/drawing/2014/main" id="{4E5C8691-4B6F-2C1F-434D-5B7B1147D495}"/>
              </a:ext>
            </a:extLst>
          </p:cNvPr>
          <p:cNvSpPr>
            <a:spLocks noGrp="1"/>
          </p:cNvSpPr>
          <p:nvPr>
            <p:ph type="pic" idx="2"/>
          </p:nvPr>
        </p:nvSpPr>
        <p:spPr/>
        <p:txBody>
          <a:bodyPr/>
          <a:lstStyle/>
          <a:p>
            <a:endParaRPr lang="en-US"/>
          </a:p>
        </p:txBody>
      </p:sp>
    </p:spTree>
    <p:extLst>
      <p:ext uri="{BB962C8B-B14F-4D97-AF65-F5344CB8AC3E}">
        <p14:creationId xmlns:p14="http://schemas.microsoft.com/office/powerpoint/2010/main" val="13346322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10"/>
        <p:cNvGrpSpPr/>
        <p:nvPr/>
      </p:nvGrpSpPr>
      <p:grpSpPr>
        <a:xfrm>
          <a:off x="0" y="0"/>
          <a:ext cx="0" cy="0"/>
          <a:chOff x="0" y="0"/>
          <a:chExt cx="0" cy="0"/>
        </a:xfrm>
      </p:grpSpPr>
      <p:sp>
        <p:nvSpPr>
          <p:cNvPr id="411" name="Google Shape;411;p34"/>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a:t>Contents of this template</a:t>
            </a:r>
            <a:endParaRPr/>
          </a:p>
        </p:txBody>
      </p:sp>
      <p:sp>
        <p:nvSpPr>
          <p:cNvPr id="412" name="Google Shape;412;p34"/>
          <p:cNvSpPr txBox="1">
            <a:spLocks noGrp="1"/>
          </p:cNvSpPr>
          <p:nvPr>
            <p:ph type="body" idx="1"/>
          </p:nvPr>
        </p:nvSpPr>
        <p:spPr>
          <a:xfrm>
            <a:off x="720000" y="1096350"/>
            <a:ext cx="7704000" cy="380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400"/>
              <a:buNone/>
            </a:pPr>
            <a:r>
              <a:rPr lang="en"/>
              <a:t>You can delete this slide when you’re done editing the presentation</a:t>
            </a:r>
            <a:endParaRPr/>
          </a:p>
        </p:txBody>
      </p:sp>
      <p:sp>
        <p:nvSpPr>
          <p:cNvPr id="413" name="Google Shape;413;p34"/>
          <p:cNvSpPr txBox="1"/>
          <p:nvPr/>
        </p:nvSpPr>
        <p:spPr>
          <a:xfrm>
            <a:off x="1098025" y="3971250"/>
            <a:ext cx="2144100" cy="461700"/>
          </a:xfrm>
          <a:prstGeom prst="rect">
            <a:avLst/>
          </a:prstGeom>
          <a:noFill/>
          <a:ln>
            <a:noFill/>
          </a:ln>
        </p:spPr>
        <p:txBody>
          <a:bodyPr spcFirstLastPara="1" wrap="square" lIns="91425" tIns="91425" rIns="91425" bIns="91425" anchor="t" anchorCtr="0">
            <a:noAutofit/>
          </a:bodyPr>
          <a:lstStyle/>
          <a:p>
            <a:pPr marL="0" marR="0" lvl="0" indent="0" algn="l" rtl="0">
              <a:lnSpc>
                <a:spcPct val="115000"/>
              </a:lnSpc>
              <a:spcBef>
                <a:spcPts val="0"/>
              </a:spcBef>
              <a:spcAft>
                <a:spcPts val="0"/>
              </a:spcAft>
              <a:buClr>
                <a:srgbClr val="000000"/>
              </a:buClr>
              <a:buSzPts val="1000"/>
              <a:buFont typeface="Arial"/>
              <a:buNone/>
            </a:pPr>
            <a:r>
              <a:rPr lang="en" sz="1000" b="0" i="0" u="none" strike="noStrike" cap="none">
                <a:solidFill>
                  <a:schemeClr val="dk1"/>
                </a:solidFill>
                <a:latin typeface="Karla"/>
                <a:ea typeface="Karla"/>
                <a:cs typeface="Karla"/>
                <a:sym typeface="Karla"/>
              </a:rPr>
              <a:t>For more info:</a:t>
            </a:r>
            <a:br>
              <a:rPr lang="en" sz="800" b="0" i="0" u="none" strike="noStrike" cap="none">
                <a:solidFill>
                  <a:schemeClr val="dk1"/>
                </a:solidFill>
                <a:latin typeface="Karla"/>
                <a:ea typeface="Karla"/>
                <a:cs typeface="Karla"/>
                <a:sym typeface="Karla"/>
              </a:rPr>
            </a:br>
            <a:r>
              <a:rPr lang="en" sz="1000" b="1" i="0" u="sng" strike="noStrike" cap="none">
                <a:solidFill>
                  <a:schemeClr val="dk1"/>
                </a:solidFill>
                <a:latin typeface="Karla"/>
                <a:ea typeface="Karla"/>
                <a:cs typeface="Karla"/>
                <a:sym typeface="Karla"/>
                <a:hlinkClick r:id="rId3">
                  <a:extLst>
                    <a:ext uri="{A12FA001-AC4F-418D-AE19-62706E023703}">
                      <ahyp:hlinkClr xmlns:ahyp="http://schemas.microsoft.com/office/drawing/2018/hyperlinkcolor" val="tx"/>
                    </a:ext>
                  </a:extLst>
                </a:hlinkClick>
              </a:rPr>
              <a:t>Slidesgo</a:t>
            </a:r>
            <a:r>
              <a:rPr lang="en" sz="1000" b="0" i="0" u="none" strike="noStrike" cap="none">
                <a:solidFill>
                  <a:schemeClr val="dk1"/>
                </a:solidFill>
                <a:uFill>
                  <a:noFill/>
                </a:uFill>
                <a:latin typeface="Karla"/>
                <a:ea typeface="Karla"/>
                <a:cs typeface="Karla"/>
                <a:sym typeface="Karla"/>
                <a:hlinkClick r:id="rId3">
                  <a:extLst>
                    <a:ext uri="{A12FA001-AC4F-418D-AE19-62706E023703}">
                      <ahyp:hlinkClr xmlns:ahyp="http://schemas.microsoft.com/office/drawing/2018/hyperlinkcolor" val="tx"/>
                    </a:ext>
                  </a:extLst>
                </a:hlinkClick>
              </a:rPr>
              <a:t> </a:t>
            </a:r>
            <a:r>
              <a:rPr lang="en" sz="1000" b="0" i="0" u="none" strike="noStrike" cap="none">
                <a:solidFill>
                  <a:schemeClr val="dk1"/>
                </a:solidFill>
                <a:latin typeface="Karla"/>
                <a:ea typeface="Karla"/>
                <a:cs typeface="Karla"/>
                <a:sym typeface="Karla"/>
              </a:rPr>
              <a:t>| </a:t>
            </a:r>
            <a:r>
              <a:rPr lang="en" sz="1000" b="1" i="0" u="sng" strike="noStrike" cap="none">
                <a:solidFill>
                  <a:schemeClr val="dk1"/>
                </a:solidFill>
                <a:latin typeface="Karla"/>
                <a:ea typeface="Karla"/>
                <a:cs typeface="Karla"/>
                <a:sym typeface="Karla"/>
                <a:hlinkClick r:id="rId4">
                  <a:extLst>
                    <a:ext uri="{A12FA001-AC4F-418D-AE19-62706E023703}">
                      <ahyp:hlinkClr xmlns:ahyp="http://schemas.microsoft.com/office/drawing/2018/hyperlinkcolor" val="tx"/>
                    </a:ext>
                  </a:extLst>
                </a:hlinkClick>
              </a:rPr>
              <a:t>Blog</a:t>
            </a:r>
            <a:r>
              <a:rPr lang="en" sz="1000" b="0" i="0" u="none" strike="noStrike" cap="none">
                <a:solidFill>
                  <a:schemeClr val="dk1"/>
                </a:solidFill>
                <a:latin typeface="Karla"/>
                <a:ea typeface="Karla"/>
                <a:cs typeface="Karla"/>
                <a:sym typeface="Karla"/>
              </a:rPr>
              <a:t> |</a:t>
            </a:r>
            <a:r>
              <a:rPr lang="en" sz="1000" b="1" i="0" u="none" strike="noStrike" cap="none">
                <a:solidFill>
                  <a:schemeClr val="dk1"/>
                </a:solidFill>
                <a:latin typeface="Karla"/>
                <a:ea typeface="Karla"/>
                <a:cs typeface="Karla"/>
                <a:sym typeface="Karla"/>
              </a:rPr>
              <a:t> </a:t>
            </a:r>
            <a:r>
              <a:rPr lang="en" sz="1000" b="1" i="0" u="sng" strike="noStrike" cap="none">
                <a:solidFill>
                  <a:schemeClr val="dk1"/>
                </a:solidFill>
                <a:latin typeface="Karla"/>
                <a:ea typeface="Karla"/>
                <a:cs typeface="Karla"/>
                <a:sym typeface="Karla"/>
                <a:hlinkClick r:id="rId5">
                  <a:extLst>
                    <a:ext uri="{A12FA001-AC4F-418D-AE19-62706E023703}">
                      <ahyp:hlinkClr xmlns:ahyp="http://schemas.microsoft.com/office/drawing/2018/hyperlinkcolor" val="tx"/>
                    </a:ext>
                  </a:extLst>
                </a:hlinkClick>
              </a:rPr>
              <a:t>FA</a:t>
            </a:r>
            <a:r>
              <a:rPr lang="en" sz="1000" b="1" i="0" u="sng" strike="noStrike" cap="none">
                <a:solidFill>
                  <a:schemeClr val="dk1"/>
                </a:solidFill>
                <a:latin typeface="Karla"/>
                <a:ea typeface="Karla"/>
                <a:cs typeface="Karla"/>
                <a:sym typeface="Karla"/>
              </a:rPr>
              <a:t>Qs</a:t>
            </a:r>
            <a:endParaRPr sz="1000" b="1" i="0" u="sng" strike="noStrike" cap="none">
              <a:solidFill>
                <a:schemeClr val="dk1"/>
              </a:solidFill>
              <a:latin typeface="Karla"/>
              <a:ea typeface="Karla"/>
              <a:cs typeface="Karla"/>
              <a:sym typeface="Karla"/>
            </a:endParaRPr>
          </a:p>
        </p:txBody>
      </p:sp>
      <p:sp>
        <p:nvSpPr>
          <p:cNvPr id="414" name="Google Shape;414;p34"/>
          <p:cNvSpPr txBox="1"/>
          <p:nvPr/>
        </p:nvSpPr>
        <p:spPr>
          <a:xfrm>
            <a:off x="3388350" y="3971250"/>
            <a:ext cx="4653300" cy="461700"/>
          </a:xfrm>
          <a:prstGeom prst="rect">
            <a:avLst/>
          </a:prstGeom>
          <a:noFill/>
          <a:ln>
            <a:noFill/>
          </a:ln>
        </p:spPr>
        <p:txBody>
          <a:bodyPr spcFirstLastPara="1" wrap="square" lIns="91425" tIns="91425" rIns="91425" bIns="91425" anchor="t" anchorCtr="0">
            <a:noAutofit/>
          </a:bodyPr>
          <a:lstStyle/>
          <a:p>
            <a:pPr marL="0" marR="0" lvl="0" indent="0" algn="l" rtl="0">
              <a:lnSpc>
                <a:spcPct val="115000"/>
              </a:lnSpc>
              <a:spcBef>
                <a:spcPts val="0"/>
              </a:spcBef>
              <a:spcAft>
                <a:spcPts val="0"/>
              </a:spcAft>
              <a:buClr>
                <a:srgbClr val="000000"/>
              </a:buClr>
              <a:buSzPts val="1000"/>
              <a:buFont typeface="Arial"/>
              <a:buNone/>
            </a:pPr>
            <a:r>
              <a:rPr lang="en" sz="1000" b="0" i="0" u="none" strike="noStrike" cap="none">
                <a:solidFill>
                  <a:schemeClr val="dk1"/>
                </a:solidFill>
                <a:latin typeface="Karla"/>
                <a:ea typeface="Karla"/>
                <a:cs typeface="Karla"/>
                <a:sym typeface="Karla"/>
              </a:rPr>
              <a:t>You can visit our sister projects:</a:t>
            </a:r>
            <a:br>
              <a:rPr lang="en" sz="1000" b="0" i="0" u="none" strike="noStrike" cap="none">
                <a:solidFill>
                  <a:schemeClr val="dk1"/>
                </a:solidFill>
                <a:latin typeface="Karla"/>
                <a:ea typeface="Karla"/>
                <a:cs typeface="Karla"/>
                <a:sym typeface="Karla"/>
              </a:rPr>
            </a:br>
            <a:r>
              <a:rPr lang="en" sz="1000" b="1" i="0" u="sng" strike="noStrike" cap="none">
                <a:solidFill>
                  <a:schemeClr val="dk1"/>
                </a:solidFill>
                <a:latin typeface="Karla"/>
                <a:ea typeface="Karla"/>
                <a:cs typeface="Karla"/>
                <a:sym typeface="Karla"/>
                <a:hlinkClick r:id="rId6">
                  <a:extLst>
                    <a:ext uri="{A12FA001-AC4F-418D-AE19-62706E023703}">
                      <ahyp:hlinkClr xmlns:ahyp="http://schemas.microsoft.com/office/drawing/2018/hyperlinkcolor" val="tx"/>
                    </a:ext>
                  </a:extLst>
                </a:hlinkClick>
              </a:rPr>
              <a:t>Freepik</a:t>
            </a:r>
            <a:r>
              <a:rPr lang="en" sz="1000" b="1" i="0" u="none" strike="noStrike" cap="none">
                <a:solidFill>
                  <a:schemeClr val="dk1"/>
                </a:solidFill>
                <a:latin typeface="Karla"/>
                <a:ea typeface="Karla"/>
                <a:cs typeface="Karla"/>
                <a:sym typeface="Karla"/>
              </a:rPr>
              <a:t> </a:t>
            </a:r>
            <a:r>
              <a:rPr lang="en" sz="1000" b="0" i="0" u="none" strike="noStrike" cap="none">
                <a:solidFill>
                  <a:schemeClr val="dk1"/>
                </a:solidFill>
                <a:latin typeface="Karla"/>
                <a:ea typeface="Karla"/>
                <a:cs typeface="Karla"/>
                <a:sym typeface="Karla"/>
              </a:rPr>
              <a:t>| </a:t>
            </a:r>
            <a:r>
              <a:rPr lang="en" sz="1000" b="1" i="0" u="sng" strike="noStrike" cap="none">
                <a:solidFill>
                  <a:schemeClr val="dk1"/>
                </a:solidFill>
                <a:latin typeface="Karla"/>
                <a:ea typeface="Karla"/>
                <a:cs typeface="Karla"/>
                <a:sym typeface="Karla"/>
                <a:hlinkClick r:id="rId7">
                  <a:extLst>
                    <a:ext uri="{A12FA001-AC4F-418D-AE19-62706E023703}">
                      <ahyp:hlinkClr xmlns:ahyp="http://schemas.microsoft.com/office/drawing/2018/hyperlinkcolor" val="tx"/>
                    </a:ext>
                  </a:extLst>
                </a:hlinkClick>
              </a:rPr>
              <a:t>Flaticon</a:t>
            </a:r>
            <a:r>
              <a:rPr lang="en" sz="1000" b="0" i="0" u="none" strike="noStrike" cap="none">
                <a:solidFill>
                  <a:schemeClr val="dk1"/>
                </a:solidFill>
                <a:latin typeface="Karla"/>
                <a:ea typeface="Karla"/>
                <a:cs typeface="Karla"/>
                <a:sym typeface="Karla"/>
              </a:rPr>
              <a:t> | </a:t>
            </a:r>
            <a:r>
              <a:rPr lang="en" sz="1000" b="1" i="0" u="sng" strike="noStrike" cap="none">
                <a:solidFill>
                  <a:schemeClr val="dk1"/>
                </a:solidFill>
                <a:latin typeface="Karla"/>
                <a:ea typeface="Karla"/>
                <a:cs typeface="Karla"/>
                <a:sym typeface="Karla"/>
                <a:hlinkClick r:id="rId8">
                  <a:extLst>
                    <a:ext uri="{A12FA001-AC4F-418D-AE19-62706E023703}">
                      <ahyp:hlinkClr xmlns:ahyp="http://schemas.microsoft.com/office/drawing/2018/hyperlinkcolor" val="tx"/>
                    </a:ext>
                  </a:extLst>
                </a:hlinkClick>
              </a:rPr>
              <a:t>Storyset</a:t>
            </a:r>
            <a:r>
              <a:rPr lang="en" sz="1000" b="0" i="0" u="none" strike="noStrike" cap="none">
                <a:solidFill>
                  <a:schemeClr val="dk1"/>
                </a:solidFill>
                <a:latin typeface="Karla"/>
                <a:ea typeface="Karla"/>
                <a:cs typeface="Karla"/>
                <a:sym typeface="Karla"/>
              </a:rPr>
              <a:t> | </a:t>
            </a:r>
            <a:r>
              <a:rPr lang="en" sz="1000" b="1" i="0" u="sng" strike="noStrike" cap="none">
                <a:solidFill>
                  <a:schemeClr val="dk1"/>
                </a:solidFill>
                <a:latin typeface="Karla"/>
                <a:ea typeface="Karla"/>
                <a:cs typeface="Karla"/>
                <a:sym typeface="Karla"/>
                <a:hlinkClick r:id="rId9">
                  <a:extLst>
                    <a:ext uri="{A12FA001-AC4F-418D-AE19-62706E023703}">
                      <ahyp:hlinkClr xmlns:ahyp="http://schemas.microsoft.com/office/drawing/2018/hyperlinkcolor" val="tx"/>
                    </a:ext>
                  </a:extLst>
                </a:hlinkClick>
              </a:rPr>
              <a:t>Wepik</a:t>
            </a:r>
            <a:r>
              <a:rPr lang="en" sz="1000" b="0" i="0" u="none" strike="noStrike" cap="none">
                <a:solidFill>
                  <a:schemeClr val="dk1"/>
                </a:solidFill>
                <a:uFill>
                  <a:noFill/>
                </a:uFill>
                <a:latin typeface="Karla"/>
                <a:ea typeface="Karla"/>
                <a:cs typeface="Karla"/>
                <a:sym typeface="Karla"/>
                <a:hlinkClick r:id="rId9">
                  <a:extLst>
                    <a:ext uri="{A12FA001-AC4F-418D-AE19-62706E023703}">
                      <ahyp:hlinkClr xmlns:ahyp="http://schemas.microsoft.com/office/drawing/2018/hyperlinkcolor" val="tx"/>
                    </a:ext>
                  </a:extLst>
                </a:hlinkClick>
              </a:rPr>
              <a:t> </a:t>
            </a:r>
            <a:r>
              <a:rPr lang="en" sz="1000" b="0" i="0" u="none" strike="noStrike" cap="none">
                <a:solidFill>
                  <a:schemeClr val="dk1"/>
                </a:solidFill>
                <a:latin typeface="Karla"/>
                <a:ea typeface="Karla"/>
                <a:cs typeface="Karla"/>
                <a:sym typeface="Karla"/>
              </a:rPr>
              <a:t>| </a:t>
            </a:r>
            <a:r>
              <a:rPr lang="en" sz="1000" b="1" i="0" u="sng" strike="noStrike" cap="none">
                <a:solidFill>
                  <a:schemeClr val="dk1"/>
                </a:solidFill>
                <a:latin typeface="Karla"/>
                <a:ea typeface="Karla"/>
                <a:cs typeface="Karla"/>
                <a:sym typeface="Karla"/>
                <a:hlinkClick r:id="rId10">
                  <a:extLst>
                    <a:ext uri="{A12FA001-AC4F-418D-AE19-62706E023703}">
                      <ahyp:hlinkClr xmlns:ahyp="http://schemas.microsoft.com/office/drawing/2018/hyperlinkcolor" val="tx"/>
                    </a:ext>
                  </a:extLst>
                </a:hlinkClick>
              </a:rPr>
              <a:t>Videvo</a:t>
            </a:r>
            <a:endParaRPr sz="1000" b="1" i="0" u="sng" strike="noStrike" cap="none">
              <a:solidFill>
                <a:schemeClr val="dk1"/>
              </a:solidFill>
              <a:latin typeface="Karla"/>
              <a:ea typeface="Karla"/>
              <a:cs typeface="Karla"/>
              <a:sym typeface="Karla"/>
            </a:endParaRPr>
          </a:p>
        </p:txBody>
      </p:sp>
      <p:graphicFrame>
        <p:nvGraphicFramePr>
          <p:cNvPr id="415" name="Google Shape;415;p34"/>
          <p:cNvGraphicFramePr/>
          <p:nvPr/>
        </p:nvGraphicFramePr>
        <p:xfrm>
          <a:off x="1098025" y="1652235"/>
          <a:ext cx="6943700" cy="2219450"/>
        </p:xfrm>
        <a:graphic>
          <a:graphicData uri="http://schemas.openxmlformats.org/drawingml/2006/table">
            <a:tbl>
              <a:tblPr>
                <a:noFill/>
                <a:tableStyleId>{9ADE6C8D-0B5B-4D6E-B7D1-A40846E0EC63}</a:tableStyleId>
              </a:tblPr>
              <a:tblGrid>
                <a:gridCol w="2255275">
                  <a:extLst>
                    <a:ext uri="{9D8B030D-6E8A-4147-A177-3AD203B41FA5}">
                      <a16:colId xmlns:a16="http://schemas.microsoft.com/office/drawing/2014/main" val="20000"/>
                    </a:ext>
                  </a:extLst>
                </a:gridCol>
                <a:gridCol w="4688425">
                  <a:extLst>
                    <a:ext uri="{9D8B030D-6E8A-4147-A177-3AD203B41FA5}">
                      <a16:colId xmlns:a16="http://schemas.microsoft.com/office/drawing/2014/main" val="20001"/>
                    </a:ext>
                  </a:extLst>
                </a:gridCol>
              </a:tblGrid>
              <a:tr h="368700">
                <a:tc>
                  <a:txBody>
                    <a:bodyPr/>
                    <a:lstStyle/>
                    <a:p>
                      <a:pPr marL="0" marR="0" lvl="0" indent="0" algn="l" rtl="0">
                        <a:lnSpc>
                          <a:spcPct val="100000"/>
                        </a:lnSpc>
                        <a:spcBef>
                          <a:spcPts val="0"/>
                        </a:spcBef>
                        <a:spcAft>
                          <a:spcPts val="0"/>
                        </a:spcAft>
                        <a:buClr>
                          <a:srgbClr val="000000"/>
                        </a:buClr>
                        <a:buSzPts val="1000"/>
                        <a:buFont typeface="Arial"/>
                        <a:buNone/>
                      </a:pPr>
                      <a:r>
                        <a:rPr lang="en" sz="1000" u="sng" strike="noStrike" cap="none">
                          <a:solidFill>
                            <a:schemeClr val="dk1"/>
                          </a:solidFill>
                          <a:latin typeface="DM Sans ExtraBold"/>
                          <a:ea typeface="DM Sans ExtraBold"/>
                          <a:cs typeface="DM Sans ExtraBold"/>
                          <a:sym typeface="DM Sans ExtraBold"/>
                          <a:hlinkClick r:id="rId11" action="ppaction://hlinksldjump">
                            <a:extLst>
                              <a:ext uri="{A12FA001-AC4F-418D-AE19-62706E023703}">
                                <ahyp:hlinkClr xmlns:ahyp="http://schemas.microsoft.com/office/drawing/2018/hyperlinkcolor" val="tx"/>
                              </a:ext>
                            </a:extLst>
                          </a:hlinkClick>
                        </a:rPr>
                        <a:t>Fonts</a:t>
                      </a:r>
                      <a:endParaRPr sz="1000" u="sng" strike="noStrike" cap="none">
                        <a:solidFill>
                          <a:schemeClr val="dk1"/>
                        </a:solidFill>
                        <a:latin typeface="DM Sans ExtraBold"/>
                        <a:ea typeface="DM Sans ExtraBold"/>
                        <a:cs typeface="DM Sans ExtraBold"/>
                        <a:sym typeface="DM Sans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u="none" strike="noStrike" cap="none">
                          <a:solidFill>
                            <a:schemeClr val="dk1"/>
                          </a:solidFill>
                          <a:latin typeface="Karla"/>
                          <a:ea typeface="Karla"/>
                          <a:cs typeface="Karla"/>
                          <a:sym typeface="Karla"/>
                        </a:rPr>
                        <a:t>To view this template correctly in PowerPoint, download and install the fonts we used</a:t>
                      </a:r>
                      <a:endParaRPr sz="900"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370150">
                <a:tc>
                  <a:txBody>
                    <a:bodyPr/>
                    <a:lstStyle/>
                    <a:p>
                      <a:pPr marL="0" marR="0" lvl="0" indent="0" algn="l" rtl="0">
                        <a:lnSpc>
                          <a:spcPct val="100000"/>
                        </a:lnSpc>
                        <a:spcBef>
                          <a:spcPts val="0"/>
                        </a:spcBef>
                        <a:spcAft>
                          <a:spcPts val="0"/>
                        </a:spcAft>
                        <a:buClr>
                          <a:srgbClr val="000000"/>
                        </a:buClr>
                        <a:buSzPts val="1000"/>
                        <a:buFont typeface="Arial"/>
                        <a:buNone/>
                      </a:pPr>
                      <a:r>
                        <a:rPr lang="en" sz="1000" u="sng" strike="noStrike" cap="none">
                          <a:solidFill>
                            <a:schemeClr val="dk1"/>
                          </a:solidFill>
                          <a:latin typeface="DM Sans ExtraBold"/>
                          <a:ea typeface="DM Sans ExtraBold"/>
                          <a:cs typeface="DM Sans ExtraBold"/>
                          <a:sym typeface="DM Sans ExtraBold"/>
                          <a:hlinkClick r:id="rId12" action="ppaction://hlinksldjump">
                            <a:extLst>
                              <a:ext uri="{A12FA001-AC4F-418D-AE19-62706E023703}">
                                <ahyp:hlinkClr xmlns:ahyp="http://schemas.microsoft.com/office/drawing/2018/hyperlinkcolor" val="tx"/>
                              </a:ext>
                            </a:extLst>
                          </a:hlinkClick>
                        </a:rPr>
                        <a:t>Used</a:t>
                      </a:r>
                      <a:r>
                        <a:rPr lang="en" sz="1000" u="none" strike="noStrike" cap="none">
                          <a:solidFill>
                            <a:schemeClr val="dk1"/>
                          </a:solidFill>
                          <a:latin typeface="DM Sans ExtraBold"/>
                          <a:ea typeface="DM Sans ExtraBold"/>
                          <a:cs typeface="DM Sans ExtraBold"/>
                          <a:sym typeface="DM Sans ExtraBold"/>
                        </a:rPr>
                        <a:t> and </a:t>
                      </a:r>
                      <a:r>
                        <a:rPr lang="en" sz="1000" u="sng" strike="noStrike" cap="none">
                          <a:solidFill>
                            <a:schemeClr val="dk1"/>
                          </a:solidFill>
                          <a:latin typeface="DM Sans ExtraBold"/>
                          <a:ea typeface="DM Sans ExtraBold"/>
                          <a:cs typeface="DM Sans ExtraBold"/>
                          <a:sym typeface="DM Sans ExtraBold"/>
                          <a:hlinkClick r:id="rId13" action="ppaction://hlinksldjump">
                            <a:extLst>
                              <a:ext uri="{A12FA001-AC4F-418D-AE19-62706E023703}">
                                <ahyp:hlinkClr xmlns:ahyp="http://schemas.microsoft.com/office/drawing/2018/hyperlinkcolor" val="tx"/>
                              </a:ext>
                            </a:extLst>
                          </a:hlinkClick>
                        </a:rPr>
                        <a:t>alternative resources</a:t>
                      </a:r>
                      <a:endParaRPr sz="1000" u="sng" strike="noStrike" cap="none">
                        <a:solidFill>
                          <a:schemeClr val="dk1"/>
                        </a:solidFill>
                        <a:latin typeface="DM Sans ExtraBold"/>
                        <a:ea typeface="DM Sans ExtraBold"/>
                        <a:cs typeface="DM Sans ExtraBold"/>
                        <a:sym typeface="DM Sans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u="none" strike="noStrike" cap="none">
                          <a:solidFill>
                            <a:schemeClr val="dk1"/>
                          </a:solidFill>
                          <a:latin typeface="Karla"/>
                          <a:ea typeface="Karla"/>
                          <a:cs typeface="Karla"/>
                          <a:sym typeface="Karla"/>
                        </a:rPr>
                        <a:t>An assortment of graphic resources that are suitable for use in this presentation</a:t>
                      </a:r>
                      <a:endParaRPr sz="900"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370150">
                <a:tc>
                  <a:txBody>
                    <a:bodyPr/>
                    <a:lstStyle/>
                    <a:p>
                      <a:pPr marL="0" marR="0" lvl="0" indent="0" algn="l" rtl="0">
                        <a:lnSpc>
                          <a:spcPct val="100000"/>
                        </a:lnSpc>
                        <a:spcBef>
                          <a:spcPts val="0"/>
                        </a:spcBef>
                        <a:spcAft>
                          <a:spcPts val="0"/>
                        </a:spcAft>
                        <a:buClr>
                          <a:srgbClr val="000000"/>
                        </a:buClr>
                        <a:buSzPts val="1000"/>
                        <a:buFont typeface="Arial"/>
                        <a:buNone/>
                      </a:pPr>
                      <a:r>
                        <a:rPr lang="en" sz="1000" u="sng" strike="noStrike" cap="none">
                          <a:solidFill>
                            <a:schemeClr val="dk1"/>
                          </a:solidFill>
                          <a:latin typeface="DM Sans ExtraBold"/>
                          <a:ea typeface="DM Sans ExtraBold"/>
                          <a:cs typeface="DM Sans ExtraBold"/>
                          <a:sym typeface="DM Sans ExtraBold"/>
                          <a:hlinkClick r:id="rId14" action="ppaction://hlinksldjump">
                            <a:extLst>
                              <a:ext uri="{A12FA001-AC4F-418D-AE19-62706E023703}">
                                <ahyp:hlinkClr xmlns:ahyp="http://schemas.microsoft.com/office/drawing/2018/hyperlinkcolor" val="tx"/>
                              </a:ext>
                            </a:extLst>
                          </a:hlinkClick>
                        </a:rPr>
                        <a:t>Thanks slide</a:t>
                      </a:r>
                      <a:endParaRPr sz="1000" u="sng" strike="noStrike" cap="none">
                        <a:solidFill>
                          <a:schemeClr val="dk1"/>
                        </a:solidFill>
                        <a:latin typeface="DM Sans ExtraBold"/>
                        <a:ea typeface="DM Sans ExtraBold"/>
                        <a:cs typeface="DM Sans ExtraBold"/>
                        <a:sym typeface="DM Sans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u="none" strike="noStrike" cap="none">
                          <a:solidFill>
                            <a:schemeClr val="dk1"/>
                          </a:solidFill>
                          <a:latin typeface="Karla"/>
                          <a:ea typeface="Karla"/>
                          <a:cs typeface="Karla"/>
                          <a:sym typeface="Karla"/>
                        </a:rPr>
                        <a:t>You must keep it so that proper credits for our design are given</a:t>
                      </a:r>
                      <a:endParaRPr sz="900"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370150">
                <a:tc>
                  <a:txBody>
                    <a:bodyPr/>
                    <a:lstStyle/>
                    <a:p>
                      <a:pPr marL="0" marR="0" lvl="0" indent="0" algn="l" rtl="0">
                        <a:lnSpc>
                          <a:spcPct val="100000"/>
                        </a:lnSpc>
                        <a:spcBef>
                          <a:spcPts val="0"/>
                        </a:spcBef>
                        <a:spcAft>
                          <a:spcPts val="0"/>
                        </a:spcAft>
                        <a:buClr>
                          <a:srgbClr val="000000"/>
                        </a:buClr>
                        <a:buSzPts val="1000"/>
                        <a:buFont typeface="Arial"/>
                        <a:buNone/>
                      </a:pPr>
                      <a:r>
                        <a:rPr lang="en" sz="1000" u="sng" strike="noStrike" cap="none">
                          <a:solidFill>
                            <a:schemeClr val="dk1"/>
                          </a:solidFill>
                          <a:latin typeface="DM Sans ExtraBold"/>
                          <a:ea typeface="DM Sans ExtraBold"/>
                          <a:cs typeface="DM Sans ExtraBold"/>
                          <a:sym typeface="DM Sans ExtraBold"/>
                          <a:hlinkClick r:id="rId11" action="ppaction://hlinksldjump">
                            <a:extLst>
                              <a:ext uri="{A12FA001-AC4F-418D-AE19-62706E023703}">
                                <ahyp:hlinkClr xmlns:ahyp="http://schemas.microsoft.com/office/drawing/2018/hyperlinkcolor" val="tx"/>
                              </a:ext>
                            </a:extLst>
                          </a:hlinkClick>
                        </a:rPr>
                        <a:t>Colors</a:t>
                      </a:r>
                      <a:endParaRPr sz="1000" u="sng" strike="noStrike" cap="none">
                        <a:solidFill>
                          <a:schemeClr val="dk1"/>
                        </a:solidFill>
                        <a:latin typeface="DM Sans ExtraBold"/>
                        <a:ea typeface="DM Sans ExtraBold"/>
                        <a:cs typeface="DM Sans ExtraBold"/>
                        <a:sym typeface="DM Sans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u="none" strike="noStrike" cap="none">
                          <a:solidFill>
                            <a:schemeClr val="dk1"/>
                          </a:solidFill>
                          <a:latin typeface="Karla"/>
                          <a:ea typeface="Karla"/>
                          <a:cs typeface="Karla"/>
                          <a:sym typeface="Karla"/>
                        </a:rPr>
                        <a:t>All the colors used in this presentation</a:t>
                      </a:r>
                      <a:endParaRPr sz="900"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370150">
                <a:tc>
                  <a:txBody>
                    <a:bodyPr/>
                    <a:lstStyle/>
                    <a:p>
                      <a:pPr marL="0" marR="0" lvl="0" indent="0" algn="l" rtl="0">
                        <a:lnSpc>
                          <a:spcPct val="100000"/>
                        </a:lnSpc>
                        <a:spcBef>
                          <a:spcPts val="0"/>
                        </a:spcBef>
                        <a:spcAft>
                          <a:spcPts val="0"/>
                        </a:spcAft>
                        <a:buClr>
                          <a:srgbClr val="000000"/>
                        </a:buClr>
                        <a:buSzPts val="1000"/>
                        <a:buFont typeface="Arial"/>
                        <a:buNone/>
                      </a:pPr>
                      <a:r>
                        <a:rPr lang="en" sz="1000" u="sng" strike="noStrike" cap="none">
                          <a:solidFill>
                            <a:schemeClr val="dk1"/>
                          </a:solidFill>
                          <a:latin typeface="DM Sans ExtraBold"/>
                          <a:ea typeface="DM Sans ExtraBold"/>
                          <a:cs typeface="DM Sans ExtraBold"/>
                          <a:sym typeface="DM Sans ExtraBold"/>
                          <a:hlinkClick r:id="rId15" action="ppaction://hlinksldjump">
                            <a:extLst>
                              <a:ext uri="{A12FA001-AC4F-418D-AE19-62706E023703}">
                                <ahyp:hlinkClr xmlns:ahyp="http://schemas.microsoft.com/office/drawing/2018/hyperlinkcolor" val="tx"/>
                              </a:ext>
                            </a:extLst>
                          </a:hlinkClick>
                        </a:rPr>
                        <a:t>Icons</a:t>
                      </a:r>
                      <a:r>
                        <a:rPr lang="en" sz="1000" u="none" strike="noStrike" cap="none">
                          <a:solidFill>
                            <a:schemeClr val="dk1"/>
                          </a:solidFill>
                          <a:latin typeface="DM Sans ExtraBold"/>
                          <a:ea typeface="DM Sans ExtraBold"/>
                          <a:cs typeface="DM Sans ExtraBold"/>
                          <a:sym typeface="DM Sans ExtraBold"/>
                        </a:rPr>
                        <a:t> and </a:t>
                      </a:r>
                      <a:r>
                        <a:rPr lang="en" sz="1000" u="sng" strike="noStrike" cap="none">
                          <a:solidFill>
                            <a:schemeClr val="dk1"/>
                          </a:solidFill>
                          <a:latin typeface="DM Sans ExtraBold"/>
                          <a:ea typeface="DM Sans ExtraBold"/>
                          <a:cs typeface="DM Sans ExtraBold"/>
                          <a:sym typeface="DM Sans ExtraBold"/>
                          <a:hlinkClick r:id="rId16" action="ppaction://hlinksldjump">
                            <a:extLst>
                              <a:ext uri="{A12FA001-AC4F-418D-AE19-62706E023703}">
                                <ahyp:hlinkClr xmlns:ahyp="http://schemas.microsoft.com/office/drawing/2018/hyperlinkcolor" val="tx"/>
                              </a:ext>
                            </a:extLst>
                          </a:hlinkClick>
                        </a:rPr>
                        <a:t>infographic resources</a:t>
                      </a:r>
                      <a:endParaRPr sz="1000" u="sng" strike="noStrike" cap="none">
                        <a:solidFill>
                          <a:schemeClr val="dk1"/>
                        </a:solidFill>
                        <a:latin typeface="DM Sans ExtraBold"/>
                        <a:ea typeface="DM Sans ExtraBold"/>
                        <a:cs typeface="DM Sans ExtraBold"/>
                        <a:sym typeface="DM Sans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u="none" strike="noStrike" cap="none">
                          <a:solidFill>
                            <a:schemeClr val="dk1"/>
                          </a:solidFill>
                          <a:latin typeface="Karla"/>
                          <a:ea typeface="Karla"/>
                          <a:cs typeface="Karla"/>
                          <a:sym typeface="Karla"/>
                        </a:rPr>
                        <a:t>These can be used in the template, and their size and color can be edited</a:t>
                      </a:r>
                      <a:endParaRPr sz="900"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370150">
                <a:tc>
                  <a:txBody>
                    <a:bodyPr/>
                    <a:lstStyle/>
                    <a:p>
                      <a:pPr marL="0" marR="0" lvl="0" indent="0" algn="l" rtl="0">
                        <a:lnSpc>
                          <a:spcPct val="100000"/>
                        </a:lnSpc>
                        <a:spcBef>
                          <a:spcPts val="0"/>
                        </a:spcBef>
                        <a:spcAft>
                          <a:spcPts val="0"/>
                        </a:spcAft>
                        <a:buClr>
                          <a:srgbClr val="000000"/>
                        </a:buClr>
                        <a:buSzPts val="1000"/>
                        <a:buFont typeface="Arial"/>
                        <a:buNone/>
                      </a:pPr>
                      <a:r>
                        <a:rPr lang="en" sz="1000" u="none" strike="noStrike" cap="none">
                          <a:solidFill>
                            <a:schemeClr val="dk1"/>
                          </a:solidFill>
                          <a:latin typeface="DM Sans ExtraBold"/>
                          <a:ea typeface="DM Sans ExtraBold"/>
                          <a:cs typeface="DM Sans ExtraBold"/>
                          <a:sym typeface="DM Sans ExtraBold"/>
                        </a:rPr>
                        <a:t>Editable presentation theme </a:t>
                      </a:r>
                      <a:endParaRPr sz="1000" u="none" strike="noStrike" cap="none">
                        <a:solidFill>
                          <a:schemeClr val="dk1"/>
                        </a:solidFill>
                        <a:latin typeface="DM Sans ExtraBold"/>
                        <a:ea typeface="DM Sans ExtraBold"/>
                        <a:cs typeface="DM Sans ExtraBold"/>
                        <a:sym typeface="DM Sans ExtraBold"/>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u="none" strike="noStrike" cap="none">
                          <a:solidFill>
                            <a:schemeClr val="dk1"/>
                          </a:solidFill>
                          <a:latin typeface="Karla"/>
                          <a:ea typeface="Karla"/>
                          <a:cs typeface="Karla"/>
                          <a:sym typeface="Karla"/>
                        </a:rPr>
                        <a:t>You can edit the master slides easily. For more info, click</a:t>
                      </a:r>
                      <a:r>
                        <a:rPr lang="en" sz="900" u="none" strike="noStrike" cap="none">
                          <a:solidFill>
                            <a:schemeClr val="dk1"/>
                          </a:solidFill>
                          <a:latin typeface="Karla Light"/>
                          <a:ea typeface="Karla Light"/>
                          <a:cs typeface="Karla Light"/>
                          <a:sym typeface="Karla Light"/>
                        </a:rPr>
                        <a:t> </a:t>
                      </a:r>
                      <a:r>
                        <a:rPr lang="en" sz="900" b="1" u="sng" strike="noStrike" cap="none">
                          <a:solidFill>
                            <a:schemeClr val="dk1"/>
                          </a:solidFill>
                          <a:latin typeface="Karla"/>
                          <a:ea typeface="Karla"/>
                          <a:cs typeface="Karla"/>
                          <a:sym typeface="Karla"/>
                          <a:hlinkClick r:id="rId17">
                            <a:extLst>
                              <a:ext uri="{A12FA001-AC4F-418D-AE19-62706E023703}">
                                <ahyp:hlinkClr xmlns:ahyp="http://schemas.microsoft.com/office/drawing/2018/hyperlinkcolor" val="tx"/>
                              </a:ext>
                            </a:extLst>
                          </a:hlinkClick>
                        </a:rPr>
                        <a:t>here</a:t>
                      </a:r>
                      <a:endParaRPr sz="900" b="1" u="sng"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5"/>
                  </a:ext>
                </a:extLst>
              </a:tr>
            </a:tbl>
          </a:graphicData>
        </a:graphic>
      </p:graphicFrame>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36"/>
        <p:cNvGrpSpPr/>
        <p:nvPr/>
      </p:nvGrpSpPr>
      <p:grpSpPr>
        <a:xfrm>
          <a:off x="0" y="0"/>
          <a:ext cx="0" cy="0"/>
          <a:chOff x="0" y="0"/>
          <a:chExt cx="0" cy="0"/>
        </a:xfrm>
      </p:grpSpPr>
      <p:sp>
        <p:nvSpPr>
          <p:cNvPr id="437" name="Google Shape;437;p36"/>
          <p:cNvSpPr txBox="1">
            <a:spLocks noGrp="1"/>
          </p:cNvSpPr>
          <p:nvPr>
            <p:ph type="title"/>
          </p:nvPr>
        </p:nvSpPr>
        <p:spPr>
          <a:xfrm>
            <a:off x="2600250" y="2599800"/>
            <a:ext cx="3943500" cy="6792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3600"/>
              <a:buNone/>
            </a:pPr>
            <a:r>
              <a:rPr lang="en"/>
              <a:t>Abstract</a:t>
            </a:r>
            <a:endParaRPr/>
          </a:p>
        </p:txBody>
      </p:sp>
      <p:sp>
        <p:nvSpPr>
          <p:cNvPr id="438" name="Google Shape;438;p36"/>
          <p:cNvSpPr txBox="1">
            <a:spLocks noGrp="1"/>
          </p:cNvSpPr>
          <p:nvPr>
            <p:ph type="title" idx="2"/>
          </p:nvPr>
        </p:nvSpPr>
        <p:spPr>
          <a:xfrm>
            <a:off x="4013250" y="1526525"/>
            <a:ext cx="1117500" cy="9510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01</a:t>
            </a: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42"/>
        <p:cNvGrpSpPr/>
        <p:nvPr/>
      </p:nvGrpSpPr>
      <p:grpSpPr>
        <a:xfrm>
          <a:off x="0" y="0"/>
          <a:ext cx="0" cy="0"/>
          <a:chOff x="0" y="0"/>
          <a:chExt cx="0" cy="0"/>
        </a:xfrm>
      </p:grpSpPr>
      <p:sp>
        <p:nvSpPr>
          <p:cNvPr id="443" name="Google Shape;443;p37"/>
          <p:cNvSpPr/>
          <p:nvPr/>
        </p:nvSpPr>
        <p:spPr>
          <a:xfrm>
            <a:off x="5825381" y="1646238"/>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 name="Google Shape;444;p37"/>
          <p:cNvSpPr/>
          <p:nvPr/>
        </p:nvSpPr>
        <p:spPr>
          <a:xfrm>
            <a:off x="2738856" y="1646238"/>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 name="Google Shape;445;p37"/>
          <p:cNvSpPr txBox="1">
            <a:spLocks noGrp="1"/>
          </p:cNvSpPr>
          <p:nvPr>
            <p:ph type="subTitle" idx="4"/>
          </p:nvPr>
        </p:nvSpPr>
        <p:spPr>
          <a:xfrm>
            <a:off x="4815881" y="2267683"/>
            <a:ext cx="2567700" cy="4233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Importance</a:t>
            </a:r>
            <a:endParaRPr/>
          </a:p>
        </p:txBody>
      </p:sp>
      <p:sp>
        <p:nvSpPr>
          <p:cNvPr id="446" name="Google Shape;446;p37"/>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a:t>Introduction</a:t>
            </a:r>
            <a:endParaRPr/>
          </a:p>
        </p:txBody>
      </p:sp>
      <p:sp>
        <p:nvSpPr>
          <p:cNvPr id="447" name="Google Shape;447;p37"/>
          <p:cNvSpPr txBox="1">
            <a:spLocks noGrp="1"/>
          </p:cNvSpPr>
          <p:nvPr>
            <p:ph type="subTitle" idx="1"/>
          </p:nvPr>
        </p:nvSpPr>
        <p:spPr>
          <a:xfrm>
            <a:off x="4815881" y="2612826"/>
            <a:ext cx="2567700" cy="14088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a:t>Highlight the significance and educational value of the case. Emphasize the uniqueness, rarity, or complexity of the presented case, and explain how it contributes to the existing knowledge or clinical practice</a:t>
            </a:r>
            <a:endParaRPr/>
          </a:p>
        </p:txBody>
      </p:sp>
      <p:sp>
        <p:nvSpPr>
          <p:cNvPr id="448" name="Google Shape;448;p37"/>
          <p:cNvSpPr txBox="1">
            <a:spLocks noGrp="1"/>
          </p:cNvSpPr>
          <p:nvPr>
            <p:ph type="subTitle" idx="2"/>
          </p:nvPr>
        </p:nvSpPr>
        <p:spPr>
          <a:xfrm>
            <a:off x="1760406" y="2612825"/>
            <a:ext cx="2505600" cy="14088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a:t>Provide a brief overview of the condition or disease being discussed in the case. Include pertinent information about its prevalence, clinical manifestations and any relevant previous studies or literature</a:t>
            </a:r>
            <a:endParaRPr/>
          </a:p>
        </p:txBody>
      </p:sp>
      <p:sp>
        <p:nvSpPr>
          <p:cNvPr id="449" name="Google Shape;449;p37"/>
          <p:cNvSpPr txBox="1">
            <a:spLocks noGrp="1"/>
          </p:cNvSpPr>
          <p:nvPr>
            <p:ph type="subTitle" idx="3"/>
          </p:nvPr>
        </p:nvSpPr>
        <p:spPr>
          <a:xfrm>
            <a:off x="1760406" y="2267675"/>
            <a:ext cx="2505600" cy="4233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Background</a:t>
            </a:r>
            <a:endParaRPr/>
          </a:p>
        </p:txBody>
      </p:sp>
      <p:grpSp>
        <p:nvGrpSpPr>
          <p:cNvPr id="450" name="Google Shape;450;p37"/>
          <p:cNvGrpSpPr/>
          <p:nvPr/>
        </p:nvGrpSpPr>
        <p:grpSpPr>
          <a:xfrm>
            <a:off x="5951105" y="1735080"/>
            <a:ext cx="297253" cy="371015"/>
            <a:chOff x="1584841" y="3323461"/>
            <a:chExt cx="297253" cy="371015"/>
          </a:xfrm>
        </p:grpSpPr>
        <p:sp>
          <p:nvSpPr>
            <p:cNvPr id="451" name="Google Shape;451;p37"/>
            <p:cNvSpPr/>
            <p:nvPr/>
          </p:nvSpPr>
          <p:spPr>
            <a:xfrm>
              <a:off x="1584841" y="3323461"/>
              <a:ext cx="297253" cy="371015"/>
            </a:xfrm>
            <a:custGeom>
              <a:avLst/>
              <a:gdLst/>
              <a:ahLst/>
              <a:cxnLst/>
              <a:rect l="l" t="t" r="r" b="b"/>
              <a:pathLst>
                <a:path w="114" h="142" extrusionOk="0">
                  <a:moveTo>
                    <a:pt x="113" y="24"/>
                  </a:moveTo>
                  <a:cubicBezTo>
                    <a:pt x="90" y="1"/>
                    <a:pt x="90" y="1"/>
                    <a:pt x="90" y="1"/>
                  </a:cubicBezTo>
                  <a:cubicBezTo>
                    <a:pt x="89" y="0"/>
                    <a:pt x="88" y="0"/>
                    <a:pt x="88" y="0"/>
                  </a:cubicBezTo>
                  <a:cubicBezTo>
                    <a:pt x="8" y="0"/>
                    <a:pt x="8" y="0"/>
                    <a:pt x="8" y="0"/>
                  </a:cubicBezTo>
                  <a:cubicBezTo>
                    <a:pt x="4" y="0"/>
                    <a:pt x="0" y="4"/>
                    <a:pt x="0" y="8"/>
                  </a:cubicBezTo>
                  <a:cubicBezTo>
                    <a:pt x="0" y="134"/>
                    <a:pt x="0" y="134"/>
                    <a:pt x="0" y="134"/>
                  </a:cubicBezTo>
                  <a:cubicBezTo>
                    <a:pt x="0" y="139"/>
                    <a:pt x="4" y="142"/>
                    <a:pt x="8" y="142"/>
                  </a:cubicBezTo>
                  <a:cubicBezTo>
                    <a:pt x="105" y="142"/>
                    <a:pt x="105" y="142"/>
                    <a:pt x="105" y="142"/>
                  </a:cubicBezTo>
                  <a:cubicBezTo>
                    <a:pt x="110" y="142"/>
                    <a:pt x="114" y="139"/>
                    <a:pt x="114" y="134"/>
                  </a:cubicBezTo>
                  <a:cubicBezTo>
                    <a:pt x="114" y="26"/>
                    <a:pt x="114" y="26"/>
                    <a:pt x="114" y="26"/>
                  </a:cubicBezTo>
                  <a:cubicBezTo>
                    <a:pt x="114" y="25"/>
                    <a:pt x="113" y="24"/>
                    <a:pt x="113" y="24"/>
                  </a:cubicBezTo>
                  <a:close/>
                  <a:moveTo>
                    <a:pt x="106" y="25"/>
                  </a:moveTo>
                  <a:cubicBezTo>
                    <a:pt x="91" y="25"/>
                    <a:pt x="91" y="25"/>
                    <a:pt x="91" y="25"/>
                  </a:cubicBezTo>
                  <a:cubicBezTo>
                    <a:pt x="90" y="25"/>
                    <a:pt x="88" y="24"/>
                    <a:pt x="88" y="22"/>
                  </a:cubicBezTo>
                  <a:cubicBezTo>
                    <a:pt x="88" y="7"/>
                    <a:pt x="88" y="7"/>
                    <a:pt x="88" y="7"/>
                  </a:cubicBezTo>
                  <a:lnTo>
                    <a:pt x="106" y="25"/>
                  </a:lnTo>
                  <a:close/>
                  <a:moveTo>
                    <a:pt x="105" y="137"/>
                  </a:moveTo>
                  <a:cubicBezTo>
                    <a:pt x="8" y="137"/>
                    <a:pt x="8" y="137"/>
                    <a:pt x="8" y="137"/>
                  </a:cubicBezTo>
                  <a:cubicBezTo>
                    <a:pt x="7" y="137"/>
                    <a:pt x="5" y="136"/>
                    <a:pt x="5" y="134"/>
                  </a:cubicBezTo>
                  <a:cubicBezTo>
                    <a:pt x="5" y="8"/>
                    <a:pt x="5" y="8"/>
                    <a:pt x="5" y="8"/>
                  </a:cubicBezTo>
                  <a:cubicBezTo>
                    <a:pt x="5" y="7"/>
                    <a:pt x="7" y="5"/>
                    <a:pt x="8" y="5"/>
                  </a:cubicBezTo>
                  <a:cubicBezTo>
                    <a:pt x="83" y="5"/>
                    <a:pt x="83" y="5"/>
                    <a:pt x="83" y="5"/>
                  </a:cubicBezTo>
                  <a:cubicBezTo>
                    <a:pt x="83" y="22"/>
                    <a:pt x="83" y="22"/>
                    <a:pt x="83" y="22"/>
                  </a:cubicBezTo>
                  <a:cubicBezTo>
                    <a:pt x="83" y="27"/>
                    <a:pt x="87" y="31"/>
                    <a:pt x="91" y="31"/>
                  </a:cubicBezTo>
                  <a:cubicBezTo>
                    <a:pt x="108" y="31"/>
                    <a:pt x="108" y="31"/>
                    <a:pt x="108" y="31"/>
                  </a:cubicBezTo>
                  <a:cubicBezTo>
                    <a:pt x="108" y="134"/>
                    <a:pt x="108" y="134"/>
                    <a:pt x="108" y="134"/>
                  </a:cubicBezTo>
                  <a:cubicBezTo>
                    <a:pt x="108" y="136"/>
                    <a:pt x="107" y="137"/>
                    <a:pt x="105" y="13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52" name="Google Shape;452;p37"/>
            <p:cNvSpPr/>
            <p:nvPr/>
          </p:nvSpPr>
          <p:spPr>
            <a:xfrm>
              <a:off x="1670714" y="3369700"/>
              <a:ext cx="125507" cy="123305"/>
            </a:xfrm>
            <a:custGeom>
              <a:avLst/>
              <a:gdLst/>
              <a:ahLst/>
              <a:cxnLst/>
              <a:rect l="l" t="t" r="r" b="b"/>
              <a:pathLst>
                <a:path w="48" h="47" extrusionOk="0">
                  <a:moveTo>
                    <a:pt x="5" y="32"/>
                  </a:moveTo>
                  <a:cubicBezTo>
                    <a:pt x="15" y="32"/>
                    <a:pt x="15" y="32"/>
                    <a:pt x="15" y="32"/>
                  </a:cubicBezTo>
                  <a:cubicBezTo>
                    <a:pt x="15" y="43"/>
                    <a:pt x="15" y="43"/>
                    <a:pt x="15" y="43"/>
                  </a:cubicBezTo>
                  <a:cubicBezTo>
                    <a:pt x="15" y="45"/>
                    <a:pt x="17" y="47"/>
                    <a:pt x="20" y="47"/>
                  </a:cubicBezTo>
                  <a:cubicBezTo>
                    <a:pt x="28" y="47"/>
                    <a:pt x="28" y="47"/>
                    <a:pt x="28" y="47"/>
                  </a:cubicBezTo>
                  <a:cubicBezTo>
                    <a:pt x="31" y="47"/>
                    <a:pt x="33" y="45"/>
                    <a:pt x="33" y="43"/>
                  </a:cubicBezTo>
                  <a:cubicBezTo>
                    <a:pt x="33" y="32"/>
                    <a:pt x="33" y="32"/>
                    <a:pt x="33" y="32"/>
                  </a:cubicBezTo>
                  <a:cubicBezTo>
                    <a:pt x="43" y="32"/>
                    <a:pt x="43" y="32"/>
                    <a:pt x="43" y="32"/>
                  </a:cubicBezTo>
                  <a:cubicBezTo>
                    <a:pt x="46" y="32"/>
                    <a:pt x="48" y="30"/>
                    <a:pt x="48" y="28"/>
                  </a:cubicBezTo>
                  <a:cubicBezTo>
                    <a:pt x="48" y="19"/>
                    <a:pt x="48" y="19"/>
                    <a:pt x="48" y="19"/>
                  </a:cubicBezTo>
                  <a:cubicBezTo>
                    <a:pt x="48" y="17"/>
                    <a:pt x="46" y="15"/>
                    <a:pt x="43" y="15"/>
                  </a:cubicBezTo>
                  <a:cubicBezTo>
                    <a:pt x="33" y="15"/>
                    <a:pt x="33" y="15"/>
                    <a:pt x="33" y="15"/>
                  </a:cubicBezTo>
                  <a:cubicBezTo>
                    <a:pt x="33" y="4"/>
                    <a:pt x="33" y="4"/>
                    <a:pt x="33" y="4"/>
                  </a:cubicBezTo>
                  <a:cubicBezTo>
                    <a:pt x="33" y="2"/>
                    <a:pt x="31" y="0"/>
                    <a:pt x="28" y="0"/>
                  </a:cubicBezTo>
                  <a:cubicBezTo>
                    <a:pt x="20" y="0"/>
                    <a:pt x="20" y="0"/>
                    <a:pt x="20" y="0"/>
                  </a:cubicBezTo>
                  <a:cubicBezTo>
                    <a:pt x="17" y="0"/>
                    <a:pt x="15" y="2"/>
                    <a:pt x="15" y="4"/>
                  </a:cubicBezTo>
                  <a:cubicBezTo>
                    <a:pt x="15" y="15"/>
                    <a:pt x="15" y="15"/>
                    <a:pt x="15" y="15"/>
                  </a:cubicBezTo>
                  <a:cubicBezTo>
                    <a:pt x="5" y="15"/>
                    <a:pt x="5" y="15"/>
                    <a:pt x="5" y="15"/>
                  </a:cubicBezTo>
                  <a:cubicBezTo>
                    <a:pt x="2" y="15"/>
                    <a:pt x="0" y="17"/>
                    <a:pt x="0" y="19"/>
                  </a:cubicBezTo>
                  <a:cubicBezTo>
                    <a:pt x="0" y="28"/>
                    <a:pt x="0" y="28"/>
                    <a:pt x="0" y="28"/>
                  </a:cubicBezTo>
                  <a:cubicBezTo>
                    <a:pt x="0" y="30"/>
                    <a:pt x="2" y="32"/>
                    <a:pt x="5" y="32"/>
                  </a:cubicBezTo>
                  <a:close/>
                  <a:moveTo>
                    <a:pt x="6" y="20"/>
                  </a:moveTo>
                  <a:cubicBezTo>
                    <a:pt x="18" y="20"/>
                    <a:pt x="18" y="20"/>
                    <a:pt x="18" y="20"/>
                  </a:cubicBezTo>
                  <a:cubicBezTo>
                    <a:pt x="19" y="20"/>
                    <a:pt x="21" y="19"/>
                    <a:pt x="21" y="18"/>
                  </a:cubicBezTo>
                  <a:cubicBezTo>
                    <a:pt x="21" y="5"/>
                    <a:pt x="21" y="5"/>
                    <a:pt x="21" y="5"/>
                  </a:cubicBezTo>
                  <a:cubicBezTo>
                    <a:pt x="27" y="5"/>
                    <a:pt x="27" y="5"/>
                    <a:pt x="27" y="5"/>
                  </a:cubicBezTo>
                  <a:cubicBezTo>
                    <a:pt x="27" y="18"/>
                    <a:pt x="27" y="18"/>
                    <a:pt x="27" y="18"/>
                  </a:cubicBezTo>
                  <a:cubicBezTo>
                    <a:pt x="27" y="19"/>
                    <a:pt x="28" y="20"/>
                    <a:pt x="30" y="20"/>
                  </a:cubicBezTo>
                  <a:cubicBezTo>
                    <a:pt x="42" y="20"/>
                    <a:pt x="42" y="20"/>
                    <a:pt x="42" y="20"/>
                  </a:cubicBezTo>
                  <a:cubicBezTo>
                    <a:pt x="42" y="27"/>
                    <a:pt x="42" y="27"/>
                    <a:pt x="42" y="27"/>
                  </a:cubicBezTo>
                  <a:cubicBezTo>
                    <a:pt x="30" y="27"/>
                    <a:pt x="30" y="27"/>
                    <a:pt x="30" y="27"/>
                  </a:cubicBezTo>
                  <a:cubicBezTo>
                    <a:pt x="28" y="27"/>
                    <a:pt x="27" y="28"/>
                    <a:pt x="27" y="29"/>
                  </a:cubicBezTo>
                  <a:cubicBezTo>
                    <a:pt x="27" y="42"/>
                    <a:pt x="27" y="42"/>
                    <a:pt x="27" y="42"/>
                  </a:cubicBezTo>
                  <a:cubicBezTo>
                    <a:pt x="21" y="42"/>
                    <a:pt x="21" y="42"/>
                    <a:pt x="21" y="42"/>
                  </a:cubicBezTo>
                  <a:cubicBezTo>
                    <a:pt x="21" y="29"/>
                    <a:pt x="21" y="29"/>
                    <a:pt x="21" y="29"/>
                  </a:cubicBezTo>
                  <a:cubicBezTo>
                    <a:pt x="21" y="28"/>
                    <a:pt x="19" y="27"/>
                    <a:pt x="18" y="27"/>
                  </a:cubicBezTo>
                  <a:cubicBezTo>
                    <a:pt x="6" y="27"/>
                    <a:pt x="6" y="27"/>
                    <a:pt x="6" y="27"/>
                  </a:cubicBezTo>
                  <a:lnTo>
                    <a:pt x="6" y="20"/>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53" name="Google Shape;453;p37"/>
            <p:cNvSpPr/>
            <p:nvPr/>
          </p:nvSpPr>
          <p:spPr>
            <a:xfrm>
              <a:off x="1634383" y="3521629"/>
              <a:ext cx="198169" cy="13211"/>
            </a:xfrm>
            <a:custGeom>
              <a:avLst/>
              <a:gdLst/>
              <a:ahLst/>
              <a:cxnLst/>
              <a:rect l="l" t="t" r="r" b="b"/>
              <a:pathLst>
                <a:path w="76" h="5" extrusionOk="0">
                  <a:moveTo>
                    <a:pt x="3" y="5"/>
                  </a:moveTo>
                  <a:cubicBezTo>
                    <a:pt x="73" y="5"/>
                    <a:pt x="73" y="5"/>
                    <a:pt x="73" y="5"/>
                  </a:cubicBezTo>
                  <a:cubicBezTo>
                    <a:pt x="74" y="5"/>
                    <a:pt x="76" y="4"/>
                    <a:pt x="76" y="3"/>
                  </a:cubicBezTo>
                  <a:cubicBezTo>
                    <a:pt x="76" y="1"/>
                    <a:pt x="75" y="0"/>
                    <a:pt x="73" y="0"/>
                  </a:cubicBezTo>
                  <a:cubicBezTo>
                    <a:pt x="3" y="0"/>
                    <a:pt x="3" y="0"/>
                    <a:pt x="3" y="0"/>
                  </a:cubicBezTo>
                  <a:cubicBezTo>
                    <a:pt x="1" y="0"/>
                    <a:pt x="0" y="1"/>
                    <a:pt x="0" y="2"/>
                  </a:cubicBezTo>
                  <a:cubicBezTo>
                    <a:pt x="0" y="4"/>
                    <a:pt x="1" y="5"/>
                    <a:pt x="3"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54" name="Google Shape;454;p37"/>
            <p:cNvSpPr/>
            <p:nvPr/>
          </p:nvSpPr>
          <p:spPr>
            <a:xfrm>
              <a:off x="1634383" y="3557960"/>
              <a:ext cx="198169" cy="16514"/>
            </a:xfrm>
            <a:custGeom>
              <a:avLst/>
              <a:gdLst/>
              <a:ahLst/>
              <a:cxnLst/>
              <a:rect l="l" t="t" r="r" b="b"/>
              <a:pathLst>
                <a:path w="76" h="6" extrusionOk="0">
                  <a:moveTo>
                    <a:pt x="3" y="6"/>
                  </a:moveTo>
                  <a:cubicBezTo>
                    <a:pt x="73" y="6"/>
                    <a:pt x="73" y="6"/>
                    <a:pt x="73" y="6"/>
                  </a:cubicBezTo>
                  <a:cubicBezTo>
                    <a:pt x="74" y="6"/>
                    <a:pt x="76" y="5"/>
                    <a:pt x="76" y="4"/>
                  </a:cubicBezTo>
                  <a:cubicBezTo>
                    <a:pt x="76" y="2"/>
                    <a:pt x="75" y="0"/>
                    <a:pt x="73" y="0"/>
                  </a:cubicBezTo>
                  <a:cubicBezTo>
                    <a:pt x="3" y="0"/>
                    <a:pt x="3" y="0"/>
                    <a:pt x="3" y="0"/>
                  </a:cubicBezTo>
                  <a:cubicBezTo>
                    <a:pt x="1" y="0"/>
                    <a:pt x="0" y="1"/>
                    <a:pt x="0" y="3"/>
                  </a:cubicBezTo>
                  <a:cubicBezTo>
                    <a:pt x="0" y="4"/>
                    <a:pt x="1" y="6"/>
                    <a:pt x="3" y="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55" name="Google Shape;455;p37"/>
            <p:cNvSpPr/>
            <p:nvPr/>
          </p:nvSpPr>
          <p:spPr>
            <a:xfrm>
              <a:off x="1634383" y="3597594"/>
              <a:ext cx="198169" cy="13211"/>
            </a:xfrm>
            <a:custGeom>
              <a:avLst/>
              <a:gdLst/>
              <a:ahLst/>
              <a:cxnLst/>
              <a:rect l="l" t="t" r="r" b="b"/>
              <a:pathLst>
                <a:path w="76" h="5" extrusionOk="0">
                  <a:moveTo>
                    <a:pt x="3" y="5"/>
                  </a:moveTo>
                  <a:cubicBezTo>
                    <a:pt x="73" y="5"/>
                    <a:pt x="73" y="5"/>
                    <a:pt x="73" y="5"/>
                  </a:cubicBezTo>
                  <a:cubicBezTo>
                    <a:pt x="74" y="5"/>
                    <a:pt x="76" y="4"/>
                    <a:pt x="76" y="3"/>
                  </a:cubicBezTo>
                  <a:cubicBezTo>
                    <a:pt x="76" y="1"/>
                    <a:pt x="75" y="0"/>
                    <a:pt x="73" y="0"/>
                  </a:cubicBezTo>
                  <a:cubicBezTo>
                    <a:pt x="3" y="0"/>
                    <a:pt x="3" y="0"/>
                    <a:pt x="3" y="0"/>
                  </a:cubicBezTo>
                  <a:cubicBezTo>
                    <a:pt x="1" y="0"/>
                    <a:pt x="0" y="0"/>
                    <a:pt x="0" y="2"/>
                  </a:cubicBezTo>
                  <a:cubicBezTo>
                    <a:pt x="0" y="4"/>
                    <a:pt x="1" y="5"/>
                    <a:pt x="3"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56" name="Google Shape;456;p37"/>
            <p:cNvSpPr/>
            <p:nvPr/>
          </p:nvSpPr>
          <p:spPr>
            <a:xfrm>
              <a:off x="1634383" y="3633924"/>
              <a:ext cx="165141" cy="13211"/>
            </a:xfrm>
            <a:custGeom>
              <a:avLst/>
              <a:gdLst/>
              <a:ahLst/>
              <a:cxnLst/>
              <a:rect l="l" t="t" r="r" b="b"/>
              <a:pathLst>
                <a:path w="63" h="5" extrusionOk="0">
                  <a:moveTo>
                    <a:pt x="60" y="0"/>
                  </a:moveTo>
                  <a:cubicBezTo>
                    <a:pt x="3" y="0"/>
                    <a:pt x="3" y="0"/>
                    <a:pt x="3" y="0"/>
                  </a:cubicBezTo>
                  <a:cubicBezTo>
                    <a:pt x="1" y="0"/>
                    <a:pt x="0" y="1"/>
                    <a:pt x="0" y="2"/>
                  </a:cubicBezTo>
                  <a:cubicBezTo>
                    <a:pt x="0" y="4"/>
                    <a:pt x="1" y="5"/>
                    <a:pt x="3" y="5"/>
                  </a:cubicBezTo>
                  <a:cubicBezTo>
                    <a:pt x="60" y="5"/>
                    <a:pt x="60" y="5"/>
                    <a:pt x="60" y="5"/>
                  </a:cubicBezTo>
                  <a:cubicBezTo>
                    <a:pt x="62" y="5"/>
                    <a:pt x="63" y="4"/>
                    <a:pt x="63" y="3"/>
                  </a:cubicBezTo>
                  <a:cubicBezTo>
                    <a:pt x="63" y="1"/>
                    <a:pt x="62" y="0"/>
                    <a:pt x="60"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57" name="Google Shape;457;p37"/>
            <p:cNvSpPr/>
            <p:nvPr/>
          </p:nvSpPr>
          <p:spPr>
            <a:xfrm>
              <a:off x="1817139" y="3633924"/>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458" name="Google Shape;458;p37"/>
          <p:cNvGrpSpPr/>
          <p:nvPr/>
        </p:nvGrpSpPr>
        <p:grpSpPr>
          <a:xfrm>
            <a:off x="2827698" y="1770726"/>
            <a:ext cx="371016" cy="334684"/>
            <a:chOff x="722807" y="1541049"/>
            <a:chExt cx="371016" cy="334684"/>
          </a:xfrm>
        </p:grpSpPr>
        <p:sp>
          <p:nvSpPr>
            <p:cNvPr id="459" name="Google Shape;459;p37"/>
            <p:cNvSpPr/>
            <p:nvPr/>
          </p:nvSpPr>
          <p:spPr>
            <a:xfrm>
              <a:off x="722807" y="1541049"/>
              <a:ext cx="371016" cy="334684"/>
            </a:xfrm>
            <a:custGeom>
              <a:avLst/>
              <a:gdLst/>
              <a:ahLst/>
              <a:cxnLst/>
              <a:rect l="l" t="t" r="r" b="b"/>
              <a:pathLst>
                <a:path w="142" h="128" extrusionOk="0">
                  <a:moveTo>
                    <a:pt x="136" y="53"/>
                  </a:moveTo>
                  <a:cubicBezTo>
                    <a:pt x="104" y="53"/>
                    <a:pt x="104" y="53"/>
                    <a:pt x="104" y="53"/>
                  </a:cubicBezTo>
                  <a:cubicBezTo>
                    <a:pt x="104" y="28"/>
                    <a:pt x="104" y="28"/>
                    <a:pt x="104" y="28"/>
                  </a:cubicBezTo>
                  <a:cubicBezTo>
                    <a:pt x="107" y="28"/>
                    <a:pt x="109" y="26"/>
                    <a:pt x="109" y="23"/>
                  </a:cubicBezTo>
                  <a:cubicBezTo>
                    <a:pt x="109" y="16"/>
                    <a:pt x="109" y="16"/>
                    <a:pt x="109" y="16"/>
                  </a:cubicBezTo>
                  <a:cubicBezTo>
                    <a:pt x="109" y="13"/>
                    <a:pt x="106" y="11"/>
                    <a:pt x="103" y="11"/>
                  </a:cubicBezTo>
                  <a:cubicBezTo>
                    <a:pt x="89" y="11"/>
                    <a:pt x="89" y="11"/>
                    <a:pt x="89" y="11"/>
                  </a:cubicBezTo>
                  <a:cubicBezTo>
                    <a:pt x="89" y="9"/>
                    <a:pt x="89" y="9"/>
                    <a:pt x="89" y="9"/>
                  </a:cubicBezTo>
                  <a:cubicBezTo>
                    <a:pt x="89" y="4"/>
                    <a:pt x="86" y="0"/>
                    <a:pt x="81" y="0"/>
                  </a:cubicBezTo>
                  <a:cubicBezTo>
                    <a:pt x="60" y="0"/>
                    <a:pt x="60" y="0"/>
                    <a:pt x="60" y="0"/>
                  </a:cubicBezTo>
                  <a:cubicBezTo>
                    <a:pt x="56" y="0"/>
                    <a:pt x="52" y="4"/>
                    <a:pt x="52" y="9"/>
                  </a:cubicBezTo>
                  <a:cubicBezTo>
                    <a:pt x="52" y="11"/>
                    <a:pt x="52" y="11"/>
                    <a:pt x="52" y="11"/>
                  </a:cubicBezTo>
                  <a:cubicBezTo>
                    <a:pt x="38" y="11"/>
                    <a:pt x="38" y="11"/>
                    <a:pt x="38" y="11"/>
                  </a:cubicBezTo>
                  <a:cubicBezTo>
                    <a:pt x="35" y="11"/>
                    <a:pt x="32" y="13"/>
                    <a:pt x="32" y="16"/>
                  </a:cubicBezTo>
                  <a:cubicBezTo>
                    <a:pt x="32" y="23"/>
                    <a:pt x="32" y="23"/>
                    <a:pt x="32" y="23"/>
                  </a:cubicBezTo>
                  <a:cubicBezTo>
                    <a:pt x="32" y="26"/>
                    <a:pt x="35" y="28"/>
                    <a:pt x="38" y="28"/>
                  </a:cubicBezTo>
                  <a:cubicBezTo>
                    <a:pt x="38" y="53"/>
                    <a:pt x="38" y="53"/>
                    <a:pt x="38" y="53"/>
                  </a:cubicBezTo>
                  <a:cubicBezTo>
                    <a:pt x="5" y="53"/>
                    <a:pt x="5" y="53"/>
                    <a:pt x="5" y="53"/>
                  </a:cubicBezTo>
                  <a:cubicBezTo>
                    <a:pt x="2" y="53"/>
                    <a:pt x="0" y="55"/>
                    <a:pt x="0" y="58"/>
                  </a:cubicBezTo>
                  <a:cubicBezTo>
                    <a:pt x="0" y="65"/>
                    <a:pt x="0" y="65"/>
                    <a:pt x="0" y="65"/>
                  </a:cubicBezTo>
                  <a:cubicBezTo>
                    <a:pt x="0" y="68"/>
                    <a:pt x="2" y="70"/>
                    <a:pt x="5" y="70"/>
                  </a:cubicBezTo>
                  <a:cubicBezTo>
                    <a:pt x="5" y="122"/>
                    <a:pt x="5" y="122"/>
                    <a:pt x="5" y="122"/>
                  </a:cubicBezTo>
                  <a:cubicBezTo>
                    <a:pt x="5" y="125"/>
                    <a:pt x="8" y="128"/>
                    <a:pt x="11" y="128"/>
                  </a:cubicBezTo>
                  <a:cubicBezTo>
                    <a:pt x="134" y="128"/>
                    <a:pt x="134" y="128"/>
                    <a:pt x="134" y="128"/>
                  </a:cubicBezTo>
                  <a:cubicBezTo>
                    <a:pt x="135" y="128"/>
                    <a:pt x="136" y="127"/>
                    <a:pt x="136" y="125"/>
                  </a:cubicBezTo>
                  <a:cubicBezTo>
                    <a:pt x="136" y="115"/>
                    <a:pt x="136" y="115"/>
                    <a:pt x="136" y="115"/>
                  </a:cubicBezTo>
                  <a:cubicBezTo>
                    <a:pt x="136" y="115"/>
                    <a:pt x="136" y="114"/>
                    <a:pt x="136" y="114"/>
                  </a:cubicBezTo>
                  <a:cubicBezTo>
                    <a:pt x="134" y="112"/>
                    <a:pt x="131" y="114"/>
                    <a:pt x="131" y="116"/>
                  </a:cubicBezTo>
                  <a:cubicBezTo>
                    <a:pt x="131" y="122"/>
                    <a:pt x="131" y="122"/>
                    <a:pt x="131" y="122"/>
                  </a:cubicBezTo>
                  <a:cubicBezTo>
                    <a:pt x="104" y="122"/>
                    <a:pt x="104" y="122"/>
                    <a:pt x="104" y="122"/>
                  </a:cubicBezTo>
                  <a:cubicBezTo>
                    <a:pt x="104" y="70"/>
                    <a:pt x="104" y="70"/>
                    <a:pt x="104" y="70"/>
                  </a:cubicBezTo>
                  <a:cubicBezTo>
                    <a:pt x="131" y="70"/>
                    <a:pt x="131" y="70"/>
                    <a:pt x="131" y="70"/>
                  </a:cubicBezTo>
                  <a:cubicBezTo>
                    <a:pt x="131" y="91"/>
                    <a:pt x="131" y="91"/>
                    <a:pt x="131" y="91"/>
                  </a:cubicBezTo>
                  <a:cubicBezTo>
                    <a:pt x="131" y="92"/>
                    <a:pt x="132" y="93"/>
                    <a:pt x="133" y="94"/>
                  </a:cubicBezTo>
                  <a:cubicBezTo>
                    <a:pt x="135" y="94"/>
                    <a:pt x="136" y="93"/>
                    <a:pt x="136" y="91"/>
                  </a:cubicBezTo>
                  <a:cubicBezTo>
                    <a:pt x="136" y="71"/>
                    <a:pt x="136" y="71"/>
                    <a:pt x="136" y="71"/>
                  </a:cubicBezTo>
                  <a:cubicBezTo>
                    <a:pt x="140" y="70"/>
                    <a:pt x="142" y="68"/>
                    <a:pt x="142" y="65"/>
                  </a:cubicBezTo>
                  <a:cubicBezTo>
                    <a:pt x="142" y="58"/>
                    <a:pt x="142" y="58"/>
                    <a:pt x="142" y="58"/>
                  </a:cubicBezTo>
                  <a:cubicBezTo>
                    <a:pt x="142" y="55"/>
                    <a:pt x="140" y="53"/>
                    <a:pt x="136" y="53"/>
                  </a:cubicBezTo>
                  <a:close/>
                  <a:moveTo>
                    <a:pt x="103" y="16"/>
                  </a:moveTo>
                  <a:cubicBezTo>
                    <a:pt x="103" y="16"/>
                    <a:pt x="103" y="16"/>
                    <a:pt x="103" y="16"/>
                  </a:cubicBezTo>
                  <a:cubicBezTo>
                    <a:pt x="103" y="22"/>
                    <a:pt x="103" y="22"/>
                    <a:pt x="103" y="22"/>
                  </a:cubicBezTo>
                  <a:cubicBezTo>
                    <a:pt x="103" y="22"/>
                    <a:pt x="103" y="23"/>
                    <a:pt x="103" y="23"/>
                  </a:cubicBezTo>
                  <a:cubicBezTo>
                    <a:pt x="89" y="23"/>
                    <a:pt x="89" y="23"/>
                    <a:pt x="89" y="23"/>
                  </a:cubicBezTo>
                  <a:cubicBezTo>
                    <a:pt x="89" y="16"/>
                    <a:pt x="89" y="16"/>
                    <a:pt x="89" y="16"/>
                  </a:cubicBezTo>
                  <a:cubicBezTo>
                    <a:pt x="103" y="16"/>
                    <a:pt x="103" y="16"/>
                    <a:pt x="103" y="16"/>
                  </a:cubicBezTo>
                  <a:close/>
                  <a:moveTo>
                    <a:pt x="60" y="6"/>
                  </a:moveTo>
                  <a:cubicBezTo>
                    <a:pt x="81" y="6"/>
                    <a:pt x="81" y="6"/>
                    <a:pt x="81" y="6"/>
                  </a:cubicBezTo>
                  <a:cubicBezTo>
                    <a:pt x="83" y="6"/>
                    <a:pt x="84" y="7"/>
                    <a:pt x="84" y="9"/>
                  </a:cubicBezTo>
                  <a:cubicBezTo>
                    <a:pt x="84" y="29"/>
                    <a:pt x="84" y="29"/>
                    <a:pt x="84" y="29"/>
                  </a:cubicBezTo>
                  <a:cubicBezTo>
                    <a:pt x="84" y="31"/>
                    <a:pt x="83" y="32"/>
                    <a:pt x="81" y="32"/>
                  </a:cubicBezTo>
                  <a:cubicBezTo>
                    <a:pt x="60" y="32"/>
                    <a:pt x="60" y="32"/>
                    <a:pt x="60" y="32"/>
                  </a:cubicBezTo>
                  <a:cubicBezTo>
                    <a:pt x="59" y="32"/>
                    <a:pt x="57" y="31"/>
                    <a:pt x="57" y="29"/>
                  </a:cubicBezTo>
                  <a:cubicBezTo>
                    <a:pt x="57" y="9"/>
                    <a:pt x="57" y="9"/>
                    <a:pt x="57" y="9"/>
                  </a:cubicBezTo>
                  <a:cubicBezTo>
                    <a:pt x="57" y="7"/>
                    <a:pt x="59" y="6"/>
                    <a:pt x="60" y="6"/>
                  </a:cubicBezTo>
                  <a:close/>
                  <a:moveTo>
                    <a:pt x="38" y="16"/>
                  </a:moveTo>
                  <a:cubicBezTo>
                    <a:pt x="52" y="16"/>
                    <a:pt x="52" y="16"/>
                    <a:pt x="52" y="16"/>
                  </a:cubicBezTo>
                  <a:cubicBezTo>
                    <a:pt x="52" y="23"/>
                    <a:pt x="52" y="23"/>
                    <a:pt x="52" y="23"/>
                  </a:cubicBezTo>
                  <a:cubicBezTo>
                    <a:pt x="38" y="23"/>
                    <a:pt x="38" y="23"/>
                    <a:pt x="38" y="23"/>
                  </a:cubicBezTo>
                  <a:cubicBezTo>
                    <a:pt x="38" y="23"/>
                    <a:pt x="38" y="22"/>
                    <a:pt x="38" y="22"/>
                  </a:cubicBezTo>
                  <a:cubicBezTo>
                    <a:pt x="38" y="16"/>
                    <a:pt x="38" y="16"/>
                    <a:pt x="38" y="16"/>
                  </a:cubicBezTo>
                  <a:cubicBezTo>
                    <a:pt x="38" y="16"/>
                    <a:pt x="38" y="16"/>
                    <a:pt x="38" y="16"/>
                  </a:cubicBezTo>
                  <a:close/>
                  <a:moveTo>
                    <a:pt x="5" y="58"/>
                  </a:moveTo>
                  <a:cubicBezTo>
                    <a:pt x="38" y="58"/>
                    <a:pt x="38" y="58"/>
                    <a:pt x="38" y="58"/>
                  </a:cubicBezTo>
                  <a:cubicBezTo>
                    <a:pt x="38" y="65"/>
                    <a:pt x="38" y="65"/>
                    <a:pt x="38" y="65"/>
                  </a:cubicBezTo>
                  <a:cubicBezTo>
                    <a:pt x="5" y="65"/>
                    <a:pt x="5" y="65"/>
                    <a:pt x="5" y="65"/>
                  </a:cubicBezTo>
                  <a:lnTo>
                    <a:pt x="5" y="58"/>
                  </a:lnTo>
                  <a:close/>
                  <a:moveTo>
                    <a:pt x="38" y="122"/>
                  </a:moveTo>
                  <a:cubicBezTo>
                    <a:pt x="11" y="122"/>
                    <a:pt x="11" y="122"/>
                    <a:pt x="11" y="122"/>
                  </a:cubicBezTo>
                  <a:cubicBezTo>
                    <a:pt x="11" y="70"/>
                    <a:pt x="11" y="70"/>
                    <a:pt x="11" y="70"/>
                  </a:cubicBezTo>
                  <a:cubicBezTo>
                    <a:pt x="38" y="70"/>
                    <a:pt x="38" y="70"/>
                    <a:pt x="38" y="70"/>
                  </a:cubicBezTo>
                  <a:cubicBezTo>
                    <a:pt x="38" y="122"/>
                    <a:pt x="38" y="122"/>
                    <a:pt x="38" y="122"/>
                  </a:cubicBezTo>
                  <a:close/>
                  <a:moveTo>
                    <a:pt x="62" y="122"/>
                  </a:moveTo>
                  <a:cubicBezTo>
                    <a:pt x="62" y="107"/>
                    <a:pt x="62" y="107"/>
                    <a:pt x="62" y="107"/>
                  </a:cubicBezTo>
                  <a:cubicBezTo>
                    <a:pt x="80" y="107"/>
                    <a:pt x="80" y="107"/>
                    <a:pt x="80" y="107"/>
                  </a:cubicBezTo>
                  <a:cubicBezTo>
                    <a:pt x="80" y="122"/>
                    <a:pt x="80" y="122"/>
                    <a:pt x="80" y="122"/>
                  </a:cubicBezTo>
                  <a:lnTo>
                    <a:pt x="62" y="122"/>
                  </a:lnTo>
                  <a:close/>
                  <a:moveTo>
                    <a:pt x="98" y="122"/>
                  </a:moveTo>
                  <a:cubicBezTo>
                    <a:pt x="86" y="122"/>
                    <a:pt x="86" y="122"/>
                    <a:pt x="86" y="122"/>
                  </a:cubicBezTo>
                  <a:cubicBezTo>
                    <a:pt x="86" y="107"/>
                    <a:pt x="86" y="107"/>
                    <a:pt x="86" y="107"/>
                  </a:cubicBezTo>
                  <a:cubicBezTo>
                    <a:pt x="86" y="103"/>
                    <a:pt x="83" y="101"/>
                    <a:pt x="80" y="101"/>
                  </a:cubicBezTo>
                  <a:cubicBezTo>
                    <a:pt x="62" y="101"/>
                    <a:pt x="62" y="101"/>
                    <a:pt x="62" y="101"/>
                  </a:cubicBezTo>
                  <a:cubicBezTo>
                    <a:pt x="59" y="101"/>
                    <a:pt x="56" y="103"/>
                    <a:pt x="56" y="107"/>
                  </a:cubicBezTo>
                  <a:cubicBezTo>
                    <a:pt x="56" y="122"/>
                    <a:pt x="56" y="122"/>
                    <a:pt x="56" y="122"/>
                  </a:cubicBezTo>
                  <a:cubicBezTo>
                    <a:pt x="44" y="122"/>
                    <a:pt x="44" y="122"/>
                    <a:pt x="44" y="122"/>
                  </a:cubicBezTo>
                  <a:cubicBezTo>
                    <a:pt x="44" y="28"/>
                    <a:pt x="44" y="28"/>
                    <a:pt x="44" y="28"/>
                  </a:cubicBezTo>
                  <a:cubicBezTo>
                    <a:pt x="52" y="28"/>
                    <a:pt x="52" y="28"/>
                    <a:pt x="52" y="28"/>
                  </a:cubicBezTo>
                  <a:cubicBezTo>
                    <a:pt x="52" y="29"/>
                    <a:pt x="52" y="29"/>
                    <a:pt x="52" y="29"/>
                  </a:cubicBezTo>
                  <a:cubicBezTo>
                    <a:pt x="52" y="34"/>
                    <a:pt x="56" y="38"/>
                    <a:pt x="60" y="38"/>
                  </a:cubicBezTo>
                  <a:cubicBezTo>
                    <a:pt x="81" y="38"/>
                    <a:pt x="81" y="38"/>
                    <a:pt x="81" y="38"/>
                  </a:cubicBezTo>
                  <a:cubicBezTo>
                    <a:pt x="86" y="38"/>
                    <a:pt x="89" y="34"/>
                    <a:pt x="89" y="29"/>
                  </a:cubicBezTo>
                  <a:cubicBezTo>
                    <a:pt x="89" y="28"/>
                    <a:pt x="89" y="28"/>
                    <a:pt x="89" y="28"/>
                  </a:cubicBezTo>
                  <a:cubicBezTo>
                    <a:pt x="98" y="28"/>
                    <a:pt x="98" y="28"/>
                    <a:pt x="98" y="28"/>
                  </a:cubicBezTo>
                  <a:cubicBezTo>
                    <a:pt x="98" y="122"/>
                    <a:pt x="98" y="122"/>
                    <a:pt x="98" y="122"/>
                  </a:cubicBezTo>
                  <a:close/>
                  <a:moveTo>
                    <a:pt x="104" y="65"/>
                  </a:moveTo>
                  <a:cubicBezTo>
                    <a:pt x="104" y="58"/>
                    <a:pt x="104" y="58"/>
                    <a:pt x="104" y="58"/>
                  </a:cubicBezTo>
                  <a:cubicBezTo>
                    <a:pt x="136" y="58"/>
                    <a:pt x="136" y="58"/>
                    <a:pt x="136" y="58"/>
                  </a:cubicBezTo>
                  <a:cubicBezTo>
                    <a:pt x="136" y="65"/>
                    <a:pt x="136" y="65"/>
                    <a:pt x="136" y="65"/>
                  </a:cubicBezTo>
                  <a:lnTo>
                    <a:pt x="104" y="65"/>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60" name="Google Shape;460;p37"/>
            <p:cNvSpPr/>
            <p:nvPr/>
          </p:nvSpPr>
          <p:spPr>
            <a:xfrm>
              <a:off x="884644" y="1567472"/>
              <a:ext cx="47340" cy="49542"/>
            </a:xfrm>
            <a:custGeom>
              <a:avLst/>
              <a:gdLst/>
              <a:ahLst/>
              <a:cxnLst/>
              <a:rect l="l" t="t" r="r" b="b"/>
              <a:pathLst>
                <a:path w="18" h="19" extrusionOk="0">
                  <a:moveTo>
                    <a:pt x="3" y="12"/>
                  </a:moveTo>
                  <a:cubicBezTo>
                    <a:pt x="6" y="12"/>
                    <a:pt x="6" y="12"/>
                    <a:pt x="6" y="12"/>
                  </a:cubicBezTo>
                  <a:cubicBezTo>
                    <a:pt x="6" y="15"/>
                    <a:pt x="6" y="15"/>
                    <a:pt x="6" y="15"/>
                  </a:cubicBezTo>
                  <a:cubicBezTo>
                    <a:pt x="6" y="17"/>
                    <a:pt x="7" y="18"/>
                    <a:pt x="8" y="18"/>
                  </a:cubicBezTo>
                  <a:cubicBezTo>
                    <a:pt x="10" y="19"/>
                    <a:pt x="12" y="17"/>
                    <a:pt x="12" y="16"/>
                  </a:cubicBezTo>
                  <a:cubicBezTo>
                    <a:pt x="12" y="12"/>
                    <a:pt x="12" y="12"/>
                    <a:pt x="12" y="12"/>
                  </a:cubicBezTo>
                  <a:cubicBezTo>
                    <a:pt x="15" y="12"/>
                    <a:pt x="15" y="12"/>
                    <a:pt x="15" y="12"/>
                  </a:cubicBezTo>
                  <a:cubicBezTo>
                    <a:pt x="16" y="12"/>
                    <a:pt x="17" y="11"/>
                    <a:pt x="18" y="10"/>
                  </a:cubicBezTo>
                  <a:cubicBezTo>
                    <a:pt x="18" y="8"/>
                    <a:pt x="16" y="7"/>
                    <a:pt x="15" y="7"/>
                  </a:cubicBezTo>
                  <a:cubicBezTo>
                    <a:pt x="12" y="7"/>
                    <a:pt x="12" y="7"/>
                    <a:pt x="12" y="7"/>
                  </a:cubicBezTo>
                  <a:cubicBezTo>
                    <a:pt x="12" y="4"/>
                    <a:pt x="12" y="4"/>
                    <a:pt x="12" y="4"/>
                  </a:cubicBezTo>
                  <a:cubicBezTo>
                    <a:pt x="12" y="2"/>
                    <a:pt x="11" y="1"/>
                    <a:pt x="9" y="1"/>
                  </a:cubicBezTo>
                  <a:cubicBezTo>
                    <a:pt x="7" y="0"/>
                    <a:pt x="6" y="2"/>
                    <a:pt x="6" y="3"/>
                  </a:cubicBezTo>
                  <a:cubicBezTo>
                    <a:pt x="6" y="7"/>
                    <a:pt x="6" y="7"/>
                    <a:pt x="6" y="7"/>
                  </a:cubicBezTo>
                  <a:cubicBezTo>
                    <a:pt x="3" y="7"/>
                    <a:pt x="3" y="7"/>
                    <a:pt x="3" y="7"/>
                  </a:cubicBezTo>
                  <a:cubicBezTo>
                    <a:pt x="1" y="7"/>
                    <a:pt x="0" y="8"/>
                    <a:pt x="0" y="9"/>
                  </a:cubicBezTo>
                  <a:cubicBezTo>
                    <a:pt x="0" y="11"/>
                    <a:pt x="1" y="12"/>
                    <a:pt x="3"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61" name="Google Shape;461;p37"/>
            <p:cNvSpPr/>
            <p:nvPr/>
          </p:nvSpPr>
          <p:spPr>
            <a:xfrm>
              <a:off x="856020" y="1668758"/>
              <a:ext cx="34129" cy="16514"/>
            </a:xfrm>
            <a:custGeom>
              <a:avLst/>
              <a:gdLst/>
              <a:ahLst/>
              <a:cxnLst/>
              <a:rect l="l" t="t" r="r" b="b"/>
              <a:pathLst>
                <a:path w="13" h="6" extrusionOk="0">
                  <a:moveTo>
                    <a:pt x="10" y="0"/>
                  </a:moveTo>
                  <a:cubicBezTo>
                    <a:pt x="3" y="0"/>
                    <a:pt x="3" y="0"/>
                    <a:pt x="3" y="0"/>
                  </a:cubicBezTo>
                  <a:cubicBezTo>
                    <a:pt x="2" y="0"/>
                    <a:pt x="0" y="1"/>
                    <a:pt x="0" y="3"/>
                  </a:cubicBezTo>
                  <a:cubicBezTo>
                    <a:pt x="0" y="4"/>
                    <a:pt x="1" y="6"/>
                    <a:pt x="3" y="6"/>
                  </a:cubicBezTo>
                  <a:cubicBezTo>
                    <a:pt x="10" y="6"/>
                    <a:pt x="10" y="6"/>
                    <a:pt x="10" y="6"/>
                  </a:cubicBezTo>
                  <a:cubicBezTo>
                    <a:pt x="11" y="6"/>
                    <a:pt x="13" y="5"/>
                    <a:pt x="13" y="3"/>
                  </a:cubicBezTo>
                  <a:cubicBezTo>
                    <a:pt x="13" y="2"/>
                    <a:pt x="12" y="0"/>
                    <a:pt x="10"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62" name="Google Shape;462;p37"/>
            <p:cNvSpPr/>
            <p:nvPr/>
          </p:nvSpPr>
          <p:spPr>
            <a:xfrm>
              <a:off x="924278" y="1668758"/>
              <a:ext cx="36331" cy="16514"/>
            </a:xfrm>
            <a:custGeom>
              <a:avLst/>
              <a:gdLst/>
              <a:ahLst/>
              <a:cxnLst/>
              <a:rect l="l" t="t" r="r" b="b"/>
              <a:pathLst>
                <a:path w="14" h="6" extrusionOk="0">
                  <a:moveTo>
                    <a:pt x="11" y="0"/>
                  </a:moveTo>
                  <a:cubicBezTo>
                    <a:pt x="3" y="0"/>
                    <a:pt x="3" y="0"/>
                    <a:pt x="3" y="0"/>
                  </a:cubicBezTo>
                  <a:cubicBezTo>
                    <a:pt x="2" y="0"/>
                    <a:pt x="1" y="1"/>
                    <a:pt x="1" y="3"/>
                  </a:cubicBezTo>
                  <a:cubicBezTo>
                    <a:pt x="0" y="4"/>
                    <a:pt x="2" y="6"/>
                    <a:pt x="3" y="6"/>
                  </a:cubicBezTo>
                  <a:cubicBezTo>
                    <a:pt x="10" y="6"/>
                    <a:pt x="10" y="6"/>
                    <a:pt x="10" y="6"/>
                  </a:cubicBezTo>
                  <a:cubicBezTo>
                    <a:pt x="12" y="6"/>
                    <a:pt x="13" y="5"/>
                    <a:pt x="13" y="3"/>
                  </a:cubicBezTo>
                  <a:cubicBezTo>
                    <a:pt x="14" y="2"/>
                    <a:pt x="12" y="0"/>
                    <a:pt x="11"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63" name="Google Shape;463;p37"/>
            <p:cNvSpPr/>
            <p:nvPr/>
          </p:nvSpPr>
          <p:spPr>
            <a:xfrm>
              <a:off x="856020" y="1713896"/>
              <a:ext cx="34129" cy="13211"/>
            </a:xfrm>
            <a:custGeom>
              <a:avLst/>
              <a:gdLst/>
              <a:ahLst/>
              <a:cxnLst/>
              <a:rect l="l" t="t" r="r" b="b"/>
              <a:pathLst>
                <a:path w="13" h="5" extrusionOk="0">
                  <a:moveTo>
                    <a:pt x="10" y="0"/>
                  </a:moveTo>
                  <a:cubicBezTo>
                    <a:pt x="3" y="0"/>
                    <a:pt x="3" y="0"/>
                    <a:pt x="3" y="0"/>
                  </a:cubicBezTo>
                  <a:cubicBezTo>
                    <a:pt x="2" y="0"/>
                    <a:pt x="0" y="1"/>
                    <a:pt x="0" y="2"/>
                  </a:cubicBezTo>
                  <a:cubicBezTo>
                    <a:pt x="0" y="4"/>
                    <a:pt x="1" y="5"/>
                    <a:pt x="3" y="5"/>
                  </a:cubicBezTo>
                  <a:cubicBezTo>
                    <a:pt x="10" y="5"/>
                    <a:pt x="10" y="5"/>
                    <a:pt x="10" y="5"/>
                  </a:cubicBezTo>
                  <a:cubicBezTo>
                    <a:pt x="11" y="5"/>
                    <a:pt x="13" y="5"/>
                    <a:pt x="13" y="3"/>
                  </a:cubicBezTo>
                  <a:cubicBezTo>
                    <a:pt x="13" y="1"/>
                    <a:pt x="12" y="0"/>
                    <a:pt x="10"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64" name="Google Shape;464;p37"/>
            <p:cNvSpPr/>
            <p:nvPr/>
          </p:nvSpPr>
          <p:spPr>
            <a:xfrm>
              <a:off x="924278" y="1713896"/>
              <a:ext cx="36331" cy="13211"/>
            </a:xfrm>
            <a:custGeom>
              <a:avLst/>
              <a:gdLst/>
              <a:ahLst/>
              <a:cxnLst/>
              <a:rect l="l" t="t" r="r" b="b"/>
              <a:pathLst>
                <a:path w="14" h="5" extrusionOk="0">
                  <a:moveTo>
                    <a:pt x="11" y="0"/>
                  </a:moveTo>
                  <a:cubicBezTo>
                    <a:pt x="3" y="0"/>
                    <a:pt x="3" y="0"/>
                    <a:pt x="3" y="0"/>
                  </a:cubicBezTo>
                  <a:cubicBezTo>
                    <a:pt x="2" y="0"/>
                    <a:pt x="1" y="1"/>
                    <a:pt x="1" y="2"/>
                  </a:cubicBezTo>
                  <a:cubicBezTo>
                    <a:pt x="0" y="4"/>
                    <a:pt x="2" y="5"/>
                    <a:pt x="3" y="5"/>
                  </a:cubicBezTo>
                  <a:cubicBezTo>
                    <a:pt x="10" y="5"/>
                    <a:pt x="10" y="5"/>
                    <a:pt x="10" y="5"/>
                  </a:cubicBezTo>
                  <a:cubicBezTo>
                    <a:pt x="12" y="5"/>
                    <a:pt x="13" y="5"/>
                    <a:pt x="13" y="3"/>
                  </a:cubicBezTo>
                  <a:cubicBezTo>
                    <a:pt x="14" y="1"/>
                    <a:pt x="12" y="0"/>
                    <a:pt x="11"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65" name="Google Shape;465;p37"/>
            <p:cNvSpPr/>
            <p:nvPr/>
          </p:nvSpPr>
          <p:spPr>
            <a:xfrm>
              <a:off x="856020" y="1757933"/>
              <a:ext cx="34129" cy="13211"/>
            </a:xfrm>
            <a:custGeom>
              <a:avLst/>
              <a:gdLst/>
              <a:ahLst/>
              <a:cxnLst/>
              <a:rect l="l" t="t" r="r" b="b"/>
              <a:pathLst>
                <a:path w="13" h="5" extrusionOk="0">
                  <a:moveTo>
                    <a:pt x="10" y="0"/>
                  </a:moveTo>
                  <a:cubicBezTo>
                    <a:pt x="3" y="0"/>
                    <a:pt x="3" y="0"/>
                    <a:pt x="3" y="0"/>
                  </a:cubicBezTo>
                  <a:cubicBezTo>
                    <a:pt x="2" y="0"/>
                    <a:pt x="0" y="1"/>
                    <a:pt x="0" y="2"/>
                  </a:cubicBezTo>
                  <a:cubicBezTo>
                    <a:pt x="0" y="4"/>
                    <a:pt x="1" y="5"/>
                    <a:pt x="3" y="5"/>
                  </a:cubicBezTo>
                  <a:cubicBezTo>
                    <a:pt x="10" y="5"/>
                    <a:pt x="10" y="5"/>
                    <a:pt x="10" y="5"/>
                  </a:cubicBezTo>
                  <a:cubicBezTo>
                    <a:pt x="11" y="5"/>
                    <a:pt x="13" y="4"/>
                    <a:pt x="13" y="3"/>
                  </a:cubicBezTo>
                  <a:cubicBezTo>
                    <a:pt x="13" y="1"/>
                    <a:pt x="12" y="0"/>
                    <a:pt x="10"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66" name="Google Shape;466;p37"/>
            <p:cNvSpPr/>
            <p:nvPr/>
          </p:nvSpPr>
          <p:spPr>
            <a:xfrm>
              <a:off x="924278" y="1757933"/>
              <a:ext cx="36331" cy="13211"/>
            </a:xfrm>
            <a:custGeom>
              <a:avLst/>
              <a:gdLst/>
              <a:ahLst/>
              <a:cxnLst/>
              <a:rect l="l" t="t" r="r" b="b"/>
              <a:pathLst>
                <a:path w="14" h="5" extrusionOk="0">
                  <a:moveTo>
                    <a:pt x="11" y="0"/>
                  </a:moveTo>
                  <a:cubicBezTo>
                    <a:pt x="3" y="0"/>
                    <a:pt x="3" y="0"/>
                    <a:pt x="3" y="0"/>
                  </a:cubicBezTo>
                  <a:cubicBezTo>
                    <a:pt x="2" y="0"/>
                    <a:pt x="1" y="1"/>
                    <a:pt x="1" y="2"/>
                  </a:cubicBezTo>
                  <a:cubicBezTo>
                    <a:pt x="0" y="4"/>
                    <a:pt x="2" y="5"/>
                    <a:pt x="3" y="5"/>
                  </a:cubicBezTo>
                  <a:cubicBezTo>
                    <a:pt x="10" y="5"/>
                    <a:pt x="10" y="5"/>
                    <a:pt x="10" y="5"/>
                  </a:cubicBezTo>
                  <a:cubicBezTo>
                    <a:pt x="12" y="5"/>
                    <a:pt x="13" y="4"/>
                    <a:pt x="13" y="3"/>
                  </a:cubicBezTo>
                  <a:cubicBezTo>
                    <a:pt x="14" y="1"/>
                    <a:pt x="12" y="0"/>
                    <a:pt x="11"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67" name="Google Shape;467;p37"/>
            <p:cNvSpPr/>
            <p:nvPr/>
          </p:nvSpPr>
          <p:spPr>
            <a:xfrm>
              <a:off x="1010151" y="1755731"/>
              <a:ext cx="36331" cy="15413"/>
            </a:xfrm>
            <a:custGeom>
              <a:avLst/>
              <a:gdLst/>
              <a:ahLst/>
              <a:cxnLst/>
              <a:rect l="l" t="t" r="r" b="b"/>
              <a:pathLst>
                <a:path w="14" h="6" extrusionOk="0">
                  <a:moveTo>
                    <a:pt x="11" y="0"/>
                  </a:moveTo>
                  <a:cubicBezTo>
                    <a:pt x="3" y="0"/>
                    <a:pt x="3" y="0"/>
                    <a:pt x="3" y="0"/>
                  </a:cubicBezTo>
                  <a:cubicBezTo>
                    <a:pt x="2" y="0"/>
                    <a:pt x="1" y="1"/>
                    <a:pt x="1" y="3"/>
                  </a:cubicBezTo>
                  <a:cubicBezTo>
                    <a:pt x="0" y="4"/>
                    <a:pt x="2" y="6"/>
                    <a:pt x="3" y="6"/>
                  </a:cubicBezTo>
                  <a:cubicBezTo>
                    <a:pt x="10" y="6"/>
                    <a:pt x="10" y="6"/>
                    <a:pt x="10" y="6"/>
                  </a:cubicBezTo>
                  <a:cubicBezTo>
                    <a:pt x="12" y="6"/>
                    <a:pt x="13" y="5"/>
                    <a:pt x="13" y="4"/>
                  </a:cubicBezTo>
                  <a:cubicBezTo>
                    <a:pt x="14" y="2"/>
                    <a:pt x="12" y="0"/>
                    <a:pt x="11"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68" name="Google Shape;468;p37"/>
            <p:cNvSpPr/>
            <p:nvPr/>
          </p:nvSpPr>
          <p:spPr>
            <a:xfrm>
              <a:off x="1010151" y="1805273"/>
              <a:ext cx="36331" cy="13211"/>
            </a:xfrm>
            <a:custGeom>
              <a:avLst/>
              <a:gdLst/>
              <a:ahLst/>
              <a:cxnLst/>
              <a:rect l="l" t="t" r="r" b="b"/>
              <a:pathLst>
                <a:path w="14" h="5" extrusionOk="0">
                  <a:moveTo>
                    <a:pt x="11" y="0"/>
                  </a:moveTo>
                  <a:cubicBezTo>
                    <a:pt x="3" y="0"/>
                    <a:pt x="3" y="0"/>
                    <a:pt x="3" y="0"/>
                  </a:cubicBezTo>
                  <a:cubicBezTo>
                    <a:pt x="2" y="0"/>
                    <a:pt x="1" y="1"/>
                    <a:pt x="1" y="2"/>
                  </a:cubicBezTo>
                  <a:cubicBezTo>
                    <a:pt x="0" y="4"/>
                    <a:pt x="2" y="5"/>
                    <a:pt x="3" y="5"/>
                  </a:cubicBezTo>
                  <a:cubicBezTo>
                    <a:pt x="10" y="5"/>
                    <a:pt x="10" y="5"/>
                    <a:pt x="10" y="5"/>
                  </a:cubicBezTo>
                  <a:cubicBezTo>
                    <a:pt x="12" y="5"/>
                    <a:pt x="13" y="4"/>
                    <a:pt x="13" y="3"/>
                  </a:cubicBezTo>
                  <a:cubicBezTo>
                    <a:pt x="14" y="1"/>
                    <a:pt x="12" y="0"/>
                    <a:pt x="11"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69" name="Google Shape;469;p37"/>
            <p:cNvSpPr/>
            <p:nvPr/>
          </p:nvSpPr>
          <p:spPr>
            <a:xfrm>
              <a:off x="770147" y="1755732"/>
              <a:ext cx="33028" cy="15413"/>
            </a:xfrm>
            <a:custGeom>
              <a:avLst/>
              <a:gdLst/>
              <a:ahLst/>
              <a:cxnLst/>
              <a:rect l="l" t="t" r="r" b="b"/>
              <a:pathLst>
                <a:path w="13" h="6" extrusionOk="0">
                  <a:moveTo>
                    <a:pt x="3" y="6"/>
                  </a:moveTo>
                  <a:cubicBezTo>
                    <a:pt x="10" y="6"/>
                    <a:pt x="10" y="6"/>
                    <a:pt x="10" y="6"/>
                  </a:cubicBezTo>
                  <a:cubicBezTo>
                    <a:pt x="11" y="6"/>
                    <a:pt x="13" y="5"/>
                    <a:pt x="13" y="4"/>
                  </a:cubicBezTo>
                  <a:cubicBezTo>
                    <a:pt x="13" y="2"/>
                    <a:pt x="12" y="0"/>
                    <a:pt x="10" y="0"/>
                  </a:cubicBezTo>
                  <a:cubicBezTo>
                    <a:pt x="3" y="0"/>
                    <a:pt x="3" y="0"/>
                    <a:pt x="3" y="0"/>
                  </a:cubicBezTo>
                  <a:cubicBezTo>
                    <a:pt x="2" y="0"/>
                    <a:pt x="0" y="1"/>
                    <a:pt x="0" y="3"/>
                  </a:cubicBezTo>
                  <a:cubicBezTo>
                    <a:pt x="0" y="4"/>
                    <a:pt x="1" y="6"/>
                    <a:pt x="3" y="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70" name="Google Shape;470;p37"/>
            <p:cNvSpPr/>
            <p:nvPr/>
          </p:nvSpPr>
          <p:spPr>
            <a:xfrm>
              <a:off x="770147" y="1805273"/>
              <a:ext cx="33028" cy="13211"/>
            </a:xfrm>
            <a:custGeom>
              <a:avLst/>
              <a:gdLst/>
              <a:ahLst/>
              <a:cxnLst/>
              <a:rect l="l" t="t" r="r" b="b"/>
              <a:pathLst>
                <a:path w="13" h="5" extrusionOk="0">
                  <a:moveTo>
                    <a:pt x="3" y="5"/>
                  </a:moveTo>
                  <a:cubicBezTo>
                    <a:pt x="10" y="5"/>
                    <a:pt x="10" y="5"/>
                    <a:pt x="10" y="5"/>
                  </a:cubicBezTo>
                  <a:cubicBezTo>
                    <a:pt x="11" y="5"/>
                    <a:pt x="13" y="4"/>
                    <a:pt x="13" y="3"/>
                  </a:cubicBezTo>
                  <a:cubicBezTo>
                    <a:pt x="13" y="1"/>
                    <a:pt x="12" y="0"/>
                    <a:pt x="10" y="0"/>
                  </a:cubicBezTo>
                  <a:cubicBezTo>
                    <a:pt x="3" y="0"/>
                    <a:pt x="3" y="0"/>
                    <a:pt x="3" y="0"/>
                  </a:cubicBezTo>
                  <a:cubicBezTo>
                    <a:pt x="2" y="0"/>
                    <a:pt x="0" y="1"/>
                    <a:pt x="0" y="2"/>
                  </a:cubicBezTo>
                  <a:cubicBezTo>
                    <a:pt x="0" y="4"/>
                    <a:pt x="1" y="5"/>
                    <a:pt x="3"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71" name="Google Shape;471;p37"/>
            <p:cNvSpPr/>
            <p:nvPr/>
          </p:nvSpPr>
          <p:spPr>
            <a:xfrm>
              <a:off x="1065198" y="1805273"/>
              <a:ext cx="13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476" name="Google Shape;476;p38"/>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a:t>Case presentation</a:t>
            </a:r>
            <a:endParaRPr/>
          </a:p>
        </p:txBody>
      </p:sp>
      <p:sp>
        <p:nvSpPr>
          <p:cNvPr id="477" name="Google Shape;477;p38"/>
          <p:cNvSpPr txBox="1">
            <a:spLocks noGrp="1"/>
          </p:cNvSpPr>
          <p:nvPr>
            <p:ph type="subTitle" idx="4"/>
          </p:nvPr>
        </p:nvSpPr>
        <p:spPr>
          <a:xfrm>
            <a:off x="977338" y="2163608"/>
            <a:ext cx="2332200" cy="5277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Patient profile</a:t>
            </a:r>
            <a:endParaRPr/>
          </a:p>
        </p:txBody>
      </p:sp>
      <p:sp>
        <p:nvSpPr>
          <p:cNvPr id="478" name="Google Shape;478;p38"/>
          <p:cNvSpPr txBox="1">
            <a:spLocks noGrp="1"/>
          </p:cNvSpPr>
          <p:nvPr>
            <p:ph type="subTitle" idx="5"/>
          </p:nvPr>
        </p:nvSpPr>
        <p:spPr>
          <a:xfrm>
            <a:off x="3406650" y="2163609"/>
            <a:ext cx="2331000" cy="5277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Clinical findings</a:t>
            </a:r>
            <a:endParaRPr/>
          </a:p>
        </p:txBody>
      </p:sp>
      <p:sp>
        <p:nvSpPr>
          <p:cNvPr id="479" name="Google Shape;479;p38"/>
          <p:cNvSpPr txBox="1">
            <a:spLocks noGrp="1"/>
          </p:cNvSpPr>
          <p:nvPr>
            <p:ph type="subTitle" idx="1"/>
          </p:nvPr>
        </p:nvSpPr>
        <p:spPr>
          <a:xfrm>
            <a:off x="977338" y="2685206"/>
            <a:ext cx="2332200" cy="15708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a:t>Include essential demographic information such as age, gender, and medical history. Describe the patient's chief complaint and the timeline of symptoms leading to the diagnosis</a:t>
            </a:r>
            <a:endParaRPr/>
          </a:p>
        </p:txBody>
      </p:sp>
      <p:sp>
        <p:nvSpPr>
          <p:cNvPr id="480" name="Google Shape;480;p38"/>
          <p:cNvSpPr txBox="1">
            <a:spLocks noGrp="1"/>
          </p:cNvSpPr>
          <p:nvPr>
            <p:ph type="subTitle" idx="2"/>
          </p:nvPr>
        </p:nvSpPr>
        <p:spPr>
          <a:xfrm>
            <a:off x="3406800" y="2685203"/>
            <a:ext cx="2331000" cy="15708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a:t>Present an overview of the patient's physical examination findings, laboratory test results and any imaging or diagnostic procedures. Highlight key abnormalities that aid in the diagnosis</a:t>
            </a:r>
            <a:endParaRPr/>
          </a:p>
        </p:txBody>
      </p:sp>
      <p:sp>
        <p:nvSpPr>
          <p:cNvPr id="481" name="Google Shape;481;p38"/>
          <p:cNvSpPr txBox="1">
            <a:spLocks noGrp="1"/>
          </p:cNvSpPr>
          <p:nvPr>
            <p:ph type="subTitle" idx="3"/>
          </p:nvPr>
        </p:nvSpPr>
        <p:spPr>
          <a:xfrm>
            <a:off x="5835062" y="2685203"/>
            <a:ext cx="2331000" cy="15708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a:t>Outline the diagnostic process, including the reasoning behind the chosen investigations and tests. Discuss the results, their interpretation and their contribution to reaching the final diagnosis</a:t>
            </a:r>
            <a:endParaRPr/>
          </a:p>
        </p:txBody>
      </p:sp>
      <p:sp>
        <p:nvSpPr>
          <p:cNvPr id="482" name="Google Shape;482;p38"/>
          <p:cNvSpPr txBox="1">
            <a:spLocks noGrp="1"/>
          </p:cNvSpPr>
          <p:nvPr>
            <p:ph type="subTitle" idx="6"/>
          </p:nvPr>
        </p:nvSpPr>
        <p:spPr>
          <a:xfrm>
            <a:off x="5834462" y="2163608"/>
            <a:ext cx="2332200" cy="5277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Diagnostic </a:t>
            </a:r>
            <a:endParaRPr/>
          </a:p>
        </p:txBody>
      </p:sp>
      <p:sp>
        <p:nvSpPr>
          <p:cNvPr id="483" name="Google Shape;483;p38"/>
          <p:cNvSpPr/>
          <p:nvPr/>
        </p:nvSpPr>
        <p:spPr>
          <a:xfrm>
            <a:off x="1849438" y="1645975"/>
            <a:ext cx="5880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 name="Google Shape;484;p38"/>
          <p:cNvSpPr/>
          <p:nvPr/>
        </p:nvSpPr>
        <p:spPr>
          <a:xfrm>
            <a:off x="4278150" y="1645975"/>
            <a:ext cx="5880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 name="Google Shape;485;p38"/>
          <p:cNvSpPr/>
          <p:nvPr/>
        </p:nvSpPr>
        <p:spPr>
          <a:xfrm>
            <a:off x="6706562" y="1645975"/>
            <a:ext cx="5880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86" name="Google Shape;486;p38"/>
          <p:cNvGrpSpPr/>
          <p:nvPr/>
        </p:nvGrpSpPr>
        <p:grpSpPr>
          <a:xfrm>
            <a:off x="1957930" y="1734836"/>
            <a:ext cx="371016" cy="371015"/>
            <a:chOff x="722807" y="3323461"/>
            <a:chExt cx="371016" cy="371015"/>
          </a:xfrm>
        </p:grpSpPr>
        <p:sp>
          <p:nvSpPr>
            <p:cNvPr id="487" name="Google Shape;487;p38"/>
            <p:cNvSpPr/>
            <p:nvPr/>
          </p:nvSpPr>
          <p:spPr>
            <a:xfrm>
              <a:off x="722807" y="3323461"/>
              <a:ext cx="371016" cy="371015"/>
            </a:xfrm>
            <a:custGeom>
              <a:avLst/>
              <a:gdLst/>
              <a:ahLst/>
              <a:cxnLst/>
              <a:rect l="l" t="t" r="r" b="b"/>
              <a:pathLst>
                <a:path w="142" h="142" extrusionOk="0">
                  <a:moveTo>
                    <a:pt x="134" y="58"/>
                  </a:moveTo>
                  <a:cubicBezTo>
                    <a:pt x="130" y="58"/>
                    <a:pt x="128" y="60"/>
                    <a:pt x="126" y="63"/>
                  </a:cubicBezTo>
                  <a:cubicBezTo>
                    <a:pt x="118" y="63"/>
                    <a:pt x="118" y="63"/>
                    <a:pt x="118" y="63"/>
                  </a:cubicBezTo>
                  <a:cubicBezTo>
                    <a:pt x="117" y="55"/>
                    <a:pt x="113" y="48"/>
                    <a:pt x="109" y="41"/>
                  </a:cubicBezTo>
                  <a:cubicBezTo>
                    <a:pt x="117" y="33"/>
                    <a:pt x="117" y="33"/>
                    <a:pt x="117" y="33"/>
                  </a:cubicBezTo>
                  <a:cubicBezTo>
                    <a:pt x="120" y="33"/>
                    <a:pt x="122" y="32"/>
                    <a:pt x="124" y="30"/>
                  </a:cubicBezTo>
                  <a:cubicBezTo>
                    <a:pt x="129" y="25"/>
                    <a:pt x="129" y="18"/>
                    <a:pt x="124" y="14"/>
                  </a:cubicBezTo>
                  <a:cubicBezTo>
                    <a:pt x="120" y="9"/>
                    <a:pt x="113" y="9"/>
                    <a:pt x="109" y="14"/>
                  </a:cubicBezTo>
                  <a:cubicBezTo>
                    <a:pt x="107" y="16"/>
                    <a:pt x="105" y="18"/>
                    <a:pt x="105" y="21"/>
                  </a:cubicBezTo>
                  <a:cubicBezTo>
                    <a:pt x="96" y="30"/>
                    <a:pt x="96" y="30"/>
                    <a:pt x="96" y="30"/>
                  </a:cubicBezTo>
                  <a:cubicBezTo>
                    <a:pt x="91" y="27"/>
                    <a:pt x="85" y="25"/>
                    <a:pt x="79" y="24"/>
                  </a:cubicBezTo>
                  <a:cubicBezTo>
                    <a:pt x="79" y="16"/>
                    <a:pt x="79" y="16"/>
                    <a:pt x="79" y="16"/>
                  </a:cubicBezTo>
                  <a:cubicBezTo>
                    <a:pt x="82" y="14"/>
                    <a:pt x="84" y="11"/>
                    <a:pt x="84" y="8"/>
                  </a:cubicBezTo>
                  <a:cubicBezTo>
                    <a:pt x="84" y="4"/>
                    <a:pt x="80" y="0"/>
                    <a:pt x="75" y="0"/>
                  </a:cubicBezTo>
                  <a:cubicBezTo>
                    <a:pt x="66" y="0"/>
                    <a:pt x="66" y="0"/>
                    <a:pt x="66" y="0"/>
                  </a:cubicBezTo>
                  <a:cubicBezTo>
                    <a:pt x="62" y="0"/>
                    <a:pt x="58" y="3"/>
                    <a:pt x="58" y="7"/>
                  </a:cubicBezTo>
                  <a:cubicBezTo>
                    <a:pt x="58" y="11"/>
                    <a:pt x="59" y="14"/>
                    <a:pt x="62" y="16"/>
                  </a:cubicBezTo>
                  <a:cubicBezTo>
                    <a:pt x="62" y="24"/>
                    <a:pt x="62" y="24"/>
                    <a:pt x="62" y="24"/>
                  </a:cubicBezTo>
                  <a:cubicBezTo>
                    <a:pt x="56" y="25"/>
                    <a:pt x="51" y="27"/>
                    <a:pt x="45" y="30"/>
                  </a:cubicBezTo>
                  <a:cubicBezTo>
                    <a:pt x="36" y="21"/>
                    <a:pt x="36" y="21"/>
                    <a:pt x="36" y="21"/>
                  </a:cubicBezTo>
                  <a:cubicBezTo>
                    <a:pt x="36" y="19"/>
                    <a:pt x="35" y="16"/>
                    <a:pt x="33" y="14"/>
                  </a:cubicBezTo>
                  <a:cubicBezTo>
                    <a:pt x="29" y="10"/>
                    <a:pt x="21" y="10"/>
                    <a:pt x="17" y="14"/>
                  </a:cubicBezTo>
                  <a:cubicBezTo>
                    <a:pt x="13" y="18"/>
                    <a:pt x="13" y="25"/>
                    <a:pt x="17" y="30"/>
                  </a:cubicBezTo>
                  <a:cubicBezTo>
                    <a:pt x="19" y="32"/>
                    <a:pt x="22" y="33"/>
                    <a:pt x="24" y="33"/>
                  </a:cubicBezTo>
                  <a:cubicBezTo>
                    <a:pt x="33" y="42"/>
                    <a:pt x="33" y="42"/>
                    <a:pt x="33" y="42"/>
                  </a:cubicBezTo>
                  <a:cubicBezTo>
                    <a:pt x="28" y="48"/>
                    <a:pt x="25" y="55"/>
                    <a:pt x="23" y="63"/>
                  </a:cubicBezTo>
                  <a:cubicBezTo>
                    <a:pt x="15" y="63"/>
                    <a:pt x="15" y="63"/>
                    <a:pt x="15" y="63"/>
                  </a:cubicBezTo>
                  <a:cubicBezTo>
                    <a:pt x="14" y="60"/>
                    <a:pt x="11" y="58"/>
                    <a:pt x="8" y="58"/>
                  </a:cubicBezTo>
                  <a:cubicBezTo>
                    <a:pt x="3" y="58"/>
                    <a:pt x="0" y="62"/>
                    <a:pt x="0" y="67"/>
                  </a:cubicBezTo>
                  <a:cubicBezTo>
                    <a:pt x="0" y="75"/>
                    <a:pt x="0" y="75"/>
                    <a:pt x="0" y="75"/>
                  </a:cubicBezTo>
                  <a:cubicBezTo>
                    <a:pt x="0" y="80"/>
                    <a:pt x="3" y="84"/>
                    <a:pt x="7" y="84"/>
                  </a:cubicBezTo>
                  <a:cubicBezTo>
                    <a:pt x="11" y="84"/>
                    <a:pt x="14" y="82"/>
                    <a:pt x="15" y="79"/>
                  </a:cubicBezTo>
                  <a:cubicBezTo>
                    <a:pt x="24" y="79"/>
                    <a:pt x="24" y="79"/>
                    <a:pt x="24" y="79"/>
                  </a:cubicBezTo>
                  <a:cubicBezTo>
                    <a:pt x="25" y="87"/>
                    <a:pt x="28" y="94"/>
                    <a:pt x="33" y="101"/>
                  </a:cubicBezTo>
                  <a:cubicBezTo>
                    <a:pt x="25" y="109"/>
                    <a:pt x="25" y="109"/>
                    <a:pt x="25" y="109"/>
                  </a:cubicBezTo>
                  <a:cubicBezTo>
                    <a:pt x="22" y="109"/>
                    <a:pt x="19" y="110"/>
                    <a:pt x="17" y="112"/>
                  </a:cubicBezTo>
                  <a:cubicBezTo>
                    <a:pt x="13" y="117"/>
                    <a:pt x="13" y="125"/>
                    <a:pt x="18" y="129"/>
                  </a:cubicBezTo>
                  <a:cubicBezTo>
                    <a:pt x="20" y="130"/>
                    <a:pt x="22" y="131"/>
                    <a:pt x="25" y="131"/>
                  </a:cubicBezTo>
                  <a:cubicBezTo>
                    <a:pt x="28" y="132"/>
                    <a:pt x="31" y="130"/>
                    <a:pt x="33" y="128"/>
                  </a:cubicBezTo>
                  <a:cubicBezTo>
                    <a:pt x="35" y="126"/>
                    <a:pt x="36" y="124"/>
                    <a:pt x="36" y="121"/>
                  </a:cubicBezTo>
                  <a:cubicBezTo>
                    <a:pt x="45" y="112"/>
                    <a:pt x="45" y="112"/>
                    <a:pt x="45" y="112"/>
                  </a:cubicBezTo>
                  <a:cubicBezTo>
                    <a:pt x="51" y="115"/>
                    <a:pt x="56" y="117"/>
                    <a:pt x="62" y="118"/>
                  </a:cubicBezTo>
                  <a:cubicBezTo>
                    <a:pt x="62" y="127"/>
                    <a:pt x="62" y="127"/>
                    <a:pt x="62" y="127"/>
                  </a:cubicBezTo>
                  <a:cubicBezTo>
                    <a:pt x="59" y="128"/>
                    <a:pt x="58" y="131"/>
                    <a:pt x="58" y="135"/>
                  </a:cubicBezTo>
                  <a:cubicBezTo>
                    <a:pt x="58" y="139"/>
                    <a:pt x="62" y="142"/>
                    <a:pt x="66" y="142"/>
                  </a:cubicBezTo>
                  <a:cubicBezTo>
                    <a:pt x="75" y="142"/>
                    <a:pt x="75" y="142"/>
                    <a:pt x="75" y="142"/>
                  </a:cubicBezTo>
                  <a:cubicBezTo>
                    <a:pt x="79" y="142"/>
                    <a:pt x="83" y="139"/>
                    <a:pt x="84" y="135"/>
                  </a:cubicBezTo>
                  <a:cubicBezTo>
                    <a:pt x="84" y="131"/>
                    <a:pt x="82" y="128"/>
                    <a:pt x="79" y="127"/>
                  </a:cubicBezTo>
                  <a:cubicBezTo>
                    <a:pt x="79" y="118"/>
                    <a:pt x="79" y="118"/>
                    <a:pt x="79" y="118"/>
                  </a:cubicBezTo>
                  <a:cubicBezTo>
                    <a:pt x="85" y="117"/>
                    <a:pt x="91" y="115"/>
                    <a:pt x="96" y="112"/>
                  </a:cubicBezTo>
                  <a:cubicBezTo>
                    <a:pt x="105" y="121"/>
                    <a:pt x="105" y="121"/>
                    <a:pt x="105" y="121"/>
                  </a:cubicBezTo>
                  <a:cubicBezTo>
                    <a:pt x="106" y="124"/>
                    <a:pt x="107" y="126"/>
                    <a:pt x="109" y="128"/>
                  </a:cubicBezTo>
                  <a:cubicBezTo>
                    <a:pt x="111" y="130"/>
                    <a:pt x="114" y="131"/>
                    <a:pt x="117" y="131"/>
                  </a:cubicBezTo>
                  <a:cubicBezTo>
                    <a:pt x="119" y="131"/>
                    <a:pt x="122" y="130"/>
                    <a:pt x="124" y="129"/>
                  </a:cubicBezTo>
                  <a:cubicBezTo>
                    <a:pt x="129" y="124"/>
                    <a:pt x="129" y="117"/>
                    <a:pt x="124" y="112"/>
                  </a:cubicBezTo>
                  <a:cubicBezTo>
                    <a:pt x="123" y="110"/>
                    <a:pt x="120" y="109"/>
                    <a:pt x="117" y="109"/>
                  </a:cubicBezTo>
                  <a:cubicBezTo>
                    <a:pt x="109" y="101"/>
                    <a:pt x="109" y="101"/>
                    <a:pt x="109" y="101"/>
                  </a:cubicBezTo>
                  <a:cubicBezTo>
                    <a:pt x="114" y="94"/>
                    <a:pt x="117" y="87"/>
                    <a:pt x="118" y="79"/>
                  </a:cubicBezTo>
                  <a:cubicBezTo>
                    <a:pt x="126" y="79"/>
                    <a:pt x="126" y="79"/>
                    <a:pt x="126" y="79"/>
                  </a:cubicBezTo>
                  <a:cubicBezTo>
                    <a:pt x="128" y="82"/>
                    <a:pt x="131" y="84"/>
                    <a:pt x="134" y="84"/>
                  </a:cubicBezTo>
                  <a:cubicBezTo>
                    <a:pt x="139" y="84"/>
                    <a:pt x="142" y="80"/>
                    <a:pt x="142" y="75"/>
                  </a:cubicBezTo>
                  <a:cubicBezTo>
                    <a:pt x="142" y="67"/>
                    <a:pt x="142" y="67"/>
                    <a:pt x="142" y="67"/>
                  </a:cubicBezTo>
                  <a:cubicBezTo>
                    <a:pt x="142" y="62"/>
                    <a:pt x="138" y="58"/>
                    <a:pt x="134" y="58"/>
                  </a:cubicBezTo>
                  <a:close/>
                  <a:moveTo>
                    <a:pt x="136" y="76"/>
                  </a:moveTo>
                  <a:cubicBezTo>
                    <a:pt x="136" y="78"/>
                    <a:pt x="134" y="79"/>
                    <a:pt x="132" y="78"/>
                  </a:cubicBezTo>
                  <a:cubicBezTo>
                    <a:pt x="132" y="78"/>
                    <a:pt x="131" y="77"/>
                    <a:pt x="131" y="76"/>
                  </a:cubicBezTo>
                  <a:cubicBezTo>
                    <a:pt x="131" y="75"/>
                    <a:pt x="130" y="74"/>
                    <a:pt x="129" y="74"/>
                  </a:cubicBezTo>
                  <a:cubicBezTo>
                    <a:pt x="116" y="74"/>
                    <a:pt x="116" y="74"/>
                    <a:pt x="116" y="74"/>
                  </a:cubicBezTo>
                  <a:cubicBezTo>
                    <a:pt x="114" y="74"/>
                    <a:pt x="113" y="75"/>
                    <a:pt x="113" y="76"/>
                  </a:cubicBezTo>
                  <a:cubicBezTo>
                    <a:pt x="112" y="85"/>
                    <a:pt x="108" y="93"/>
                    <a:pt x="103" y="99"/>
                  </a:cubicBezTo>
                  <a:cubicBezTo>
                    <a:pt x="102" y="100"/>
                    <a:pt x="102" y="102"/>
                    <a:pt x="103" y="103"/>
                  </a:cubicBezTo>
                  <a:cubicBezTo>
                    <a:pt x="114" y="114"/>
                    <a:pt x="114" y="114"/>
                    <a:pt x="114" y="114"/>
                  </a:cubicBezTo>
                  <a:cubicBezTo>
                    <a:pt x="115" y="114"/>
                    <a:pt x="115" y="115"/>
                    <a:pt x="116" y="115"/>
                  </a:cubicBezTo>
                  <a:cubicBezTo>
                    <a:pt x="118" y="115"/>
                    <a:pt x="121" y="116"/>
                    <a:pt x="122" y="118"/>
                  </a:cubicBezTo>
                  <a:cubicBezTo>
                    <a:pt x="123" y="120"/>
                    <a:pt x="122" y="122"/>
                    <a:pt x="121" y="124"/>
                  </a:cubicBezTo>
                  <a:cubicBezTo>
                    <a:pt x="120" y="125"/>
                    <a:pt x="118" y="126"/>
                    <a:pt x="117" y="126"/>
                  </a:cubicBezTo>
                  <a:cubicBezTo>
                    <a:pt x="115" y="126"/>
                    <a:pt x="114" y="125"/>
                    <a:pt x="113" y="124"/>
                  </a:cubicBezTo>
                  <a:cubicBezTo>
                    <a:pt x="111" y="123"/>
                    <a:pt x="111" y="122"/>
                    <a:pt x="111" y="120"/>
                  </a:cubicBezTo>
                  <a:cubicBezTo>
                    <a:pt x="111" y="119"/>
                    <a:pt x="111" y="118"/>
                    <a:pt x="110" y="118"/>
                  </a:cubicBezTo>
                  <a:cubicBezTo>
                    <a:pt x="99" y="106"/>
                    <a:pt x="99" y="106"/>
                    <a:pt x="99" y="106"/>
                  </a:cubicBezTo>
                  <a:cubicBezTo>
                    <a:pt x="98" y="105"/>
                    <a:pt x="96" y="105"/>
                    <a:pt x="95" y="106"/>
                  </a:cubicBezTo>
                  <a:cubicBezTo>
                    <a:pt x="89" y="110"/>
                    <a:pt x="83" y="112"/>
                    <a:pt x="76" y="113"/>
                  </a:cubicBezTo>
                  <a:cubicBezTo>
                    <a:pt x="75" y="113"/>
                    <a:pt x="74" y="115"/>
                    <a:pt x="74" y="116"/>
                  </a:cubicBezTo>
                  <a:cubicBezTo>
                    <a:pt x="74" y="128"/>
                    <a:pt x="74" y="128"/>
                    <a:pt x="74" y="128"/>
                  </a:cubicBezTo>
                  <a:cubicBezTo>
                    <a:pt x="74" y="130"/>
                    <a:pt x="75" y="131"/>
                    <a:pt x="76" y="131"/>
                  </a:cubicBezTo>
                  <a:cubicBezTo>
                    <a:pt x="77" y="132"/>
                    <a:pt x="78" y="133"/>
                    <a:pt x="78" y="135"/>
                  </a:cubicBezTo>
                  <a:cubicBezTo>
                    <a:pt x="78" y="136"/>
                    <a:pt x="77" y="137"/>
                    <a:pt x="75" y="137"/>
                  </a:cubicBezTo>
                  <a:cubicBezTo>
                    <a:pt x="66" y="137"/>
                    <a:pt x="66" y="137"/>
                    <a:pt x="66" y="137"/>
                  </a:cubicBezTo>
                  <a:cubicBezTo>
                    <a:pt x="65" y="137"/>
                    <a:pt x="64" y="136"/>
                    <a:pt x="64" y="135"/>
                  </a:cubicBezTo>
                  <a:cubicBezTo>
                    <a:pt x="63" y="133"/>
                    <a:pt x="64" y="132"/>
                    <a:pt x="66" y="131"/>
                  </a:cubicBezTo>
                  <a:cubicBezTo>
                    <a:pt x="67" y="131"/>
                    <a:pt x="68" y="130"/>
                    <a:pt x="68" y="128"/>
                  </a:cubicBezTo>
                  <a:cubicBezTo>
                    <a:pt x="68" y="116"/>
                    <a:pt x="68" y="116"/>
                    <a:pt x="68" y="116"/>
                  </a:cubicBezTo>
                  <a:cubicBezTo>
                    <a:pt x="68" y="115"/>
                    <a:pt x="67" y="113"/>
                    <a:pt x="66" y="113"/>
                  </a:cubicBezTo>
                  <a:cubicBezTo>
                    <a:pt x="59" y="112"/>
                    <a:pt x="52" y="110"/>
                    <a:pt x="47" y="106"/>
                  </a:cubicBezTo>
                  <a:cubicBezTo>
                    <a:pt x="46" y="106"/>
                    <a:pt x="46" y="105"/>
                    <a:pt x="45" y="105"/>
                  </a:cubicBezTo>
                  <a:cubicBezTo>
                    <a:pt x="44" y="105"/>
                    <a:pt x="44" y="106"/>
                    <a:pt x="43" y="106"/>
                  </a:cubicBezTo>
                  <a:cubicBezTo>
                    <a:pt x="31" y="118"/>
                    <a:pt x="31" y="118"/>
                    <a:pt x="31" y="118"/>
                  </a:cubicBezTo>
                  <a:cubicBezTo>
                    <a:pt x="31" y="118"/>
                    <a:pt x="31" y="119"/>
                    <a:pt x="31" y="120"/>
                  </a:cubicBezTo>
                  <a:cubicBezTo>
                    <a:pt x="31" y="122"/>
                    <a:pt x="30" y="123"/>
                    <a:pt x="29" y="124"/>
                  </a:cubicBezTo>
                  <a:cubicBezTo>
                    <a:pt x="28" y="126"/>
                    <a:pt x="26" y="126"/>
                    <a:pt x="24" y="126"/>
                  </a:cubicBezTo>
                  <a:cubicBezTo>
                    <a:pt x="23" y="126"/>
                    <a:pt x="23" y="125"/>
                    <a:pt x="22" y="125"/>
                  </a:cubicBezTo>
                  <a:cubicBezTo>
                    <a:pt x="19" y="123"/>
                    <a:pt x="19" y="119"/>
                    <a:pt x="21" y="116"/>
                  </a:cubicBezTo>
                  <a:cubicBezTo>
                    <a:pt x="22" y="115"/>
                    <a:pt x="24" y="115"/>
                    <a:pt x="25" y="115"/>
                  </a:cubicBezTo>
                  <a:cubicBezTo>
                    <a:pt x="26" y="115"/>
                    <a:pt x="27" y="114"/>
                    <a:pt x="28" y="114"/>
                  </a:cubicBezTo>
                  <a:cubicBezTo>
                    <a:pt x="39" y="103"/>
                    <a:pt x="39" y="103"/>
                    <a:pt x="39" y="103"/>
                  </a:cubicBezTo>
                  <a:cubicBezTo>
                    <a:pt x="40" y="102"/>
                    <a:pt x="40" y="100"/>
                    <a:pt x="39" y="99"/>
                  </a:cubicBezTo>
                  <a:cubicBezTo>
                    <a:pt x="33" y="93"/>
                    <a:pt x="30" y="85"/>
                    <a:pt x="29" y="76"/>
                  </a:cubicBezTo>
                  <a:cubicBezTo>
                    <a:pt x="28" y="75"/>
                    <a:pt x="27" y="74"/>
                    <a:pt x="26" y="74"/>
                  </a:cubicBezTo>
                  <a:cubicBezTo>
                    <a:pt x="13" y="74"/>
                    <a:pt x="13" y="74"/>
                    <a:pt x="13" y="74"/>
                  </a:cubicBezTo>
                  <a:cubicBezTo>
                    <a:pt x="12" y="74"/>
                    <a:pt x="11" y="75"/>
                    <a:pt x="11" y="76"/>
                  </a:cubicBezTo>
                  <a:cubicBezTo>
                    <a:pt x="10" y="78"/>
                    <a:pt x="9" y="79"/>
                    <a:pt x="7" y="78"/>
                  </a:cubicBezTo>
                  <a:cubicBezTo>
                    <a:pt x="6" y="78"/>
                    <a:pt x="5" y="77"/>
                    <a:pt x="5" y="76"/>
                  </a:cubicBezTo>
                  <a:cubicBezTo>
                    <a:pt x="5" y="66"/>
                    <a:pt x="5" y="66"/>
                    <a:pt x="5" y="66"/>
                  </a:cubicBezTo>
                  <a:cubicBezTo>
                    <a:pt x="5" y="66"/>
                    <a:pt x="5" y="65"/>
                    <a:pt x="6" y="65"/>
                  </a:cubicBezTo>
                  <a:cubicBezTo>
                    <a:pt x="8" y="63"/>
                    <a:pt x="11" y="64"/>
                    <a:pt x="11" y="67"/>
                  </a:cubicBezTo>
                  <a:cubicBezTo>
                    <a:pt x="11" y="68"/>
                    <a:pt x="11" y="68"/>
                    <a:pt x="12" y="68"/>
                  </a:cubicBezTo>
                  <a:cubicBezTo>
                    <a:pt x="26" y="68"/>
                    <a:pt x="26" y="68"/>
                    <a:pt x="26" y="68"/>
                  </a:cubicBezTo>
                  <a:cubicBezTo>
                    <a:pt x="27" y="68"/>
                    <a:pt x="28" y="67"/>
                    <a:pt x="29" y="66"/>
                  </a:cubicBezTo>
                  <a:cubicBezTo>
                    <a:pt x="30" y="57"/>
                    <a:pt x="33" y="50"/>
                    <a:pt x="39" y="43"/>
                  </a:cubicBezTo>
                  <a:cubicBezTo>
                    <a:pt x="40" y="42"/>
                    <a:pt x="40" y="40"/>
                    <a:pt x="39" y="39"/>
                  </a:cubicBezTo>
                  <a:cubicBezTo>
                    <a:pt x="28" y="28"/>
                    <a:pt x="28" y="28"/>
                    <a:pt x="28" y="28"/>
                  </a:cubicBezTo>
                  <a:cubicBezTo>
                    <a:pt x="27" y="28"/>
                    <a:pt x="26" y="27"/>
                    <a:pt x="25" y="27"/>
                  </a:cubicBezTo>
                  <a:cubicBezTo>
                    <a:pt x="22" y="28"/>
                    <a:pt x="19" y="25"/>
                    <a:pt x="19" y="21"/>
                  </a:cubicBezTo>
                  <a:cubicBezTo>
                    <a:pt x="19" y="21"/>
                    <a:pt x="19" y="21"/>
                    <a:pt x="19" y="21"/>
                  </a:cubicBezTo>
                  <a:cubicBezTo>
                    <a:pt x="20" y="18"/>
                    <a:pt x="22" y="16"/>
                    <a:pt x="25" y="16"/>
                  </a:cubicBezTo>
                  <a:cubicBezTo>
                    <a:pt x="27" y="16"/>
                    <a:pt x="28" y="17"/>
                    <a:pt x="29" y="18"/>
                  </a:cubicBezTo>
                  <a:cubicBezTo>
                    <a:pt x="30" y="19"/>
                    <a:pt x="31" y="21"/>
                    <a:pt x="31" y="23"/>
                  </a:cubicBezTo>
                  <a:cubicBezTo>
                    <a:pt x="31" y="23"/>
                    <a:pt x="31" y="23"/>
                    <a:pt x="31" y="24"/>
                  </a:cubicBezTo>
                  <a:cubicBezTo>
                    <a:pt x="43" y="36"/>
                    <a:pt x="43" y="36"/>
                    <a:pt x="43" y="36"/>
                  </a:cubicBezTo>
                  <a:cubicBezTo>
                    <a:pt x="44" y="37"/>
                    <a:pt x="45" y="37"/>
                    <a:pt x="47" y="36"/>
                  </a:cubicBezTo>
                  <a:cubicBezTo>
                    <a:pt x="53" y="32"/>
                    <a:pt x="60" y="29"/>
                    <a:pt x="67" y="29"/>
                  </a:cubicBezTo>
                  <a:cubicBezTo>
                    <a:pt x="67" y="29"/>
                    <a:pt x="68" y="28"/>
                    <a:pt x="68" y="27"/>
                  </a:cubicBezTo>
                  <a:cubicBezTo>
                    <a:pt x="68" y="12"/>
                    <a:pt x="68" y="12"/>
                    <a:pt x="68" y="12"/>
                  </a:cubicBezTo>
                  <a:cubicBezTo>
                    <a:pt x="68" y="12"/>
                    <a:pt x="67" y="11"/>
                    <a:pt x="67" y="11"/>
                  </a:cubicBezTo>
                  <a:cubicBezTo>
                    <a:pt x="64" y="11"/>
                    <a:pt x="62" y="8"/>
                    <a:pt x="65" y="6"/>
                  </a:cubicBezTo>
                  <a:cubicBezTo>
                    <a:pt x="65" y="6"/>
                    <a:pt x="65" y="5"/>
                    <a:pt x="66" y="5"/>
                  </a:cubicBezTo>
                  <a:cubicBezTo>
                    <a:pt x="75" y="5"/>
                    <a:pt x="75" y="5"/>
                    <a:pt x="75" y="5"/>
                  </a:cubicBezTo>
                  <a:cubicBezTo>
                    <a:pt x="77" y="5"/>
                    <a:pt x="78" y="6"/>
                    <a:pt x="78" y="8"/>
                  </a:cubicBezTo>
                  <a:cubicBezTo>
                    <a:pt x="78" y="9"/>
                    <a:pt x="77" y="11"/>
                    <a:pt x="76" y="11"/>
                  </a:cubicBezTo>
                  <a:cubicBezTo>
                    <a:pt x="75" y="11"/>
                    <a:pt x="74" y="12"/>
                    <a:pt x="74" y="14"/>
                  </a:cubicBezTo>
                  <a:cubicBezTo>
                    <a:pt x="74" y="26"/>
                    <a:pt x="74" y="26"/>
                    <a:pt x="74" y="26"/>
                  </a:cubicBezTo>
                  <a:cubicBezTo>
                    <a:pt x="74" y="27"/>
                    <a:pt x="75" y="29"/>
                    <a:pt x="76" y="29"/>
                  </a:cubicBezTo>
                  <a:cubicBezTo>
                    <a:pt x="83" y="30"/>
                    <a:pt x="89" y="32"/>
                    <a:pt x="95" y="36"/>
                  </a:cubicBezTo>
                  <a:cubicBezTo>
                    <a:pt x="96" y="37"/>
                    <a:pt x="98" y="37"/>
                    <a:pt x="99" y="36"/>
                  </a:cubicBezTo>
                  <a:cubicBezTo>
                    <a:pt x="110" y="24"/>
                    <a:pt x="110" y="24"/>
                    <a:pt x="110" y="24"/>
                  </a:cubicBezTo>
                  <a:cubicBezTo>
                    <a:pt x="111" y="24"/>
                    <a:pt x="111" y="23"/>
                    <a:pt x="111" y="22"/>
                  </a:cubicBezTo>
                  <a:cubicBezTo>
                    <a:pt x="111" y="20"/>
                    <a:pt x="111" y="19"/>
                    <a:pt x="113" y="18"/>
                  </a:cubicBezTo>
                  <a:cubicBezTo>
                    <a:pt x="114" y="16"/>
                    <a:pt x="116" y="16"/>
                    <a:pt x="118" y="16"/>
                  </a:cubicBezTo>
                  <a:cubicBezTo>
                    <a:pt x="118" y="16"/>
                    <a:pt x="119" y="17"/>
                    <a:pt x="119" y="17"/>
                  </a:cubicBezTo>
                  <a:cubicBezTo>
                    <a:pt x="123" y="19"/>
                    <a:pt x="123" y="23"/>
                    <a:pt x="121" y="26"/>
                  </a:cubicBezTo>
                  <a:cubicBezTo>
                    <a:pt x="119" y="27"/>
                    <a:pt x="118" y="27"/>
                    <a:pt x="116" y="27"/>
                  </a:cubicBezTo>
                  <a:cubicBezTo>
                    <a:pt x="115" y="27"/>
                    <a:pt x="115" y="28"/>
                    <a:pt x="114" y="28"/>
                  </a:cubicBezTo>
                  <a:cubicBezTo>
                    <a:pt x="103" y="39"/>
                    <a:pt x="103" y="39"/>
                    <a:pt x="103" y="39"/>
                  </a:cubicBezTo>
                  <a:cubicBezTo>
                    <a:pt x="102" y="40"/>
                    <a:pt x="102" y="42"/>
                    <a:pt x="103" y="43"/>
                  </a:cubicBezTo>
                  <a:cubicBezTo>
                    <a:pt x="108" y="50"/>
                    <a:pt x="112" y="57"/>
                    <a:pt x="113" y="66"/>
                  </a:cubicBezTo>
                  <a:cubicBezTo>
                    <a:pt x="113" y="67"/>
                    <a:pt x="114" y="68"/>
                    <a:pt x="116" y="68"/>
                  </a:cubicBezTo>
                  <a:cubicBezTo>
                    <a:pt x="128" y="68"/>
                    <a:pt x="128" y="68"/>
                    <a:pt x="128" y="68"/>
                  </a:cubicBezTo>
                  <a:cubicBezTo>
                    <a:pt x="129" y="68"/>
                    <a:pt x="131" y="67"/>
                    <a:pt x="131" y="66"/>
                  </a:cubicBezTo>
                  <a:cubicBezTo>
                    <a:pt x="131" y="65"/>
                    <a:pt x="133" y="64"/>
                    <a:pt x="134" y="64"/>
                  </a:cubicBezTo>
                  <a:cubicBezTo>
                    <a:pt x="136" y="64"/>
                    <a:pt x="136" y="65"/>
                    <a:pt x="136" y="67"/>
                  </a:cubicBezTo>
                  <a:cubicBezTo>
                    <a:pt x="136" y="76"/>
                    <a:pt x="136" y="76"/>
                    <a:pt x="136" y="7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88" name="Google Shape;488;p38"/>
            <p:cNvSpPr/>
            <p:nvPr/>
          </p:nvSpPr>
          <p:spPr>
            <a:xfrm>
              <a:off x="837304" y="3456674"/>
              <a:ext cx="60552" cy="41835"/>
            </a:xfrm>
            <a:custGeom>
              <a:avLst/>
              <a:gdLst/>
              <a:ahLst/>
              <a:cxnLst/>
              <a:rect l="l" t="t" r="r" b="b"/>
              <a:pathLst>
                <a:path w="23" h="16" extrusionOk="0">
                  <a:moveTo>
                    <a:pt x="20" y="0"/>
                  </a:moveTo>
                  <a:cubicBezTo>
                    <a:pt x="18" y="1"/>
                    <a:pt x="17" y="2"/>
                    <a:pt x="17" y="4"/>
                  </a:cubicBezTo>
                  <a:cubicBezTo>
                    <a:pt x="17" y="4"/>
                    <a:pt x="17" y="4"/>
                    <a:pt x="17" y="4"/>
                  </a:cubicBezTo>
                  <a:cubicBezTo>
                    <a:pt x="17" y="7"/>
                    <a:pt x="15" y="10"/>
                    <a:pt x="11" y="10"/>
                  </a:cubicBezTo>
                  <a:cubicBezTo>
                    <a:pt x="8" y="10"/>
                    <a:pt x="5" y="7"/>
                    <a:pt x="5" y="4"/>
                  </a:cubicBezTo>
                  <a:cubicBezTo>
                    <a:pt x="5" y="4"/>
                    <a:pt x="5" y="4"/>
                    <a:pt x="5" y="4"/>
                  </a:cubicBezTo>
                  <a:cubicBezTo>
                    <a:pt x="5" y="2"/>
                    <a:pt x="4" y="1"/>
                    <a:pt x="3" y="1"/>
                  </a:cubicBezTo>
                  <a:cubicBezTo>
                    <a:pt x="1" y="1"/>
                    <a:pt x="0" y="2"/>
                    <a:pt x="0" y="3"/>
                  </a:cubicBezTo>
                  <a:cubicBezTo>
                    <a:pt x="0" y="4"/>
                    <a:pt x="0" y="4"/>
                    <a:pt x="0" y="4"/>
                  </a:cubicBezTo>
                  <a:cubicBezTo>
                    <a:pt x="0" y="11"/>
                    <a:pt x="5" y="16"/>
                    <a:pt x="11" y="16"/>
                  </a:cubicBezTo>
                  <a:cubicBezTo>
                    <a:pt x="18" y="16"/>
                    <a:pt x="23" y="11"/>
                    <a:pt x="23" y="4"/>
                  </a:cubicBezTo>
                  <a:cubicBezTo>
                    <a:pt x="23" y="4"/>
                    <a:pt x="23" y="3"/>
                    <a:pt x="23" y="3"/>
                  </a:cubicBezTo>
                  <a:cubicBezTo>
                    <a:pt x="22" y="1"/>
                    <a:pt x="21" y="0"/>
                    <a:pt x="20"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89" name="Google Shape;489;p38"/>
            <p:cNvSpPr/>
            <p:nvPr/>
          </p:nvSpPr>
          <p:spPr>
            <a:xfrm>
              <a:off x="918774" y="3521629"/>
              <a:ext cx="59451" cy="58350"/>
            </a:xfrm>
            <a:custGeom>
              <a:avLst/>
              <a:gdLst/>
              <a:ahLst/>
              <a:cxnLst/>
              <a:rect l="l" t="t" r="r" b="b"/>
              <a:pathLst>
                <a:path w="23" h="22" extrusionOk="0">
                  <a:moveTo>
                    <a:pt x="11" y="0"/>
                  </a:moveTo>
                  <a:cubicBezTo>
                    <a:pt x="5" y="0"/>
                    <a:pt x="0" y="5"/>
                    <a:pt x="0" y="11"/>
                  </a:cubicBezTo>
                  <a:cubicBezTo>
                    <a:pt x="0" y="17"/>
                    <a:pt x="5" y="22"/>
                    <a:pt x="11" y="22"/>
                  </a:cubicBezTo>
                  <a:cubicBezTo>
                    <a:pt x="18" y="22"/>
                    <a:pt x="23" y="17"/>
                    <a:pt x="23" y="11"/>
                  </a:cubicBezTo>
                  <a:cubicBezTo>
                    <a:pt x="23" y="5"/>
                    <a:pt x="18" y="0"/>
                    <a:pt x="11" y="0"/>
                  </a:cubicBezTo>
                  <a:close/>
                  <a:moveTo>
                    <a:pt x="11" y="17"/>
                  </a:moveTo>
                  <a:cubicBezTo>
                    <a:pt x="8" y="17"/>
                    <a:pt x="5" y="14"/>
                    <a:pt x="5" y="11"/>
                  </a:cubicBezTo>
                  <a:cubicBezTo>
                    <a:pt x="5" y="8"/>
                    <a:pt x="8" y="5"/>
                    <a:pt x="11" y="5"/>
                  </a:cubicBezTo>
                  <a:cubicBezTo>
                    <a:pt x="15" y="5"/>
                    <a:pt x="17" y="8"/>
                    <a:pt x="17" y="11"/>
                  </a:cubicBezTo>
                  <a:cubicBezTo>
                    <a:pt x="17" y="14"/>
                    <a:pt x="15" y="17"/>
                    <a:pt x="11" y="1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90" name="Google Shape;490;p38"/>
            <p:cNvSpPr/>
            <p:nvPr/>
          </p:nvSpPr>
          <p:spPr>
            <a:xfrm>
              <a:off x="837304" y="3529336"/>
              <a:ext cx="45139" cy="45138"/>
            </a:xfrm>
            <a:custGeom>
              <a:avLst/>
              <a:gdLst/>
              <a:ahLst/>
              <a:cxnLst/>
              <a:rect l="l" t="t" r="r" b="b"/>
              <a:pathLst>
                <a:path w="17" h="17" extrusionOk="0">
                  <a:moveTo>
                    <a:pt x="14" y="2"/>
                  </a:moveTo>
                  <a:cubicBezTo>
                    <a:pt x="12" y="1"/>
                    <a:pt x="10" y="0"/>
                    <a:pt x="8" y="0"/>
                  </a:cubicBezTo>
                  <a:cubicBezTo>
                    <a:pt x="3" y="1"/>
                    <a:pt x="0" y="5"/>
                    <a:pt x="0" y="10"/>
                  </a:cubicBezTo>
                  <a:cubicBezTo>
                    <a:pt x="1" y="14"/>
                    <a:pt x="4" y="17"/>
                    <a:pt x="9" y="17"/>
                  </a:cubicBezTo>
                  <a:cubicBezTo>
                    <a:pt x="9" y="17"/>
                    <a:pt x="9" y="17"/>
                    <a:pt x="10" y="17"/>
                  </a:cubicBezTo>
                  <a:cubicBezTo>
                    <a:pt x="14" y="17"/>
                    <a:pt x="17" y="13"/>
                    <a:pt x="17" y="8"/>
                  </a:cubicBezTo>
                  <a:cubicBezTo>
                    <a:pt x="17" y="6"/>
                    <a:pt x="16" y="4"/>
                    <a:pt x="14" y="2"/>
                  </a:cubicBezTo>
                  <a:close/>
                  <a:moveTo>
                    <a:pt x="9" y="12"/>
                  </a:moveTo>
                  <a:cubicBezTo>
                    <a:pt x="7" y="12"/>
                    <a:pt x="6" y="11"/>
                    <a:pt x="6" y="9"/>
                  </a:cubicBezTo>
                  <a:cubicBezTo>
                    <a:pt x="6" y="8"/>
                    <a:pt x="7" y="6"/>
                    <a:pt x="8" y="6"/>
                  </a:cubicBezTo>
                  <a:cubicBezTo>
                    <a:pt x="8" y="6"/>
                    <a:pt x="9" y="6"/>
                    <a:pt x="9" y="6"/>
                  </a:cubicBezTo>
                  <a:cubicBezTo>
                    <a:pt x="9" y="6"/>
                    <a:pt x="10" y="6"/>
                    <a:pt x="10" y="7"/>
                  </a:cubicBezTo>
                  <a:cubicBezTo>
                    <a:pt x="11" y="7"/>
                    <a:pt x="11" y="8"/>
                    <a:pt x="11" y="9"/>
                  </a:cubicBezTo>
                  <a:cubicBezTo>
                    <a:pt x="12" y="10"/>
                    <a:pt x="11" y="11"/>
                    <a:pt x="9"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91" name="Google Shape;491;p38"/>
            <p:cNvSpPr/>
            <p:nvPr/>
          </p:nvSpPr>
          <p:spPr>
            <a:xfrm>
              <a:off x="931985" y="3443463"/>
              <a:ext cx="46239" cy="44037"/>
            </a:xfrm>
            <a:custGeom>
              <a:avLst/>
              <a:gdLst/>
              <a:ahLst/>
              <a:cxnLst/>
              <a:rect l="l" t="t" r="r" b="b"/>
              <a:pathLst>
                <a:path w="18" h="17" extrusionOk="0">
                  <a:moveTo>
                    <a:pt x="4" y="15"/>
                  </a:moveTo>
                  <a:cubicBezTo>
                    <a:pt x="5" y="16"/>
                    <a:pt x="7" y="17"/>
                    <a:pt x="9" y="17"/>
                  </a:cubicBezTo>
                  <a:cubicBezTo>
                    <a:pt x="9" y="17"/>
                    <a:pt x="9" y="17"/>
                    <a:pt x="10" y="17"/>
                  </a:cubicBezTo>
                  <a:cubicBezTo>
                    <a:pt x="14" y="16"/>
                    <a:pt x="18" y="12"/>
                    <a:pt x="17" y="8"/>
                  </a:cubicBezTo>
                  <a:cubicBezTo>
                    <a:pt x="17" y="3"/>
                    <a:pt x="13" y="0"/>
                    <a:pt x="8" y="0"/>
                  </a:cubicBezTo>
                  <a:cubicBezTo>
                    <a:pt x="6" y="0"/>
                    <a:pt x="4" y="1"/>
                    <a:pt x="2" y="3"/>
                  </a:cubicBezTo>
                  <a:cubicBezTo>
                    <a:pt x="1" y="5"/>
                    <a:pt x="0" y="7"/>
                    <a:pt x="1" y="9"/>
                  </a:cubicBezTo>
                  <a:cubicBezTo>
                    <a:pt x="1" y="12"/>
                    <a:pt x="2" y="14"/>
                    <a:pt x="4" y="15"/>
                  </a:cubicBezTo>
                  <a:close/>
                  <a:moveTo>
                    <a:pt x="7" y="7"/>
                  </a:moveTo>
                  <a:cubicBezTo>
                    <a:pt x="7" y="6"/>
                    <a:pt x="8" y="6"/>
                    <a:pt x="9" y="6"/>
                  </a:cubicBezTo>
                  <a:cubicBezTo>
                    <a:pt x="9" y="6"/>
                    <a:pt x="9" y="6"/>
                    <a:pt x="9" y="6"/>
                  </a:cubicBezTo>
                  <a:cubicBezTo>
                    <a:pt x="10" y="6"/>
                    <a:pt x="11" y="7"/>
                    <a:pt x="12" y="8"/>
                  </a:cubicBezTo>
                  <a:cubicBezTo>
                    <a:pt x="12" y="10"/>
                    <a:pt x="11" y="11"/>
                    <a:pt x="9" y="11"/>
                  </a:cubicBezTo>
                  <a:cubicBezTo>
                    <a:pt x="8" y="11"/>
                    <a:pt x="8" y="11"/>
                    <a:pt x="7" y="11"/>
                  </a:cubicBezTo>
                  <a:cubicBezTo>
                    <a:pt x="7" y="10"/>
                    <a:pt x="6" y="9"/>
                    <a:pt x="6" y="9"/>
                  </a:cubicBezTo>
                  <a:cubicBezTo>
                    <a:pt x="6" y="8"/>
                    <a:pt x="6" y="7"/>
                    <a:pt x="7" y="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92" name="Google Shape;492;p38"/>
            <p:cNvSpPr/>
            <p:nvPr/>
          </p:nvSpPr>
          <p:spPr>
            <a:xfrm>
              <a:off x="858222" y="3437958"/>
              <a:ext cx="16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93" name="Google Shape;493;p38"/>
            <p:cNvSpPr/>
            <p:nvPr/>
          </p:nvSpPr>
          <p:spPr>
            <a:xfrm>
              <a:off x="907764" y="3422545"/>
              <a:ext cx="16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94" name="Google Shape;494;p38"/>
            <p:cNvSpPr/>
            <p:nvPr/>
          </p:nvSpPr>
          <p:spPr>
            <a:xfrm>
              <a:off x="905562" y="3495207"/>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95" name="Google Shape;495;p38"/>
            <p:cNvSpPr/>
            <p:nvPr/>
          </p:nvSpPr>
          <p:spPr>
            <a:xfrm>
              <a:off x="897856" y="3582180"/>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96" name="Google Shape;496;p38"/>
            <p:cNvSpPr/>
            <p:nvPr/>
          </p:nvSpPr>
          <p:spPr>
            <a:xfrm>
              <a:off x="987032" y="3511721"/>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497" name="Google Shape;497;p38"/>
            <p:cNvSpPr/>
            <p:nvPr/>
          </p:nvSpPr>
          <p:spPr>
            <a:xfrm>
              <a:off x="814184" y="3508418"/>
              <a:ext cx="156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498" name="Google Shape;498;p38"/>
          <p:cNvGrpSpPr/>
          <p:nvPr/>
        </p:nvGrpSpPr>
        <p:grpSpPr>
          <a:xfrm>
            <a:off x="6813953" y="1760695"/>
            <a:ext cx="373218" cy="319270"/>
            <a:chOff x="7222746" y="3348783"/>
            <a:chExt cx="373218" cy="319270"/>
          </a:xfrm>
        </p:grpSpPr>
        <p:sp>
          <p:nvSpPr>
            <p:cNvPr id="499" name="Google Shape;499;p38"/>
            <p:cNvSpPr/>
            <p:nvPr/>
          </p:nvSpPr>
          <p:spPr>
            <a:xfrm>
              <a:off x="7222746" y="3348783"/>
              <a:ext cx="373218" cy="319270"/>
            </a:xfrm>
            <a:custGeom>
              <a:avLst/>
              <a:gdLst/>
              <a:ahLst/>
              <a:cxnLst/>
              <a:rect l="l" t="t" r="r" b="b"/>
              <a:pathLst>
                <a:path w="143" h="122" extrusionOk="0">
                  <a:moveTo>
                    <a:pt x="139" y="61"/>
                  </a:moveTo>
                  <a:cubicBezTo>
                    <a:pt x="139" y="21"/>
                    <a:pt x="139" y="21"/>
                    <a:pt x="139" y="21"/>
                  </a:cubicBezTo>
                  <a:cubicBezTo>
                    <a:pt x="141" y="20"/>
                    <a:pt x="142" y="19"/>
                    <a:pt x="142" y="16"/>
                  </a:cubicBezTo>
                  <a:cubicBezTo>
                    <a:pt x="142" y="6"/>
                    <a:pt x="142" y="6"/>
                    <a:pt x="142" y="6"/>
                  </a:cubicBezTo>
                  <a:cubicBezTo>
                    <a:pt x="142" y="3"/>
                    <a:pt x="140" y="0"/>
                    <a:pt x="137" y="0"/>
                  </a:cubicBezTo>
                  <a:cubicBezTo>
                    <a:pt x="119" y="0"/>
                    <a:pt x="119" y="0"/>
                    <a:pt x="119" y="0"/>
                  </a:cubicBezTo>
                  <a:cubicBezTo>
                    <a:pt x="115" y="0"/>
                    <a:pt x="113" y="3"/>
                    <a:pt x="113" y="6"/>
                  </a:cubicBezTo>
                  <a:cubicBezTo>
                    <a:pt x="113" y="16"/>
                    <a:pt x="113" y="16"/>
                    <a:pt x="113" y="16"/>
                  </a:cubicBezTo>
                  <a:cubicBezTo>
                    <a:pt x="113" y="19"/>
                    <a:pt x="114" y="21"/>
                    <a:pt x="116" y="21"/>
                  </a:cubicBezTo>
                  <a:cubicBezTo>
                    <a:pt x="116" y="61"/>
                    <a:pt x="116" y="61"/>
                    <a:pt x="116" y="61"/>
                  </a:cubicBezTo>
                  <a:cubicBezTo>
                    <a:pt x="102" y="61"/>
                    <a:pt x="102" y="61"/>
                    <a:pt x="102" y="61"/>
                  </a:cubicBezTo>
                  <a:cubicBezTo>
                    <a:pt x="102" y="21"/>
                    <a:pt x="102" y="21"/>
                    <a:pt x="102" y="21"/>
                  </a:cubicBezTo>
                  <a:cubicBezTo>
                    <a:pt x="103" y="21"/>
                    <a:pt x="105" y="19"/>
                    <a:pt x="105" y="16"/>
                  </a:cubicBezTo>
                  <a:cubicBezTo>
                    <a:pt x="105" y="6"/>
                    <a:pt x="105" y="6"/>
                    <a:pt x="105" y="6"/>
                  </a:cubicBezTo>
                  <a:cubicBezTo>
                    <a:pt x="105" y="3"/>
                    <a:pt x="102" y="0"/>
                    <a:pt x="99" y="0"/>
                  </a:cubicBezTo>
                  <a:cubicBezTo>
                    <a:pt x="81" y="0"/>
                    <a:pt x="81" y="0"/>
                    <a:pt x="81" y="0"/>
                  </a:cubicBezTo>
                  <a:cubicBezTo>
                    <a:pt x="78" y="0"/>
                    <a:pt x="75" y="3"/>
                    <a:pt x="75" y="6"/>
                  </a:cubicBezTo>
                  <a:cubicBezTo>
                    <a:pt x="75" y="16"/>
                    <a:pt x="75" y="16"/>
                    <a:pt x="75" y="16"/>
                  </a:cubicBezTo>
                  <a:cubicBezTo>
                    <a:pt x="75" y="19"/>
                    <a:pt x="77" y="21"/>
                    <a:pt x="79" y="21"/>
                  </a:cubicBezTo>
                  <a:cubicBezTo>
                    <a:pt x="79" y="61"/>
                    <a:pt x="79" y="61"/>
                    <a:pt x="79" y="61"/>
                  </a:cubicBezTo>
                  <a:cubicBezTo>
                    <a:pt x="64" y="61"/>
                    <a:pt x="64" y="61"/>
                    <a:pt x="64" y="61"/>
                  </a:cubicBezTo>
                  <a:cubicBezTo>
                    <a:pt x="64" y="21"/>
                    <a:pt x="64" y="21"/>
                    <a:pt x="64" y="21"/>
                  </a:cubicBezTo>
                  <a:cubicBezTo>
                    <a:pt x="66" y="21"/>
                    <a:pt x="67" y="19"/>
                    <a:pt x="67" y="16"/>
                  </a:cubicBezTo>
                  <a:cubicBezTo>
                    <a:pt x="67" y="6"/>
                    <a:pt x="67" y="6"/>
                    <a:pt x="67" y="6"/>
                  </a:cubicBezTo>
                  <a:cubicBezTo>
                    <a:pt x="67" y="3"/>
                    <a:pt x="65" y="0"/>
                    <a:pt x="62" y="0"/>
                  </a:cubicBezTo>
                  <a:cubicBezTo>
                    <a:pt x="43" y="0"/>
                    <a:pt x="43" y="0"/>
                    <a:pt x="43" y="0"/>
                  </a:cubicBezTo>
                  <a:cubicBezTo>
                    <a:pt x="40" y="0"/>
                    <a:pt x="38" y="3"/>
                    <a:pt x="38" y="6"/>
                  </a:cubicBezTo>
                  <a:cubicBezTo>
                    <a:pt x="38" y="16"/>
                    <a:pt x="38" y="16"/>
                    <a:pt x="38" y="16"/>
                  </a:cubicBezTo>
                  <a:cubicBezTo>
                    <a:pt x="38" y="19"/>
                    <a:pt x="39" y="21"/>
                    <a:pt x="41" y="21"/>
                  </a:cubicBezTo>
                  <a:cubicBezTo>
                    <a:pt x="41" y="61"/>
                    <a:pt x="41" y="61"/>
                    <a:pt x="41" y="61"/>
                  </a:cubicBezTo>
                  <a:cubicBezTo>
                    <a:pt x="27" y="61"/>
                    <a:pt x="27" y="61"/>
                    <a:pt x="27" y="61"/>
                  </a:cubicBezTo>
                  <a:cubicBezTo>
                    <a:pt x="27" y="21"/>
                    <a:pt x="27" y="21"/>
                    <a:pt x="27" y="21"/>
                  </a:cubicBezTo>
                  <a:cubicBezTo>
                    <a:pt x="29" y="21"/>
                    <a:pt x="30" y="19"/>
                    <a:pt x="30" y="16"/>
                  </a:cubicBezTo>
                  <a:cubicBezTo>
                    <a:pt x="30" y="6"/>
                    <a:pt x="30" y="6"/>
                    <a:pt x="30" y="6"/>
                  </a:cubicBezTo>
                  <a:cubicBezTo>
                    <a:pt x="30" y="3"/>
                    <a:pt x="28" y="0"/>
                    <a:pt x="24" y="0"/>
                  </a:cubicBezTo>
                  <a:cubicBezTo>
                    <a:pt x="6" y="0"/>
                    <a:pt x="6" y="0"/>
                    <a:pt x="6" y="0"/>
                  </a:cubicBezTo>
                  <a:cubicBezTo>
                    <a:pt x="3" y="0"/>
                    <a:pt x="1" y="3"/>
                    <a:pt x="1" y="6"/>
                  </a:cubicBezTo>
                  <a:cubicBezTo>
                    <a:pt x="1" y="16"/>
                    <a:pt x="1" y="16"/>
                    <a:pt x="1" y="16"/>
                  </a:cubicBezTo>
                  <a:cubicBezTo>
                    <a:pt x="1" y="19"/>
                    <a:pt x="2" y="20"/>
                    <a:pt x="4" y="21"/>
                  </a:cubicBezTo>
                  <a:cubicBezTo>
                    <a:pt x="4" y="61"/>
                    <a:pt x="4" y="61"/>
                    <a:pt x="4" y="61"/>
                  </a:cubicBezTo>
                  <a:cubicBezTo>
                    <a:pt x="2" y="62"/>
                    <a:pt x="0" y="64"/>
                    <a:pt x="0" y="67"/>
                  </a:cubicBezTo>
                  <a:cubicBezTo>
                    <a:pt x="0" y="116"/>
                    <a:pt x="0" y="116"/>
                    <a:pt x="0" y="116"/>
                  </a:cubicBezTo>
                  <a:cubicBezTo>
                    <a:pt x="0" y="119"/>
                    <a:pt x="3" y="122"/>
                    <a:pt x="6" y="122"/>
                  </a:cubicBezTo>
                  <a:cubicBezTo>
                    <a:pt x="24" y="122"/>
                    <a:pt x="24" y="122"/>
                    <a:pt x="24" y="122"/>
                  </a:cubicBezTo>
                  <a:cubicBezTo>
                    <a:pt x="27" y="122"/>
                    <a:pt x="29" y="119"/>
                    <a:pt x="29" y="116"/>
                  </a:cubicBezTo>
                  <a:cubicBezTo>
                    <a:pt x="29" y="110"/>
                    <a:pt x="29" y="110"/>
                    <a:pt x="29" y="110"/>
                  </a:cubicBezTo>
                  <a:cubicBezTo>
                    <a:pt x="59" y="110"/>
                    <a:pt x="59" y="110"/>
                    <a:pt x="59" y="110"/>
                  </a:cubicBezTo>
                  <a:cubicBezTo>
                    <a:pt x="60" y="110"/>
                    <a:pt x="62" y="109"/>
                    <a:pt x="62" y="108"/>
                  </a:cubicBezTo>
                  <a:cubicBezTo>
                    <a:pt x="62" y="106"/>
                    <a:pt x="61" y="105"/>
                    <a:pt x="59" y="105"/>
                  </a:cubicBezTo>
                  <a:cubicBezTo>
                    <a:pt x="6" y="105"/>
                    <a:pt x="6" y="105"/>
                    <a:pt x="6" y="105"/>
                  </a:cubicBezTo>
                  <a:cubicBezTo>
                    <a:pt x="6" y="67"/>
                    <a:pt x="6" y="67"/>
                    <a:pt x="6" y="67"/>
                  </a:cubicBezTo>
                  <a:cubicBezTo>
                    <a:pt x="137" y="67"/>
                    <a:pt x="137" y="67"/>
                    <a:pt x="137" y="67"/>
                  </a:cubicBezTo>
                  <a:cubicBezTo>
                    <a:pt x="137" y="105"/>
                    <a:pt x="137" y="105"/>
                    <a:pt x="137" y="105"/>
                  </a:cubicBezTo>
                  <a:cubicBezTo>
                    <a:pt x="84" y="105"/>
                    <a:pt x="84" y="105"/>
                    <a:pt x="84" y="105"/>
                  </a:cubicBezTo>
                  <a:cubicBezTo>
                    <a:pt x="83" y="105"/>
                    <a:pt x="82" y="106"/>
                    <a:pt x="81" y="107"/>
                  </a:cubicBezTo>
                  <a:cubicBezTo>
                    <a:pt x="81" y="109"/>
                    <a:pt x="82" y="110"/>
                    <a:pt x="84" y="110"/>
                  </a:cubicBezTo>
                  <a:cubicBezTo>
                    <a:pt x="113" y="110"/>
                    <a:pt x="113" y="110"/>
                    <a:pt x="113" y="110"/>
                  </a:cubicBezTo>
                  <a:cubicBezTo>
                    <a:pt x="113" y="116"/>
                    <a:pt x="113" y="116"/>
                    <a:pt x="113" y="116"/>
                  </a:cubicBezTo>
                  <a:cubicBezTo>
                    <a:pt x="113" y="119"/>
                    <a:pt x="116" y="122"/>
                    <a:pt x="119" y="122"/>
                  </a:cubicBezTo>
                  <a:cubicBezTo>
                    <a:pt x="137" y="122"/>
                    <a:pt x="137" y="122"/>
                    <a:pt x="137" y="122"/>
                  </a:cubicBezTo>
                  <a:cubicBezTo>
                    <a:pt x="140" y="122"/>
                    <a:pt x="143" y="119"/>
                    <a:pt x="143" y="116"/>
                  </a:cubicBezTo>
                  <a:cubicBezTo>
                    <a:pt x="143" y="67"/>
                    <a:pt x="143" y="67"/>
                    <a:pt x="143" y="67"/>
                  </a:cubicBezTo>
                  <a:cubicBezTo>
                    <a:pt x="143" y="64"/>
                    <a:pt x="141" y="62"/>
                    <a:pt x="139" y="61"/>
                  </a:cubicBezTo>
                  <a:close/>
                  <a:moveTo>
                    <a:pt x="122" y="22"/>
                  </a:moveTo>
                  <a:cubicBezTo>
                    <a:pt x="134" y="22"/>
                    <a:pt x="134" y="22"/>
                    <a:pt x="134" y="22"/>
                  </a:cubicBezTo>
                  <a:cubicBezTo>
                    <a:pt x="134" y="39"/>
                    <a:pt x="134" y="39"/>
                    <a:pt x="134" y="39"/>
                  </a:cubicBezTo>
                  <a:cubicBezTo>
                    <a:pt x="122" y="39"/>
                    <a:pt x="122" y="39"/>
                    <a:pt x="122" y="39"/>
                  </a:cubicBezTo>
                  <a:lnTo>
                    <a:pt x="122" y="22"/>
                  </a:lnTo>
                  <a:close/>
                  <a:moveTo>
                    <a:pt x="119" y="6"/>
                  </a:moveTo>
                  <a:cubicBezTo>
                    <a:pt x="137" y="6"/>
                    <a:pt x="137" y="6"/>
                    <a:pt x="137" y="6"/>
                  </a:cubicBezTo>
                  <a:cubicBezTo>
                    <a:pt x="137" y="16"/>
                    <a:pt x="137" y="16"/>
                    <a:pt x="137" y="16"/>
                  </a:cubicBezTo>
                  <a:cubicBezTo>
                    <a:pt x="119" y="16"/>
                    <a:pt x="119" y="16"/>
                    <a:pt x="119" y="16"/>
                  </a:cubicBezTo>
                  <a:lnTo>
                    <a:pt x="119" y="6"/>
                  </a:lnTo>
                  <a:close/>
                  <a:moveTo>
                    <a:pt x="122" y="44"/>
                  </a:moveTo>
                  <a:cubicBezTo>
                    <a:pt x="134" y="44"/>
                    <a:pt x="134" y="44"/>
                    <a:pt x="134" y="44"/>
                  </a:cubicBezTo>
                  <a:cubicBezTo>
                    <a:pt x="134" y="61"/>
                    <a:pt x="134" y="61"/>
                    <a:pt x="134" y="61"/>
                  </a:cubicBezTo>
                  <a:cubicBezTo>
                    <a:pt x="122" y="61"/>
                    <a:pt x="122" y="61"/>
                    <a:pt x="122" y="61"/>
                  </a:cubicBezTo>
                  <a:lnTo>
                    <a:pt x="122" y="44"/>
                  </a:lnTo>
                  <a:close/>
                  <a:moveTo>
                    <a:pt x="84" y="22"/>
                  </a:moveTo>
                  <a:cubicBezTo>
                    <a:pt x="96" y="22"/>
                    <a:pt x="96" y="22"/>
                    <a:pt x="96" y="22"/>
                  </a:cubicBezTo>
                  <a:cubicBezTo>
                    <a:pt x="96" y="39"/>
                    <a:pt x="96" y="39"/>
                    <a:pt x="96" y="39"/>
                  </a:cubicBezTo>
                  <a:cubicBezTo>
                    <a:pt x="84" y="39"/>
                    <a:pt x="84" y="39"/>
                    <a:pt x="84" y="39"/>
                  </a:cubicBezTo>
                  <a:lnTo>
                    <a:pt x="84" y="22"/>
                  </a:lnTo>
                  <a:close/>
                  <a:moveTo>
                    <a:pt x="81" y="6"/>
                  </a:moveTo>
                  <a:cubicBezTo>
                    <a:pt x="99" y="6"/>
                    <a:pt x="99" y="6"/>
                    <a:pt x="99" y="6"/>
                  </a:cubicBezTo>
                  <a:cubicBezTo>
                    <a:pt x="99" y="16"/>
                    <a:pt x="99" y="16"/>
                    <a:pt x="99" y="16"/>
                  </a:cubicBezTo>
                  <a:cubicBezTo>
                    <a:pt x="81" y="16"/>
                    <a:pt x="81" y="16"/>
                    <a:pt x="81" y="16"/>
                  </a:cubicBezTo>
                  <a:lnTo>
                    <a:pt x="81" y="6"/>
                  </a:lnTo>
                  <a:close/>
                  <a:moveTo>
                    <a:pt x="84" y="44"/>
                  </a:moveTo>
                  <a:cubicBezTo>
                    <a:pt x="96" y="44"/>
                    <a:pt x="96" y="44"/>
                    <a:pt x="96" y="44"/>
                  </a:cubicBezTo>
                  <a:cubicBezTo>
                    <a:pt x="96" y="61"/>
                    <a:pt x="96" y="61"/>
                    <a:pt x="96" y="61"/>
                  </a:cubicBezTo>
                  <a:cubicBezTo>
                    <a:pt x="84" y="61"/>
                    <a:pt x="84" y="61"/>
                    <a:pt x="84" y="61"/>
                  </a:cubicBezTo>
                  <a:lnTo>
                    <a:pt x="84" y="44"/>
                  </a:lnTo>
                  <a:close/>
                  <a:moveTo>
                    <a:pt x="47" y="22"/>
                  </a:moveTo>
                  <a:cubicBezTo>
                    <a:pt x="58" y="22"/>
                    <a:pt x="58" y="22"/>
                    <a:pt x="58" y="22"/>
                  </a:cubicBezTo>
                  <a:cubicBezTo>
                    <a:pt x="58" y="39"/>
                    <a:pt x="58" y="39"/>
                    <a:pt x="58" y="39"/>
                  </a:cubicBezTo>
                  <a:cubicBezTo>
                    <a:pt x="47" y="39"/>
                    <a:pt x="47" y="39"/>
                    <a:pt x="47" y="39"/>
                  </a:cubicBezTo>
                  <a:lnTo>
                    <a:pt x="47" y="22"/>
                  </a:lnTo>
                  <a:close/>
                  <a:moveTo>
                    <a:pt x="43" y="6"/>
                  </a:moveTo>
                  <a:cubicBezTo>
                    <a:pt x="62" y="6"/>
                    <a:pt x="62" y="6"/>
                    <a:pt x="62" y="6"/>
                  </a:cubicBezTo>
                  <a:cubicBezTo>
                    <a:pt x="62" y="16"/>
                    <a:pt x="62" y="16"/>
                    <a:pt x="62" y="16"/>
                  </a:cubicBezTo>
                  <a:cubicBezTo>
                    <a:pt x="43" y="16"/>
                    <a:pt x="43" y="16"/>
                    <a:pt x="43" y="16"/>
                  </a:cubicBezTo>
                  <a:lnTo>
                    <a:pt x="43" y="6"/>
                  </a:lnTo>
                  <a:close/>
                  <a:moveTo>
                    <a:pt x="47" y="44"/>
                  </a:moveTo>
                  <a:cubicBezTo>
                    <a:pt x="58" y="44"/>
                    <a:pt x="58" y="44"/>
                    <a:pt x="58" y="44"/>
                  </a:cubicBezTo>
                  <a:cubicBezTo>
                    <a:pt x="58" y="61"/>
                    <a:pt x="58" y="61"/>
                    <a:pt x="58" y="61"/>
                  </a:cubicBezTo>
                  <a:cubicBezTo>
                    <a:pt x="47" y="61"/>
                    <a:pt x="47" y="61"/>
                    <a:pt x="47" y="61"/>
                  </a:cubicBezTo>
                  <a:lnTo>
                    <a:pt x="47" y="44"/>
                  </a:lnTo>
                  <a:close/>
                  <a:moveTo>
                    <a:pt x="21" y="39"/>
                  </a:moveTo>
                  <a:cubicBezTo>
                    <a:pt x="9" y="39"/>
                    <a:pt x="9" y="39"/>
                    <a:pt x="9" y="39"/>
                  </a:cubicBezTo>
                  <a:cubicBezTo>
                    <a:pt x="9" y="22"/>
                    <a:pt x="9" y="22"/>
                    <a:pt x="9" y="22"/>
                  </a:cubicBezTo>
                  <a:cubicBezTo>
                    <a:pt x="21" y="22"/>
                    <a:pt x="21" y="22"/>
                    <a:pt x="21" y="22"/>
                  </a:cubicBezTo>
                  <a:lnTo>
                    <a:pt x="21" y="39"/>
                  </a:lnTo>
                  <a:close/>
                  <a:moveTo>
                    <a:pt x="9" y="44"/>
                  </a:moveTo>
                  <a:cubicBezTo>
                    <a:pt x="21" y="44"/>
                    <a:pt x="21" y="44"/>
                    <a:pt x="21" y="44"/>
                  </a:cubicBezTo>
                  <a:cubicBezTo>
                    <a:pt x="21" y="61"/>
                    <a:pt x="21" y="61"/>
                    <a:pt x="21" y="61"/>
                  </a:cubicBezTo>
                  <a:cubicBezTo>
                    <a:pt x="9" y="61"/>
                    <a:pt x="9" y="61"/>
                    <a:pt x="9" y="61"/>
                  </a:cubicBezTo>
                  <a:lnTo>
                    <a:pt x="9" y="44"/>
                  </a:lnTo>
                  <a:close/>
                  <a:moveTo>
                    <a:pt x="6" y="6"/>
                  </a:moveTo>
                  <a:cubicBezTo>
                    <a:pt x="24" y="6"/>
                    <a:pt x="24" y="6"/>
                    <a:pt x="24" y="6"/>
                  </a:cubicBezTo>
                  <a:cubicBezTo>
                    <a:pt x="24" y="16"/>
                    <a:pt x="24" y="16"/>
                    <a:pt x="24" y="16"/>
                  </a:cubicBezTo>
                  <a:cubicBezTo>
                    <a:pt x="6" y="16"/>
                    <a:pt x="6" y="16"/>
                    <a:pt x="6" y="16"/>
                  </a:cubicBezTo>
                  <a:lnTo>
                    <a:pt x="6" y="6"/>
                  </a:lnTo>
                  <a:close/>
                  <a:moveTo>
                    <a:pt x="24" y="110"/>
                  </a:moveTo>
                  <a:cubicBezTo>
                    <a:pt x="24" y="116"/>
                    <a:pt x="24" y="116"/>
                    <a:pt x="24" y="116"/>
                  </a:cubicBezTo>
                  <a:cubicBezTo>
                    <a:pt x="6" y="116"/>
                    <a:pt x="6" y="116"/>
                    <a:pt x="6" y="116"/>
                  </a:cubicBezTo>
                  <a:cubicBezTo>
                    <a:pt x="6" y="110"/>
                    <a:pt x="6" y="110"/>
                    <a:pt x="6" y="110"/>
                  </a:cubicBezTo>
                  <a:lnTo>
                    <a:pt x="24" y="110"/>
                  </a:lnTo>
                  <a:close/>
                  <a:moveTo>
                    <a:pt x="137" y="116"/>
                  </a:moveTo>
                  <a:cubicBezTo>
                    <a:pt x="119" y="116"/>
                    <a:pt x="119" y="116"/>
                    <a:pt x="119" y="116"/>
                  </a:cubicBezTo>
                  <a:cubicBezTo>
                    <a:pt x="119" y="110"/>
                    <a:pt x="119" y="110"/>
                    <a:pt x="119" y="110"/>
                  </a:cubicBezTo>
                  <a:cubicBezTo>
                    <a:pt x="137" y="110"/>
                    <a:pt x="137" y="110"/>
                    <a:pt x="137" y="110"/>
                  </a:cubicBezTo>
                  <a:lnTo>
                    <a:pt x="137" y="116"/>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00" name="Google Shape;500;p38"/>
            <p:cNvSpPr/>
            <p:nvPr/>
          </p:nvSpPr>
          <p:spPr>
            <a:xfrm>
              <a:off x="7339445" y="3545850"/>
              <a:ext cx="138718" cy="55047"/>
            </a:xfrm>
            <a:custGeom>
              <a:avLst/>
              <a:gdLst/>
              <a:ahLst/>
              <a:cxnLst/>
              <a:rect l="l" t="t" r="r" b="b"/>
              <a:pathLst>
                <a:path w="53" h="21" extrusionOk="0">
                  <a:moveTo>
                    <a:pt x="53" y="13"/>
                  </a:moveTo>
                  <a:cubicBezTo>
                    <a:pt x="53" y="9"/>
                    <a:pt x="53" y="9"/>
                    <a:pt x="53" y="9"/>
                  </a:cubicBezTo>
                  <a:cubicBezTo>
                    <a:pt x="53" y="4"/>
                    <a:pt x="49" y="0"/>
                    <a:pt x="44" y="0"/>
                  </a:cubicBezTo>
                  <a:cubicBezTo>
                    <a:pt x="9" y="0"/>
                    <a:pt x="9" y="0"/>
                    <a:pt x="9" y="0"/>
                  </a:cubicBezTo>
                  <a:cubicBezTo>
                    <a:pt x="4" y="0"/>
                    <a:pt x="0" y="4"/>
                    <a:pt x="0" y="9"/>
                  </a:cubicBezTo>
                  <a:cubicBezTo>
                    <a:pt x="0" y="13"/>
                    <a:pt x="0" y="13"/>
                    <a:pt x="0" y="13"/>
                  </a:cubicBezTo>
                  <a:cubicBezTo>
                    <a:pt x="0" y="17"/>
                    <a:pt x="4" y="21"/>
                    <a:pt x="9" y="21"/>
                  </a:cubicBezTo>
                  <a:cubicBezTo>
                    <a:pt x="44" y="21"/>
                    <a:pt x="44" y="21"/>
                    <a:pt x="44" y="21"/>
                  </a:cubicBezTo>
                  <a:cubicBezTo>
                    <a:pt x="49" y="21"/>
                    <a:pt x="53" y="17"/>
                    <a:pt x="53" y="13"/>
                  </a:cubicBezTo>
                  <a:close/>
                  <a:moveTo>
                    <a:pt x="6" y="13"/>
                  </a:moveTo>
                  <a:cubicBezTo>
                    <a:pt x="6" y="9"/>
                    <a:pt x="6" y="9"/>
                    <a:pt x="6" y="9"/>
                  </a:cubicBezTo>
                  <a:cubicBezTo>
                    <a:pt x="6" y="7"/>
                    <a:pt x="7" y="6"/>
                    <a:pt x="9" y="6"/>
                  </a:cubicBezTo>
                  <a:cubicBezTo>
                    <a:pt x="44" y="6"/>
                    <a:pt x="44" y="6"/>
                    <a:pt x="44" y="6"/>
                  </a:cubicBezTo>
                  <a:cubicBezTo>
                    <a:pt x="46" y="6"/>
                    <a:pt x="47" y="7"/>
                    <a:pt x="47" y="9"/>
                  </a:cubicBezTo>
                  <a:cubicBezTo>
                    <a:pt x="47" y="13"/>
                    <a:pt x="47" y="13"/>
                    <a:pt x="47" y="13"/>
                  </a:cubicBezTo>
                  <a:cubicBezTo>
                    <a:pt x="47" y="14"/>
                    <a:pt x="46" y="15"/>
                    <a:pt x="44" y="15"/>
                  </a:cubicBezTo>
                  <a:cubicBezTo>
                    <a:pt x="9" y="15"/>
                    <a:pt x="9" y="15"/>
                    <a:pt x="9" y="15"/>
                  </a:cubicBezTo>
                  <a:cubicBezTo>
                    <a:pt x="7" y="15"/>
                    <a:pt x="6" y="14"/>
                    <a:pt x="6" y="1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01" name="Google Shape;501;p38"/>
            <p:cNvSpPr/>
            <p:nvPr/>
          </p:nvSpPr>
          <p:spPr>
            <a:xfrm>
              <a:off x="7402198" y="3624016"/>
              <a:ext cx="13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502" name="Google Shape;502;p38"/>
          <p:cNvGrpSpPr/>
          <p:nvPr/>
        </p:nvGrpSpPr>
        <p:grpSpPr>
          <a:xfrm>
            <a:off x="4435083" y="1734837"/>
            <a:ext cx="274133" cy="371015"/>
            <a:chOff x="3141568" y="2705837"/>
            <a:chExt cx="274133" cy="371015"/>
          </a:xfrm>
        </p:grpSpPr>
        <p:sp>
          <p:nvSpPr>
            <p:cNvPr id="503" name="Google Shape;503;p38"/>
            <p:cNvSpPr/>
            <p:nvPr/>
          </p:nvSpPr>
          <p:spPr>
            <a:xfrm>
              <a:off x="3141568" y="2705837"/>
              <a:ext cx="274133" cy="371015"/>
            </a:xfrm>
            <a:custGeom>
              <a:avLst/>
              <a:gdLst/>
              <a:ahLst/>
              <a:cxnLst/>
              <a:rect l="l" t="t" r="r" b="b"/>
              <a:pathLst>
                <a:path w="105" h="142" extrusionOk="0">
                  <a:moveTo>
                    <a:pt x="97" y="11"/>
                  </a:moveTo>
                  <a:cubicBezTo>
                    <a:pt x="72" y="11"/>
                    <a:pt x="72" y="11"/>
                    <a:pt x="72" y="11"/>
                  </a:cubicBezTo>
                  <a:cubicBezTo>
                    <a:pt x="72" y="10"/>
                    <a:pt x="70" y="8"/>
                    <a:pt x="67" y="8"/>
                  </a:cubicBezTo>
                  <a:cubicBezTo>
                    <a:pt x="63" y="8"/>
                    <a:pt x="63" y="8"/>
                    <a:pt x="63" y="8"/>
                  </a:cubicBezTo>
                  <a:cubicBezTo>
                    <a:pt x="62" y="3"/>
                    <a:pt x="58" y="0"/>
                    <a:pt x="53" y="0"/>
                  </a:cubicBezTo>
                  <a:cubicBezTo>
                    <a:pt x="48" y="0"/>
                    <a:pt x="43" y="3"/>
                    <a:pt x="42" y="8"/>
                  </a:cubicBezTo>
                  <a:cubicBezTo>
                    <a:pt x="38" y="8"/>
                    <a:pt x="38" y="8"/>
                    <a:pt x="38" y="8"/>
                  </a:cubicBezTo>
                  <a:cubicBezTo>
                    <a:pt x="36" y="8"/>
                    <a:pt x="34" y="10"/>
                    <a:pt x="33" y="11"/>
                  </a:cubicBezTo>
                  <a:cubicBezTo>
                    <a:pt x="9" y="11"/>
                    <a:pt x="9" y="11"/>
                    <a:pt x="9" y="11"/>
                  </a:cubicBezTo>
                  <a:cubicBezTo>
                    <a:pt x="4" y="11"/>
                    <a:pt x="0" y="15"/>
                    <a:pt x="0" y="20"/>
                  </a:cubicBezTo>
                  <a:cubicBezTo>
                    <a:pt x="0" y="134"/>
                    <a:pt x="0" y="134"/>
                    <a:pt x="0" y="134"/>
                  </a:cubicBezTo>
                  <a:cubicBezTo>
                    <a:pt x="0" y="139"/>
                    <a:pt x="4" y="142"/>
                    <a:pt x="9" y="142"/>
                  </a:cubicBezTo>
                  <a:cubicBezTo>
                    <a:pt x="97" y="142"/>
                    <a:pt x="97" y="142"/>
                    <a:pt x="97" y="142"/>
                  </a:cubicBezTo>
                  <a:cubicBezTo>
                    <a:pt x="101" y="142"/>
                    <a:pt x="105" y="139"/>
                    <a:pt x="105" y="134"/>
                  </a:cubicBezTo>
                  <a:cubicBezTo>
                    <a:pt x="105" y="20"/>
                    <a:pt x="105" y="20"/>
                    <a:pt x="105" y="20"/>
                  </a:cubicBezTo>
                  <a:cubicBezTo>
                    <a:pt x="105" y="15"/>
                    <a:pt x="101" y="11"/>
                    <a:pt x="97" y="11"/>
                  </a:cubicBezTo>
                  <a:close/>
                  <a:moveTo>
                    <a:pt x="33" y="28"/>
                  </a:moveTo>
                  <a:cubicBezTo>
                    <a:pt x="34" y="30"/>
                    <a:pt x="36" y="31"/>
                    <a:pt x="39" y="31"/>
                  </a:cubicBezTo>
                  <a:cubicBezTo>
                    <a:pt x="67" y="31"/>
                    <a:pt x="67" y="31"/>
                    <a:pt x="67" y="31"/>
                  </a:cubicBezTo>
                  <a:cubicBezTo>
                    <a:pt x="70" y="31"/>
                    <a:pt x="71" y="30"/>
                    <a:pt x="72" y="28"/>
                  </a:cubicBezTo>
                  <a:cubicBezTo>
                    <a:pt x="89" y="28"/>
                    <a:pt x="89" y="28"/>
                    <a:pt x="89" y="28"/>
                  </a:cubicBezTo>
                  <a:cubicBezTo>
                    <a:pt x="89" y="126"/>
                    <a:pt x="89" y="126"/>
                    <a:pt x="89" y="126"/>
                  </a:cubicBezTo>
                  <a:cubicBezTo>
                    <a:pt x="17" y="126"/>
                    <a:pt x="17" y="126"/>
                    <a:pt x="17" y="126"/>
                  </a:cubicBezTo>
                  <a:cubicBezTo>
                    <a:pt x="17" y="28"/>
                    <a:pt x="17" y="28"/>
                    <a:pt x="17" y="28"/>
                  </a:cubicBezTo>
                  <a:cubicBezTo>
                    <a:pt x="33" y="28"/>
                    <a:pt x="33" y="28"/>
                    <a:pt x="33" y="28"/>
                  </a:cubicBezTo>
                  <a:close/>
                  <a:moveTo>
                    <a:pt x="45" y="14"/>
                  </a:moveTo>
                  <a:cubicBezTo>
                    <a:pt x="46" y="14"/>
                    <a:pt x="46" y="14"/>
                    <a:pt x="47" y="13"/>
                  </a:cubicBezTo>
                  <a:cubicBezTo>
                    <a:pt x="47" y="12"/>
                    <a:pt x="48" y="12"/>
                    <a:pt x="48" y="11"/>
                  </a:cubicBezTo>
                  <a:cubicBezTo>
                    <a:pt x="48" y="11"/>
                    <a:pt x="48" y="11"/>
                    <a:pt x="48" y="11"/>
                  </a:cubicBezTo>
                  <a:cubicBezTo>
                    <a:pt x="48" y="8"/>
                    <a:pt x="50" y="5"/>
                    <a:pt x="53" y="5"/>
                  </a:cubicBezTo>
                  <a:cubicBezTo>
                    <a:pt x="56" y="5"/>
                    <a:pt x="58" y="8"/>
                    <a:pt x="58" y="11"/>
                  </a:cubicBezTo>
                  <a:cubicBezTo>
                    <a:pt x="58" y="11"/>
                    <a:pt x="58" y="11"/>
                    <a:pt x="58" y="11"/>
                  </a:cubicBezTo>
                  <a:cubicBezTo>
                    <a:pt x="58" y="11"/>
                    <a:pt x="58" y="11"/>
                    <a:pt x="58" y="12"/>
                  </a:cubicBezTo>
                  <a:cubicBezTo>
                    <a:pt x="59" y="13"/>
                    <a:pt x="60" y="14"/>
                    <a:pt x="61" y="14"/>
                  </a:cubicBezTo>
                  <a:cubicBezTo>
                    <a:pt x="67" y="14"/>
                    <a:pt x="67" y="14"/>
                    <a:pt x="67" y="14"/>
                  </a:cubicBezTo>
                  <a:cubicBezTo>
                    <a:pt x="67" y="14"/>
                    <a:pt x="67" y="14"/>
                    <a:pt x="67" y="14"/>
                  </a:cubicBezTo>
                  <a:cubicBezTo>
                    <a:pt x="67" y="14"/>
                    <a:pt x="67" y="14"/>
                    <a:pt x="67" y="14"/>
                  </a:cubicBezTo>
                  <a:cubicBezTo>
                    <a:pt x="67" y="14"/>
                    <a:pt x="67" y="14"/>
                    <a:pt x="67" y="14"/>
                  </a:cubicBezTo>
                  <a:cubicBezTo>
                    <a:pt x="67" y="26"/>
                    <a:pt x="67" y="26"/>
                    <a:pt x="67" y="26"/>
                  </a:cubicBezTo>
                  <a:cubicBezTo>
                    <a:pt x="38" y="26"/>
                    <a:pt x="38" y="26"/>
                    <a:pt x="38" y="26"/>
                  </a:cubicBezTo>
                  <a:cubicBezTo>
                    <a:pt x="38" y="14"/>
                    <a:pt x="38" y="14"/>
                    <a:pt x="38" y="14"/>
                  </a:cubicBezTo>
                  <a:cubicBezTo>
                    <a:pt x="45" y="14"/>
                    <a:pt x="45" y="14"/>
                    <a:pt x="45" y="14"/>
                  </a:cubicBezTo>
                  <a:close/>
                  <a:moveTo>
                    <a:pt x="100" y="134"/>
                  </a:moveTo>
                  <a:cubicBezTo>
                    <a:pt x="100" y="136"/>
                    <a:pt x="98" y="137"/>
                    <a:pt x="97" y="137"/>
                  </a:cubicBezTo>
                  <a:cubicBezTo>
                    <a:pt x="9" y="137"/>
                    <a:pt x="9" y="137"/>
                    <a:pt x="9" y="137"/>
                  </a:cubicBezTo>
                  <a:cubicBezTo>
                    <a:pt x="7" y="137"/>
                    <a:pt x="6" y="136"/>
                    <a:pt x="6" y="134"/>
                  </a:cubicBezTo>
                  <a:cubicBezTo>
                    <a:pt x="6" y="20"/>
                    <a:pt x="6" y="20"/>
                    <a:pt x="6" y="20"/>
                  </a:cubicBezTo>
                  <a:cubicBezTo>
                    <a:pt x="6" y="18"/>
                    <a:pt x="7" y="17"/>
                    <a:pt x="9" y="17"/>
                  </a:cubicBezTo>
                  <a:cubicBezTo>
                    <a:pt x="33" y="17"/>
                    <a:pt x="33" y="17"/>
                    <a:pt x="33" y="17"/>
                  </a:cubicBezTo>
                  <a:cubicBezTo>
                    <a:pt x="33" y="22"/>
                    <a:pt x="33" y="22"/>
                    <a:pt x="33" y="22"/>
                  </a:cubicBezTo>
                  <a:cubicBezTo>
                    <a:pt x="17" y="22"/>
                    <a:pt x="17" y="22"/>
                    <a:pt x="17" y="22"/>
                  </a:cubicBezTo>
                  <a:cubicBezTo>
                    <a:pt x="14" y="22"/>
                    <a:pt x="12" y="25"/>
                    <a:pt x="12" y="28"/>
                  </a:cubicBezTo>
                  <a:cubicBezTo>
                    <a:pt x="12" y="126"/>
                    <a:pt x="12" y="126"/>
                    <a:pt x="12" y="126"/>
                  </a:cubicBezTo>
                  <a:cubicBezTo>
                    <a:pt x="12" y="129"/>
                    <a:pt x="14" y="131"/>
                    <a:pt x="17" y="131"/>
                  </a:cubicBezTo>
                  <a:cubicBezTo>
                    <a:pt x="89" y="131"/>
                    <a:pt x="89" y="131"/>
                    <a:pt x="89" y="131"/>
                  </a:cubicBezTo>
                  <a:cubicBezTo>
                    <a:pt x="92" y="131"/>
                    <a:pt x="94" y="129"/>
                    <a:pt x="94" y="126"/>
                  </a:cubicBezTo>
                  <a:cubicBezTo>
                    <a:pt x="94" y="28"/>
                    <a:pt x="94" y="28"/>
                    <a:pt x="94" y="28"/>
                  </a:cubicBezTo>
                  <a:cubicBezTo>
                    <a:pt x="94" y="25"/>
                    <a:pt x="92" y="22"/>
                    <a:pt x="89" y="22"/>
                  </a:cubicBezTo>
                  <a:cubicBezTo>
                    <a:pt x="73" y="22"/>
                    <a:pt x="73" y="22"/>
                    <a:pt x="73" y="22"/>
                  </a:cubicBezTo>
                  <a:cubicBezTo>
                    <a:pt x="73" y="17"/>
                    <a:pt x="73" y="17"/>
                    <a:pt x="73" y="17"/>
                  </a:cubicBezTo>
                  <a:cubicBezTo>
                    <a:pt x="97" y="17"/>
                    <a:pt x="97" y="17"/>
                    <a:pt x="97" y="17"/>
                  </a:cubicBezTo>
                  <a:cubicBezTo>
                    <a:pt x="98" y="17"/>
                    <a:pt x="100" y="18"/>
                    <a:pt x="100" y="20"/>
                  </a:cubicBezTo>
                  <a:lnTo>
                    <a:pt x="100" y="134"/>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04" name="Google Shape;504;p38"/>
            <p:cNvSpPr/>
            <p:nvPr/>
          </p:nvSpPr>
          <p:spPr>
            <a:xfrm>
              <a:off x="3223037" y="2941437"/>
              <a:ext cx="114498" cy="15413"/>
            </a:xfrm>
            <a:custGeom>
              <a:avLst/>
              <a:gdLst/>
              <a:ahLst/>
              <a:cxnLst/>
              <a:rect l="l" t="t" r="r" b="b"/>
              <a:pathLst>
                <a:path w="44" h="6" extrusionOk="0">
                  <a:moveTo>
                    <a:pt x="3" y="6"/>
                  </a:moveTo>
                  <a:cubicBezTo>
                    <a:pt x="41" y="6"/>
                    <a:pt x="41" y="6"/>
                    <a:pt x="41" y="6"/>
                  </a:cubicBezTo>
                  <a:cubicBezTo>
                    <a:pt x="42" y="6"/>
                    <a:pt x="43" y="5"/>
                    <a:pt x="43" y="3"/>
                  </a:cubicBezTo>
                  <a:cubicBezTo>
                    <a:pt x="44" y="2"/>
                    <a:pt x="42" y="0"/>
                    <a:pt x="41" y="0"/>
                  </a:cubicBezTo>
                  <a:cubicBezTo>
                    <a:pt x="3" y="0"/>
                    <a:pt x="3" y="0"/>
                    <a:pt x="3" y="0"/>
                  </a:cubicBezTo>
                  <a:cubicBezTo>
                    <a:pt x="2" y="0"/>
                    <a:pt x="0" y="1"/>
                    <a:pt x="0" y="2"/>
                  </a:cubicBezTo>
                  <a:cubicBezTo>
                    <a:pt x="0" y="4"/>
                    <a:pt x="1" y="6"/>
                    <a:pt x="3" y="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05" name="Google Shape;505;p38"/>
            <p:cNvSpPr/>
            <p:nvPr/>
          </p:nvSpPr>
          <p:spPr>
            <a:xfrm>
              <a:off x="3223037" y="2972263"/>
              <a:ext cx="114498" cy="13211"/>
            </a:xfrm>
            <a:custGeom>
              <a:avLst/>
              <a:gdLst/>
              <a:ahLst/>
              <a:cxnLst/>
              <a:rect l="l" t="t" r="r" b="b"/>
              <a:pathLst>
                <a:path w="44" h="5" extrusionOk="0">
                  <a:moveTo>
                    <a:pt x="3" y="5"/>
                  </a:moveTo>
                  <a:cubicBezTo>
                    <a:pt x="41" y="5"/>
                    <a:pt x="41" y="5"/>
                    <a:pt x="41" y="5"/>
                  </a:cubicBezTo>
                  <a:cubicBezTo>
                    <a:pt x="42" y="5"/>
                    <a:pt x="43" y="4"/>
                    <a:pt x="43" y="3"/>
                  </a:cubicBezTo>
                  <a:cubicBezTo>
                    <a:pt x="44" y="1"/>
                    <a:pt x="42" y="0"/>
                    <a:pt x="41" y="0"/>
                  </a:cubicBezTo>
                  <a:cubicBezTo>
                    <a:pt x="3" y="0"/>
                    <a:pt x="3" y="0"/>
                    <a:pt x="3" y="0"/>
                  </a:cubicBezTo>
                  <a:cubicBezTo>
                    <a:pt x="2" y="0"/>
                    <a:pt x="0" y="1"/>
                    <a:pt x="0" y="2"/>
                  </a:cubicBezTo>
                  <a:cubicBezTo>
                    <a:pt x="0" y="4"/>
                    <a:pt x="1" y="5"/>
                    <a:pt x="3"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06" name="Google Shape;506;p38"/>
            <p:cNvSpPr/>
            <p:nvPr/>
          </p:nvSpPr>
          <p:spPr>
            <a:xfrm>
              <a:off x="3223037" y="3000887"/>
              <a:ext cx="80369" cy="15413"/>
            </a:xfrm>
            <a:custGeom>
              <a:avLst/>
              <a:gdLst/>
              <a:ahLst/>
              <a:cxnLst/>
              <a:rect l="l" t="t" r="r" b="b"/>
              <a:pathLst>
                <a:path w="31" h="6" extrusionOk="0">
                  <a:moveTo>
                    <a:pt x="28" y="0"/>
                  </a:moveTo>
                  <a:cubicBezTo>
                    <a:pt x="3" y="0"/>
                    <a:pt x="3" y="0"/>
                    <a:pt x="3" y="0"/>
                  </a:cubicBezTo>
                  <a:cubicBezTo>
                    <a:pt x="2" y="0"/>
                    <a:pt x="0" y="1"/>
                    <a:pt x="0" y="3"/>
                  </a:cubicBezTo>
                  <a:cubicBezTo>
                    <a:pt x="0" y="4"/>
                    <a:pt x="1" y="6"/>
                    <a:pt x="3" y="6"/>
                  </a:cubicBezTo>
                  <a:cubicBezTo>
                    <a:pt x="28" y="6"/>
                    <a:pt x="28" y="6"/>
                    <a:pt x="28" y="6"/>
                  </a:cubicBezTo>
                  <a:cubicBezTo>
                    <a:pt x="29" y="6"/>
                    <a:pt x="31" y="5"/>
                    <a:pt x="31" y="3"/>
                  </a:cubicBezTo>
                  <a:cubicBezTo>
                    <a:pt x="31" y="2"/>
                    <a:pt x="30" y="0"/>
                    <a:pt x="28"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07" name="Google Shape;507;p38"/>
            <p:cNvSpPr/>
            <p:nvPr/>
          </p:nvSpPr>
          <p:spPr>
            <a:xfrm>
              <a:off x="3219734" y="2802719"/>
              <a:ext cx="121103" cy="120002"/>
            </a:xfrm>
            <a:custGeom>
              <a:avLst/>
              <a:gdLst/>
              <a:ahLst/>
              <a:cxnLst/>
              <a:rect l="l" t="t" r="r" b="b"/>
              <a:pathLst>
                <a:path w="46" h="46" extrusionOk="0">
                  <a:moveTo>
                    <a:pt x="4" y="32"/>
                  </a:moveTo>
                  <a:cubicBezTo>
                    <a:pt x="14" y="32"/>
                    <a:pt x="14" y="32"/>
                    <a:pt x="14" y="32"/>
                  </a:cubicBezTo>
                  <a:cubicBezTo>
                    <a:pt x="14" y="42"/>
                    <a:pt x="14" y="42"/>
                    <a:pt x="14" y="42"/>
                  </a:cubicBezTo>
                  <a:cubicBezTo>
                    <a:pt x="14" y="44"/>
                    <a:pt x="16" y="46"/>
                    <a:pt x="19" y="46"/>
                  </a:cubicBezTo>
                  <a:cubicBezTo>
                    <a:pt x="27" y="46"/>
                    <a:pt x="27" y="46"/>
                    <a:pt x="27" y="46"/>
                  </a:cubicBezTo>
                  <a:cubicBezTo>
                    <a:pt x="30" y="46"/>
                    <a:pt x="32" y="44"/>
                    <a:pt x="32" y="42"/>
                  </a:cubicBezTo>
                  <a:cubicBezTo>
                    <a:pt x="32" y="32"/>
                    <a:pt x="32" y="32"/>
                    <a:pt x="32" y="32"/>
                  </a:cubicBezTo>
                  <a:cubicBezTo>
                    <a:pt x="41" y="32"/>
                    <a:pt x="41" y="32"/>
                    <a:pt x="41" y="32"/>
                  </a:cubicBezTo>
                  <a:cubicBezTo>
                    <a:pt x="44" y="32"/>
                    <a:pt x="46" y="30"/>
                    <a:pt x="46" y="28"/>
                  </a:cubicBezTo>
                  <a:cubicBezTo>
                    <a:pt x="46" y="19"/>
                    <a:pt x="46" y="19"/>
                    <a:pt x="46" y="19"/>
                  </a:cubicBezTo>
                  <a:cubicBezTo>
                    <a:pt x="46" y="16"/>
                    <a:pt x="44" y="14"/>
                    <a:pt x="41" y="14"/>
                  </a:cubicBezTo>
                  <a:cubicBezTo>
                    <a:pt x="32" y="14"/>
                    <a:pt x="32" y="14"/>
                    <a:pt x="32" y="14"/>
                  </a:cubicBezTo>
                  <a:cubicBezTo>
                    <a:pt x="32" y="5"/>
                    <a:pt x="32" y="5"/>
                    <a:pt x="32" y="5"/>
                  </a:cubicBezTo>
                  <a:cubicBezTo>
                    <a:pt x="32" y="2"/>
                    <a:pt x="30" y="0"/>
                    <a:pt x="27" y="0"/>
                  </a:cubicBezTo>
                  <a:cubicBezTo>
                    <a:pt x="19" y="0"/>
                    <a:pt x="19" y="0"/>
                    <a:pt x="19" y="0"/>
                  </a:cubicBezTo>
                  <a:cubicBezTo>
                    <a:pt x="16" y="0"/>
                    <a:pt x="14" y="2"/>
                    <a:pt x="14" y="5"/>
                  </a:cubicBezTo>
                  <a:cubicBezTo>
                    <a:pt x="14" y="15"/>
                    <a:pt x="14" y="15"/>
                    <a:pt x="14" y="15"/>
                  </a:cubicBezTo>
                  <a:cubicBezTo>
                    <a:pt x="4" y="15"/>
                    <a:pt x="4" y="15"/>
                    <a:pt x="4" y="15"/>
                  </a:cubicBezTo>
                  <a:cubicBezTo>
                    <a:pt x="2" y="15"/>
                    <a:pt x="0" y="17"/>
                    <a:pt x="0" y="19"/>
                  </a:cubicBezTo>
                  <a:cubicBezTo>
                    <a:pt x="0" y="28"/>
                    <a:pt x="0" y="28"/>
                    <a:pt x="0" y="28"/>
                  </a:cubicBezTo>
                  <a:cubicBezTo>
                    <a:pt x="0" y="30"/>
                    <a:pt x="2" y="32"/>
                    <a:pt x="4" y="32"/>
                  </a:cubicBezTo>
                  <a:close/>
                  <a:moveTo>
                    <a:pt x="5" y="20"/>
                  </a:moveTo>
                  <a:cubicBezTo>
                    <a:pt x="17" y="20"/>
                    <a:pt x="17" y="20"/>
                    <a:pt x="17" y="20"/>
                  </a:cubicBezTo>
                  <a:cubicBezTo>
                    <a:pt x="18" y="20"/>
                    <a:pt x="20" y="19"/>
                    <a:pt x="20" y="17"/>
                  </a:cubicBezTo>
                  <a:cubicBezTo>
                    <a:pt x="20" y="6"/>
                    <a:pt x="20" y="6"/>
                    <a:pt x="20" y="6"/>
                  </a:cubicBezTo>
                  <a:cubicBezTo>
                    <a:pt x="26" y="6"/>
                    <a:pt x="26" y="6"/>
                    <a:pt x="26" y="6"/>
                  </a:cubicBezTo>
                  <a:cubicBezTo>
                    <a:pt x="26" y="17"/>
                    <a:pt x="26" y="17"/>
                    <a:pt x="26" y="17"/>
                  </a:cubicBezTo>
                  <a:cubicBezTo>
                    <a:pt x="26" y="19"/>
                    <a:pt x="27" y="20"/>
                    <a:pt x="29" y="20"/>
                  </a:cubicBezTo>
                  <a:cubicBezTo>
                    <a:pt x="40" y="20"/>
                    <a:pt x="40" y="20"/>
                    <a:pt x="40" y="20"/>
                  </a:cubicBezTo>
                  <a:cubicBezTo>
                    <a:pt x="40" y="27"/>
                    <a:pt x="40" y="27"/>
                    <a:pt x="40" y="27"/>
                  </a:cubicBezTo>
                  <a:cubicBezTo>
                    <a:pt x="29" y="27"/>
                    <a:pt x="29" y="27"/>
                    <a:pt x="29" y="27"/>
                  </a:cubicBezTo>
                  <a:cubicBezTo>
                    <a:pt x="27" y="27"/>
                    <a:pt x="26" y="28"/>
                    <a:pt x="26" y="29"/>
                  </a:cubicBezTo>
                  <a:cubicBezTo>
                    <a:pt x="26" y="41"/>
                    <a:pt x="26" y="41"/>
                    <a:pt x="26" y="41"/>
                  </a:cubicBezTo>
                  <a:cubicBezTo>
                    <a:pt x="20" y="41"/>
                    <a:pt x="20" y="41"/>
                    <a:pt x="20" y="41"/>
                  </a:cubicBezTo>
                  <a:cubicBezTo>
                    <a:pt x="20" y="29"/>
                    <a:pt x="20" y="29"/>
                    <a:pt x="20" y="29"/>
                  </a:cubicBezTo>
                  <a:cubicBezTo>
                    <a:pt x="20" y="28"/>
                    <a:pt x="18" y="27"/>
                    <a:pt x="17" y="27"/>
                  </a:cubicBezTo>
                  <a:cubicBezTo>
                    <a:pt x="5" y="27"/>
                    <a:pt x="5" y="27"/>
                    <a:pt x="5" y="27"/>
                  </a:cubicBezTo>
                  <a:lnTo>
                    <a:pt x="5" y="20"/>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08" name="Google Shape;508;p38"/>
            <p:cNvSpPr/>
            <p:nvPr/>
          </p:nvSpPr>
          <p:spPr>
            <a:xfrm>
              <a:off x="3272579" y="2726755"/>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09" name="Google Shape;509;p38"/>
            <p:cNvSpPr/>
            <p:nvPr/>
          </p:nvSpPr>
          <p:spPr>
            <a:xfrm>
              <a:off x="3322122" y="3000887"/>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13"/>
        <p:cNvGrpSpPr/>
        <p:nvPr/>
      </p:nvGrpSpPr>
      <p:grpSpPr>
        <a:xfrm>
          <a:off x="0" y="0"/>
          <a:ext cx="0" cy="0"/>
          <a:chOff x="0" y="0"/>
          <a:chExt cx="0" cy="0"/>
        </a:xfrm>
      </p:grpSpPr>
      <p:sp>
        <p:nvSpPr>
          <p:cNvPr id="514" name="Google Shape;514;p39"/>
          <p:cNvSpPr txBox="1">
            <a:spLocks noGrp="1"/>
          </p:cNvSpPr>
          <p:nvPr>
            <p:ph type="subTitle" idx="2"/>
          </p:nvPr>
        </p:nvSpPr>
        <p:spPr>
          <a:xfrm>
            <a:off x="1590485" y="1787170"/>
            <a:ext cx="2967000" cy="1027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400"/>
              <a:buNone/>
            </a:pPr>
            <a:r>
              <a:rPr lang="en"/>
              <a:t>Explore potential diagnoses based on the patient's presentation and relevant findings. Discuss distinguishing features for each and reasons for inclusion/exclusion</a:t>
            </a:r>
            <a:endParaRPr/>
          </a:p>
        </p:txBody>
      </p:sp>
      <p:sp>
        <p:nvSpPr>
          <p:cNvPr id="515" name="Google Shape;515;p39"/>
          <p:cNvSpPr txBox="1">
            <a:spLocks noGrp="1"/>
          </p:cNvSpPr>
          <p:nvPr>
            <p:ph type="subTitle" idx="3"/>
          </p:nvPr>
        </p:nvSpPr>
        <p:spPr>
          <a:xfrm>
            <a:off x="5211410" y="1787170"/>
            <a:ext cx="2967000" cy="1027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400"/>
              <a:buNone/>
            </a:pPr>
            <a:r>
              <a:rPr lang="en"/>
              <a:t>Present the confirmed diagnosis and explain diagnostic criteria. Outline the chosen treatment approach and rationale behind it</a:t>
            </a:r>
            <a:endParaRPr/>
          </a:p>
        </p:txBody>
      </p:sp>
      <p:sp>
        <p:nvSpPr>
          <p:cNvPr id="516" name="Google Shape;516;p39"/>
          <p:cNvSpPr txBox="1">
            <a:spLocks noGrp="1"/>
          </p:cNvSpPr>
          <p:nvPr>
            <p:ph type="subTitle" idx="4"/>
          </p:nvPr>
        </p:nvSpPr>
        <p:spPr>
          <a:xfrm>
            <a:off x="1590485" y="3351855"/>
            <a:ext cx="2967000" cy="1027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400"/>
              <a:buNone/>
            </a:pPr>
            <a:r>
              <a:rPr lang="en"/>
              <a:t>Describe the patient's progression, treatment response and any significant events or complications. Summarize the final outcome</a:t>
            </a:r>
            <a:endParaRPr/>
          </a:p>
        </p:txBody>
      </p:sp>
      <p:sp>
        <p:nvSpPr>
          <p:cNvPr id="517" name="Google Shape;517;p39"/>
          <p:cNvSpPr txBox="1">
            <a:spLocks noGrp="1"/>
          </p:cNvSpPr>
          <p:nvPr>
            <p:ph type="subTitle" idx="5"/>
          </p:nvPr>
        </p:nvSpPr>
        <p:spPr>
          <a:xfrm>
            <a:off x="5211410" y="3351855"/>
            <a:ext cx="2967000" cy="1027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400"/>
              <a:buNone/>
            </a:pPr>
            <a:r>
              <a:rPr lang="en"/>
              <a:t>Discuss the case's educational value, highlighting unique aspects. Share insights gained, including diagnostic challenges, treatment considerations or disease mechanisms</a:t>
            </a:r>
            <a:endParaRPr/>
          </a:p>
        </p:txBody>
      </p:sp>
      <p:sp>
        <p:nvSpPr>
          <p:cNvPr id="518" name="Google Shape;518;p39"/>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a:t>Discussion</a:t>
            </a:r>
            <a:endParaRPr/>
          </a:p>
        </p:txBody>
      </p:sp>
      <p:sp>
        <p:nvSpPr>
          <p:cNvPr id="519" name="Google Shape;519;p39"/>
          <p:cNvSpPr txBox="1">
            <a:spLocks noGrp="1"/>
          </p:cNvSpPr>
          <p:nvPr>
            <p:ph type="subTitle" idx="1"/>
          </p:nvPr>
        </p:nvSpPr>
        <p:spPr>
          <a:xfrm>
            <a:off x="1590483" y="1338395"/>
            <a:ext cx="2967000" cy="5259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2400"/>
              <a:buNone/>
            </a:pPr>
            <a:r>
              <a:rPr lang="en"/>
              <a:t>Differential diagnosis</a:t>
            </a:r>
            <a:endParaRPr/>
          </a:p>
        </p:txBody>
      </p:sp>
      <p:sp>
        <p:nvSpPr>
          <p:cNvPr id="520" name="Google Shape;520;p39"/>
          <p:cNvSpPr txBox="1">
            <a:spLocks noGrp="1"/>
          </p:cNvSpPr>
          <p:nvPr>
            <p:ph type="subTitle" idx="6"/>
          </p:nvPr>
        </p:nvSpPr>
        <p:spPr>
          <a:xfrm>
            <a:off x="1590483" y="2903080"/>
            <a:ext cx="2967000" cy="5259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2400"/>
              <a:buNone/>
            </a:pPr>
            <a:r>
              <a:rPr lang="en"/>
              <a:t>Clinical course</a:t>
            </a:r>
            <a:endParaRPr/>
          </a:p>
        </p:txBody>
      </p:sp>
      <p:sp>
        <p:nvSpPr>
          <p:cNvPr id="521" name="Google Shape;521;p39"/>
          <p:cNvSpPr txBox="1">
            <a:spLocks noGrp="1"/>
          </p:cNvSpPr>
          <p:nvPr>
            <p:ph type="subTitle" idx="7"/>
          </p:nvPr>
        </p:nvSpPr>
        <p:spPr>
          <a:xfrm>
            <a:off x="5211408" y="1338395"/>
            <a:ext cx="2967000" cy="5259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2400"/>
              <a:buNone/>
            </a:pPr>
            <a:r>
              <a:rPr lang="en"/>
              <a:t>Treatment</a:t>
            </a:r>
            <a:endParaRPr/>
          </a:p>
        </p:txBody>
      </p:sp>
      <p:sp>
        <p:nvSpPr>
          <p:cNvPr id="522" name="Google Shape;522;p39"/>
          <p:cNvSpPr txBox="1">
            <a:spLocks noGrp="1"/>
          </p:cNvSpPr>
          <p:nvPr>
            <p:ph type="subTitle" idx="8"/>
          </p:nvPr>
        </p:nvSpPr>
        <p:spPr>
          <a:xfrm>
            <a:off x="5211408" y="2903080"/>
            <a:ext cx="2967000" cy="5259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2400"/>
              <a:buNone/>
            </a:pPr>
            <a:r>
              <a:rPr lang="en"/>
              <a:t>Lesson learned</a:t>
            </a:r>
            <a:endParaRPr/>
          </a:p>
        </p:txBody>
      </p:sp>
      <p:sp>
        <p:nvSpPr>
          <p:cNvPr id="523" name="Google Shape;523;p39"/>
          <p:cNvSpPr/>
          <p:nvPr/>
        </p:nvSpPr>
        <p:spPr>
          <a:xfrm>
            <a:off x="965590" y="1403188"/>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 name="Google Shape;524;p39"/>
          <p:cNvSpPr/>
          <p:nvPr/>
        </p:nvSpPr>
        <p:spPr>
          <a:xfrm>
            <a:off x="4586515" y="1403188"/>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 name="Google Shape;525;p39"/>
          <p:cNvSpPr/>
          <p:nvPr/>
        </p:nvSpPr>
        <p:spPr>
          <a:xfrm>
            <a:off x="965590" y="2967863"/>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 name="Google Shape;526;p39"/>
          <p:cNvSpPr/>
          <p:nvPr/>
        </p:nvSpPr>
        <p:spPr>
          <a:xfrm>
            <a:off x="4586515" y="2967863"/>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27" name="Google Shape;527;p39"/>
          <p:cNvGrpSpPr/>
          <p:nvPr/>
        </p:nvGrpSpPr>
        <p:grpSpPr>
          <a:xfrm>
            <a:off x="1054432" y="3069366"/>
            <a:ext cx="371016" cy="345693"/>
            <a:chOff x="7201828" y="3922369"/>
            <a:chExt cx="371016" cy="345693"/>
          </a:xfrm>
        </p:grpSpPr>
        <p:sp>
          <p:nvSpPr>
            <p:cNvPr id="528" name="Google Shape;528;p39"/>
            <p:cNvSpPr/>
            <p:nvPr/>
          </p:nvSpPr>
          <p:spPr>
            <a:xfrm>
              <a:off x="7201828" y="3922369"/>
              <a:ext cx="371016" cy="345693"/>
            </a:xfrm>
            <a:custGeom>
              <a:avLst/>
              <a:gdLst/>
              <a:ahLst/>
              <a:cxnLst/>
              <a:rect l="l" t="t" r="r" b="b"/>
              <a:pathLst>
                <a:path w="142" h="132" extrusionOk="0">
                  <a:moveTo>
                    <a:pt x="134" y="0"/>
                  </a:moveTo>
                  <a:cubicBezTo>
                    <a:pt x="8" y="0"/>
                    <a:pt x="8" y="0"/>
                    <a:pt x="8" y="0"/>
                  </a:cubicBezTo>
                  <a:cubicBezTo>
                    <a:pt x="3" y="0"/>
                    <a:pt x="0" y="4"/>
                    <a:pt x="0" y="8"/>
                  </a:cubicBezTo>
                  <a:cubicBezTo>
                    <a:pt x="0" y="127"/>
                    <a:pt x="0" y="127"/>
                    <a:pt x="0" y="127"/>
                  </a:cubicBezTo>
                  <a:cubicBezTo>
                    <a:pt x="0" y="130"/>
                    <a:pt x="2" y="132"/>
                    <a:pt x="5" y="132"/>
                  </a:cubicBezTo>
                  <a:cubicBezTo>
                    <a:pt x="11" y="132"/>
                    <a:pt x="11" y="132"/>
                    <a:pt x="11" y="132"/>
                  </a:cubicBezTo>
                  <a:cubicBezTo>
                    <a:pt x="14" y="132"/>
                    <a:pt x="17" y="130"/>
                    <a:pt x="17" y="127"/>
                  </a:cubicBezTo>
                  <a:cubicBezTo>
                    <a:pt x="17" y="121"/>
                    <a:pt x="17" y="121"/>
                    <a:pt x="17" y="121"/>
                  </a:cubicBezTo>
                  <a:cubicBezTo>
                    <a:pt x="125" y="121"/>
                    <a:pt x="125" y="121"/>
                    <a:pt x="125" y="121"/>
                  </a:cubicBezTo>
                  <a:cubicBezTo>
                    <a:pt x="125" y="127"/>
                    <a:pt x="125" y="127"/>
                    <a:pt x="125" y="127"/>
                  </a:cubicBezTo>
                  <a:cubicBezTo>
                    <a:pt x="125" y="130"/>
                    <a:pt x="127" y="132"/>
                    <a:pt x="130" y="132"/>
                  </a:cubicBezTo>
                  <a:cubicBezTo>
                    <a:pt x="136" y="132"/>
                    <a:pt x="136" y="132"/>
                    <a:pt x="136" y="132"/>
                  </a:cubicBezTo>
                  <a:cubicBezTo>
                    <a:pt x="140" y="132"/>
                    <a:pt x="142" y="130"/>
                    <a:pt x="142" y="127"/>
                  </a:cubicBezTo>
                  <a:cubicBezTo>
                    <a:pt x="142" y="8"/>
                    <a:pt x="142" y="8"/>
                    <a:pt x="142" y="8"/>
                  </a:cubicBezTo>
                  <a:cubicBezTo>
                    <a:pt x="142" y="4"/>
                    <a:pt x="138" y="0"/>
                    <a:pt x="134" y="0"/>
                  </a:cubicBezTo>
                  <a:close/>
                  <a:moveTo>
                    <a:pt x="5" y="115"/>
                  </a:moveTo>
                  <a:cubicBezTo>
                    <a:pt x="5" y="89"/>
                    <a:pt x="5" y="89"/>
                    <a:pt x="5" y="89"/>
                  </a:cubicBezTo>
                  <a:cubicBezTo>
                    <a:pt x="136" y="89"/>
                    <a:pt x="136" y="89"/>
                    <a:pt x="136" y="89"/>
                  </a:cubicBezTo>
                  <a:cubicBezTo>
                    <a:pt x="136" y="115"/>
                    <a:pt x="136" y="115"/>
                    <a:pt x="136" y="115"/>
                  </a:cubicBezTo>
                  <a:lnTo>
                    <a:pt x="5" y="115"/>
                  </a:lnTo>
                  <a:close/>
                  <a:moveTo>
                    <a:pt x="8" y="6"/>
                  </a:moveTo>
                  <a:cubicBezTo>
                    <a:pt x="134" y="6"/>
                    <a:pt x="134" y="6"/>
                    <a:pt x="134" y="6"/>
                  </a:cubicBezTo>
                  <a:cubicBezTo>
                    <a:pt x="135" y="6"/>
                    <a:pt x="136" y="7"/>
                    <a:pt x="136" y="8"/>
                  </a:cubicBezTo>
                  <a:cubicBezTo>
                    <a:pt x="136" y="83"/>
                    <a:pt x="136" y="83"/>
                    <a:pt x="136" y="83"/>
                  </a:cubicBezTo>
                  <a:cubicBezTo>
                    <a:pt x="5" y="83"/>
                    <a:pt x="5" y="83"/>
                    <a:pt x="5" y="83"/>
                  </a:cubicBezTo>
                  <a:cubicBezTo>
                    <a:pt x="5" y="8"/>
                    <a:pt x="5" y="8"/>
                    <a:pt x="5" y="8"/>
                  </a:cubicBezTo>
                  <a:cubicBezTo>
                    <a:pt x="5" y="7"/>
                    <a:pt x="6" y="6"/>
                    <a:pt x="8" y="6"/>
                  </a:cubicBezTo>
                  <a:close/>
                  <a:moveTo>
                    <a:pt x="11" y="127"/>
                  </a:moveTo>
                  <a:cubicBezTo>
                    <a:pt x="11" y="127"/>
                    <a:pt x="11" y="127"/>
                    <a:pt x="11" y="127"/>
                  </a:cubicBezTo>
                  <a:cubicBezTo>
                    <a:pt x="5" y="127"/>
                    <a:pt x="5" y="127"/>
                    <a:pt x="5" y="127"/>
                  </a:cubicBezTo>
                  <a:cubicBezTo>
                    <a:pt x="5" y="121"/>
                    <a:pt x="5" y="121"/>
                    <a:pt x="5" y="121"/>
                  </a:cubicBezTo>
                  <a:cubicBezTo>
                    <a:pt x="11" y="121"/>
                    <a:pt x="11" y="121"/>
                    <a:pt x="11" y="121"/>
                  </a:cubicBezTo>
                  <a:lnTo>
                    <a:pt x="11" y="127"/>
                  </a:lnTo>
                  <a:close/>
                  <a:moveTo>
                    <a:pt x="136" y="127"/>
                  </a:moveTo>
                  <a:cubicBezTo>
                    <a:pt x="130" y="127"/>
                    <a:pt x="130" y="127"/>
                    <a:pt x="130" y="127"/>
                  </a:cubicBezTo>
                  <a:cubicBezTo>
                    <a:pt x="130" y="121"/>
                    <a:pt x="130" y="121"/>
                    <a:pt x="130" y="121"/>
                  </a:cubicBezTo>
                  <a:cubicBezTo>
                    <a:pt x="136" y="121"/>
                    <a:pt x="136" y="121"/>
                    <a:pt x="136" y="121"/>
                  </a:cubicBezTo>
                  <a:cubicBezTo>
                    <a:pt x="136" y="127"/>
                    <a:pt x="136" y="127"/>
                    <a:pt x="136" y="127"/>
                  </a:cubicBezTo>
                  <a:cubicBezTo>
                    <a:pt x="136" y="127"/>
                    <a:pt x="136" y="127"/>
                    <a:pt x="136" y="12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29" name="Google Shape;529;p39"/>
            <p:cNvSpPr/>
            <p:nvPr/>
          </p:nvSpPr>
          <p:spPr>
            <a:xfrm>
              <a:off x="7230452" y="3953195"/>
              <a:ext cx="310464" cy="170645"/>
            </a:xfrm>
            <a:custGeom>
              <a:avLst/>
              <a:gdLst/>
              <a:ahLst/>
              <a:cxnLst/>
              <a:rect l="l" t="t" r="r" b="b"/>
              <a:pathLst>
                <a:path w="119" h="65" extrusionOk="0">
                  <a:moveTo>
                    <a:pt x="114" y="0"/>
                  </a:moveTo>
                  <a:cubicBezTo>
                    <a:pt x="6" y="0"/>
                    <a:pt x="6" y="0"/>
                    <a:pt x="6" y="0"/>
                  </a:cubicBezTo>
                  <a:cubicBezTo>
                    <a:pt x="3" y="0"/>
                    <a:pt x="0" y="2"/>
                    <a:pt x="0" y="5"/>
                  </a:cubicBezTo>
                  <a:cubicBezTo>
                    <a:pt x="0" y="62"/>
                    <a:pt x="0" y="62"/>
                    <a:pt x="0" y="62"/>
                  </a:cubicBezTo>
                  <a:cubicBezTo>
                    <a:pt x="0" y="64"/>
                    <a:pt x="2" y="65"/>
                    <a:pt x="3" y="65"/>
                  </a:cubicBezTo>
                  <a:cubicBezTo>
                    <a:pt x="48" y="65"/>
                    <a:pt x="48" y="65"/>
                    <a:pt x="48" y="65"/>
                  </a:cubicBezTo>
                  <a:cubicBezTo>
                    <a:pt x="48" y="65"/>
                    <a:pt x="49" y="65"/>
                    <a:pt x="49" y="64"/>
                  </a:cubicBezTo>
                  <a:cubicBezTo>
                    <a:pt x="51" y="62"/>
                    <a:pt x="49" y="59"/>
                    <a:pt x="47" y="59"/>
                  </a:cubicBezTo>
                  <a:cubicBezTo>
                    <a:pt x="6" y="59"/>
                    <a:pt x="6" y="59"/>
                    <a:pt x="6" y="59"/>
                  </a:cubicBezTo>
                  <a:cubicBezTo>
                    <a:pt x="6" y="5"/>
                    <a:pt x="6" y="5"/>
                    <a:pt x="6" y="5"/>
                  </a:cubicBezTo>
                  <a:cubicBezTo>
                    <a:pt x="114" y="5"/>
                    <a:pt x="114" y="5"/>
                    <a:pt x="114" y="5"/>
                  </a:cubicBezTo>
                  <a:cubicBezTo>
                    <a:pt x="114" y="59"/>
                    <a:pt x="114" y="59"/>
                    <a:pt x="114" y="59"/>
                  </a:cubicBezTo>
                  <a:cubicBezTo>
                    <a:pt x="72" y="59"/>
                    <a:pt x="72" y="59"/>
                    <a:pt x="72" y="59"/>
                  </a:cubicBezTo>
                  <a:cubicBezTo>
                    <a:pt x="71" y="59"/>
                    <a:pt x="70" y="60"/>
                    <a:pt x="70" y="62"/>
                  </a:cubicBezTo>
                  <a:cubicBezTo>
                    <a:pt x="69" y="63"/>
                    <a:pt x="71" y="65"/>
                    <a:pt x="72" y="65"/>
                  </a:cubicBezTo>
                  <a:cubicBezTo>
                    <a:pt x="114" y="65"/>
                    <a:pt x="114" y="65"/>
                    <a:pt x="114" y="65"/>
                  </a:cubicBezTo>
                  <a:cubicBezTo>
                    <a:pt x="117" y="65"/>
                    <a:pt x="119" y="62"/>
                    <a:pt x="119" y="59"/>
                  </a:cubicBezTo>
                  <a:cubicBezTo>
                    <a:pt x="119" y="5"/>
                    <a:pt x="119" y="5"/>
                    <a:pt x="119" y="5"/>
                  </a:cubicBezTo>
                  <a:cubicBezTo>
                    <a:pt x="119" y="2"/>
                    <a:pt x="117" y="0"/>
                    <a:pt x="114"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30" name="Google Shape;530;p39"/>
            <p:cNvSpPr/>
            <p:nvPr/>
          </p:nvSpPr>
          <p:spPr>
            <a:xfrm>
              <a:off x="7230452" y="4165675"/>
              <a:ext cx="44038" cy="44037"/>
            </a:xfrm>
            <a:custGeom>
              <a:avLst/>
              <a:gdLst/>
              <a:ahLst/>
              <a:cxnLst/>
              <a:rect l="l" t="t" r="r" b="b"/>
              <a:pathLst>
                <a:path w="17" h="17" extrusionOk="0">
                  <a:moveTo>
                    <a:pt x="9" y="0"/>
                  </a:moveTo>
                  <a:cubicBezTo>
                    <a:pt x="4" y="0"/>
                    <a:pt x="0" y="4"/>
                    <a:pt x="0" y="9"/>
                  </a:cubicBezTo>
                  <a:cubicBezTo>
                    <a:pt x="0" y="13"/>
                    <a:pt x="4" y="17"/>
                    <a:pt x="9" y="17"/>
                  </a:cubicBezTo>
                  <a:cubicBezTo>
                    <a:pt x="13" y="17"/>
                    <a:pt x="17" y="13"/>
                    <a:pt x="17" y="9"/>
                  </a:cubicBezTo>
                  <a:cubicBezTo>
                    <a:pt x="17" y="4"/>
                    <a:pt x="13" y="0"/>
                    <a:pt x="9" y="0"/>
                  </a:cubicBezTo>
                  <a:close/>
                  <a:moveTo>
                    <a:pt x="9" y="12"/>
                  </a:moveTo>
                  <a:cubicBezTo>
                    <a:pt x="7" y="12"/>
                    <a:pt x="6" y="10"/>
                    <a:pt x="6" y="9"/>
                  </a:cubicBezTo>
                  <a:cubicBezTo>
                    <a:pt x="6" y="7"/>
                    <a:pt x="7" y="6"/>
                    <a:pt x="9" y="6"/>
                  </a:cubicBezTo>
                  <a:cubicBezTo>
                    <a:pt x="10" y="6"/>
                    <a:pt x="11" y="7"/>
                    <a:pt x="11" y="9"/>
                  </a:cubicBezTo>
                  <a:cubicBezTo>
                    <a:pt x="11" y="10"/>
                    <a:pt x="10" y="12"/>
                    <a:pt x="9"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31" name="Google Shape;531;p39"/>
            <p:cNvSpPr/>
            <p:nvPr/>
          </p:nvSpPr>
          <p:spPr>
            <a:xfrm>
              <a:off x="7289903" y="4165675"/>
              <a:ext cx="41836" cy="44037"/>
            </a:xfrm>
            <a:custGeom>
              <a:avLst/>
              <a:gdLst/>
              <a:ahLst/>
              <a:cxnLst/>
              <a:rect l="l" t="t" r="r" b="b"/>
              <a:pathLst>
                <a:path w="16" h="17" extrusionOk="0">
                  <a:moveTo>
                    <a:pt x="8" y="0"/>
                  </a:moveTo>
                  <a:cubicBezTo>
                    <a:pt x="3" y="0"/>
                    <a:pt x="0" y="4"/>
                    <a:pt x="0" y="9"/>
                  </a:cubicBezTo>
                  <a:cubicBezTo>
                    <a:pt x="0" y="13"/>
                    <a:pt x="3" y="17"/>
                    <a:pt x="8" y="17"/>
                  </a:cubicBezTo>
                  <a:cubicBezTo>
                    <a:pt x="13" y="17"/>
                    <a:pt x="16" y="13"/>
                    <a:pt x="16" y="9"/>
                  </a:cubicBezTo>
                  <a:cubicBezTo>
                    <a:pt x="16" y="4"/>
                    <a:pt x="13" y="0"/>
                    <a:pt x="8" y="0"/>
                  </a:cubicBezTo>
                  <a:close/>
                  <a:moveTo>
                    <a:pt x="8" y="12"/>
                  </a:moveTo>
                  <a:cubicBezTo>
                    <a:pt x="6" y="12"/>
                    <a:pt x="5" y="10"/>
                    <a:pt x="5" y="9"/>
                  </a:cubicBezTo>
                  <a:cubicBezTo>
                    <a:pt x="5" y="7"/>
                    <a:pt x="6" y="6"/>
                    <a:pt x="8" y="6"/>
                  </a:cubicBezTo>
                  <a:cubicBezTo>
                    <a:pt x="9" y="6"/>
                    <a:pt x="11" y="7"/>
                    <a:pt x="11" y="9"/>
                  </a:cubicBezTo>
                  <a:cubicBezTo>
                    <a:pt x="11" y="10"/>
                    <a:pt x="9" y="12"/>
                    <a:pt x="8"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32" name="Google Shape;532;p39"/>
            <p:cNvSpPr/>
            <p:nvPr/>
          </p:nvSpPr>
          <p:spPr>
            <a:xfrm>
              <a:off x="7348252" y="4165675"/>
              <a:ext cx="44038" cy="44037"/>
            </a:xfrm>
            <a:custGeom>
              <a:avLst/>
              <a:gdLst/>
              <a:ahLst/>
              <a:cxnLst/>
              <a:rect l="l" t="t" r="r" b="b"/>
              <a:pathLst>
                <a:path w="17" h="17" extrusionOk="0">
                  <a:moveTo>
                    <a:pt x="8" y="0"/>
                  </a:moveTo>
                  <a:cubicBezTo>
                    <a:pt x="4" y="0"/>
                    <a:pt x="0" y="4"/>
                    <a:pt x="0" y="9"/>
                  </a:cubicBezTo>
                  <a:cubicBezTo>
                    <a:pt x="0" y="13"/>
                    <a:pt x="4" y="17"/>
                    <a:pt x="8" y="17"/>
                  </a:cubicBezTo>
                  <a:cubicBezTo>
                    <a:pt x="13" y="17"/>
                    <a:pt x="17" y="13"/>
                    <a:pt x="17" y="9"/>
                  </a:cubicBezTo>
                  <a:cubicBezTo>
                    <a:pt x="17" y="4"/>
                    <a:pt x="13" y="0"/>
                    <a:pt x="8" y="0"/>
                  </a:cubicBezTo>
                  <a:close/>
                  <a:moveTo>
                    <a:pt x="8" y="12"/>
                  </a:moveTo>
                  <a:cubicBezTo>
                    <a:pt x="7" y="12"/>
                    <a:pt x="5" y="10"/>
                    <a:pt x="5" y="9"/>
                  </a:cubicBezTo>
                  <a:cubicBezTo>
                    <a:pt x="5" y="7"/>
                    <a:pt x="7" y="6"/>
                    <a:pt x="8" y="6"/>
                  </a:cubicBezTo>
                  <a:cubicBezTo>
                    <a:pt x="10" y="6"/>
                    <a:pt x="11" y="7"/>
                    <a:pt x="11" y="9"/>
                  </a:cubicBezTo>
                  <a:cubicBezTo>
                    <a:pt x="11" y="10"/>
                    <a:pt x="10" y="12"/>
                    <a:pt x="8"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33" name="Google Shape;533;p39"/>
            <p:cNvSpPr/>
            <p:nvPr/>
          </p:nvSpPr>
          <p:spPr>
            <a:xfrm>
              <a:off x="7441832" y="4181088"/>
              <a:ext cx="102387" cy="13211"/>
            </a:xfrm>
            <a:custGeom>
              <a:avLst/>
              <a:gdLst/>
              <a:ahLst/>
              <a:cxnLst/>
              <a:rect l="l" t="t" r="r" b="b"/>
              <a:pathLst>
                <a:path w="39" h="5" extrusionOk="0">
                  <a:moveTo>
                    <a:pt x="36" y="0"/>
                  </a:moveTo>
                  <a:cubicBezTo>
                    <a:pt x="4" y="0"/>
                    <a:pt x="4" y="0"/>
                    <a:pt x="4" y="0"/>
                  </a:cubicBezTo>
                  <a:cubicBezTo>
                    <a:pt x="2" y="0"/>
                    <a:pt x="1" y="1"/>
                    <a:pt x="1" y="2"/>
                  </a:cubicBezTo>
                  <a:cubicBezTo>
                    <a:pt x="0" y="4"/>
                    <a:pt x="2" y="5"/>
                    <a:pt x="3" y="5"/>
                  </a:cubicBezTo>
                  <a:cubicBezTo>
                    <a:pt x="35" y="5"/>
                    <a:pt x="35" y="5"/>
                    <a:pt x="35" y="5"/>
                  </a:cubicBezTo>
                  <a:cubicBezTo>
                    <a:pt x="37" y="5"/>
                    <a:pt x="38" y="4"/>
                    <a:pt x="38" y="3"/>
                  </a:cubicBezTo>
                  <a:cubicBezTo>
                    <a:pt x="39" y="1"/>
                    <a:pt x="37" y="0"/>
                    <a:pt x="36"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34" name="Google Shape;534;p39"/>
            <p:cNvSpPr/>
            <p:nvPr/>
          </p:nvSpPr>
          <p:spPr>
            <a:xfrm>
              <a:off x="7261278" y="3998333"/>
              <a:ext cx="94681" cy="80368"/>
            </a:xfrm>
            <a:custGeom>
              <a:avLst/>
              <a:gdLst/>
              <a:ahLst/>
              <a:cxnLst/>
              <a:rect l="l" t="t" r="r" b="b"/>
              <a:pathLst>
                <a:path w="36" h="31" extrusionOk="0">
                  <a:moveTo>
                    <a:pt x="23" y="0"/>
                  </a:moveTo>
                  <a:cubicBezTo>
                    <a:pt x="21" y="0"/>
                    <a:pt x="20" y="1"/>
                    <a:pt x="18" y="1"/>
                  </a:cubicBezTo>
                  <a:cubicBezTo>
                    <a:pt x="17" y="1"/>
                    <a:pt x="15" y="0"/>
                    <a:pt x="13" y="0"/>
                  </a:cubicBezTo>
                  <a:cubicBezTo>
                    <a:pt x="10" y="0"/>
                    <a:pt x="7" y="1"/>
                    <a:pt x="5" y="3"/>
                  </a:cubicBezTo>
                  <a:cubicBezTo>
                    <a:pt x="4" y="3"/>
                    <a:pt x="4" y="3"/>
                    <a:pt x="4" y="3"/>
                  </a:cubicBezTo>
                  <a:cubicBezTo>
                    <a:pt x="0" y="8"/>
                    <a:pt x="0" y="14"/>
                    <a:pt x="5" y="19"/>
                  </a:cubicBezTo>
                  <a:cubicBezTo>
                    <a:pt x="15" y="30"/>
                    <a:pt x="15" y="30"/>
                    <a:pt x="15" y="30"/>
                  </a:cubicBezTo>
                  <a:cubicBezTo>
                    <a:pt x="16" y="30"/>
                    <a:pt x="17" y="31"/>
                    <a:pt x="18" y="31"/>
                  </a:cubicBezTo>
                  <a:cubicBezTo>
                    <a:pt x="19" y="31"/>
                    <a:pt x="20" y="30"/>
                    <a:pt x="21" y="30"/>
                  </a:cubicBezTo>
                  <a:cubicBezTo>
                    <a:pt x="32" y="19"/>
                    <a:pt x="32" y="19"/>
                    <a:pt x="32" y="19"/>
                  </a:cubicBezTo>
                  <a:cubicBezTo>
                    <a:pt x="36" y="14"/>
                    <a:pt x="36" y="8"/>
                    <a:pt x="32" y="3"/>
                  </a:cubicBezTo>
                  <a:cubicBezTo>
                    <a:pt x="32" y="3"/>
                    <a:pt x="32" y="3"/>
                    <a:pt x="32" y="3"/>
                  </a:cubicBezTo>
                  <a:cubicBezTo>
                    <a:pt x="30" y="1"/>
                    <a:pt x="26" y="0"/>
                    <a:pt x="23" y="0"/>
                  </a:cubicBezTo>
                  <a:close/>
                  <a:moveTo>
                    <a:pt x="28" y="15"/>
                  </a:moveTo>
                  <a:cubicBezTo>
                    <a:pt x="18" y="24"/>
                    <a:pt x="18" y="24"/>
                    <a:pt x="18" y="24"/>
                  </a:cubicBezTo>
                  <a:cubicBezTo>
                    <a:pt x="8" y="15"/>
                    <a:pt x="8" y="15"/>
                    <a:pt x="8" y="15"/>
                  </a:cubicBezTo>
                  <a:cubicBezTo>
                    <a:pt x="6" y="13"/>
                    <a:pt x="6" y="9"/>
                    <a:pt x="8" y="7"/>
                  </a:cubicBezTo>
                  <a:cubicBezTo>
                    <a:pt x="8" y="7"/>
                    <a:pt x="8" y="7"/>
                    <a:pt x="8" y="7"/>
                  </a:cubicBezTo>
                  <a:cubicBezTo>
                    <a:pt x="10" y="6"/>
                    <a:pt x="11" y="5"/>
                    <a:pt x="12" y="5"/>
                  </a:cubicBezTo>
                  <a:cubicBezTo>
                    <a:pt x="12" y="5"/>
                    <a:pt x="13" y="5"/>
                    <a:pt x="13" y="5"/>
                  </a:cubicBezTo>
                  <a:cubicBezTo>
                    <a:pt x="14" y="5"/>
                    <a:pt x="15" y="6"/>
                    <a:pt x="16" y="7"/>
                  </a:cubicBezTo>
                  <a:cubicBezTo>
                    <a:pt x="17" y="8"/>
                    <a:pt x="19" y="8"/>
                    <a:pt x="20" y="7"/>
                  </a:cubicBezTo>
                  <a:cubicBezTo>
                    <a:pt x="21" y="6"/>
                    <a:pt x="22" y="5"/>
                    <a:pt x="24" y="5"/>
                  </a:cubicBezTo>
                  <a:cubicBezTo>
                    <a:pt x="25" y="5"/>
                    <a:pt x="27" y="6"/>
                    <a:pt x="28" y="7"/>
                  </a:cubicBezTo>
                  <a:cubicBezTo>
                    <a:pt x="28" y="7"/>
                    <a:pt x="28" y="7"/>
                    <a:pt x="28" y="7"/>
                  </a:cubicBezTo>
                  <a:cubicBezTo>
                    <a:pt x="30" y="9"/>
                    <a:pt x="30" y="13"/>
                    <a:pt x="28" y="1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35" name="Google Shape;535;p39"/>
            <p:cNvSpPr/>
            <p:nvPr/>
          </p:nvSpPr>
          <p:spPr>
            <a:xfrm>
              <a:off x="7371372" y="3998333"/>
              <a:ext cx="143122" cy="75964"/>
            </a:xfrm>
            <a:custGeom>
              <a:avLst/>
              <a:gdLst/>
              <a:ahLst/>
              <a:cxnLst/>
              <a:rect l="l" t="t" r="r" b="b"/>
              <a:pathLst>
                <a:path w="55" h="29" extrusionOk="0">
                  <a:moveTo>
                    <a:pt x="25" y="26"/>
                  </a:moveTo>
                  <a:cubicBezTo>
                    <a:pt x="26" y="28"/>
                    <a:pt x="27" y="29"/>
                    <a:pt x="29" y="29"/>
                  </a:cubicBezTo>
                  <a:cubicBezTo>
                    <a:pt x="29" y="29"/>
                    <a:pt x="29" y="29"/>
                    <a:pt x="29" y="29"/>
                  </a:cubicBezTo>
                  <a:cubicBezTo>
                    <a:pt x="31" y="29"/>
                    <a:pt x="33" y="28"/>
                    <a:pt x="33" y="26"/>
                  </a:cubicBezTo>
                  <a:cubicBezTo>
                    <a:pt x="39" y="12"/>
                    <a:pt x="39" y="12"/>
                    <a:pt x="39" y="12"/>
                  </a:cubicBezTo>
                  <a:cubicBezTo>
                    <a:pt x="41" y="15"/>
                    <a:pt x="41" y="15"/>
                    <a:pt x="41" y="15"/>
                  </a:cubicBezTo>
                  <a:cubicBezTo>
                    <a:pt x="41" y="16"/>
                    <a:pt x="43" y="17"/>
                    <a:pt x="43" y="17"/>
                  </a:cubicBezTo>
                  <a:cubicBezTo>
                    <a:pt x="52" y="17"/>
                    <a:pt x="52" y="17"/>
                    <a:pt x="52" y="17"/>
                  </a:cubicBezTo>
                  <a:cubicBezTo>
                    <a:pt x="53" y="17"/>
                    <a:pt x="54" y="17"/>
                    <a:pt x="55" y="15"/>
                  </a:cubicBezTo>
                  <a:cubicBezTo>
                    <a:pt x="55" y="13"/>
                    <a:pt x="54" y="11"/>
                    <a:pt x="52" y="11"/>
                  </a:cubicBezTo>
                  <a:cubicBezTo>
                    <a:pt x="45" y="11"/>
                    <a:pt x="45" y="11"/>
                    <a:pt x="45" y="11"/>
                  </a:cubicBezTo>
                  <a:cubicBezTo>
                    <a:pt x="43" y="6"/>
                    <a:pt x="43" y="6"/>
                    <a:pt x="43" y="6"/>
                  </a:cubicBezTo>
                  <a:cubicBezTo>
                    <a:pt x="42" y="5"/>
                    <a:pt x="41" y="4"/>
                    <a:pt x="39" y="4"/>
                  </a:cubicBezTo>
                  <a:cubicBezTo>
                    <a:pt x="39" y="4"/>
                    <a:pt x="39" y="4"/>
                    <a:pt x="39" y="4"/>
                  </a:cubicBezTo>
                  <a:cubicBezTo>
                    <a:pt x="37" y="4"/>
                    <a:pt x="36" y="5"/>
                    <a:pt x="35" y="7"/>
                  </a:cubicBezTo>
                  <a:cubicBezTo>
                    <a:pt x="30" y="21"/>
                    <a:pt x="30" y="21"/>
                    <a:pt x="30" y="21"/>
                  </a:cubicBezTo>
                  <a:cubicBezTo>
                    <a:pt x="24" y="3"/>
                    <a:pt x="24" y="3"/>
                    <a:pt x="24" y="3"/>
                  </a:cubicBezTo>
                  <a:cubicBezTo>
                    <a:pt x="23" y="1"/>
                    <a:pt x="22" y="0"/>
                    <a:pt x="20" y="0"/>
                  </a:cubicBezTo>
                  <a:cubicBezTo>
                    <a:pt x="18" y="0"/>
                    <a:pt x="17" y="1"/>
                    <a:pt x="16" y="2"/>
                  </a:cubicBezTo>
                  <a:cubicBezTo>
                    <a:pt x="11" y="12"/>
                    <a:pt x="11" y="12"/>
                    <a:pt x="11" y="12"/>
                  </a:cubicBezTo>
                  <a:cubicBezTo>
                    <a:pt x="2" y="12"/>
                    <a:pt x="2" y="12"/>
                    <a:pt x="2" y="12"/>
                  </a:cubicBezTo>
                  <a:cubicBezTo>
                    <a:pt x="1" y="12"/>
                    <a:pt x="0" y="13"/>
                    <a:pt x="0" y="14"/>
                  </a:cubicBezTo>
                  <a:cubicBezTo>
                    <a:pt x="0" y="16"/>
                    <a:pt x="1" y="17"/>
                    <a:pt x="2" y="17"/>
                  </a:cubicBezTo>
                  <a:cubicBezTo>
                    <a:pt x="13" y="17"/>
                    <a:pt x="13" y="17"/>
                    <a:pt x="13" y="17"/>
                  </a:cubicBezTo>
                  <a:cubicBezTo>
                    <a:pt x="13" y="17"/>
                    <a:pt x="15" y="17"/>
                    <a:pt x="15" y="16"/>
                  </a:cubicBezTo>
                  <a:cubicBezTo>
                    <a:pt x="19" y="8"/>
                    <a:pt x="19" y="8"/>
                    <a:pt x="19" y="8"/>
                  </a:cubicBezTo>
                  <a:lnTo>
                    <a:pt x="25" y="26"/>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36" name="Google Shape;536;p39"/>
            <p:cNvSpPr/>
            <p:nvPr/>
          </p:nvSpPr>
          <p:spPr>
            <a:xfrm>
              <a:off x="7379079" y="4108427"/>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537" name="Google Shape;537;p39"/>
          <p:cNvGrpSpPr/>
          <p:nvPr/>
        </p:nvGrpSpPr>
        <p:grpSpPr>
          <a:xfrm>
            <a:off x="1042872" y="1508544"/>
            <a:ext cx="394136" cy="337987"/>
            <a:chOff x="7146781" y="2092617"/>
            <a:chExt cx="394136" cy="337987"/>
          </a:xfrm>
        </p:grpSpPr>
        <p:sp>
          <p:nvSpPr>
            <p:cNvPr id="538" name="Google Shape;538;p39"/>
            <p:cNvSpPr/>
            <p:nvPr/>
          </p:nvSpPr>
          <p:spPr>
            <a:xfrm>
              <a:off x="7146781" y="2092617"/>
              <a:ext cx="394136" cy="337987"/>
            </a:xfrm>
            <a:custGeom>
              <a:avLst/>
              <a:gdLst/>
              <a:ahLst/>
              <a:cxnLst/>
              <a:rect l="l" t="t" r="r" b="b"/>
              <a:pathLst>
                <a:path w="151" h="129" extrusionOk="0">
                  <a:moveTo>
                    <a:pt x="76" y="129"/>
                  </a:moveTo>
                  <a:cubicBezTo>
                    <a:pt x="74" y="129"/>
                    <a:pt x="72" y="129"/>
                    <a:pt x="70" y="127"/>
                  </a:cubicBezTo>
                  <a:cubicBezTo>
                    <a:pt x="17" y="74"/>
                    <a:pt x="17" y="74"/>
                    <a:pt x="17" y="74"/>
                  </a:cubicBezTo>
                  <a:cubicBezTo>
                    <a:pt x="1" y="58"/>
                    <a:pt x="0" y="32"/>
                    <a:pt x="16" y="15"/>
                  </a:cubicBezTo>
                  <a:cubicBezTo>
                    <a:pt x="16" y="14"/>
                    <a:pt x="17" y="14"/>
                    <a:pt x="17" y="13"/>
                  </a:cubicBezTo>
                  <a:cubicBezTo>
                    <a:pt x="26" y="5"/>
                    <a:pt x="38" y="0"/>
                    <a:pt x="51" y="1"/>
                  </a:cubicBezTo>
                  <a:cubicBezTo>
                    <a:pt x="60" y="2"/>
                    <a:pt x="69" y="6"/>
                    <a:pt x="76" y="12"/>
                  </a:cubicBezTo>
                  <a:cubicBezTo>
                    <a:pt x="83" y="5"/>
                    <a:pt x="92" y="2"/>
                    <a:pt x="101" y="1"/>
                  </a:cubicBezTo>
                  <a:cubicBezTo>
                    <a:pt x="114" y="0"/>
                    <a:pt x="126" y="5"/>
                    <a:pt x="134" y="13"/>
                  </a:cubicBezTo>
                  <a:cubicBezTo>
                    <a:pt x="135" y="14"/>
                    <a:pt x="135" y="14"/>
                    <a:pt x="136" y="15"/>
                  </a:cubicBezTo>
                  <a:cubicBezTo>
                    <a:pt x="151" y="32"/>
                    <a:pt x="151" y="58"/>
                    <a:pt x="134" y="74"/>
                  </a:cubicBezTo>
                  <a:cubicBezTo>
                    <a:pt x="120" y="89"/>
                    <a:pt x="120" y="89"/>
                    <a:pt x="120" y="89"/>
                  </a:cubicBezTo>
                  <a:cubicBezTo>
                    <a:pt x="119" y="90"/>
                    <a:pt x="117" y="90"/>
                    <a:pt x="116" y="89"/>
                  </a:cubicBezTo>
                  <a:cubicBezTo>
                    <a:pt x="115" y="88"/>
                    <a:pt x="115" y="86"/>
                    <a:pt x="116" y="85"/>
                  </a:cubicBezTo>
                  <a:cubicBezTo>
                    <a:pt x="130" y="70"/>
                    <a:pt x="130" y="70"/>
                    <a:pt x="130" y="70"/>
                  </a:cubicBezTo>
                  <a:cubicBezTo>
                    <a:pt x="145" y="56"/>
                    <a:pt x="145" y="33"/>
                    <a:pt x="132" y="19"/>
                  </a:cubicBezTo>
                  <a:cubicBezTo>
                    <a:pt x="131" y="18"/>
                    <a:pt x="131" y="18"/>
                    <a:pt x="130" y="17"/>
                  </a:cubicBezTo>
                  <a:cubicBezTo>
                    <a:pt x="123" y="10"/>
                    <a:pt x="112" y="6"/>
                    <a:pt x="102" y="7"/>
                  </a:cubicBezTo>
                  <a:cubicBezTo>
                    <a:pt x="93" y="7"/>
                    <a:pt x="84" y="11"/>
                    <a:pt x="78" y="17"/>
                  </a:cubicBezTo>
                  <a:cubicBezTo>
                    <a:pt x="77" y="18"/>
                    <a:pt x="75" y="18"/>
                    <a:pt x="74" y="17"/>
                  </a:cubicBezTo>
                  <a:cubicBezTo>
                    <a:pt x="68" y="11"/>
                    <a:pt x="59" y="7"/>
                    <a:pt x="51" y="7"/>
                  </a:cubicBezTo>
                  <a:cubicBezTo>
                    <a:pt x="40" y="6"/>
                    <a:pt x="29" y="10"/>
                    <a:pt x="21" y="17"/>
                  </a:cubicBezTo>
                  <a:cubicBezTo>
                    <a:pt x="21" y="18"/>
                    <a:pt x="20" y="18"/>
                    <a:pt x="20" y="19"/>
                  </a:cubicBezTo>
                  <a:cubicBezTo>
                    <a:pt x="6" y="33"/>
                    <a:pt x="7" y="56"/>
                    <a:pt x="21" y="70"/>
                  </a:cubicBezTo>
                  <a:cubicBezTo>
                    <a:pt x="74" y="123"/>
                    <a:pt x="74" y="123"/>
                    <a:pt x="74" y="123"/>
                  </a:cubicBezTo>
                  <a:cubicBezTo>
                    <a:pt x="75" y="124"/>
                    <a:pt x="77" y="124"/>
                    <a:pt x="78" y="123"/>
                  </a:cubicBezTo>
                  <a:cubicBezTo>
                    <a:pt x="98" y="103"/>
                    <a:pt x="98" y="103"/>
                    <a:pt x="98" y="103"/>
                  </a:cubicBezTo>
                  <a:cubicBezTo>
                    <a:pt x="99" y="101"/>
                    <a:pt x="101" y="101"/>
                    <a:pt x="102" y="103"/>
                  </a:cubicBezTo>
                  <a:cubicBezTo>
                    <a:pt x="103" y="104"/>
                    <a:pt x="103" y="105"/>
                    <a:pt x="102" y="106"/>
                  </a:cubicBezTo>
                  <a:cubicBezTo>
                    <a:pt x="82" y="127"/>
                    <a:pt x="82" y="127"/>
                    <a:pt x="82" y="127"/>
                  </a:cubicBezTo>
                  <a:cubicBezTo>
                    <a:pt x="80" y="129"/>
                    <a:pt x="78" y="129"/>
                    <a:pt x="76" y="12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39" name="Google Shape;539;p39"/>
            <p:cNvSpPr/>
            <p:nvPr/>
          </p:nvSpPr>
          <p:spPr>
            <a:xfrm>
              <a:off x="7287701" y="2160875"/>
              <a:ext cx="114498" cy="180553"/>
            </a:xfrm>
            <a:custGeom>
              <a:avLst/>
              <a:gdLst/>
              <a:ahLst/>
              <a:cxnLst/>
              <a:rect l="l" t="t" r="r" b="b"/>
              <a:pathLst>
                <a:path w="44" h="69" extrusionOk="0">
                  <a:moveTo>
                    <a:pt x="11" y="69"/>
                  </a:moveTo>
                  <a:cubicBezTo>
                    <a:pt x="11" y="69"/>
                    <a:pt x="10" y="69"/>
                    <a:pt x="9" y="69"/>
                  </a:cubicBezTo>
                  <a:cubicBezTo>
                    <a:pt x="8" y="68"/>
                    <a:pt x="7" y="66"/>
                    <a:pt x="7" y="64"/>
                  </a:cubicBezTo>
                  <a:cubicBezTo>
                    <a:pt x="12" y="38"/>
                    <a:pt x="12" y="38"/>
                    <a:pt x="12" y="38"/>
                  </a:cubicBezTo>
                  <a:cubicBezTo>
                    <a:pt x="5" y="38"/>
                    <a:pt x="5" y="38"/>
                    <a:pt x="5" y="38"/>
                  </a:cubicBezTo>
                  <a:cubicBezTo>
                    <a:pt x="3" y="38"/>
                    <a:pt x="2" y="37"/>
                    <a:pt x="1" y="36"/>
                  </a:cubicBezTo>
                  <a:cubicBezTo>
                    <a:pt x="0" y="34"/>
                    <a:pt x="0" y="32"/>
                    <a:pt x="1" y="30"/>
                  </a:cubicBezTo>
                  <a:cubicBezTo>
                    <a:pt x="29" y="2"/>
                    <a:pt x="29" y="2"/>
                    <a:pt x="29" y="2"/>
                  </a:cubicBezTo>
                  <a:cubicBezTo>
                    <a:pt x="30" y="0"/>
                    <a:pt x="32" y="0"/>
                    <a:pt x="34" y="1"/>
                  </a:cubicBezTo>
                  <a:cubicBezTo>
                    <a:pt x="36" y="2"/>
                    <a:pt x="37" y="3"/>
                    <a:pt x="36" y="5"/>
                  </a:cubicBezTo>
                  <a:cubicBezTo>
                    <a:pt x="32" y="32"/>
                    <a:pt x="32" y="32"/>
                    <a:pt x="32" y="32"/>
                  </a:cubicBezTo>
                  <a:cubicBezTo>
                    <a:pt x="39" y="32"/>
                    <a:pt x="39" y="32"/>
                    <a:pt x="39" y="32"/>
                  </a:cubicBezTo>
                  <a:cubicBezTo>
                    <a:pt x="40" y="32"/>
                    <a:pt x="42" y="33"/>
                    <a:pt x="43" y="34"/>
                  </a:cubicBezTo>
                  <a:cubicBezTo>
                    <a:pt x="44" y="36"/>
                    <a:pt x="44" y="38"/>
                    <a:pt x="42" y="39"/>
                  </a:cubicBezTo>
                  <a:cubicBezTo>
                    <a:pt x="15" y="68"/>
                    <a:pt x="15" y="68"/>
                    <a:pt x="15" y="68"/>
                  </a:cubicBezTo>
                  <a:cubicBezTo>
                    <a:pt x="14" y="69"/>
                    <a:pt x="13" y="69"/>
                    <a:pt x="11" y="69"/>
                  </a:cubicBezTo>
                  <a:close/>
                  <a:moveTo>
                    <a:pt x="7" y="32"/>
                  </a:moveTo>
                  <a:cubicBezTo>
                    <a:pt x="13" y="32"/>
                    <a:pt x="13" y="32"/>
                    <a:pt x="13" y="32"/>
                  </a:cubicBezTo>
                  <a:cubicBezTo>
                    <a:pt x="14" y="32"/>
                    <a:pt x="15" y="32"/>
                    <a:pt x="15" y="33"/>
                  </a:cubicBezTo>
                  <a:cubicBezTo>
                    <a:pt x="17" y="34"/>
                    <a:pt x="18" y="35"/>
                    <a:pt x="17" y="37"/>
                  </a:cubicBezTo>
                  <a:cubicBezTo>
                    <a:pt x="13" y="61"/>
                    <a:pt x="13" y="61"/>
                    <a:pt x="13" y="61"/>
                  </a:cubicBezTo>
                  <a:cubicBezTo>
                    <a:pt x="36" y="38"/>
                    <a:pt x="36" y="38"/>
                    <a:pt x="36" y="38"/>
                  </a:cubicBezTo>
                  <a:cubicBezTo>
                    <a:pt x="31" y="38"/>
                    <a:pt x="31" y="38"/>
                    <a:pt x="31" y="38"/>
                  </a:cubicBezTo>
                  <a:cubicBezTo>
                    <a:pt x="30" y="38"/>
                    <a:pt x="29" y="37"/>
                    <a:pt x="28" y="37"/>
                  </a:cubicBezTo>
                  <a:cubicBezTo>
                    <a:pt x="27" y="36"/>
                    <a:pt x="26" y="34"/>
                    <a:pt x="26" y="33"/>
                  </a:cubicBezTo>
                  <a:cubicBezTo>
                    <a:pt x="30" y="8"/>
                    <a:pt x="30" y="8"/>
                    <a:pt x="30" y="8"/>
                  </a:cubicBezTo>
                  <a:lnTo>
                    <a:pt x="7" y="32"/>
                  </a:lnTo>
                  <a:close/>
                  <a:moveTo>
                    <a:pt x="39" y="38"/>
                  </a:moveTo>
                  <a:cubicBezTo>
                    <a:pt x="39" y="38"/>
                    <a:pt x="39" y="38"/>
                    <a:pt x="39" y="38"/>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40" name="Google Shape;540;p39"/>
            <p:cNvSpPr/>
            <p:nvPr/>
          </p:nvSpPr>
          <p:spPr>
            <a:xfrm>
              <a:off x="7423116" y="2335923"/>
              <a:ext cx="16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541" name="Google Shape;541;p39"/>
          <p:cNvGrpSpPr/>
          <p:nvPr/>
        </p:nvGrpSpPr>
        <p:grpSpPr>
          <a:xfrm>
            <a:off x="4675357" y="3078731"/>
            <a:ext cx="371016" cy="326963"/>
            <a:chOff x="4745635" y="2101425"/>
            <a:chExt cx="371016" cy="326963"/>
          </a:xfrm>
        </p:grpSpPr>
        <p:sp>
          <p:nvSpPr>
            <p:cNvPr id="542" name="Google Shape;542;p39"/>
            <p:cNvSpPr/>
            <p:nvPr/>
          </p:nvSpPr>
          <p:spPr>
            <a:xfrm>
              <a:off x="4745635" y="2101425"/>
              <a:ext cx="371016" cy="323675"/>
            </a:xfrm>
            <a:custGeom>
              <a:avLst/>
              <a:gdLst/>
              <a:ahLst/>
              <a:cxnLst/>
              <a:rect l="l" t="t" r="r" b="b"/>
              <a:pathLst>
                <a:path w="142" h="124" extrusionOk="0">
                  <a:moveTo>
                    <a:pt x="131" y="15"/>
                  </a:moveTo>
                  <a:cubicBezTo>
                    <a:pt x="100" y="15"/>
                    <a:pt x="100" y="15"/>
                    <a:pt x="100" y="15"/>
                  </a:cubicBezTo>
                  <a:cubicBezTo>
                    <a:pt x="100" y="8"/>
                    <a:pt x="100" y="8"/>
                    <a:pt x="100" y="8"/>
                  </a:cubicBezTo>
                  <a:cubicBezTo>
                    <a:pt x="100" y="3"/>
                    <a:pt x="96" y="0"/>
                    <a:pt x="91" y="0"/>
                  </a:cubicBezTo>
                  <a:cubicBezTo>
                    <a:pt x="50" y="0"/>
                    <a:pt x="50" y="0"/>
                    <a:pt x="50" y="0"/>
                  </a:cubicBezTo>
                  <a:cubicBezTo>
                    <a:pt x="46" y="0"/>
                    <a:pt x="42" y="3"/>
                    <a:pt x="42" y="8"/>
                  </a:cubicBezTo>
                  <a:cubicBezTo>
                    <a:pt x="42" y="15"/>
                    <a:pt x="42" y="15"/>
                    <a:pt x="42" y="15"/>
                  </a:cubicBezTo>
                  <a:cubicBezTo>
                    <a:pt x="11" y="15"/>
                    <a:pt x="11" y="15"/>
                    <a:pt x="11" y="15"/>
                  </a:cubicBezTo>
                  <a:cubicBezTo>
                    <a:pt x="5" y="15"/>
                    <a:pt x="0" y="20"/>
                    <a:pt x="0" y="26"/>
                  </a:cubicBezTo>
                  <a:cubicBezTo>
                    <a:pt x="0" y="121"/>
                    <a:pt x="0" y="121"/>
                    <a:pt x="0" y="121"/>
                  </a:cubicBezTo>
                  <a:cubicBezTo>
                    <a:pt x="0" y="123"/>
                    <a:pt x="1" y="124"/>
                    <a:pt x="2" y="124"/>
                  </a:cubicBezTo>
                  <a:cubicBezTo>
                    <a:pt x="99" y="124"/>
                    <a:pt x="99" y="124"/>
                    <a:pt x="99" y="124"/>
                  </a:cubicBezTo>
                  <a:cubicBezTo>
                    <a:pt x="99" y="124"/>
                    <a:pt x="100" y="124"/>
                    <a:pt x="100" y="124"/>
                  </a:cubicBezTo>
                  <a:cubicBezTo>
                    <a:pt x="102" y="122"/>
                    <a:pt x="101" y="119"/>
                    <a:pt x="98" y="119"/>
                  </a:cubicBezTo>
                  <a:cubicBezTo>
                    <a:pt x="7" y="119"/>
                    <a:pt x="7" y="119"/>
                    <a:pt x="7" y="119"/>
                  </a:cubicBezTo>
                  <a:cubicBezTo>
                    <a:pt x="6" y="119"/>
                    <a:pt x="5" y="118"/>
                    <a:pt x="5" y="117"/>
                  </a:cubicBezTo>
                  <a:cubicBezTo>
                    <a:pt x="5" y="47"/>
                    <a:pt x="5" y="47"/>
                    <a:pt x="5" y="47"/>
                  </a:cubicBezTo>
                  <a:cubicBezTo>
                    <a:pt x="21" y="47"/>
                    <a:pt x="21" y="47"/>
                    <a:pt x="21" y="47"/>
                  </a:cubicBezTo>
                  <a:cubicBezTo>
                    <a:pt x="21" y="48"/>
                    <a:pt x="21" y="48"/>
                    <a:pt x="21" y="48"/>
                  </a:cubicBezTo>
                  <a:cubicBezTo>
                    <a:pt x="21" y="51"/>
                    <a:pt x="23" y="54"/>
                    <a:pt x="26" y="54"/>
                  </a:cubicBezTo>
                  <a:cubicBezTo>
                    <a:pt x="37" y="54"/>
                    <a:pt x="37" y="54"/>
                    <a:pt x="37" y="54"/>
                  </a:cubicBezTo>
                  <a:cubicBezTo>
                    <a:pt x="39" y="54"/>
                    <a:pt x="41" y="52"/>
                    <a:pt x="41" y="50"/>
                  </a:cubicBezTo>
                  <a:cubicBezTo>
                    <a:pt x="41" y="47"/>
                    <a:pt x="41" y="47"/>
                    <a:pt x="41" y="47"/>
                  </a:cubicBezTo>
                  <a:cubicBezTo>
                    <a:pt x="101" y="47"/>
                    <a:pt x="101" y="47"/>
                    <a:pt x="101" y="47"/>
                  </a:cubicBezTo>
                  <a:cubicBezTo>
                    <a:pt x="101" y="50"/>
                    <a:pt x="101" y="50"/>
                    <a:pt x="101" y="50"/>
                  </a:cubicBezTo>
                  <a:cubicBezTo>
                    <a:pt x="101" y="52"/>
                    <a:pt x="102" y="54"/>
                    <a:pt x="104" y="54"/>
                  </a:cubicBezTo>
                  <a:cubicBezTo>
                    <a:pt x="115" y="54"/>
                    <a:pt x="115" y="54"/>
                    <a:pt x="115" y="54"/>
                  </a:cubicBezTo>
                  <a:cubicBezTo>
                    <a:pt x="118" y="54"/>
                    <a:pt x="121" y="51"/>
                    <a:pt x="121" y="48"/>
                  </a:cubicBezTo>
                  <a:cubicBezTo>
                    <a:pt x="121" y="47"/>
                    <a:pt x="121" y="47"/>
                    <a:pt x="121" y="47"/>
                  </a:cubicBezTo>
                  <a:cubicBezTo>
                    <a:pt x="136" y="47"/>
                    <a:pt x="136" y="47"/>
                    <a:pt x="136" y="47"/>
                  </a:cubicBezTo>
                  <a:cubicBezTo>
                    <a:pt x="136" y="117"/>
                    <a:pt x="136" y="117"/>
                    <a:pt x="136" y="117"/>
                  </a:cubicBezTo>
                  <a:cubicBezTo>
                    <a:pt x="136" y="118"/>
                    <a:pt x="136" y="119"/>
                    <a:pt x="135" y="119"/>
                  </a:cubicBezTo>
                  <a:cubicBezTo>
                    <a:pt x="122" y="119"/>
                    <a:pt x="122" y="119"/>
                    <a:pt x="122" y="119"/>
                  </a:cubicBezTo>
                  <a:cubicBezTo>
                    <a:pt x="122" y="119"/>
                    <a:pt x="122" y="119"/>
                    <a:pt x="122" y="119"/>
                  </a:cubicBezTo>
                  <a:cubicBezTo>
                    <a:pt x="119" y="121"/>
                    <a:pt x="121" y="124"/>
                    <a:pt x="123" y="124"/>
                  </a:cubicBezTo>
                  <a:cubicBezTo>
                    <a:pt x="139" y="124"/>
                    <a:pt x="139" y="124"/>
                    <a:pt x="139" y="124"/>
                  </a:cubicBezTo>
                  <a:cubicBezTo>
                    <a:pt x="141" y="124"/>
                    <a:pt x="142" y="123"/>
                    <a:pt x="142" y="121"/>
                  </a:cubicBezTo>
                  <a:cubicBezTo>
                    <a:pt x="142" y="26"/>
                    <a:pt x="142" y="26"/>
                    <a:pt x="142" y="26"/>
                  </a:cubicBezTo>
                  <a:cubicBezTo>
                    <a:pt x="142" y="20"/>
                    <a:pt x="137" y="15"/>
                    <a:pt x="131" y="15"/>
                  </a:cubicBezTo>
                  <a:close/>
                  <a:moveTo>
                    <a:pt x="50" y="5"/>
                  </a:moveTo>
                  <a:cubicBezTo>
                    <a:pt x="91" y="5"/>
                    <a:pt x="91" y="5"/>
                    <a:pt x="91" y="5"/>
                  </a:cubicBezTo>
                  <a:cubicBezTo>
                    <a:pt x="93" y="5"/>
                    <a:pt x="94" y="7"/>
                    <a:pt x="94" y="8"/>
                  </a:cubicBezTo>
                  <a:cubicBezTo>
                    <a:pt x="94" y="15"/>
                    <a:pt x="94" y="15"/>
                    <a:pt x="94" y="15"/>
                  </a:cubicBezTo>
                  <a:cubicBezTo>
                    <a:pt x="47" y="15"/>
                    <a:pt x="47" y="15"/>
                    <a:pt x="47" y="15"/>
                  </a:cubicBezTo>
                  <a:cubicBezTo>
                    <a:pt x="47" y="8"/>
                    <a:pt x="47" y="8"/>
                    <a:pt x="47" y="8"/>
                  </a:cubicBezTo>
                  <a:cubicBezTo>
                    <a:pt x="47" y="7"/>
                    <a:pt x="49" y="5"/>
                    <a:pt x="50" y="5"/>
                  </a:cubicBezTo>
                  <a:close/>
                  <a:moveTo>
                    <a:pt x="35" y="48"/>
                  </a:moveTo>
                  <a:cubicBezTo>
                    <a:pt x="26" y="48"/>
                    <a:pt x="26" y="48"/>
                    <a:pt x="26" y="48"/>
                  </a:cubicBezTo>
                  <a:cubicBezTo>
                    <a:pt x="26" y="39"/>
                    <a:pt x="26" y="39"/>
                    <a:pt x="26" y="39"/>
                  </a:cubicBezTo>
                  <a:cubicBezTo>
                    <a:pt x="35" y="39"/>
                    <a:pt x="35" y="39"/>
                    <a:pt x="35" y="39"/>
                  </a:cubicBezTo>
                  <a:cubicBezTo>
                    <a:pt x="35" y="44"/>
                    <a:pt x="35" y="44"/>
                    <a:pt x="35" y="44"/>
                  </a:cubicBezTo>
                  <a:cubicBezTo>
                    <a:pt x="35" y="44"/>
                    <a:pt x="35" y="44"/>
                    <a:pt x="35" y="44"/>
                  </a:cubicBezTo>
                  <a:cubicBezTo>
                    <a:pt x="35" y="44"/>
                    <a:pt x="35" y="44"/>
                    <a:pt x="35" y="44"/>
                  </a:cubicBezTo>
                  <a:cubicBezTo>
                    <a:pt x="35" y="48"/>
                    <a:pt x="35" y="48"/>
                    <a:pt x="35" y="48"/>
                  </a:cubicBezTo>
                  <a:cubicBezTo>
                    <a:pt x="35" y="48"/>
                    <a:pt x="35" y="48"/>
                    <a:pt x="35" y="48"/>
                  </a:cubicBezTo>
                  <a:close/>
                  <a:moveTo>
                    <a:pt x="115" y="48"/>
                  </a:moveTo>
                  <a:cubicBezTo>
                    <a:pt x="106" y="48"/>
                    <a:pt x="106" y="48"/>
                    <a:pt x="106" y="48"/>
                  </a:cubicBezTo>
                  <a:cubicBezTo>
                    <a:pt x="106" y="39"/>
                    <a:pt x="106" y="39"/>
                    <a:pt x="106" y="39"/>
                  </a:cubicBezTo>
                  <a:cubicBezTo>
                    <a:pt x="115" y="39"/>
                    <a:pt x="115" y="39"/>
                    <a:pt x="115" y="39"/>
                  </a:cubicBezTo>
                  <a:cubicBezTo>
                    <a:pt x="115" y="44"/>
                    <a:pt x="115" y="44"/>
                    <a:pt x="115" y="44"/>
                  </a:cubicBezTo>
                  <a:cubicBezTo>
                    <a:pt x="115" y="44"/>
                    <a:pt x="115" y="44"/>
                    <a:pt x="115" y="44"/>
                  </a:cubicBezTo>
                  <a:cubicBezTo>
                    <a:pt x="115" y="44"/>
                    <a:pt x="115" y="44"/>
                    <a:pt x="116" y="44"/>
                  </a:cubicBezTo>
                  <a:cubicBezTo>
                    <a:pt x="116" y="48"/>
                    <a:pt x="116" y="48"/>
                    <a:pt x="116" y="48"/>
                  </a:cubicBezTo>
                  <a:cubicBezTo>
                    <a:pt x="115" y="48"/>
                    <a:pt x="115" y="48"/>
                    <a:pt x="115" y="48"/>
                  </a:cubicBezTo>
                  <a:close/>
                  <a:moveTo>
                    <a:pt x="121" y="41"/>
                  </a:moveTo>
                  <a:cubicBezTo>
                    <a:pt x="121" y="39"/>
                    <a:pt x="121" y="39"/>
                    <a:pt x="121" y="39"/>
                  </a:cubicBezTo>
                  <a:cubicBezTo>
                    <a:pt x="121" y="36"/>
                    <a:pt x="119" y="34"/>
                    <a:pt x="116" y="34"/>
                  </a:cubicBezTo>
                  <a:cubicBezTo>
                    <a:pt x="106" y="34"/>
                    <a:pt x="106" y="34"/>
                    <a:pt x="106" y="34"/>
                  </a:cubicBezTo>
                  <a:cubicBezTo>
                    <a:pt x="103" y="34"/>
                    <a:pt x="101" y="36"/>
                    <a:pt x="101" y="39"/>
                  </a:cubicBezTo>
                  <a:cubicBezTo>
                    <a:pt x="101" y="41"/>
                    <a:pt x="101" y="41"/>
                    <a:pt x="101" y="41"/>
                  </a:cubicBezTo>
                  <a:cubicBezTo>
                    <a:pt x="41" y="41"/>
                    <a:pt x="41" y="41"/>
                    <a:pt x="41" y="41"/>
                  </a:cubicBezTo>
                  <a:cubicBezTo>
                    <a:pt x="41" y="39"/>
                    <a:pt x="41" y="39"/>
                    <a:pt x="41" y="39"/>
                  </a:cubicBezTo>
                  <a:cubicBezTo>
                    <a:pt x="41" y="36"/>
                    <a:pt x="38" y="34"/>
                    <a:pt x="35" y="34"/>
                  </a:cubicBezTo>
                  <a:cubicBezTo>
                    <a:pt x="26" y="34"/>
                    <a:pt x="26" y="34"/>
                    <a:pt x="26" y="34"/>
                  </a:cubicBezTo>
                  <a:cubicBezTo>
                    <a:pt x="23" y="34"/>
                    <a:pt x="20" y="36"/>
                    <a:pt x="20" y="39"/>
                  </a:cubicBezTo>
                  <a:cubicBezTo>
                    <a:pt x="20" y="41"/>
                    <a:pt x="20" y="41"/>
                    <a:pt x="20" y="41"/>
                  </a:cubicBezTo>
                  <a:cubicBezTo>
                    <a:pt x="5" y="41"/>
                    <a:pt x="5" y="41"/>
                    <a:pt x="5" y="41"/>
                  </a:cubicBezTo>
                  <a:cubicBezTo>
                    <a:pt x="5" y="26"/>
                    <a:pt x="5" y="26"/>
                    <a:pt x="5" y="26"/>
                  </a:cubicBezTo>
                  <a:cubicBezTo>
                    <a:pt x="5" y="23"/>
                    <a:pt x="8" y="21"/>
                    <a:pt x="11" y="21"/>
                  </a:cubicBezTo>
                  <a:cubicBezTo>
                    <a:pt x="131" y="21"/>
                    <a:pt x="131" y="21"/>
                    <a:pt x="131" y="21"/>
                  </a:cubicBezTo>
                  <a:cubicBezTo>
                    <a:pt x="134" y="21"/>
                    <a:pt x="136" y="23"/>
                    <a:pt x="136" y="26"/>
                  </a:cubicBezTo>
                  <a:cubicBezTo>
                    <a:pt x="136" y="41"/>
                    <a:pt x="136" y="41"/>
                    <a:pt x="136" y="41"/>
                  </a:cubicBezTo>
                  <a:lnTo>
                    <a:pt x="121" y="41"/>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43" name="Google Shape;543;p39"/>
            <p:cNvSpPr/>
            <p:nvPr/>
          </p:nvSpPr>
          <p:spPr>
            <a:xfrm>
              <a:off x="4868940" y="2263262"/>
              <a:ext cx="125507" cy="123305"/>
            </a:xfrm>
            <a:custGeom>
              <a:avLst/>
              <a:gdLst/>
              <a:ahLst/>
              <a:cxnLst/>
              <a:rect l="l" t="t" r="r" b="b"/>
              <a:pathLst>
                <a:path w="48" h="47" extrusionOk="0">
                  <a:moveTo>
                    <a:pt x="19" y="47"/>
                  </a:moveTo>
                  <a:cubicBezTo>
                    <a:pt x="28" y="47"/>
                    <a:pt x="28" y="47"/>
                    <a:pt x="28" y="47"/>
                  </a:cubicBezTo>
                  <a:cubicBezTo>
                    <a:pt x="31" y="47"/>
                    <a:pt x="33" y="45"/>
                    <a:pt x="33" y="43"/>
                  </a:cubicBezTo>
                  <a:cubicBezTo>
                    <a:pt x="33" y="32"/>
                    <a:pt x="33" y="32"/>
                    <a:pt x="33" y="32"/>
                  </a:cubicBezTo>
                  <a:cubicBezTo>
                    <a:pt x="43" y="32"/>
                    <a:pt x="43" y="32"/>
                    <a:pt x="43" y="32"/>
                  </a:cubicBezTo>
                  <a:cubicBezTo>
                    <a:pt x="46" y="32"/>
                    <a:pt x="48" y="30"/>
                    <a:pt x="48" y="28"/>
                  </a:cubicBezTo>
                  <a:cubicBezTo>
                    <a:pt x="48" y="19"/>
                    <a:pt x="48" y="19"/>
                    <a:pt x="48" y="19"/>
                  </a:cubicBezTo>
                  <a:cubicBezTo>
                    <a:pt x="48" y="17"/>
                    <a:pt x="46" y="15"/>
                    <a:pt x="43" y="15"/>
                  </a:cubicBezTo>
                  <a:cubicBezTo>
                    <a:pt x="33" y="15"/>
                    <a:pt x="33" y="15"/>
                    <a:pt x="33" y="15"/>
                  </a:cubicBezTo>
                  <a:cubicBezTo>
                    <a:pt x="33" y="4"/>
                    <a:pt x="33" y="4"/>
                    <a:pt x="33" y="4"/>
                  </a:cubicBezTo>
                  <a:cubicBezTo>
                    <a:pt x="33" y="2"/>
                    <a:pt x="31" y="0"/>
                    <a:pt x="28" y="0"/>
                  </a:cubicBezTo>
                  <a:cubicBezTo>
                    <a:pt x="19" y="0"/>
                    <a:pt x="19" y="0"/>
                    <a:pt x="19" y="0"/>
                  </a:cubicBezTo>
                  <a:cubicBezTo>
                    <a:pt x="17" y="0"/>
                    <a:pt x="15" y="2"/>
                    <a:pt x="15" y="4"/>
                  </a:cubicBezTo>
                  <a:cubicBezTo>
                    <a:pt x="15" y="15"/>
                    <a:pt x="15" y="15"/>
                    <a:pt x="15" y="15"/>
                  </a:cubicBezTo>
                  <a:cubicBezTo>
                    <a:pt x="4" y="15"/>
                    <a:pt x="4" y="15"/>
                    <a:pt x="4" y="15"/>
                  </a:cubicBezTo>
                  <a:cubicBezTo>
                    <a:pt x="2" y="15"/>
                    <a:pt x="0" y="17"/>
                    <a:pt x="0" y="19"/>
                  </a:cubicBezTo>
                  <a:cubicBezTo>
                    <a:pt x="0" y="28"/>
                    <a:pt x="0" y="28"/>
                    <a:pt x="0" y="28"/>
                  </a:cubicBezTo>
                  <a:cubicBezTo>
                    <a:pt x="0" y="30"/>
                    <a:pt x="2" y="32"/>
                    <a:pt x="4" y="32"/>
                  </a:cubicBezTo>
                  <a:cubicBezTo>
                    <a:pt x="15" y="32"/>
                    <a:pt x="15" y="32"/>
                    <a:pt x="15" y="32"/>
                  </a:cubicBezTo>
                  <a:cubicBezTo>
                    <a:pt x="15" y="43"/>
                    <a:pt x="15" y="43"/>
                    <a:pt x="15" y="43"/>
                  </a:cubicBezTo>
                  <a:cubicBezTo>
                    <a:pt x="15" y="45"/>
                    <a:pt x="17" y="47"/>
                    <a:pt x="19" y="47"/>
                  </a:cubicBezTo>
                  <a:close/>
                  <a:moveTo>
                    <a:pt x="5" y="27"/>
                  </a:moveTo>
                  <a:cubicBezTo>
                    <a:pt x="5" y="20"/>
                    <a:pt x="5" y="20"/>
                    <a:pt x="5" y="20"/>
                  </a:cubicBezTo>
                  <a:cubicBezTo>
                    <a:pt x="18" y="20"/>
                    <a:pt x="18" y="20"/>
                    <a:pt x="18" y="20"/>
                  </a:cubicBezTo>
                  <a:cubicBezTo>
                    <a:pt x="19" y="20"/>
                    <a:pt x="20" y="19"/>
                    <a:pt x="20" y="18"/>
                  </a:cubicBezTo>
                  <a:cubicBezTo>
                    <a:pt x="20" y="5"/>
                    <a:pt x="20" y="5"/>
                    <a:pt x="20" y="5"/>
                  </a:cubicBezTo>
                  <a:cubicBezTo>
                    <a:pt x="27" y="5"/>
                    <a:pt x="27" y="5"/>
                    <a:pt x="27" y="5"/>
                  </a:cubicBezTo>
                  <a:cubicBezTo>
                    <a:pt x="27" y="18"/>
                    <a:pt x="27" y="18"/>
                    <a:pt x="27" y="18"/>
                  </a:cubicBezTo>
                  <a:cubicBezTo>
                    <a:pt x="27" y="19"/>
                    <a:pt x="28" y="20"/>
                    <a:pt x="30" y="20"/>
                  </a:cubicBezTo>
                  <a:cubicBezTo>
                    <a:pt x="42" y="20"/>
                    <a:pt x="42" y="20"/>
                    <a:pt x="42" y="20"/>
                  </a:cubicBezTo>
                  <a:cubicBezTo>
                    <a:pt x="42" y="27"/>
                    <a:pt x="42" y="27"/>
                    <a:pt x="42" y="27"/>
                  </a:cubicBezTo>
                  <a:cubicBezTo>
                    <a:pt x="30" y="27"/>
                    <a:pt x="30" y="27"/>
                    <a:pt x="30" y="27"/>
                  </a:cubicBezTo>
                  <a:cubicBezTo>
                    <a:pt x="28" y="27"/>
                    <a:pt x="27" y="28"/>
                    <a:pt x="27" y="30"/>
                  </a:cubicBezTo>
                  <a:cubicBezTo>
                    <a:pt x="27" y="42"/>
                    <a:pt x="27" y="42"/>
                    <a:pt x="27" y="42"/>
                  </a:cubicBezTo>
                  <a:cubicBezTo>
                    <a:pt x="20" y="42"/>
                    <a:pt x="20" y="42"/>
                    <a:pt x="20" y="42"/>
                  </a:cubicBezTo>
                  <a:cubicBezTo>
                    <a:pt x="20" y="30"/>
                    <a:pt x="20" y="30"/>
                    <a:pt x="20" y="30"/>
                  </a:cubicBezTo>
                  <a:cubicBezTo>
                    <a:pt x="20" y="28"/>
                    <a:pt x="19" y="27"/>
                    <a:pt x="18" y="27"/>
                  </a:cubicBezTo>
                  <a:lnTo>
                    <a:pt x="5" y="27"/>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44" name="Google Shape;544;p39"/>
            <p:cNvSpPr/>
            <p:nvPr/>
          </p:nvSpPr>
          <p:spPr>
            <a:xfrm>
              <a:off x="5027475" y="2411888"/>
              <a:ext cx="165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545" name="Google Shape;545;p39"/>
          <p:cNvGrpSpPr/>
          <p:nvPr/>
        </p:nvGrpSpPr>
        <p:grpSpPr>
          <a:xfrm>
            <a:off x="4707834" y="1492030"/>
            <a:ext cx="306061" cy="371015"/>
            <a:chOff x="6386032" y="1512425"/>
            <a:chExt cx="306061" cy="371015"/>
          </a:xfrm>
        </p:grpSpPr>
        <p:sp>
          <p:nvSpPr>
            <p:cNvPr id="546" name="Google Shape;546;p39"/>
            <p:cNvSpPr/>
            <p:nvPr/>
          </p:nvSpPr>
          <p:spPr>
            <a:xfrm>
              <a:off x="6386032" y="1512425"/>
              <a:ext cx="306061" cy="371015"/>
            </a:xfrm>
            <a:custGeom>
              <a:avLst/>
              <a:gdLst/>
              <a:ahLst/>
              <a:cxnLst/>
              <a:rect l="l" t="t" r="r" b="b"/>
              <a:pathLst>
                <a:path w="117" h="142" extrusionOk="0">
                  <a:moveTo>
                    <a:pt x="114" y="53"/>
                  </a:moveTo>
                  <a:cubicBezTo>
                    <a:pt x="117" y="47"/>
                    <a:pt x="117" y="40"/>
                    <a:pt x="114" y="34"/>
                  </a:cubicBezTo>
                  <a:cubicBezTo>
                    <a:pt x="106" y="19"/>
                    <a:pt x="106" y="19"/>
                    <a:pt x="106" y="19"/>
                  </a:cubicBezTo>
                  <a:cubicBezTo>
                    <a:pt x="104" y="16"/>
                    <a:pt x="101" y="14"/>
                    <a:pt x="97" y="14"/>
                  </a:cubicBezTo>
                  <a:cubicBezTo>
                    <a:pt x="94" y="14"/>
                    <a:pt x="91" y="16"/>
                    <a:pt x="89" y="19"/>
                  </a:cubicBezTo>
                  <a:cubicBezTo>
                    <a:pt x="85" y="26"/>
                    <a:pt x="85" y="26"/>
                    <a:pt x="85" y="26"/>
                  </a:cubicBezTo>
                  <a:cubicBezTo>
                    <a:pt x="77" y="12"/>
                    <a:pt x="77" y="12"/>
                    <a:pt x="77" y="12"/>
                  </a:cubicBezTo>
                  <a:cubicBezTo>
                    <a:pt x="72" y="4"/>
                    <a:pt x="65" y="0"/>
                    <a:pt x="56" y="0"/>
                  </a:cubicBezTo>
                  <a:cubicBezTo>
                    <a:pt x="56" y="0"/>
                    <a:pt x="56" y="0"/>
                    <a:pt x="56" y="0"/>
                  </a:cubicBezTo>
                  <a:cubicBezTo>
                    <a:pt x="48" y="0"/>
                    <a:pt x="40" y="4"/>
                    <a:pt x="36" y="12"/>
                  </a:cubicBezTo>
                  <a:cubicBezTo>
                    <a:pt x="24" y="32"/>
                    <a:pt x="24" y="32"/>
                    <a:pt x="24" y="32"/>
                  </a:cubicBezTo>
                  <a:cubicBezTo>
                    <a:pt x="24" y="33"/>
                    <a:pt x="24" y="35"/>
                    <a:pt x="25" y="35"/>
                  </a:cubicBezTo>
                  <a:cubicBezTo>
                    <a:pt x="26" y="36"/>
                    <a:pt x="26" y="36"/>
                    <a:pt x="27" y="36"/>
                  </a:cubicBezTo>
                  <a:cubicBezTo>
                    <a:pt x="28" y="36"/>
                    <a:pt x="29" y="35"/>
                    <a:pt x="29" y="34"/>
                  </a:cubicBezTo>
                  <a:cubicBezTo>
                    <a:pt x="41" y="15"/>
                    <a:pt x="41" y="15"/>
                    <a:pt x="41" y="15"/>
                  </a:cubicBezTo>
                  <a:cubicBezTo>
                    <a:pt x="44" y="9"/>
                    <a:pt x="50" y="6"/>
                    <a:pt x="56" y="6"/>
                  </a:cubicBezTo>
                  <a:cubicBezTo>
                    <a:pt x="56" y="6"/>
                    <a:pt x="56" y="6"/>
                    <a:pt x="56" y="6"/>
                  </a:cubicBezTo>
                  <a:cubicBezTo>
                    <a:pt x="63" y="6"/>
                    <a:pt x="69" y="9"/>
                    <a:pt x="72" y="15"/>
                  </a:cubicBezTo>
                  <a:cubicBezTo>
                    <a:pt x="82" y="32"/>
                    <a:pt x="82" y="32"/>
                    <a:pt x="82" y="32"/>
                  </a:cubicBezTo>
                  <a:cubicBezTo>
                    <a:pt x="81" y="34"/>
                    <a:pt x="81" y="34"/>
                    <a:pt x="81" y="34"/>
                  </a:cubicBezTo>
                  <a:cubicBezTo>
                    <a:pt x="77" y="40"/>
                    <a:pt x="77" y="47"/>
                    <a:pt x="81" y="53"/>
                  </a:cubicBezTo>
                  <a:cubicBezTo>
                    <a:pt x="84" y="59"/>
                    <a:pt x="91" y="62"/>
                    <a:pt x="97" y="62"/>
                  </a:cubicBezTo>
                  <a:cubicBezTo>
                    <a:pt x="98" y="62"/>
                    <a:pt x="99" y="62"/>
                    <a:pt x="99" y="62"/>
                  </a:cubicBezTo>
                  <a:cubicBezTo>
                    <a:pt x="104" y="70"/>
                    <a:pt x="106" y="78"/>
                    <a:pt x="106" y="87"/>
                  </a:cubicBezTo>
                  <a:cubicBezTo>
                    <a:pt x="106" y="100"/>
                    <a:pt x="101" y="112"/>
                    <a:pt x="92" y="122"/>
                  </a:cubicBezTo>
                  <a:cubicBezTo>
                    <a:pt x="83" y="131"/>
                    <a:pt x="70" y="137"/>
                    <a:pt x="56" y="137"/>
                  </a:cubicBezTo>
                  <a:cubicBezTo>
                    <a:pt x="43" y="137"/>
                    <a:pt x="30" y="131"/>
                    <a:pt x="21" y="122"/>
                  </a:cubicBezTo>
                  <a:cubicBezTo>
                    <a:pt x="13" y="114"/>
                    <a:pt x="9" y="104"/>
                    <a:pt x="7" y="94"/>
                  </a:cubicBezTo>
                  <a:cubicBezTo>
                    <a:pt x="5" y="83"/>
                    <a:pt x="8" y="72"/>
                    <a:pt x="13" y="62"/>
                  </a:cubicBezTo>
                  <a:cubicBezTo>
                    <a:pt x="17" y="56"/>
                    <a:pt x="17" y="56"/>
                    <a:pt x="17" y="56"/>
                  </a:cubicBezTo>
                  <a:cubicBezTo>
                    <a:pt x="18" y="55"/>
                    <a:pt x="17" y="53"/>
                    <a:pt x="16" y="52"/>
                  </a:cubicBezTo>
                  <a:cubicBezTo>
                    <a:pt x="14" y="51"/>
                    <a:pt x="13" y="52"/>
                    <a:pt x="12" y="53"/>
                  </a:cubicBezTo>
                  <a:cubicBezTo>
                    <a:pt x="8" y="59"/>
                    <a:pt x="8" y="59"/>
                    <a:pt x="8" y="59"/>
                  </a:cubicBezTo>
                  <a:cubicBezTo>
                    <a:pt x="2" y="70"/>
                    <a:pt x="0" y="82"/>
                    <a:pt x="2" y="95"/>
                  </a:cubicBezTo>
                  <a:cubicBezTo>
                    <a:pt x="3" y="106"/>
                    <a:pt x="9" y="117"/>
                    <a:pt x="17" y="125"/>
                  </a:cubicBezTo>
                  <a:cubicBezTo>
                    <a:pt x="27" y="136"/>
                    <a:pt x="41" y="142"/>
                    <a:pt x="56" y="142"/>
                  </a:cubicBezTo>
                  <a:cubicBezTo>
                    <a:pt x="71" y="142"/>
                    <a:pt x="86" y="136"/>
                    <a:pt x="96" y="125"/>
                  </a:cubicBezTo>
                  <a:cubicBezTo>
                    <a:pt x="106" y="115"/>
                    <a:pt x="112" y="101"/>
                    <a:pt x="112" y="87"/>
                  </a:cubicBezTo>
                  <a:cubicBezTo>
                    <a:pt x="112" y="78"/>
                    <a:pt x="109" y="69"/>
                    <a:pt x="105" y="61"/>
                  </a:cubicBezTo>
                  <a:cubicBezTo>
                    <a:pt x="109" y="59"/>
                    <a:pt x="112" y="57"/>
                    <a:pt x="114" y="53"/>
                  </a:cubicBezTo>
                  <a:close/>
                  <a:moveTo>
                    <a:pt x="98" y="57"/>
                  </a:moveTo>
                  <a:cubicBezTo>
                    <a:pt x="93" y="57"/>
                    <a:pt x="88" y="54"/>
                    <a:pt x="86" y="50"/>
                  </a:cubicBezTo>
                  <a:cubicBezTo>
                    <a:pt x="83" y="46"/>
                    <a:pt x="83" y="41"/>
                    <a:pt x="86" y="37"/>
                  </a:cubicBezTo>
                  <a:cubicBezTo>
                    <a:pt x="94" y="22"/>
                    <a:pt x="94" y="22"/>
                    <a:pt x="94" y="22"/>
                  </a:cubicBezTo>
                  <a:cubicBezTo>
                    <a:pt x="95" y="20"/>
                    <a:pt x="97" y="20"/>
                    <a:pt x="98" y="20"/>
                  </a:cubicBezTo>
                  <a:cubicBezTo>
                    <a:pt x="98" y="20"/>
                    <a:pt x="100" y="20"/>
                    <a:pt x="101" y="22"/>
                  </a:cubicBezTo>
                  <a:cubicBezTo>
                    <a:pt x="109" y="37"/>
                    <a:pt x="109" y="37"/>
                    <a:pt x="109" y="37"/>
                  </a:cubicBezTo>
                  <a:cubicBezTo>
                    <a:pt x="112" y="41"/>
                    <a:pt x="112" y="46"/>
                    <a:pt x="109" y="50"/>
                  </a:cubicBezTo>
                  <a:cubicBezTo>
                    <a:pt x="107" y="54"/>
                    <a:pt x="102" y="57"/>
                    <a:pt x="98" y="5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47" name="Google Shape;547;p39"/>
            <p:cNvSpPr/>
            <p:nvPr/>
          </p:nvSpPr>
          <p:spPr>
            <a:xfrm>
              <a:off x="6473006" y="1658850"/>
              <a:ext cx="122205" cy="125506"/>
            </a:xfrm>
            <a:custGeom>
              <a:avLst/>
              <a:gdLst/>
              <a:ahLst/>
              <a:cxnLst/>
              <a:rect l="l" t="t" r="r" b="b"/>
              <a:pathLst>
                <a:path w="47" h="48" extrusionOk="0">
                  <a:moveTo>
                    <a:pt x="28" y="0"/>
                  </a:moveTo>
                  <a:cubicBezTo>
                    <a:pt x="19" y="0"/>
                    <a:pt x="19" y="0"/>
                    <a:pt x="19" y="0"/>
                  </a:cubicBezTo>
                  <a:cubicBezTo>
                    <a:pt x="17" y="0"/>
                    <a:pt x="15" y="2"/>
                    <a:pt x="15" y="5"/>
                  </a:cubicBezTo>
                  <a:cubicBezTo>
                    <a:pt x="15" y="15"/>
                    <a:pt x="15" y="15"/>
                    <a:pt x="15" y="15"/>
                  </a:cubicBezTo>
                  <a:cubicBezTo>
                    <a:pt x="4" y="15"/>
                    <a:pt x="4" y="15"/>
                    <a:pt x="4" y="15"/>
                  </a:cubicBezTo>
                  <a:cubicBezTo>
                    <a:pt x="2" y="15"/>
                    <a:pt x="0" y="17"/>
                    <a:pt x="0" y="20"/>
                  </a:cubicBezTo>
                  <a:cubicBezTo>
                    <a:pt x="0" y="29"/>
                    <a:pt x="0" y="29"/>
                    <a:pt x="0" y="29"/>
                  </a:cubicBezTo>
                  <a:cubicBezTo>
                    <a:pt x="0" y="31"/>
                    <a:pt x="2" y="33"/>
                    <a:pt x="4" y="33"/>
                  </a:cubicBezTo>
                  <a:cubicBezTo>
                    <a:pt x="15" y="33"/>
                    <a:pt x="15" y="33"/>
                    <a:pt x="15" y="33"/>
                  </a:cubicBezTo>
                  <a:cubicBezTo>
                    <a:pt x="15" y="44"/>
                    <a:pt x="15" y="44"/>
                    <a:pt x="15" y="44"/>
                  </a:cubicBezTo>
                  <a:cubicBezTo>
                    <a:pt x="15" y="46"/>
                    <a:pt x="17" y="48"/>
                    <a:pt x="19" y="48"/>
                  </a:cubicBezTo>
                  <a:cubicBezTo>
                    <a:pt x="28" y="48"/>
                    <a:pt x="28" y="48"/>
                    <a:pt x="28" y="48"/>
                  </a:cubicBezTo>
                  <a:cubicBezTo>
                    <a:pt x="30" y="48"/>
                    <a:pt x="32" y="46"/>
                    <a:pt x="32" y="44"/>
                  </a:cubicBezTo>
                  <a:cubicBezTo>
                    <a:pt x="32" y="33"/>
                    <a:pt x="32" y="33"/>
                    <a:pt x="32" y="33"/>
                  </a:cubicBezTo>
                  <a:cubicBezTo>
                    <a:pt x="43" y="33"/>
                    <a:pt x="43" y="33"/>
                    <a:pt x="43" y="33"/>
                  </a:cubicBezTo>
                  <a:cubicBezTo>
                    <a:pt x="45" y="33"/>
                    <a:pt x="47" y="31"/>
                    <a:pt x="47" y="29"/>
                  </a:cubicBezTo>
                  <a:cubicBezTo>
                    <a:pt x="47" y="20"/>
                    <a:pt x="47" y="20"/>
                    <a:pt x="47" y="20"/>
                  </a:cubicBezTo>
                  <a:cubicBezTo>
                    <a:pt x="47" y="17"/>
                    <a:pt x="45" y="15"/>
                    <a:pt x="43" y="15"/>
                  </a:cubicBezTo>
                  <a:cubicBezTo>
                    <a:pt x="32" y="15"/>
                    <a:pt x="32" y="15"/>
                    <a:pt x="32" y="15"/>
                  </a:cubicBezTo>
                  <a:cubicBezTo>
                    <a:pt x="32" y="5"/>
                    <a:pt x="32" y="5"/>
                    <a:pt x="32" y="5"/>
                  </a:cubicBezTo>
                  <a:cubicBezTo>
                    <a:pt x="32" y="2"/>
                    <a:pt x="30" y="0"/>
                    <a:pt x="28" y="0"/>
                  </a:cubicBezTo>
                  <a:close/>
                  <a:moveTo>
                    <a:pt x="42" y="21"/>
                  </a:moveTo>
                  <a:cubicBezTo>
                    <a:pt x="42" y="28"/>
                    <a:pt x="42" y="28"/>
                    <a:pt x="42" y="28"/>
                  </a:cubicBezTo>
                  <a:cubicBezTo>
                    <a:pt x="29" y="28"/>
                    <a:pt x="29" y="28"/>
                    <a:pt x="29" y="28"/>
                  </a:cubicBezTo>
                  <a:cubicBezTo>
                    <a:pt x="28" y="28"/>
                    <a:pt x="27" y="29"/>
                    <a:pt x="27" y="30"/>
                  </a:cubicBezTo>
                  <a:cubicBezTo>
                    <a:pt x="27" y="43"/>
                    <a:pt x="27" y="43"/>
                    <a:pt x="27" y="43"/>
                  </a:cubicBezTo>
                  <a:cubicBezTo>
                    <a:pt x="20" y="43"/>
                    <a:pt x="20" y="43"/>
                    <a:pt x="20" y="43"/>
                  </a:cubicBezTo>
                  <a:cubicBezTo>
                    <a:pt x="20" y="30"/>
                    <a:pt x="20" y="30"/>
                    <a:pt x="20" y="30"/>
                  </a:cubicBezTo>
                  <a:cubicBezTo>
                    <a:pt x="20" y="29"/>
                    <a:pt x="19" y="28"/>
                    <a:pt x="17" y="28"/>
                  </a:cubicBezTo>
                  <a:cubicBezTo>
                    <a:pt x="5" y="28"/>
                    <a:pt x="5" y="28"/>
                    <a:pt x="5" y="28"/>
                  </a:cubicBezTo>
                  <a:cubicBezTo>
                    <a:pt x="5" y="21"/>
                    <a:pt x="5" y="21"/>
                    <a:pt x="5" y="21"/>
                  </a:cubicBezTo>
                  <a:cubicBezTo>
                    <a:pt x="17" y="21"/>
                    <a:pt x="17" y="21"/>
                    <a:pt x="17" y="21"/>
                  </a:cubicBezTo>
                  <a:cubicBezTo>
                    <a:pt x="19" y="21"/>
                    <a:pt x="20" y="20"/>
                    <a:pt x="20" y="18"/>
                  </a:cubicBezTo>
                  <a:cubicBezTo>
                    <a:pt x="20" y="6"/>
                    <a:pt x="20" y="6"/>
                    <a:pt x="20" y="6"/>
                  </a:cubicBezTo>
                  <a:cubicBezTo>
                    <a:pt x="27" y="6"/>
                    <a:pt x="27" y="6"/>
                    <a:pt x="27" y="6"/>
                  </a:cubicBezTo>
                  <a:cubicBezTo>
                    <a:pt x="27" y="18"/>
                    <a:pt x="27" y="18"/>
                    <a:pt x="27" y="18"/>
                  </a:cubicBezTo>
                  <a:cubicBezTo>
                    <a:pt x="27" y="20"/>
                    <a:pt x="28" y="21"/>
                    <a:pt x="29" y="21"/>
                  </a:cubicBezTo>
                  <a:lnTo>
                    <a:pt x="42" y="21"/>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548" name="Google Shape;548;p39"/>
            <p:cNvSpPr/>
            <p:nvPr/>
          </p:nvSpPr>
          <p:spPr>
            <a:xfrm>
              <a:off x="6433372" y="1619216"/>
              <a:ext cx="13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552"/>
        <p:cNvGrpSpPr/>
        <p:nvPr/>
      </p:nvGrpSpPr>
      <p:grpSpPr>
        <a:xfrm>
          <a:off x="0" y="0"/>
          <a:ext cx="0" cy="0"/>
          <a:chOff x="0" y="0"/>
          <a:chExt cx="0" cy="0"/>
        </a:xfrm>
      </p:grpSpPr>
      <p:sp>
        <p:nvSpPr>
          <p:cNvPr id="553" name="Google Shape;553;p40"/>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a:t>Conclusion</a:t>
            </a:r>
            <a:endParaRPr/>
          </a:p>
        </p:txBody>
      </p:sp>
      <p:sp>
        <p:nvSpPr>
          <p:cNvPr id="554" name="Google Shape;554;p40"/>
          <p:cNvSpPr txBox="1">
            <a:spLocks noGrp="1"/>
          </p:cNvSpPr>
          <p:nvPr>
            <p:ph type="subTitle" idx="1"/>
          </p:nvPr>
        </p:nvSpPr>
        <p:spPr>
          <a:xfrm>
            <a:off x="1172875" y="1668951"/>
            <a:ext cx="2111100" cy="10290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a:t>Address any diagnostic challenges, emphasizing the importance of thorough and detailed investigation with clinical reasoning</a:t>
            </a:r>
            <a:endParaRPr/>
          </a:p>
        </p:txBody>
      </p:sp>
      <p:sp>
        <p:nvSpPr>
          <p:cNvPr id="555" name="Google Shape;555;p40"/>
          <p:cNvSpPr txBox="1">
            <a:spLocks noGrp="1"/>
          </p:cNvSpPr>
          <p:nvPr>
            <p:ph type="subTitle" idx="2"/>
          </p:nvPr>
        </p:nvSpPr>
        <p:spPr>
          <a:xfrm>
            <a:off x="3515706" y="1668951"/>
            <a:ext cx="2111100" cy="10290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a:t>Highlight successful outcomes achieved through the chosen treatment approach, showcasing effectiveness</a:t>
            </a:r>
            <a:endParaRPr/>
          </a:p>
        </p:txBody>
      </p:sp>
      <p:sp>
        <p:nvSpPr>
          <p:cNvPr id="556" name="Google Shape;556;p40"/>
          <p:cNvSpPr txBox="1">
            <a:spLocks noGrp="1"/>
          </p:cNvSpPr>
          <p:nvPr>
            <p:ph type="subTitle" idx="3"/>
          </p:nvPr>
        </p:nvSpPr>
        <p:spPr>
          <a:xfrm>
            <a:off x="1171254" y="3259800"/>
            <a:ext cx="2112600" cy="10290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a:t>Emphasize the case's educational value, impact on medical knowledge, professional development, and learning</a:t>
            </a:r>
            <a:endParaRPr/>
          </a:p>
        </p:txBody>
      </p:sp>
      <p:sp>
        <p:nvSpPr>
          <p:cNvPr id="557" name="Google Shape;557;p40"/>
          <p:cNvSpPr txBox="1">
            <a:spLocks noGrp="1"/>
          </p:cNvSpPr>
          <p:nvPr>
            <p:ph type="subTitle" idx="4"/>
          </p:nvPr>
        </p:nvSpPr>
        <p:spPr>
          <a:xfrm>
            <a:off x="3514885" y="3259800"/>
            <a:ext cx="2112600" cy="10290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a:t>Identify areas for future investigation that have emerged from the case, stimulating advancements </a:t>
            </a:r>
            <a:endParaRPr/>
          </a:p>
        </p:txBody>
      </p:sp>
      <p:sp>
        <p:nvSpPr>
          <p:cNvPr id="558" name="Google Shape;558;p40"/>
          <p:cNvSpPr txBox="1">
            <a:spLocks noGrp="1"/>
          </p:cNvSpPr>
          <p:nvPr>
            <p:ph type="subTitle" idx="7"/>
          </p:nvPr>
        </p:nvSpPr>
        <p:spPr>
          <a:xfrm>
            <a:off x="1172875" y="1359925"/>
            <a:ext cx="2112600" cy="3771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Challenge</a:t>
            </a:r>
            <a:endParaRPr/>
          </a:p>
        </p:txBody>
      </p:sp>
      <p:sp>
        <p:nvSpPr>
          <p:cNvPr id="559" name="Google Shape;559;p40"/>
          <p:cNvSpPr txBox="1">
            <a:spLocks noGrp="1"/>
          </p:cNvSpPr>
          <p:nvPr>
            <p:ph type="subTitle" idx="8"/>
          </p:nvPr>
        </p:nvSpPr>
        <p:spPr>
          <a:xfrm>
            <a:off x="3515710" y="1359925"/>
            <a:ext cx="2112600" cy="3771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Success</a:t>
            </a:r>
            <a:endParaRPr/>
          </a:p>
        </p:txBody>
      </p:sp>
      <p:sp>
        <p:nvSpPr>
          <p:cNvPr id="560" name="Google Shape;560;p40"/>
          <p:cNvSpPr txBox="1">
            <a:spLocks noGrp="1"/>
          </p:cNvSpPr>
          <p:nvPr>
            <p:ph type="subTitle" idx="9"/>
          </p:nvPr>
        </p:nvSpPr>
        <p:spPr>
          <a:xfrm>
            <a:off x="5860146" y="1359925"/>
            <a:ext cx="2112600" cy="3771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Lessons</a:t>
            </a:r>
            <a:endParaRPr/>
          </a:p>
        </p:txBody>
      </p:sp>
      <p:sp>
        <p:nvSpPr>
          <p:cNvPr id="561" name="Google Shape;561;p40"/>
          <p:cNvSpPr txBox="1">
            <a:spLocks noGrp="1"/>
          </p:cNvSpPr>
          <p:nvPr>
            <p:ph type="subTitle" idx="5"/>
          </p:nvPr>
        </p:nvSpPr>
        <p:spPr>
          <a:xfrm>
            <a:off x="5860138" y="1668951"/>
            <a:ext cx="2111100" cy="10290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a:t>Summarize valuable lessons learned, providing insights to guide future clinical decision-making and enhance care</a:t>
            </a:r>
            <a:endParaRPr/>
          </a:p>
        </p:txBody>
      </p:sp>
      <p:sp>
        <p:nvSpPr>
          <p:cNvPr id="562" name="Google Shape;562;p40"/>
          <p:cNvSpPr txBox="1">
            <a:spLocks noGrp="1"/>
          </p:cNvSpPr>
          <p:nvPr>
            <p:ph type="subTitle" idx="6"/>
          </p:nvPr>
        </p:nvSpPr>
        <p:spPr>
          <a:xfrm>
            <a:off x="5858517" y="3259800"/>
            <a:ext cx="2111100" cy="10290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a:t>End with a concise concluding statement, summarizing the overall significance of the case</a:t>
            </a:r>
            <a:endParaRPr/>
          </a:p>
        </p:txBody>
      </p:sp>
      <p:sp>
        <p:nvSpPr>
          <p:cNvPr id="563" name="Google Shape;563;p40"/>
          <p:cNvSpPr txBox="1">
            <a:spLocks noGrp="1"/>
          </p:cNvSpPr>
          <p:nvPr>
            <p:ph type="subTitle" idx="13"/>
          </p:nvPr>
        </p:nvSpPr>
        <p:spPr>
          <a:xfrm>
            <a:off x="1171254" y="2947553"/>
            <a:ext cx="2112600" cy="3771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Significance</a:t>
            </a:r>
            <a:endParaRPr/>
          </a:p>
        </p:txBody>
      </p:sp>
      <p:sp>
        <p:nvSpPr>
          <p:cNvPr id="564" name="Google Shape;564;p40"/>
          <p:cNvSpPr txBox="1">
            <a:spLocks noGrp="1"/>
          </p:cNvSpPr>
          <p:nvPr>
            <p:ph type="subTitle" idx="14"/>
          </p:nvPr>
        </p:nvSpPr>
        <p:spPr>
          <a:xfrm>
            <a:off x="3514089" y="2947553"/>
            <a:ext cx="2112600" cy="3771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Research</a:t>
            </a:r>
            <a:endParaRPr/>
          </a:p>
        </p:txBody>
      </p:sp>
      <p:sp>
        <p:nvSpPr>
          <p:cNvPr id="565" name="Google Shape;565;p40"/>
          <p:cNvSpPr txBox="1">
            <a:spLocks noGrp="1"/>
          </p:cNvSpPr>
          <p:nvPr>
            <p:ph type="subTitle" idx="15"/>
          </p:nvPr>
        </p:nvSpPr>
        <p:spPr>
          <a:xfrm>
            <a:off x="5858525" y="2947553"/>
            <a:ext cx="2112600" cy="3771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Summary</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69"/>
        <p:cNvGrpSpPr/>
        <p:nvPr/>
      </p:nvGrpSpPr>
      <p:grpSpPr>
        <a:xfrm>
          <a:off x="0" y="0"/>
          <a:ext cx="0" cy="0"/>
          <a:chOff x="0" y="0"/>
          <a:chExt cx="0" cy="0"/>
        </a:xfrm>
      </p:grpSpPr>
      <p:sp>
        <p:nvSpPr>
          <p:cNvPr id="570" name="Google Shape;570;p41"/>
          <p:cNvSpPr txBox="1">
            <a:spLocks noGrp="1"/>
          </p:cNvSpPr>
          <p:nvPr>
            <p:ph type="subTitle" idx="3"/>
          </p:nvPr>
        </p:nvSpPr>
        <p:spPr>
          <a:xfrm>
            <a:off x="3032689" y="1961399"/>
            <a:ext cx="3078600" cy="388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a:t>Patients on the study</a:t>
            </a:r>
            <a:endParaRPr/>
          </a:p>
        </p:txBody>
      </p:sp>
      <p:sp>
        <p:nvSpPr>
          <p:cNvPr id="571" name="Google Shape;571;p41"/>
          <p:cNvSpPr txBox="1">
            <a:spLocks noGrp="1"/>
          </p:cNvSpPr>
          <p:nvPr>
            <p:ph type="title"/>
          </p:nvPr>
        </p:nvSpPr>
        <p:spPr>
          <a:xfrm>
            <a:off x="1245780" y="2734025"/>
            <a:ext cx="3078600" cy="9108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20,000</a:t>
            </a:r>
            <a:endParaRPr/>
          </a:p>
        </p:txBody>
      </p:sp>
      <p:sp>
        <p:nvSpPr>
          <p:cNvPr id="572" name="Google Shape;572;p41"/>
          <p:cNvSpPr txBox="1">
            <a:spLocks noGrp="1"/>
          </p:cNvSpPr>
          <p:nvPr>
            <p:ph type="subTitle" idx="1"/>
          </p:nvPr>
        </p:nvSpPr>
        <p:spPr>
          <a:xfrm>
            <a:off x="1245780" y="3711050"/>
            <a:ext cx="3078600" cy="388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a:t>Received placebo treatment</a:t>
            </a:r>
            <a:endParaRPr/>
          </a:p>
        </p:txBody>
      </p:sp>
      <p:sp>
        <p:nvSpPr>
          <p:cNvPr id="573" name="Google Shape;573;p41"/>
          <p:cNvSpPr txBox="1">
            <a:spLocks noGrp="1"/>
          </p:cNvSpPr>
          <p:nvPr>
            <p:ph type="title" idx="2"/>
          </p:nvPr>
        </p:nvSpPr>
        <p:spPr>
          <a:xfrm>
            <a:off x="3032700" y="984500"/>
            <a:ext cx="3078600" cy="9108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50,000</a:t>
            </a:r>
            <a:endParaRPr/>
          </a:p>
        </p:txBody>
      </p:sp>
      <p:sp>
        <p:nvSpPr>
          <p:cNvPr id="574" name="Google Shape;574;p41"/>
          <p:cNvSpPr txBox="1">
            <a:spLocks noGrp="1"/>
          </p:cNvSpPr>
          <p:nvPr>
            <p:ph type="title" idx="4"/>
          </p:nvPr>
        </p:nvSpPr>
        <p:spPr>
          <a:xfrm>
            <a:off x="4819620" y="2734025"/>
            <a:ext cx="3078600" cy="9108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5,000</a:t>
            </a:r>
            <a:endParaRPr/>
          </a:p>
        </p:txBody>
      </p:sp>
      <p:sp>
        <p:nvSpPr>
          <p:cNvPr id="575" name="Google Shape;575;p41"/>
          <p:cNvSpPr txBox="1">
            <a:spLocks noGrp="1"/>
          </p:cNvSpPr>
          <p:nvPr>
            <p:ph type="subTitle" idx="5"/>
          </p:nvPr>
        </p:nvSpPr>
        <p:spPr>
          <a:xfrm>
            <a:off x="4819620" y="3711050"/>
            <a:ext cx="3078600" cy="388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a:t>Had secondary effects</a:t>
            </a:r>
            <a:endParaRPr/>
          </a:p>
        </p:txBody>
      </p:sp>
      <p:sp>
        <p:nvSpPr>
          <p:cNvPr id="576" name="Google Shape;576;p41"/>
          <p:cNvSpPr/>
          <p:nvPr/>
        </p:nvSpPr>
        <p:spPr>
          <a:xfrm rot="-5400000" flipH="1">
            <a:off x="1301275" y="828800"/>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580"/>
        <p:cNvGrpSpPr/>
        <p:nvPr/>
      </p:nvGrpSpPr>
      <p:grpSpPr>
        <a:xfrm>
          <a:off x="0" y="0"/>
          <a:ext cx="0" cy="0"/>
          <a:chOff x="0" y="0"/>
          <a:chExt cx="0" cy="0"/>
        </a:xfrm>
      </p:grpSpPr>
      <p:sp>
        <p:nvSpPr>
          <p:cNvPr id="581" name="Google Shape;581;p42"/>
          <p:cNvSpPr txBox="1">
            <a:spLocks noGrp="1"/>
          </p:cNvSpPr>
          <p:nvPr>
            <p:ph type="subTitle" idx="1"/>
          </p:nvPr>
        </p:nvSpPr>
        <p:spPr>
          <a:xfrm>
            <a:off x="2393400" y="2962927"/>
            <a:ext cx="4357200" cy="9603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Use percentages in your case report to quantify and communicate the frequency or proportion of important findings or outcomes</a:t>
            </a:r>
            <a:endParaRPr/>
          </a:p>
        </p:txBody>
      </p:sp>
      <p:sp>
        <p:nvSpPr>
          <p:cNvPr id="582" name="Google Shape;582;p42"/>
          <p:cNvSpPr txBox="1">
            <a:spLocks noGrp="1"/>
          </p:cNvSpPr>
          <p:nvPr>
            <p:ph type="title"/>
          </p:nvPr>
        </p:nvSpPr>
        <p:spPr>
          <a:xfrm>
            <a:off x="2393400" y="1709976"/>
            <a:ext cx="4357200" cy="11505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9600"/>
              <a:buNone/>
            </a:pPr>
            <a:r>
              <a:rPr lang="en"/>
              <a:t>95%</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86"/>
        <p:cNvGrpSpPr/>
        <p:nvPr/>
      </p:nvGrpSpPr>
      <p:grpSpPr>
        <a:xfrm>
          <a:off x="0" y="0"/>
          <a:ext cx="0" cy="0"/>
          <a:chOff x="0" y="0"/>
          <a:chExt cx="0" cy="0"/>
        </a:xfrm>
      </p:grpSpPr>
      <p:sp>
        <p:nvSpPr>
          <p:cNvPr id="587" name="Google Shape;587;p43"/>
          <p:cNvSpPr txBox="1">
            <a:spLocks noGrp="1"/>
          </p:cNvSpPr>
          <p:nvPr>
            <p:ph type="title"/>
          </p:nvPr>
        </p:nvSpPr>
        <p:spPr>
          <a:xfrm>
            <a:off x="4554925" y="1358975"/>
            <a:ext cx="3501900" cy="14787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3000"/>
              <a:buNone/>
            </a:pPr>
            <a:r>
              <a:rPr lang="en"/>
              <a:t>A picture is worth a thousand words</a:t>
            </a:r>
            <a:endParaRPr/>
          </a:p>
        </p:txBody>
      </p:sp>
      <p:pic>
        <p:nvPicPr>
          <p:cNvPr id="588" name="Google Shape;588;p43"/>
          <p:cNvPicPr preferRelativeResize="0">
            <a:picLocks noGrp="1"/>
          </p:cNvPicPr>
          <p:nvPr>
            <p:ph type="pic" idx="2"/>
          </p:nvPr>
        </p:nvPicPr>
        <p:blipFill rotWithShape="1">
          <a:blip r:embed="rId3">
            <a:alphaModFix/>
          </a:blip>
          <a:srcRect l="20756" r="5666"/>
          <a:stretch/>
        </p:blipFill>
        <p:spPr>
          <a:xfrm>
            <a:off x="853144" y="1140525"/>
            <a:ext cx="3391500" cy="3072300"/>
          </a:xfrm>
          <a:prstGeom prst="roundRect">
            <a:avLst>
              <a:gd name="adj" fmla="val 16667"/>
            </a:avLst>
          </a:prstGeom>
          <a:noFill/>
          <a:ln>
            <a:noFill/>
          </a:ln>
        </p:spPr>
      </p:pic>
      <p:sp>
        <p:nvSpPr>
          <p:cNvPr id="589" name="Google Shape;589;p43"/>
          <p:cNvSpPr txBox="1">
            <a:spLocks noGrp="1"/>
          </p:cNvSpPr>
          <p:nvPr>
            <p:ph type="subTitle" idx="1"/>
          </p:nvPr>
        </p:nvSpPr>
        <p:spPr>
          <a:xfrm>
            <a:off x="4554925" y="2898497"/>
            <a:ext cx="3501900" cy="869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200"/>
              <a:buNone/>
            </a:pPr>
            <a:r>
              <a:rPr lang="en"/>
              <a:t>Using an image in your case report enhances visual representation and provides a concise and impactful way to present key findings or illustrate important aspects of the case</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4" name="Google Shape;594;p44"/>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a:t>This is a graph</a:t>
            </a:r>
            <a:endParaRPr/>
          </a:p>
        </p:txBody>
      </p:sp>
      <p:sp>
        <p:nvSpPr>
          <p:cNvPr id="595" name="Google Shape;595;p44"/>
          <p:cNvSpPr txBox="1"/>
          <p:nvPr/>
        </p:nvSpPr>
        <p:spPr>
          <a:xfrm>
            <a:off x="853725" y="4346225"/>
            <a:ext cx="7436700" cy="2319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chemeClr val="dk1"/>
                </a:solidFill>
                <a:latin typeface="Karla"/>
                <a:ea typeface="Karla"/>
                <a:cs typeface="Karla"/>
                <a:sym typeface="Karla"/>
              </a:rPr>
              <a:t>Follow the link in the graph to modify its data and then paste the new one here. </a:t>
            </a:r>
            <a:r>
              <a:rPr lang="en" sz="1000" b="1" i="0" u="sng" strike="noStrike" cap="none">
                <a:solidFill>
                  <a:schemeClr val="dk1"/>
                </a:solidFill>
                <a:latin typeface="Karla"/>
                <a:ea typeface="Karla"/>
                <a:cs typeface="Karla"/>
                <a:sym typeface="Karla"/>
                <a:hlinkClick r:id="rId3">
                  <a:extLst>
                    <a:ext uri="{A12FA001-AC4F-418D-AE19-62706E023703}">
                      <ahyp:hlinkClr xmlns:ahyp="http://schemas.microsoft.com/office/drawing/2018/hyperlinkcolor" val="tx"/>
                    </a:ext>
                  </a:extLst>
                </a:hlinkClick>
              </a:rPr>
              <a:t>For more info, click here</a:t>
            </a:r>
            <a:endParaRPr sz="1000" b="1" i="0" u="sng" strike="noStrike" cap="none">
              <a:solidFill>
                <a:schemeClr val="dk1"/>
              </a:solidFill>
              <a:latin typeface="Karla"/>
              <a:ea typeface="Karla"/>
              <a:cs typeface="Karla"/>
              <a:sym typeface="Karla"/>
            </a:endParaRPr>
          </a:p>
        </p:txBody>
      </p:sp>
      <p:sp>
        <p:nvSpPr>
          <p:cNvPr id="596" name="Google Shape;596;p44"/>
          <p:cNvSpPr txBox="1"/>
          <p:nvPr/>
        </p:nvSpPr>
        <p:spPr>
          <a:xfrm>
            <a:off x="1148700" y="1184925"/>
            <a:ext cx="2243100" cy="8172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Clr>
                <a:srgbClr val="000000"/>
              </a:buClr>
              <a:buSzPts val="1800"/>
              <a:buFont typeface="Arial"/>
              <a:buNone/>
            </a:pPr>
            <a:r>
              <a:rPr lang="en" sz="1800" b="0" i="0" u="none" strike="noStrike" cap="none">
                <a:solidFill>
                  <a:schemeClr val="dk1"/>
                </a:solidFill>
                <a:latin typeface="DM Sans Black"/>
                <a:ea typeface="DM Sans Black"/>
                <a:cs typeface="DM Sans Black"/>
                <a:sym typeface="DM Sans Black"/>
              </a:rPr>
              <a:t>Understanding the numbers</a:t>
            </a:r>
            <a:endParaRPr sz="1800" b="0" i="0" u="none" strike="noStrike" cap="none">
              <a:solidFill>
                <a:schemeClr val="dk1"/>
              </a:solidFill>
              <a:latin typeface="DM Sans Black"/>
              <a:ea typeface="DM Sans Black"/>
              <a:cs typeface="DM Sans Black"/>
              <a:sym typeface="DM Sans Black"/>
            </a:endParaRPr>
          </a:p>
        </p:txBody>
      </p:sp>
      <p:sp>
        <p:nvSpPr>
          <p:cNvPr id="597" name="Google Shape;597;p44"/>
          <p:cNvSpPr txBox="1"/>
          <p:nvPr/>
        </p:nvSpPr>
        <p:spPr>
          <a:xfrm>
            <a:off x="1148700" y="1937234"/>
            <a:ext cx="2243100" cy="20805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200"/>
              <a:buFont typeface="Arial"/>
              <a:buNone/>
            </a:pPr>
            <a:r>
              <a:rPr lang="en" sz="1200" b="0" i="0" u="none" strike="noStrike" cap="none">
                <a:solidFill>
                  <a:schemeClr val="dk1"/>
                </a:solidFill>
                <a:latin typeface="Karla"/>
                <a:ea typeface="Karla"/>
                <a:cs typeface="Karla"/>
                <a:sym typeface="Karla"/>
              </a:rPr>
              <a:t>Incorporating a graph in your case report offers several advantages. It allows for the clear visualization and concise representation of data trends, comparisons, or correlations. By presenting information in a visual format, graphs enable readers to quickly grasp and interpret complex findings</a:t>
            </a:r>
            <a:endParaRPr sz="1200" b="0" i="0" u="none" strike="noStrike" cap="none">
              <a:solidFill>
                <a:schemeClr val="dk1"/>
              </a:solidFill>
              <a:latin typeface="Karla"/>
              <a:ea typeface="Karla"/>
              <a:cs typeface="Karla"/>
              <a:sym typeface="Karla"/>
            </a:endParaRPr>
          </a:p>
        </p:txBody>
      </p:sp>
      <p:pic>
        <p:nvPicPr>
          <p:cNvPr id="598" name="Google Shape;598;p44" title="Gráfico">
            <a:hlinkClick r:id="rId4"/>
          </p:cNvPr>
          <p:cNvPicPr preferRelativeResize="0"/>
          <p:nvPr/>
        </p:nvPicPr>
        <p:blipFill rotWithShape="1">
          <a:blip r:embed="rId5">
            <a:alphaModFix/>
          </a:blip>
          <a:srcRect/>
          <a:stretch/>
        </p:blipFill>
        <p:spPr>
          <a:xfrm>
            <a:off x="3502550" y="1349088"/>
            <a:ext cx="4459350" cy="2736625"/>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602"/>
        <p:cNvGrpSpPr/>
        <p:nvPr/>
      </p:nvGrpSpPr>
      <p:grpSpPr>
        <a:xfrm>
          <a:off x="0" y="0"/>
          <a:ext cx="0" cy="0"/>
          <a:chOff x="0" y="0"/>
          <a:chExt cx="0" cy="0"/>
        </a:xfrm>
      </p:grpSpPr>
      <p:sp>
        <p:nvSpPr>
          <p:cNvPr id="603" name="Google Shape;603;p45"/>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a:t>This is a table</a:t>
            </a:r>
            <a:endParaRPr/>
          </a:p>
        </p:txBody>
      </p:sp>
      <p:graphicFrame>
        <p:nvGraphicFramePr>
          <p:cNvPr id="604" name="Google Shape;604;p45"/>
          <p:cNvGraphicFramePr/>
          <p:nvPr/>
        </p:nvGraphicFramePr>
        <p:xfrm>
          <a:off x="1012013" y="1237810"/>
          <a:ext cx="7120050" cy="3049725"/>
        </p:xfrm>
        <a:graphic>
          <a:graphicData uri="http://schemas.openxmlformats.org/drawingml/2006/table">
            <a:tbl>
              <a:tblPr>
                <a:noFill/>
                <a:tableStyleId>{C42C0323-8833-4557-A449-C071333AC308}</a:tableStyleId>
              </a:tblPr>
              <a:tblGrid>
                <a:gridCol w="1400925">
                  <a:extLst>
                    <a:ext uri="{9D8B030D-6E8A-4147-A177-3AD203B41FA5}">
                      <a16:colId xmlns:a16="http://schemas.microsoft.com/office/drawing/2014/main" val="20000"/>
                    </a:ext>
                  </a:extLst>
                </a:gridCol>
                <a:gridCol w="1143825">
                  <a:extLst>
                    <a:ext uri="{9D8B030D-6E8A-4147-A177-3AD203B41FA5}">
                      <a16:colId xmlns:a16="http://schemas.microsoft.com/office/drawing/2014/main" val="20001"/>
                    </a:ext>
                  </a:extLst>
                </a:gridCol>
                <a:gridCol w="1143825">
                  <a:extLst>
                    <a:ext uri="{9D8B030D-6E8A-4147-A177-3AD203B41FA5}">
                      <a16:colId xmlns:a16="http://schemas.microsoft.com/office/drawing/2014/main" val="20002"/>
                    </a:ext>
                  </a:extLst>
                </a:gridCol>
                <a:gridCol w="1143825">
                  <a:extLst>
                    <a:ext uri="{9D8B030D-6E8A-4147-A177-3AD203B41FA5}">
                      <a16:colId xmlns:a16="http://schemas.microsoft.com/office/drawing/2014/main" val="20003"/>
                    </a:ext>
                  </a:extLst>
                </a:gridCol>
                <a:gridCol w="1143825">
                  <a:extLst>
                    <a:ext uri="{9D8B030D-6E8A-4147-A177-3AD203B41FA5}">
                      <a16:colId xmlns:a16="http://schemas.microsoft.com/office/drawing/2014/main" val="20004"/>
                    </a:ext>
                  </a:extLst>
                </a:gridCol>
                <a:gridCol w="1143825">
                  <a:extLst>
                    <a:ext uri="{9D8B030D-6E8A-4147-A177-3AD203B41FA5}">
                      <a16:colId xmlns:a16="http://schemas.microsoft.com/office/drawing/2014/main" val="20005"/>
                    </a:ext>
                  </a:extLst>
                </a:gridCol>
              </a:tblGrid>
              <a:tr h="435675">
                <a:tc>
                  <a:txBody>
                    <a:bodyPr/>
                    <a:lstStyle/>
                    <a:p>
                      <a:pPr marL="0" marR="0" lvl="0" indent="0" algn="ctr" rtl="0">
                        <a:lnSpc>
                          <a:spcPct val="100000"/>
                        </a:lnSpc>
                        <a:spcBef>
                          <a:spcPts val="0"/>
                        </a:spcBef>
                        <a:spcAft>
                          <a:spcPts val="0"/>
                        </a:spcAft>
                        <a:buClr>
                          <a:srgbClr val="000000"/>
                        </a:buClr>
                        <a:buSzPts val="1300"/>
                        <a:buFont typeface="Arial"/>
                        <a:buNone/>
                      </a:pPr>
                      <a:endParaRPr sz="1300" u="none" strike="noStrike" cap="none">
                        <a:solidFill>
                          <a:schemeClr val="dk1"/>
                        </a:solidFill>
                        <a:latin typeface="DM Sans Black"/>
                        <a:ea typeface="DM Sans Black"/>
                        <a:cs typeface="DM Sans Black"/>
                        <a:sym typeface="DM Sans Black"/>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1300"/>
                        <a:buFont typeface="Arial"/>
                        <a:buNone/>
                      </a:pPr>
                      <a:r>
                        <a:rPr lang="en" sz="1300" u="none" strike="noStrike" cap="none">
                          <a:solidFill>
                            <a:schemeClr val="dk1"/>
                          </a:solidFill>
                          <a:latin typeface="DM Sans Black"/>
                          <a:ea typeface="DM Sans Black"/>
                          <a:cs typeface="DM Sans Black"/>
                          <a:sym typeface="DM Sans Black"/>
                        </a:rPr>
                        <a:t>Age</a:t>
                      </a:r>
                      <a:endParaRPr sz="1300" u="none" strike="noStrike" cap="none">
                        <a:solidFill>
                          <a:schemeClr val="dk1"/>
                        </a:solidFill>
                        <a:latin typeface="DM Sans Black"/>
                        <a:ea typeface="DM Sans Black"/>
                        <a:cs typeface="DM Sans Black"/>
                        <a:sym typeface="DM Sans Black"/>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ctr" rtl="0">
                        <a:lnSpc>
                          <a:spcPct val="100000"/>
                        </a:lnSpc>
                        <a:spcBef>
                          <a:spcPts val="0"/>
                        </a:spcBef>
                        <a:spcAft>
                          <a:spcPts val="0"/>
                        </a:spcAft>
                        <a:buClr>
                          <a:srgbClr val="000000"/>
                        </a:buClr>
                        <a:buSzPts val="1300"/>
                        <a:buFont typeface="Arial"/>
                        <a:buNone/>
                      </a:pPr>
                      <a:r>
                        <a:rPr lang="en" sz="1300" u="none" strike="noStrike" cap="none">
                          <a:solidFill>
                            <a:schemeClr val="dk1"/>
                          </a:solidFill>
                          <a:latin typeface="DM Sans Black"/>
                          <a:ea typeface="DM Sans Black"/>
                          <a:cs typeface="DM Sans Black"/>
                          <a:sym typeface="DM Sans Black"/>
                        </a:rPr>
                        <a:t>Gender</a:t>
                      </a:r>
                      <a:endParaRPr sz="1300" u="none" strike="noStrike" cap="none">
                        <a:solidFill>
                          <a:schemeClr val="dk1"/>
                        </a:solidFill>
                        <a:latin typeface="DM Sans Black"/>
                        <a:ea typeface="DM Sans Black"/>
                        <a:cs typeface="DM Sans Black"/>
                        <a:sym typeface="DM Sans Black"/>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ctr" rtl="0">
                        <a:lnSpc>
                          <a:spcPct val="100000"/>
                        </a:lnSpc>
                        <a:spcBef>
                          <a:spcPts val="0"/>
                        </a:spcBef>
                        <a:spcAft>
                          <a:spcPts val="0"/>
                        </a:spcAft>
                        <a:buClr>
                          <a:srgbClr val="000000"/>
                        </a:buClr>
                        <a:buSzPts val="1300"/>
                        <a:buFont typeface="Arial"/>
                        <a:buNone/>
                      </a:pPr>
                      <a:r>
                        <a:rPr lang="en" sz="1300" u="none" strike="noStrike" cap="none">
                          <a:solidFill>
                            <a:schemeClr val="dk1"/>
                          </a:solidFill>
                          <a:latin typeface="DM Sans Black"/>
                          <a:ea typeface="DM Sans Black"/>
                          <a:cs typeface="DM Sans Black"/>
                          <a:sym typeface="DM Sans Black"/>
                        </a:rPr>
                        <a:t>M. history</a:t>
                      </a:r>
                      <a:endParaRPr sz="1300" u="none" strike="noStrike" cap="none">
                        <a:solidFill>
                          <a:schemeClr val="dk1"/>
                        </a:solidFill>
                        <a:latin typeface="DM Sans Black"/>
                        <a:ea typeface="DM Sans Black"/>
                        <a:cs typeface="DM Sans Black"/>
                        <a:sym typeface="DM Sans Black"/>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ctr" rtl="0">
                        <a:lnSpc>
                          <a:spcPct val="100000"/>
                        </a:lnSpc>
                        <a:spcBef>
                          <a:spcPts val="0"/>
                        </a:spcBef>
                        <a:spcAft>
                          <a:spcPts val="0"/>
                        </a:spcAft>
                        <a:buClr>
                          <a:srgbClr val="000000"/>
                        </a:buClr>
                        <a:buSzPts val="1300"/>
                        <a:buFont typeface="Arial"/>
                        <a:buNone/>
                      </a:pPr>
                      <a:r>
                        <a:rPr lang="en" sz="1300" u="none" strike="noStrike" cap="none">
                          <a:solidFill>
                            <a:schemeClr val="dk1"/>
                          </a:solidFill>
                          <a:latin typeface="DM Sans Black"/>
                          <a:ea typeface="DM Sans Black"/>
                          <a:cs typeface="DM Sans Black"/>
                          <a:sym typeface="DM Sans Black"/>
                        </a:rPr>
                        <a:t>Symptoms</a:t>
                      </a:r>
                      <a:endParaRPr sz="1300" u="none" strike="noStrike" cap="none">
                        <a:solidFill>
                          <a:schemeClr val="dk1"/>
                        </a:solidFill>
                        <a:latin typeface="DM Sans Black"/>
                        <a:ea typeface="DM Sans Black"/>
                        <a:cs typeface="DM Sans Black"/>
                        <a:sym typeface="DM Sans Black"/>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ctr" rtl="0">
                        <a:lnSpc>
                          <a:spcPct val="100000"/>
                        </a:lnSpc>
                        <a:spcBef>
                          <a:spcPts val="0"/>
                        </a:spcBef>
                        <a:spcAft>
                          <a:spcPts val="0"/>
                        </a:spcAft>
                        <a:buClr>
                          <a:srgbClr val="000000"/>
                        </a:buClr>
                        <a:buSzPts val="1300"/>
                        <a:buFont typeface="Arial"/>
                        <a:buNone/>
                      </a:pPr>
                      <a:r>
                        <a:rPr lang="en" sz="1300" u="none" strike="noStrike" cap="none">
                          <a:solidFill>
                            <a:schemeClr val="dk1"/>
                          </a:solidFill>
                          <a:latin typeface="DM Sans Black"/>
                          <a:ea typeface="DM Sans Black"/>
                          <a:cs typeface="DM Sans Black"/>
                          <a:sym typeface="DM Sans Black"/>
                        </a:rPr>
                        <a:t>Diagnosis</a:t>
                      </a:r>
                      <a:endParaRPr sz="1300" u="none" strike="noStrike" cap="none">
                        <a:solidFill>
                          <a:schemeClr val="dk1"/>
                        </a:solidFill>
                        <a:latin typeface="DM Sans Black"/>
                        <a:ea typeface="DM Sans Black"/>
                        <a:cs typeface="DM Sans Black"/>
                        <a:sym typeface="DM Sans Black"/>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extLst>
                  <a:ext uri="{0D108BD9-81ED-4DB2-BD59-A6C34878D82A}">
                    <a16:rowId xmlns:a16="http://schemas.microsoft.com/office/drawing/2014/main" val="10000"/>
                  </a:ext>
                </a:extLst>
              </a:tr>
              <a:tr h="435675">
                <a:tc>
                  <a:txBody>
                    <a:bodyPr/>
                    <a:lstStyle/>
                    <a:p>
                      <a:pPr marL="0" marR="0" lvl="0" indent="0" algn="ctr" rtl="0">
                        <a:lnSpc>
                          <a:spcPct val="100000"/>
                        </a:lnSpc>
                        <a:spcBef>
                          <a:spcPts val="0"/>
                        </a:spcBef>
                        <a:spcAft>
                          <a:spcPts val="0"/>
                        </a:spcAft>
                        <a:buClr>
                          <a:srgbClr val="000000"/>
                        </a:buClr>
                        <a:buSzPts val="1400"/>
                        <a:buFont typeface="Arial"/>
                        <a:buNone/>
                      </a:pPr>
                      <a:r>
                        <a:rPr lang="en" sz="1400" b="1" u="none" strike="noStrike" cap="none">
                          <a:solidFill>
                            <a:schemeClr val="dk1"/>
                          </a:solidFill>
                          <a:latin typeface="Karla"/>
                          <a:ea typeface="Karla"/>
                          <a:cs typeface="Karla"/>
                          <a:sym typeface="Karla"/>
                        </a:rPr>
                        <a:t>Patient 1</a:t>
                      </a:r>
                      <a:endParaRPr sz="1400" b="1" u="none" strike="noStrike" cap="none">
                        <a:solidFill>
                          <a:schemeClr val="dk1"/>
                        </a:solidFill>
                        <a:latin typeface="Karla"/>
                        <a:ea typeface="Karla"/>
                        <a:cs typeface="Karla"/>
                        <a:sym typeface="Karl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45</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Male</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Hypertension</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Symptom</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Diagnosis 1</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435675">
                <a:tc>
                  <a:txBody>
                    <a:bodyPr/>
                    <a:lstStyle/>
                    <a:p>
                      <a:pPr marL="0" marR="0" lvl="0" indent="0" algn="ctr" rtl="0">
                        <a:lnSpc>
                          <a:spcPct val="100000"/>
                        </a:lnSpc>
                        <a:spcBef>
                          <a:spcPts val="0"/>
                        </a:spcBef>
                        <a:spcAft>
                          <a:spcPts val="0"/>
                        </a:spcAft>
                        <a:buClr>
                          <a:srgbClr val="000000"/>
                        </a:buClr>
                        <a:buSzPts val="1400"/>
                        <a:buFont typeface="Arial"/>
                        <a:buNone/>
                      </a:pPr>
                      <a:r>
                        <a:rPr lang="en" sz="1400" b="1" u="none" strike="noStrike" cap="none">
                          <a:solidFill>
                            <a:schemeClr val="dk1"/>
                          </a:solidFill>
                          <a:latin typeface="Karla"/>
                          <a:ea typeface="Karla"/>
                          <a:cs typeface="Karla"/>
                          <a:sym typeface="Karla"/>
                        </a:rPr>
                        <a:t>Patient 2</a:t>
                      </a:r>
                      <a:endParaRPr sz="1400" b="1" u="none" strike="noStrike" cap="none">
                        <a:solidFill>
                          <a:schemeClr val="dk1"/>
                        </a:solidFill>
                        <a:latin typeface="Karla"/>
                        <a:ea typeface="Karla"/>
                        <a:cs typeface="Karla"/>
                        <a:sym typeface="Karl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32</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Female</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Asthma</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Symptom</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Diagnosis 2</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435675">
                <a:tc>
                  <a:txBody>
                    <a:bodyPr/>
                    <a:lstStyle/>
                    <a:p>
                      <a:pPr marL="0" marR="0" lvl="0" indent="0" algn="ctr" rtl="0">
                        <a:lnSpc>
                          <a:spcPct val="100000"/>
                        </a:lnSpc>
                        <a:spcBef>
                          <a:spcPts val="0"/>
                        </a:spcBef>
                        <a:spcAft>
                          <a:spcPts val="0"/>
                        </a:spcAft>
                        <a:buClr>
                          <a:srgbClr val="000000"/>
                        </a:buClr>
                        <a:buSzPts val="1400"/>
                        <a:buFont typeface="Arial"/>
                        <a:buNone/>
                      </a:pPr>
                      <a:r>
                        <a:rPr lang="en" sz="1400" b="1" u="none" strike="noStrike" cap="none">
                          <a:solidFill>
                            <a:schemeClr val="dk1"/>
                          </a:solidFill>
                          <a:latin typeface="Karla"/>
                          <a:ea typeface="Karla"/>
                          <a:cs typeface="Karla"/>
                          <a:sym typeface="Karla"/>
                        </a:rPr>
                        <a:t>Patient 3</a:t>
                      </a:r>
                      <a:endParaRPr sz="1400" b="1" u="none" strike="noStrike" cap="none">
                        <a:solidFill>
                          <a:schemeClr val="dk1"/>
                        </a:solidFill>
                        <a:latin typeface="Karla"/>
                        <a:ea typeface="Karla"/>
                        <a:cs typeface="Karla"/>
                        <a:sym typeface="Karl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60</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Male</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Diabetes</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Symptom</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Diagnosis 3</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435675">
                <a:tc>
                  <a:txBody>
                    <a:bodyPr/>
                    <a:lstStyle/>
                    <a:p>
                      <a:pPr marL="0" marR="0" lvl="0" indent="0" algn="ctr" rtl="0">
                        <a:lnSpc>
                          <a:spcPct val="100000"/>
                        </a:lnSpc>
                        <a:spcBef>
                          <a:spcPts val="0"/>
                        </a:spcBef>
                        <a:spcAft>
                          <a:spcPts val="0"/>
                        </a:spcAft>
                        <a:buClr>
                          <a:srgbClr val="000000"/>
                        </a:buClr>
                        <a:buSzPts val="1400"/>
                        <a:buFont typeface="Arial"/>
                        <a:buNone/>
                      </a:pPr>
                      <a:r>
                        <a:rPr lang="en" sz="1400" b="1" u="none" strike="noStrike" cap="none">
                          <a:solidFill>
                            <a:schemeClr val="dk1"/>
                          </a:solidFill>
                          <a:latin typeface="Karla"/>
                          <a:ea typeface="Karla"/>
                          <a:cs typeface="Karla"/>
                          <a:sym typeface="Karla"/>
                        </a:rPr>
                        <a:t>Patient 4</a:t>
                      </a:r>
                      <a:endParaRPr sz="1400" b="1" u="none" strike="noStrike" cap="none">
                        <a:solidFill>
                          <a:schemeClr val="dk1"/>
                        </a:solidFill>
                        <a:latin typeface="Karla"/>
                        <a:ea typeface="Karla"/>
                        <a:cs typeface="Karla"/>
                        <a:sym typeface="Karl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50</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Female</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None</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Symptom</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Diagnosis 4</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435675">
                <a:tc>
                  <a:txBody>
                    <a:bodyPr/>
                    <a:lstStyle/>
                    <a:p>
                      <a:pPr marL="0" marR="0" lvl="0" indent="0" algn="ctr" rtl="0">
                        <a:lnSpc>
                          <a:spcPct val="100000"/>
                        </a:lnSpc>
                        <a:spcBef>
                          <a:spcPts val="0"/>
                        </a:spcBef>
                        <a:spcAft>
                          <a:spcPts val="0"/>
                        </a:spcAft>
                        <a:buClr>
                          <a:srgbClr val="000000"/>
                        </a:buClr>
                        <a:buSzPts val="1400"/>
                        <a:buFont typeface="Arial"/>
                        <a:buNone/>
                      </a:pPr>
                      <a:r>
                        <a:rPr lang="en" sz="1400" b="1" u="none" strike="noStrike" cap="none">
                          <a:solidFill>
                            <a:schemeClr val="dk1"/>
                          </a:solidFill>
                          <a:latin typeface="Karla"/>
                          <a:ea typeface="Karla"/>
                          <a:cs typeface="Karla"/>
                          <a:sym typeface="Karla"/>
                        </a:rPr>
                        <a:t>Patient 5</a:t>
                      </a:r>
                      <a:endParaRPr sz="1400" b="1" u="none" strike="noStrike" cap="none">
                        <a:solidFill>
                          <a:schemeClr val="dk1"/>
                        </a:solidFill>
                        <a:latin typeface="Karla"/>
                        <a:ea typeface="Karla"/>
                        <a:cs typeface="Karla"/>
                        <a:sym typeface="Karl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28</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Male</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None</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Symptom</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Diagnosis 5</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5"/>
                  </a:ext>
                </a:extLst>
              </a:tr>
              <a:tr h="435675">
                <a:tc>
                  <a:txBody>
                    <a:bodyPr/>
                    <a:lstStyle/>
                    <a:p>
                      <a:pPr marL="0" marR="0" lvl="0" indent="0" algn="ctr" rtl="0">
                        <a:lnSpc>
                          <a:spcPct val="100000"/>
                        </a:lnSpc>
                        <a:spcBef>
                          <a:spcPts val="0"/>
                        </a:spcBef>
                        <a:spcAft>
                          <a:spcPts val="0"/>
                        </a:spcAft>
                        <a:buClr>
                          <a:srgbClr val="000000"/>
                        </a:buClr>
                        <a:buSzPts val="1400"/>
                        <a:buFont typeface="Arial"/>
                        <a:buNone/>
                      </a:pPr>
                      <a:r>
                        <a:rPr lang="en" sz="1400" b="1" u="none" strike="noStrike" cap="none">
                          <a:solidFill>
                            <a:schemeClr val="dk1"/>
                          </a:solidFill>
                          <a:latin typeface="Karla"/>
                          <a:ea typeface="Karla"/>
                          <a:cs typeface="Karla"/>
                          <a:sym typeface="Karla"/>
                        </a:rPr>
                        <a:t>Patient 6</a:t>
                      </a:r>
                      <a:endParaRPr sz="1400" b="1" u="none" strike="noStrike" cap="none">
                        <a:solidFill>
                          <a:schemeClr val="dk1"/>
                        </a:solidFill>
                        <a:latin typeface="Karla"/>
                        <a:ea typeface="Karla"/>
                        <a:cs typeface="Karla"/>
                        <a:sym typeface="Karl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70</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Female</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Osteoarthritis</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Symptom</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Diagnosis 6</a:t>
                      </a:r>
                      <a:endParaRPr sz="1200" u="none" strike="noStrike" cap="none">
                        <a:solidFill>
                          <a:schemeClr val="dk1"/>
                        </a:solidFill>
                        <a:latin typeface="Karla"/>
                        <a:ea typeface="Karla"/>
                        <a:cs typeface="Karla"/>
                        <a:sym typeface="Karl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6"/>
                  </a:ext>
                </a:extLst>
              </a:tr>
            </a:tbl>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696"/>
        <p:cNvGrpSpPr/>
        <p:nvPr/>
      </p:nvGrpSpPr>
      <p:grpSpPr>
        <a:xfrm>
          <a:off x="0" y="0"/>
          <a:ext cx="0" cy="0"/>
          <a:chOff x="0" y="0"/>
          <a:chExt cx="0" cy="0"/>
        </a:xfrm>
      </p:grpSpPr>
      <p:sp>
        <p:nvSpPr>
          <p:cNvPr id="697" name="Google Shape;697;p47"/>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a:t>Case presentation: medical history</a:t>
            </a:r>
            <a:endParaRPr/>
          </a:p>
        </p:txBody>
      </p:sp>
      <p:graphicFrame>
        <p:nvGraphicFramePr>
          <p:cNvPr id="698" name="Google Shape;698;p47"/>
          <p:cNvGraphicFramePr/>
          <p:nvPr/>
        </p:nvGraphicFramePr>
        <p:xfrm>
          <a:off x="796700" y="1166720"/>
          <a:ext cx="3661550" cy="3316490"/>
        </p:xfrm>
        <a:graphic>
          <a:graphicData uri="http://schemas.openxmlformats.org/drawingml/2006/table">
            <a:tbl>
              <a:tblPr>
                <a:noFill/>
                <a:tableStyleId>{9ADE6C8D-0B5B-4D6E-B7D1-A40846E0EC63}</a:tableStyleId>
              </a:tblPr>
              <a:tblGrid>
                <a:gridCol w="1127475">
                  <a:extLst>
                    <a:ext uri="{9D8B030D-6E8A-4147-A177-3AD203B41FA5}">
                      <a16:colId xmlns:a16="http://schemas.microsoft.com/office/drawing/2014/main" val="20000"/>
                    </a:ext>
                  </a:extLst>
                </a:gridCol>
                <a:gridCol w="2534075">
                  <a:extLst>
                    <a:ext uri="{9D8B030D-6E8A-4147-A177-3AD203B41FA5}">
                      <a16:colId xmlns:a16="http://schemas.microsoft.com/office/drawing/2014/main" val="20001"/>
                    </a:ext>
                  </a:extLst>
                </a:gridCol>
              </a:tblGrid>
              <a:tr h="425850">
                <a:tc gridSpan="2">
                  <a:txBody>
                    <a:bodyPr/>
                    <a:lstStyle/>
                    <a:p>
                      <a:pPr marL="0" marR="0" lvl="0" indent="0" algn="l" rtl="0">
                        <a:lnSpc>
                          <a:spcPct val="100000"/>
                        </a:lnSpc>
                        <a:spcBef>
                          <a:spcPts val="0"/>
                        </a:spcBef>
                        <a:spcAft>
                          <a:spcPts val="0"/>
                        </a:spcAft>
                        <a:buClr>
                          <a:srgbClr val="000000"/>
                        </a:buClr>
                        <a:buSzPts val="1800"/>
                        <a:buFont typeface="Arial"/>
                        <a:buNone/>
                      </a:pPr>
                      <a:r>
                        <a:rPr lang="en" sz="1800" u="none" strike="noStrike" cap="none">
                          <a:solidFill>
                            <a:schemeClr val="dk1"/>
                          </a:solidFill>
                          <a:latin typeface="DM Sans Black"/>
                          <a:ea typeface="DM Sans Black"/>
                          <a:cs typeface="DM Sans Black"/>
                          <a:sym typeface="DM Sans Black"/>
                        </a:rPr>
                        <a:t>About the patient</a:t>
                      </a:r>
                      <a:endParaRPr sz="1400" b="1" u="none" strike="noStrike" cap="none">
                        <a:solidFill>
                          <a:schemeClr val="dk1"/>
                        </a:solidFill>
                        <a:latin typeface="Open Sans"/>
                        <a:ea typeface="Open Sans"/>
                        <a:cs typeface="Open Sans"/>
                        <a:sym typeface="Open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hMerge="1">
                  <a:txBody>
                    <a:bodyPr/>
                    <a:lstStyle/>
                    <a:p>
                      <a:endParaRPr lang="en-US"/>
                    </a:p>
                  </a:txBody>
                  <a:tcPr/>
                </a:tc>
                <a:extLst>
                  <a:ext uri="{0D108BD9-81ED-4DB2-BD59-A6C34878D82A}">
                    <a16:rowId xmlns:a16="http://schemas.microsoft.com/office/drawing/2014/main" val="10000"/>
                  </a:ext>
                </a:extLst>
              </a:tr>
              <a:tr h="482000">
                <a:tc>
                  <a:txBody>
                    <a:bodyPr/>
                    <a:lstStyle/>
                    <a:p>
                      <a:pPr marL="0" marR="0" lvl="0" indent="0" algn="l" rtl="0">
                        <a:lnSpc>
                          <a:spcPct val="100000"/>
                        </a:lnSpc>
                        <a:spcBef>
                          <a:spcPts val="0"/>
                        </a:spcBef>
                        <a:spcAft>
                          <a:spcPts val="0"/>
                        </a:spcAft>
                        <a:buClr>
                          <a:srgbClr val="000000"/>
                        </a:buClr>
                        <a:buSzPts val="1200"/>
                        <a:buFont typeface="Arial"/>
                        <a:buNone/>
                      </a:pPr>
                      <a:r>
                        <a:rPr lang="en" sz="1200" b="1" u="none" strike="noStrike" cap="none">
                          <a:solidFill>
                            <a:schemeClr val="dk1"/>
                          </a:solidFill>
                          <a:latin typeface="Karla"/>
                          <a:ea typeface="Karla"/>
                          <a:cs typeface="Karla"/>
                          <a:sym typeface="Karla"/>
                        </a:rPr>
                        <a:t>Patient’s age</a:t>
                      </a:r>
                      <a:endParaRPr sz="1200" b="1"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42 years old</a:t>
                      </a:r>
                      <a:endParaRPr sz="1200"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354050">
                <a:tc>
                  <a:txBody>
                    <a:bodyPr/>
                    <a:lstStyle/>
                    <a:p>
                      <a:pPr marL="0" marR="0" lvl="0" indent="0" algn="l" rtl="0">
                        <a:lnSpc>
                          <a:spcPct val="100000"/>
                        </a:lnSpc>
                        <a:spcBef>
                          <a:spcPts val="0"/>
                        </a:spcBef>
                        <a:spcAft>
                          <a:spcPts val="0"/>
                        </a:spcAft>
                        <a:buClr>
                          <a:srgbClr val="000000"/>
                        </a:buClr>
                        <a:buSzPts val="1200"/>
                        <a:buFont typeface="Arial"/>
                        <a:buNone/>
                      </a:pPr>
                      <a:r>
                        <a:rPr lang="en" sz="1200" b="1" u="none" strike="noStrike" cap="none">
                          <a:solidFill>
                            <a:schemeClr val="dk1"/>
                          </a:solidFill>
                          <a:latin typeface="Karla"/>
                          <a:ea typeface="Karla"/>
                          <a:cs typeface="Karla"/>
                          <a:sym typeface="Karla"/>
                        </a:rPr>
                        <a:t>Gender</a:t>
                      </a:r>
                      <a:endParaRPr sz="1200" b="1"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Female</a:t>
                      </a:r>
                      <a:endParaRPr sz="1200"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531075">
                <a:tc>
                  <a:txBody>
                    <a:bodyPr/>
                    <a:lstStyle/>
                    <a:p>
                      <a:pPr marL="0" marR="0" lvl="0" indent="0" algn="l" rtl="0">
                        <a:lnSpc>
                          <a:spcPct val="100000"/>
                        </a:lnSpc>
                        <a:spcBef>
                          <a:spcPts val="0"/>
                        </a:spcBef>
                        <a:spcAft>
                          <a:spcPts val="0"/>
                        </a:spcAft>
                        <a:buClr>
                          <a:srgbClr val="000000"/>
                        </a:buClr>
                        <a:buSzPts val="1200"/>
                        <a:buFont typeface="Arial"/>
                        <a:buNone/>
                      </a:pPr>
                      <a:r>
                        <a:rPr lang="en" sz="1200" b="1" u="none" strike="noStrike" cap="none">
                          <a:solidFill>
                            <a:schemeClr val="dk1"/>
                          </a:solidFill>
                          <a:latin typeface="Karla"/>
                          <a:ea typeface="Karla"/>
                          <a:cs typeface="Karla"/>
                          <a:sym typeface="Karla"/>
                        </a:rPr>
                        <a:t>Medical conditions</a:t>
                      </a:r>
                      <a:endParaRPr sz="1200" b="1"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Chest pain, shortness of breath</a:t>
                      </a:r>
                      <a:endParaRPr sz="1200"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531075">
                <a:tc>
                  <a:txBody>
                    <a:bodyPr/>
                    <a:lstStyle/>
                    <a:p>
                      <a:pPr marL="0" marR="0" lvl="0" indent="0" algn="l" rtl="0">
                        <a:lnSpc>
                          <a:spcPct val="100000"/>
                        </a:lnSpc>
                        <a:spcBef>
                          <a:spcPts val="0"/>
                        </a:spcBef>
                        <a:spcAft>
                          <a:spcPts val="0"/>
                        </a:spcAft>
                        <a:buClr>
                          <a:srgbClr val="000000"/>
                        </a:buClr>
                        <a:buSzPts val="1200"/>
                        <a:buFont typeface="Arial"/>
                        <a:buNone/>
                      </a:pPr>
                      <a:r>
                        <a:rPr lang="en" sz="1200" b="1" u="none" strike="noStrike" cap="none">
                          <a:solidFill>
                            <a:schemeClr val="dk1"/>
                          </a:solidFill>
                          <a:latin typeface="Karla"/>
                          <a:ea typeface="Karla"/>
                          <a:cs typeface="Karla"/>
                          <a:sym typeface="Karla"/>
                        </a:rPr>
                        <a:t>Previous treatments</a:t>
                      </a:r>
                      <a:endParaRPr sz="1200" b="1"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None reported</a:t>
                      </a:r>
                      <a:endParaRPr sz="1200"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885150">
                <a:tc>
                  <a:txBody>
                    <a:bodyPr/>
                    <a:lstStyle/>
                    <a:p>
                      <a:pPr marL="0" marR="0" lvl="0" indent="0" algn="l" rtl="0">
                        <a:lnSpc>
                          <a:spcPct val="100000"/>
                        </a:lnSpc>
                        <a:spcBef>
                          <a:spcPts val="0"/>
                        </a:spcBef>
                        <a:spcAft>
                          <a:spcPts val="0"/>
                        </a:spcAft>
                        <a:buClr>
                          <a:srgbClr val="000000"/>
                        </a:buClr>
                        <a:buSzPts val="1200"/>
                        <a:buFont typeface="Arial"/>
                        <a:buNone/>
                      </a:pPr>
                      <a:r>
                        <a:rPr lang="en" sz="1200" b="1" u="none" strike="noStrike" cap="none">
                          <a:solidFill>
                            <a:schemeClr val="dk1"/>
                          </a:solidFill>
                          <a:latin typeface="Karla"/>
                          <a:ea typeface="Karla"/>
                          <a:cs typeface="Karla"/>
                          <a:sym typeface="Karla"/>
                        </a:rPr>
                        <a:t>Introduction</a:t>
                      </a:r>
                      <a:endParaRPr sz="1200" b="1"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marR="0" lvl="0" indent="0" algn="l" rtl="0">
                        <a:lnSpc>
                          <a:spcPct val="100000"/>
                        </a:lnSpc>
                        <a:spcBef>
                          <a:spcPts val="0"/>
                        </a:spcBef>
                        <a:spcAft>
                          <a:spcPts val="0"/>
                        </a:spcAft>
                        <a:buClr>
                          <a:srgbClr val="000000"/>
                        </a:buClr>
                        <a:buSzPts val="1200"/>
                        <a:buFont typeface="Arial"/>
                        <a:buNone/>
                      </a:pPr>
                      <a:r>
                        <a:rPr lang="en" sz="1200" u="none" strike="noStrike" cap="none">
                          <a:solidFill>
                            <a:schemeClr val="dk1"/>
                          </a:solidFill>
                          <a:latin typeface="Karla"/>
                          <a:ea typeface="Karla"/>
                          <a:cs typeface="Karla"/>
                          <a:sym typeface="Karla"/>
                        </a:rPr>
                        <a:t>She has been experiencing these symptoms for the past 2 days, with the pain increasing in intensity and frequency</a:t>
                      </a:r>
                      <a:endParaRPr sz="1200" u="none" strike="noStrike" cap="none">
                        <a:solidFill>
                          <a:schemeClr val="dk1"/>
                        </a:solidFill>
                        <a:latin typeface="Karla"/>
                        <a:ea typeface="Karla"/>
                        <a:cs typeface="Karla"/>
                        <a:sym typeface="Karla"/>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5"/>
                  </a:ext>
                </a:extLst>
              </a:tr>
            </a:tbl>
          </a:graphicData>
        </a:graphic>
      </p:graphicFrame>
      <p:sp>
        <p:nvSpPr>
          <p:cNvPr id="699" name="Google Shape;699;p47"/>
          <p:cNvSpPr txBox="1">
            <a:spLocks noGrp="1"/>
          </p:cNvSpPr>
          <p:nvPr>
            <p:ph type="subTitle" idx="4294967295"/>
          </p:nvPr>
        </p:nvSpPr>
        <p:spPr>
          <a:xfrm>
            <a:off x="4677825" y="1190050"/>
            <a:ext cx="3746400" cy="4266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Clr>
                <a:schemeClr val="lt1"/>
              </a:buClr>
              <a:buSzPts val="1200"/>
              <a:buFont typeface="Karla"/>
              <a:buNone/>
            </a:pPr>
            <a:r>
              <a:rPr lang="en" sz="1800" b="0" i="0" u="none" strike="noStrike" cap="none">
                <a:solidFill>
                  <a:schemeClr val="dk1"/>
                </a:solidFill>
                <a:latin typeface="DM Sans Black"/>
                <a:ea typeface="DM Sans Black"/>
                <a:cs typeface="DM Sans Black"/>
                <a:sym typeface="DM Sans Black"/>
              </a:rPr>
              <a:t>Key findings</a:t>
            </a:r>
            <a:endParaRPr sz="1800" b="0" i="0" u="none" strike="noStrike" cap="none">
              <a:solidFill>
                <a:schemeClr val="dk1"/>
              </a:solidFill>
              <a:latin typeface="DM Sans Black"/>
              <a:ea typeface="DM Sans Black"/>
              <a:cs typeface="DM Sans Black"/>
              <a:sym typeface="DM Sans Black"/>
            </a:endParaRPr>
          </a:p>
        </p:txBody>
      </p:sp>
      <p:sp>
        <p:nvSpPr>
          <p:cNvPr id="700" name="Google Shape;700;p47"/>
          <p:cNvSpPr txBox="1">
            <a:spLocks noGrp="1"/>
          </p:cNvSpPr>
          <p:nvPr>
            <p:ph type="subTitle" idx="4294967295"/>
          </p:nvPr>
        </p:nvSpPr>
        <p:spPr>
          <a:xfrm>
            <a:off x="4677825" y="1609875"/>
            <a:ext cx="3746400" cy="1064700"/>
          </a:xfrm>
          <a:prstGeom prst="rect">
            <a:avLst/>
          </a:prstGeom>
          <a:noFill/>
          <a:ln>
            <a:noFill/>
          </a:ln>
        </p:spPr>
        <p:txBody>
          <a:bodyPr spcFirstLastPara="1" wrap="square" lIns="91425" tIns="91425" rIns="91425" bIns="91425" anchor="t" anchorCtr="0">
            <a:noAutofit/>
          </a:bodyPr>
          <a:lstStyle/>
          <a:p>
            <a:pPr marL="342900" marR="0" lvl="0" indent="-304800" algn="l" rtl="0">
              <a:lnSpc>
                <a:spcPct val="100000"/>
              </a:lnSpc>
              <a:spcBef>
                <a:spcPts val="0"/>
              </a:spcBef>
              <a:spcAft>
                <a:spcPts val="0"/>
              </a:spcAft>
              <a:buClr>
                <a:schemeClr val="lt2"/>
              </a:buClr>
              <a:buSzPts val="1200"/>
              <a:buFont typeface="Karla"/>
              <a:buChar char="●"/>
            </a:pPr>
            <a:r>
              <a:rPr lang="en" sz="1200" b="0" i="0" u="none" strike="noStrike" cap="none">
                <a:solidFill>
                  <a:schemeClr val="dk1"/>
                </a:solidFill>
                <a:latin typeface="Karla"/>
                <a:ea typeface="Karla"/>
                <a:cs typeface="Karla"/>
                <a:sym typeface="Karla"/>
              </a:rPr>
              <a:t>Summarize the most important or relevant aspects of the patient's medical history</a:t>
            </a:r>
            <a:endParaRPr sz="1200" b="0" i="0" u="none" strike="noStrike" cap="none">
              <a:solidFill>
                <a:schemeClr val="dk1"/>
              </a:solidFill>
              <a:latin typeface="Karla"/>
              <a:ea typeface="Karla"/>
              <a:cs typeface="Karla"/>
              <a:sym typeface="Karla"/>
            </a:endParaRPr>
          </a:p>
          <a:p>
            <a:pPr marL="342900" marR="0" lvl="0" indent="-304800" algn="l" rtl="0">
              <a:lnSpc>
                <a:spcPct val="100000"/>
              </a:lnSpc>
              <a:spcBef>
                <a:spcPts val="1000"/>
              </a:spcBef>
              <a:spcAft>
                <a:spcPts val="0"/>
              </a:spcAft>
              <a:buClr>
                <a:schemeClr val="lt2"/>
              </a:buClr>
              <a:buSzPts val="1200"/>
              <a:buFont typeface="Karla"/>
              <a:buChar char="●"/>
            </a:pPr>
            <a:r>
              <a:rPr lang="en" sz="1200" b="0" i="0" u="none" strike="noStrike" cap="none">
                <a:solidFill>
                  <a:schemeClr val="dk1"/>
                </a:solidFill>
                <a:latin typeface="Karla"/>
                <a:ea typeface="Karla"/>
                <a:cs typeface="Karla"/>
                <a:sym typeface="Karla"/>
              </a:rPr>
              <a:t>Use bullet points to present the key findings in a clear and organized manner</a:t>
            </a:r>
            <a:endParaRPr sz="1200" b="0" i="0" u="none" strike="noStrike" cap="none">
              <a:solidFill>
                <a:schemeClr val="dk1"/>
              </a:solidFill>
              <a:latin typeface="Karla"/>
              <a:ea typeface="Karla"/>
              <a:cs typeface="Karla"/>
              <a:sym typeface="Karla"/>
            </a:endParaRPr>
          </a:p>
        </p:txBody>
      </p:sp>
      <p:sp>
        <p:nvSpPr>
          <p:cNvPr id="701" name="Google Shape;701;p47"/>
          <p:cNvSpPr txBox="1">
            <a:spLocks noGrp="1"/>
          </p:cNvSpPr>
          <p:nvPr>
            <p:ph type="subTitle" idx="4294967295"/>
          </p:nvPr>
        </p:nvSpPr>
        <p:spPr>
          <a:xfrm>
            <a:off x="4677825" y="2753438"/>
            <a:ext cx="3746400" cy="4266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Clr>
                <a:schemeClr val="lt1"/>
              </a:buClr>
              <a:buSzPts val="1200"/>
              <a:buFont typeface="Karla"/>
              <a:buNone/>
            </a:pPr>
            <a:r>
              <a:rPr lang="en" sz="1800" b="0" i="0" u="none" strike="noStrike" cap="none">
                <a:solidFill>
                  <a:schemeClr val="dk1"/>
                </a:solidFill>
                <a:latin typeface="DM Sans Black"/>
                <a:ea typeface="DM Sans Black"/>
                <a:cs typeface="DM Sans Black"/>
                <a:sym typeface="DM Sans Black"/>
              </a:rPr>
              <a:t>Conclusions</a:t>
            </a:r>
            <a:endParaRPr sz="1800" b="0" i="0" u="none" strike="noStrike" cap="none">
              <a:solidFill>
                <a:schemeClr val="dk1"/>
              </a:solidFill>
              <a:latin typeface="DM Sans Black"/>
              <a:ea typeface="DM Sans Black"/>
              <a:cs typeface="DM Sans Black"/>
              <a:sym typeface="DM Sans Black"/>
            </a:endParaRPr>
          </a:p>
        </p:txBody>
      </p:sp>
      <p:sp>
        <p:nvSpPr>
          <p:cNvPr id="702" name="Google Shape;702;p47"/>
          <p:cNvSpPr txBox="1">
            <a:spLocks noGrp="1"/>
          </p:cNvSpPr>
          <p:nvPr>
            <p:ph type="subTitle" idx="4294967295"/>
          </p:nvPr>
        </p:nvSpPr>
        <p:spPr>
          <a:xfrm>
            <a:off x="5226525" y="3258900"/>
            <a:ext cx="3202500" cy="5487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chemeClr val="lt1"/>
              </a:buClr>
              <a:buSzPts val="1200"/>
              <a:buFont typeface="Karla"/>
              <a:buNone/>
            </a:pPr>
            <a:r>
              <a:rPr lang="en" sz="1200" b="0" i="0" u="none" strike="noStrike" cap="none">
                <a:solidFill>
                  <a:schemeClr val="dk1"/>
                </a:solidFill>
                <a:latin typeface="Karla"/>
                <a:ea typeface="Karla"/>
                <a:cs typeface="Karla"/>
                <a:sym typeface="Karla"/>
              </a:rPr>
              <a:t>In this section, summarize the key findings from the medical history</a:t>
            </a:r>
            <a:endParaRPr sz="1200" b="0" i="0" u="none" strike="noStrike" cap="none">
              <a:solidFill>
                <a:schemeClr val="dk1"/>
              </a:solidFill>
              <a:latin typeface="Karla"/>
              <a:ea typeface="Karla"/>
              <a:cs typeface="Karla"/>
              <a:sym typeface="Karla"/>
            </a:endParaRPr>
          </a:p>
        </p:txBody>
      </p:sp>
      <p:sp>
        <p:nvSpPr>
          <p:cNvPr id="703" name="Google Shape;703;p47"/>
          <p:cNvSpPr txBox="1">
            <a:spLocks noGrp="1"/>
          </p:cNvSpPr>
          <p:nvPr>
            <p:ph type="subTitle" idx="4294967295"/>
          </p:nvPr>
        </p:nvSpPr>
        <p:spPr>
          <a:xfrm>
            <a:off x="5226525" y="3868499"/>
            <a:ext cx="3202500" cy="5817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chemeClr val="lt1"/>
              </a:buClr>
              <a:buSzPts val="1200"/>
              <a:buFont typeface="Karla"/>
              <a:buNone/>
            </a:pPr>
            <a:r>
              <a:rPr lang="en" sz="1200" b="0" i="0" u="none" strike="noStrike" cap="none">
                <a:solidFill>
                  <a:schemeClr val="dk1"/>
                </a:solidFill>
                <a:latin typeface="Karla"/>
                <a:ea typeface="Karla"/>
                <a:cs typeface="Karla"/>
                <a:sym typeface="Karla"/>
              </a:rPr>
              <a:t>Provide an overview of the implications for the current diagnosis and treatment plan</a:t>
            </a:r>
            <a:endParaRPr sz="1200" b="0" i="0" u="none" strike="noStrike" cap="none">
              <a:solidFill>
                <a:schemeClr val="dk1"/>
              </a:solidFill>
              <a:latin typeface="Karla"/>
              <a:ea typeface="Karla"/>
              <a:cs typeface="Karla"/>
              <a:sym typeface="Karla"/>
            </a:endParaRPr>
          </a:p>
        </p:txBody>
      </p:sp>
      <p:sp>
        <p:nvSpPr>
          <p:cNvPr id="704" name="Google Shape;704;p47"/>
          <p:cNvSpPr/>
          <p:nvPr/>
        </p:nvSpPr>
        <p:spPr>
          <a:xfrm>
            <a:off x="4677825" y="3258900"/>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 sz="1800" b="0" i="0" u="none" strike="noStrike" cap="none">
                <a:solidFill>
                  <a:schemeClr val="dk1"/>
                </a:solidFill>
                <a:latin typeface="DM Sans Black"/>
                <a:ea typeface="DM Sans Black"/>
                <a:cs typeface="DM Sans Black"/>
                <a:sym typeface="DM Sans Black"/>
              </a:rPr>
              <a:t>1</a:t>
            </a:r>
            <a:endParaRPr sz="1800" b="0" i="0" u="none" strike="noStrike" cap="none">
              <a:solidFill>
                <a:schemeClr val="dk1"/>
              </a:solidFill>
              <a:latin typeface="DM Sans Black"/>
              <a:ea typeface="DM Sans Black"/>
              <a:cs typeface="DM Sans Black"/>
              <a:sym typeface="DM Sans Black"/>
            </a:endParaRPr>
          </a:p>
        </p:txBody>
      </p:sp>
      <p:sp>
        <p:nvSpPr>
          <p:cNvPr id="705" name="Google Shape;705;p47"/>
          <p:cNvSpPr/>
          <p:nvPr/>
        </p:nvSpPr>
        <p:spPr>
          <a:xfrm>
            <a:off x="4677825" y="3884998"/>
            <a:ext cx="548700" cy="5487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 sz="1800" b="0" i="0" u="none" strike="noStrike" cap="none">
                <a:solidFill>
                  <a:schemeClr val="dk1"/>
                </a:solidFill>
                <a:latin typeface="DM Sans Black"/>
                <a:ea typeface="DM Sans Black"/>
                <a:cs typeface="DM Sans Black"/>
                <a:sym typeface="DM Sans Black"/>
              </a:rPr>
              <a:t>2</a:t>
            </a:r>
            <a:endParaRPr sz="1800" b="0" i="0" u="none" strike="noStrike" cap="none">
              <a:solidFill>
                <a:schemeClr val="dk1"/>
              </a:solidFill>
              <a:latin typeface="DM Sans Black"/>
              <a:ea typeface="DM Sans Black"/>
              <a:cs typeface="DM Sans Black"/>
              <a:sym typeface="DM Sans Black"/>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709"/>
        <p:cNvGrpSpPr/>
        <p:nvPr/>
      </p:nvGrpSpPr>
      <p:grpSpPr>
        <a:xfrm>
          <a:off x="0" y="0"/>
          <a:ext cx="0" cy="0"/>
          <a:chOff x="0" y="0"/>
          <a:chExt cx="0" cy="0"/>
        </a:xfrm>
      </p:grpSpPr>
      <p:sp>
        <p:nvSpPr>
          <p:cNvPr id="710" name="Google Shape;710;p48"/>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a:t>Discussion</a:t>
            </a:r>
            <a:endParaRPr/>
          </a:p>
        </p:txBody>
      </p:sp>
      <p:sp>
        <p:nvSpPr>
          <p:cNvPr id="711" name="Google Shape;711;p48"/>
          <p:cNvSpPr txBox="1">
            <a:spLocks noGrp="1"/>
          </p:cNvSpPr>
          <p:nvPr>
            <p:ph type="subTitle" idx="1"/>
          </p:nvPr>
        </p:nvSpPr>
        <p:spPr>
          <a:xfrm>
            <a:off x="1585650" y="1094275"/>
            <a:ext cx="5972700" cy="9975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200"/>
              <a:buNone/>
            </a:pPr>
            <a:r>
              <a:rPr lang="en" b="1"/>
              <a:t>Introduction:</a:t>
            </a:r>
            <a:endParaRPr b="1"/>
          </a:p>
          <a:p>
            <a:pPr marL="457200" lvl="0" indent="-304800" algn="l" rtl="0">
              <a:lnSpc>
                <a:spcPct val="100000"/>
              </a:lnSpc>
              <a:spcBef>
                <a:spcPts val="1000"/>
              </a:spcBef>
              <a:spcAft>
                <a:spcPts val="0"/>
              </a:spcAft>
              <a:buSzPts val="1200"/>
              <a:buChar char="●"/>
            </a:pPr>
            <a:r>
              <a:rPr lang="en"/>
              <a:t>Briefly summarize the main findings and results of the case report</a:t>
            </a:r>
            <a:endParaRPr/>
          </a:p>
          <a:p>
            <a:pPr marL="457200" lvl="0" indent="-304800" algn="l" rtl="0">
              <a:lnSpc>
                <a:spcPct val="100000"/>
              </a:lnSpc>
              <a:spcBef>
                <a:spcPts val="0"/>
              </a:spcBef>
              <a:spcAft>
                <a:spcPts val="0"/>
              </a:spcAft>
              <a:buSzPts val="1200"/>
              <a:buChar char="●"/>
            </a:pPr>
            <a:r>
              <a:rPr lang="en"/>
              <a:t>Mention the purpose of the discussion and what will be covered</a:t>
            </a:r>
            <a:endParaRPr/>
          </a:p>
        </p:txBody>
      </p:sp>
      <p:sp>
        <p:nvSpPr>
          <p:cNvPr id="712" name="Google Shape;712;p48"/>
          <p:cNvSpPr txBox="1">
            <a:spLocks noGrp="1"/>
          </p:cNvSpPr>
          <p:nvPr>
            <p:ph type="subTitle" idx="2"/>
          </p:nvPr>
        </p:nvSpPr>
        <p:spPr>
          <a:xfrm>
            <a:off x="1585650" y="2015571"/>
            <a:ext cx="5972700" cy="14760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200"/>
              <a:buNone/>
            </a:pPr>
            <a:r>
              <a:rPr lang="en" b="1"/>
              <a:t>Main discussion:</a:t>
            </a:r>
            <a:endParaRPr/>
          </a:p>
          <a:p>
            <a:pPr marL="457200" lvl="0" indent="-304800" algn="l" rtl="0">
              <a:lnSpc>
                <a:spcPct val="100000"/>
              </a:lnSpc>
              <a:spcBef>
                <a:spcPts val="1000"/>
              </a:spcBef>
              <a:spcAft>
                <a:spcPts val="0"/>
              </a:spcAft>
              <a:buSzPts val="1200"/>
              <a:buChar char="●"/>
            </a:pPr>
            <a:r>
              <a:rPr lang="en"/>
              <a:t>Present different perspectives and opinions on the findings, based on the literature and other relevant sources</a:t>
            </a:r>
            <a:endParaRPr/>
          </a:p>
          <a:p>
            <a:pPr marL="457200" lvl="0" indent="-304800" algn="l" rtl="0">
              <a:lnSpc>
                <a:spcPct val="100000"/>
              </a:lnSpc>
              <a:spcBef>
                <a:spcPts val="0"/>
              </a:spcBef>
              <a:spcAft>
                <a:spcPts val="0"/>
              </a:spcAft>
              <a:buSzPts val="1200"/>
              <a:buChar char="●"/>
            </a:pPr>
            <a:r>
              <a:rPr lang="en"/>
              <a:t>Use bullet points to highlight key arguments and counterarguments</a:t>
            </a:r>
            <a:endParaRPr/>
          </a:p>
          <a:p>
            <a:pPr marL="457200" lvl="0" indent="-304800" algn="l" rtl="0">
              <a:lnSpc>
                <a:spcPct val="100000"/>
              </a:lnSpc>
              <a:spcBef>
                <a:spcPts val="0"/>
              </a:spcBef>
              <a:spcAft>
                <a:spcPts val="0"/>
              </a:spcAft>
              <a:buSzPts val="1200"/>
              <a:buChar char="●"/>
            </a:pPr>
            <a:r>
              <a:rPr lang="en"/>
              <a:t>Address any limitations or weaknesses of the study and suggest potential solutions or areas for further research</a:t>
            </a:r>
            <a:endParaRPr/>
          </a:p>
        </p:txBody>
      </p:sp>
      <p:sp>
        <p:nvSpPr>
          <p:cNvPr id="713" name="Google Shape;713;p48"/>
          <p:cNvSpPr txBox="1">
            <a:spLocks noGrp="1"/>
          </p:cNvSpPr>
          <p:nvPr>
            <p:ph type="subTitle" idx="3"/>
          </p:nvPr>
        </p:nvSpPr>
        <p:spPr>
          <a:xfrm>
            <a:off x="1585650" y="3415475"/>
            <a:ext cx="5972700" cy="9975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400"/>
              <a:buNone/>
            </a:pPr>
            <a:r>
              <a:rPr lang="en" b="1"/>
              <a:t>Conclusions:</a:t>
            </a:r>
            <a:endParaRPr/>
          </a:p>
          <a:p>
            <a:pPr marL="457200" lvl="0" indent="-317500" algn="l" rtl="0">
              <a:lnSpc>
                <a:spcPct val="100000"/>
              </a:lnSpc>
              <a:spcBef>
                <a:spcPts val="1000"/>
              </a:spcBef>
              <a:spcAft>
                <a:spcPts val="0"/>
              </a:spcAft>
              <a:buSzPts val="1400"/>
              <a:buChar char="●"/>
            </a:pPr>
            <a:r>
              <a:rPr lang="en"/>
              <a:t>Summarize the key points of the discussion and their implications for clinical practice or future research</a:t>
            </a:r>
            <a:endParaRPr/>
          </a:p>
          <a:p>
            <a:pPr marL="457200" lvl="0" indent="-317500" algn="l" rtl="0">
              <a:lnSpc>
                <a:spcPct val="100000"/>
              </a:lnSpc>
              <a:spcBef>
                <a:spcPts val="0"/>
              </a:spcBef>
              <a:spcAft>
                <a:spcPts val="0"/>
              </a:spcAft>
              <a:buSzPts val="1400"/>
              <a:buChar char="●"/>
            </a:pPr>
            <a:r>
              <a:rPr lang="en"/>
              <a:t>Offer any final recommendations or take-home messages for the audience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717"/>
        <p:cNvGrpSpPr/>
        <p:nvPr/>
      </p:nvGrpSpPr>
      <p:grpSpPr>
        <a:xfrm>
          <a:off x="0" y="0"/>
          <a:ext cx="0" cy="0"/>
          <a:chOff x="0" y="0"/>
          <a:chExt cx="0" cy="0"/>
        </a:xfrm>
      </p:grpSpPr>
      <p:sp>
        <p:nvSpPr>
          <p:cNvPr id="718" name="Google Shape;718;p49"/>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a:t>Outcomes and recommendations</a:t>
            </a:r>
            <a:endParaRPr/>
          </a:p>
        </p:txBody>
      </p:sp>
      <p:sp>
        <p:nvSpPr>
          <p:cNvPr id="719" name="Google Shape;719;p49"/>
          <p:cNvSpPr/>
          <p:nvPr/>
        </p:nvSpPr>
        <p:spPr>
          <a:xfrm>
            <a:off x="3616650" y="1211175"/>
            <a:ext cx="1910700" cy="517800"/>
          </a:xfrm>
          <a:prstGeom prst="rect">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 sz="1800" b="0" i="0" u="none" strike="noStrike" cap="none">
                <a:solidFill>
                  <a:schemeClr val="dk1"/>
                </a:solidFill>
                <a:latin typeface="DM Sans Black"/>
                <a:ea typeface="DM Sans Black"/>
                <a:cs typeface="DM Sans Black"/>
                <a:sym typeface="DM Sans Black"/>
              </a:rPr>
              <a:t>Start</a:t>
            </a:r>
            <a:endParaRPr sz="1800" b="0" i="0" u="none" strike="noStrike" cap="none">
              <a:solidFill>
                <a:schemeClr val="dk1"/>
              </a:solidFill>
              <a:latin typeface="DM Sans Black"/>
              <a:ea typeface="DM Sans Black"/>
              <a:cs typeface="DM Sans Black"/>
              <a:sym typeface="DM Sans Black"/>
            </a:endParaRPr>
          </a:p>
        </p:txBody>
      </p:sp>
      <p:sp>
        <p:nvSpPr>
          <p:cNvPr id="720" name="Google Shape;720;p49"/>
          <p:cNvSpPr/>
          <p:nvPr/>
        </p:nvSpPr>
        <p:spPr>
          <a:xfrm>
            <a:off x="3616650" y="2477675"/>
            <a:ext cx="1910700" cy="408900"/>
          </a:xfrm>
          <a:prstGeom prst="rect">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 sz="1800" b="0" i="0" u="none" strike="noStrike" cap="none">
                <a:solidFill>
                  <a:schemeClr val="dk1"/>
                </a:solidFill>
                <a:latin typeface="DM Sans Black"/>
                <a:ea typeface="DM Sans Black"/>
                <a:cs typeface="DM Sans Black"/>
                <a:sym typeface="DM Sans Black"/>
              </a:rPr>
              <a:t>Outcome </a:t>
            </a:r>
            <a:endParaRPr sz="1800" b="0" i="0" u="none" strike="noStrike" cap="none">
              <a:solidFill>
                <a:schemeClr val="dk1"/>
              </a:solidFill>
              <a:latin typeface="DM Sans Black"/>
              <a:ea typeface="DM Sans Black"/>
              <a:cs typeface="DM Sans Black"/>
              <a:sym typeface="DM Sans Black"/>
            </a:endParaRPr>
          </a:p>
        </p:txBody>
      </p:sp>
      <p:sp>
        <p:nvSpPr>
          <p:cNvPr id="721" name="Google Shape;721;p49"/>
          <p:cNvSpPr/>
          <p:nvPr/>
        </p:nvSpPr>
        <p:spPr>
          <a:xfrm>
            <a:off x="1071075" y="2477675"/>
            <a:ext cx="1910700" cy="408900"/>
          </a:xfrm>
          <a:prstGeom prst="rect">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 sz="1800" b="0" i="0" u="none" strike="noStrike" cap="none">
                <a:solidFill>
                  <a:schemeClr val="dk1"/>
                </a:solidFill>
                <a:latin typeface="DM Sans Black"/>
                <a:ea typeface="DM Sans Black"/>
                <a:cs typeface="DM Sans Black"/>
                <a:sym typeface="DM Sans Black"/>
              </a:rPr>
              <a:t>Outcome </a:t>
            </a:r>
            <a:endParaRPr sz="1800" b="0" i="0" u="none" strike="noStrike" cap="none">
              <a:solidFill>
                <a:schemeClr val="dk1"/>
              </a:solidFill>
              <a:latin typeface="DM Sans Black"/>
              <a:ea typeface="DM Sans Black"/>
              <a:cs typeface="DM Sans Black"/>
              <a:sym typeface="DM Sans Black"/>
            </a:endParaRPr>
          </a:p>
        </p:txBody>
      </p:sp>
      <p:sp>
        <p:nvSpPr>
          <p:cNvPr id="722" name="Google Shape;722;p49"/>
          <p:cNvSpPr/>
          <p:nvPr/>
        </p:nvSpPr>
        <p:spPr>
          <a:xfrm>
            <a:off x="6162225" y="2477675"/>
            <a:ext cx="1910700" cy="408900"/>
          </a:xfrm>
          <a:prstGeom prst="rect">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n" sz="1800" b="0" i="0" u="none" strike="noStrike" cap="none">
                <a:solidFill>
                  <a:schemeClr val="dk1"/>
                </a:solidFill>
                <a:latin typeface="DM Sans Black"/>
                <a:ea typeface="DM Sans Black"/>
                <a:cs typeface="DM Sans Black"/>
                <a:sym typeface="DM Sans Black"/>
              </a:rPr>
              <a:t>Outcome </a:t>
            </a:r>
            <a:endParaRPr sz="1800" b="0" i="0" u="none" strike="noStrike" cap="none">
              <a:solidFill>
                <a:schemeClr val="dk1"/>
              </a:solidFill>
              <a:latin typeface="DM Sans Black"/>
              <a:ea typeface="DM Sans Black"/>
              <a:cs typeface="DM Sans Black"/>
              <a:sym typeface="DM Sans Black"/>
            </a:endParaRPr>
          </a:p>
        </p:txBody>
      </p:sp>
      <p:sp>
        <p:nvSpPr>
          <p:cNvPr id="723" name="Google Shape;723;p49"/>
          <p:cNvSpPr/>
          <p:nvPr/>
        </p:nvSpPr>
        <p:spPr>
          <a:xfrm>
            <a:off x="1850475" y="2000975"/>
            <a:ext cx="351900" cy="3519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 sz="1600" b="0" i="0" u="none" strike="noStrike" cap="none">
                <a:solidFill>
                  <a:schemeClr val="dk1"/>
                </a:solidFill>
                <a:latin typeface="DM Sans Black"/>
                <a:ea typeface="DM Sans Black"/>
                <a:cs typeface="DM Sans Black"/>
                <a:sym typeface="DM Sans Black"/>
              </a:rPr>
              <a:t>1</a:t>
            </a:r>
            <a:endParaRPr sz="1600" b="0" i="0" u="none" strike="noStrike" cap="none">
              <a:solidFill>
                <a:schemeClr val="dk1"/>
              </a:solidFill>
              <a:latin typeface="DM Sans Black"/>
              <a:ea typeface="DM Sans Black"/>
              <a:cs typeface="DM Sans Black"/>
              <a:sym typeface="DM Sans Black"/>
            </a:endParaRPr>
          </a:p>
        </p:txBody>
      </p:sp>
      <p:sp>
        <p:nvSpPr>
          <p:cNvPr id="724" name="Google Shape;724;p49"/>
          <p:cNvSpPr/>
          <p:nvPr/>
        </p:nvSpPr>
        <p:spPr>
          <a:xfrm>
            <a:off x="4396050" y="2000975"/>
            <a:ext cx="351900" cy="3519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 sz="1600" b="0" i="0" u="none" strike="noStrike" cap="none">
                <a:solidFill>
                  <a:schemeClr val="dk1"/>
                </a:solidFill>
                <a:latin typeface="DM Sans Black"/>
                <a:ea typeface="DM Sans Black"/>
                <a:cs typeface="DM Sans Black"/>
                <a:sym typeface="DM Sans Black"/>
              </a:rPr>
              <a:t>2</a:t>
            </a:r>
            <a:endParaRPr sz="1600" b="0" i="0" u="none" strike="noStrike" cap="none">
              <a:solidFill>
                <a:schemeClr val="dk1"/>
              </a:solidFill>
              <a:latin typeface="DM Sans Black"/>
              <a:ea typeface="DM Sans Black"/>
              <a:cs typeface="DM Sans Black"/>
              <a:sym typeface="DM Sans Black"/>
            </a:endParaRPr>
          </a:p>
        </p:txBody>
      </p:sp>
      <p:sp>
        <p:nvSpPr>
          <p:cNvPr id="725" name="Google Shape;725;p49"/>
          <p:cNvSpPr/>
          <p:nvPr/>
        </p:nvSpPr>
        <p:spPr>
          <a:xfrm>
            <a:off x="6941625" y="2000975"/>
            <a:ext cx="351900" cy="351900"/>
          </a:xfrm>
          <a:prstGeom prst="rect">
            <a:avLst/>
          </a:prstGeom>
          <a:solidFill>
            <a:schemeClr val="accent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n" sz="1600" b="0" i="0" u="none" strike="noStrike" cap="none">
                <a:solidFill>
                  <a:schemeClr val="dk1"/>
                </a:solidFill>
                <a:latin typeface="DM Sans Black"/>
                <a:ea typeface="DM Sans Black"/>
                <a:cs typeface="DM Sans Black"/>
                <a:sym typeface="DM Sans Black"/>
              </a:rPr>
              <a:t>3</a:t>
            </a:r>
            <a:endParaRPr sz="1600" b="0" i="0" u="none" strike="noStrike" cap="none">
              <a:solidFill>
                <a:schemeClr val="dk1"/>
              </a:solidFill>
              <a:latin typeface="DM Sans Black"/>
              <a:ea typeface="DM Sans Black"/>
              <a:cs typeface="DM Sans Black"/>
              <a:sym typeface="DM Sans Black"/>
            </a:endParaRPr>
          </a:p>
        </p:txBody>
      </p:sp>
      <p:sp>
        <p:nvSpPr>
          <p:cNvPr id="726" name="Google Shape;726;p49"/>
          <p:cNvSpPr/>
          <p:nvPr/>
        </p:nvSpPr>
        <p:spPr>
          <a:xfrm>
            <a:off x="1071075" y="3012500"/>
            <a:ext cx="1910700" cy="1596000"/>
          </a:xfrm>
          <a:prstGeom prst="rect">
            <a:avLst/>
          </a:prstGeom>
          <a:solidFill>
            <a:schemeClr val="accent2"/>
          </a:solidFill>
          <a:ln>
            <a:noFill/>
          </a:ln>
        </p:spPr>
        <p:txBody>
          <a:bodyPr spcFirstLastPara="1" wrap="square" lIns="91425" tIns="91425" rIns="91425" bIns="91425" anchor="t" anchorCtr="0">
            <a:noAutofit/>
          </a:bodyPr>
          <a:lstStyle/>
          <a:p>
            <a:pPr marL="285750" marR="0" lvl="0" indent="-247650" algn="l" rtl="0">
              <a:lnSpc>
                <a:spcPct val="100000"/>
              </a:lnSpc>
              <a:spcBef>
                <a:spcPts val="0"/>
              </a:spcBef>
              <a:spcAft>
                <a:spcPts val="0"/>
              </a:spcAft>
              <a:buClr>
                <a:schemeClr val="dk1"/>
              </a:buClr>
              <a:buSzPts val="1200"/>
              <a:buFont typeface="Karla"/>
              <a:buAutoNum type="alphaUcPeriod"/>
            </a:pPr>
            <a:r>
              <a:rPr lang="en" sz="1200" b="0" i="0" u="none" strike="noStrike" cap="none">
                <a:solidFill>
                  <a:schemeClr val="dk1"/>
                </a:solidFill>
                <a:latin typeface="Karla"/>
                <a:ea typeface="Karla"/>
                <a:cs typeface="Karla"/>
                <a:sym typeface="Karla"/>
              </a:rPr>
              <a:t>Write your recommendation</a:t>
            </a:r>
            <a:endParaRPr sz="1200" b="0" i="0" u="none" strike="noStrike" cap="none">
              <a:solidFill>
                <a:schemeClr val="dk1"/>
              </a:solidFill>
              <a:latin typeface="Karla"/>
              <a:ea typeface="Karla"/>
              <a:cs typeface="Karla"/>
              <a:sym typeface="Karla"/>
            </a:endParaRPr>
          </a:p>
          <a:p>
            <a:pPr marL="285750" marR="0" lvl="0" indent="-247650" algn="l" rtl="0">
              <a:lnSpc>
                <a:spcPct val="100000"/>
              </a:lnSpc>
              <a:spcBef>
                <a:spcPts val="0"/>
              </a:spcBef>
              <a:spcAft>
                <a:spcPts val="0"/>
              </a:spcAft>
              <a:buClr>
                <a:schemeClr val="dk1"/>
              </a:buClr>
              <a:buSzPts val="1200"/>
              <a:buFont typeface="Karla"/>
              <a:buAutoNum type="alphaUcPeriod"/>
            </a:pPr>
            <a:r>
              <a:rPr lang="en" sz="1200" b="0" i="0" u="none" strike="noStrike" cap="none">
                <a:solidFill>
                  <a:schemeClr val="dk1"/>
                </a:solidFill>
                <a:latin typeface="Karla"/>
                <a:ea typeface="Karla"/>
                <a:cs typeface="Karla"/>
                <a:sym typeface="Karla"/>
              </a:rPr>
              <a:t>Write your recommendation</a:t>
            </a:r>
            <a:endParaRPr sz="1200" b="0" i="0" u="none" strike="noStrike" cap="none">
              <a:solidFill>
                <a:schemeClr val="dk1"/>
              </a:solidFill>
              <a:latin typeface="Karla"/>
              <a:ea typeface="Karla"/>
              <a:cs typeface="Karla"/>
              <a:sym typeface="Karla"/>
            </a:endParaRPr>
          </a:p>
          <a:p>
            <a:pPr marL="285750" marR="0" lvl="0" indent="-247650" algn="l" rtl="0">
              <a:lnSpc>
                <a:spcPct val="100000"/>
              </a:lnSpc>
              <a:spcBef>
                <a:spcPts val="0"/>
              </a:spcBef>
              <a:spcAft>
                <a:spcPts val="0"/>
              </a:spcAft>
              <a:buClr>
                <a:schemeClr val="dk1"/>
              </a:buClr>
              <a:buSzPts val="1200"/>
              <a:buFont typeface="Karla"/>
              <a:buAutoNum type="alphaUcPeriod"/>
            </a:pPr>
            <a:r>
              <a:rPr lang="en" sz="1200" b="0" i="0" u="none" strike="noStrike" cap="none">
                <a:solidFill>
                  <a:schemeClr val="dk1"/>
                </a:solidFill>
                <a:latin typeface="Karla"/>
                <a:ea typeface="Karla"/>
                <a:cs typeface="Karla"/>
                <a:sym typeface="Karla"/>
              </a:rPr>
              <a:t>Write your recommendation</a:t>
            </a:r>
            <a:endParaRPr sz="1200" b="0" i="0" u="none" strike="noStrike" cap="none">
              <a:solidFill>
                <a:schemeClr val="dk1"/>
              </a:solidFill>
              <a:latin typeface="Karla"/>
              <a:ea typeface="Karla"/>
              <a:cs typeface="Karla"/>
              <a:sym typeface="Karla"/>
            </a:endParaRPr>
          </a:p>
          <a:p>
            <a:pPr marL="285750" marR="0" lvl="0" indent="-247650" algn="l" rtl="0">
              <a:lnSpc>
                <a:spcPct val="100000"/>
              </a:lnSpc>
              <a:spcBef>
                <a:spcPts val="0"/>
              </a:spcBef>
              <a:spcAft>
                <a:spcPts val="0"/>
              </a:spcAft>
              <a:buClr>
                <a:schemeClr val="dk1"/>
              </a:buClr>
              <a:buSzPts val="1200"/>
              <a:buFont typeface="Karla"/>
              <a:buAutoNum type="alphaUcPeriod"/>
            </a:pPr>
            <a:r>
              <a:rPr lang="en" sz="1200" b="0" i="0" u="none" strike="noStrike" cap="none">
                <a:solidFill>
                  <a:schemeClr val="dk1"/>
                </a:solidFill>
                <a:latin typeface="Karla"/>
                <a:ea typeface="Karla"/>
                <a:cs typeface="Karla"/>
                <a:sym typeface="Karla"/>
              </a:rPr>
              <a:t>Write your recommendation</a:t>
            </a:r>
            <a:endParaRPr sz="1200" b="0" i="0" u="none" strike="noStrike" cap="none">
              <a:solidFill>
                <a:schemeClr val="dk1"/>
              </a:solidFill>
              <a:latin typeface="Karla"/>
              <a:ea typeface="Karla"/>
              <a:cs typeface="Karla"/>
              <a:sym typeface="Karla"/>
            </a:endParaRPr>
          </a:p>
        </p:txBody>
      </p:sp>
      <p:cxnSp>
        <p:nvCxnSpPr>
          <p:cNvPr id="727" name="Google Shape;727;p49"/>
          <p:cNvCxnSpPr>
            <a:stCxn id="719" idx="2"/>
            <a:endCxn id="723" idx="0"/>
          </p:cNvCxnSpPr>
          <p:nvPr/>
        </p:nvCxnSpPr>
        <p:spPr>
          <a:xfrm rot="5400000">
            <a:off x="3163200" y="592275"/>
            <a:ext cx="272100" cy="2545500"/>
          </a:xfrm>
          <a:prstGeom prst="bentConnector3">
            <a:avLst>
              <a:gd name="adj1" fmla="val 49982"/>
            </a:avLst>
          </a:prstGeom>
          <a:noFill/>
          <a:ln w="9525" cap="flat" cmpd="sng">
            <a:solidFill>
              <a:schemeClr val="dk1"/>
            </a:solidFill>
            <a:prstDash val="solid"/>
            <a:round/>
            <a:headEnd type="none" w="sm" len="sm"/>
            <a:tailEnd type="oval" w="med" len="med"/>
          </a:ln>
        </p:spPr>
      </p:cxnSp>
      <p:cxnSp>
        <p:nvCxnSpPr>
          <p:cNvPr id="728" name="Google Shape;728;p49"/>
          <p:cNvCxnSpPr>
            <a:stCxn id="719" idx="2"/>
            <a:endCxn id="725" idx="0"/>
          </p:cNvCxnSpPr>
          <p:nvPr/>
        </p:nvCxnSpPr>
        <p:spPr>
          <a:xfrm rot="-5400000" flipH="1">
            <a:off x="5708700" y="592275"/>
            <a:ext cx="272100" cy="2545500"/>
          </a:xfrm>
          <a:prstGeom prst="bentConnector3">
            <a:avLst>
              <a:gd name="adj1" fmla="val 49982"/>
            </a:avLst>
          </a:prstGeom>
          <a:noFill/>
          <a:ln w="9525" cap="flat" cmpd="sng">
            <a:solidFill>
              <a:schemeClr val="dk1"/>
            </a:solidFill>
            <a:prstDash val="solid"/>
            <a:round/>
            <a:headEnd type="none" w="sm" len="sm"/>
            <a:tailEnd type="oval" w="med" len="med"/>
          </a:ln>
        </p:spPr>
      </p:cxnSp>
      <p:cxnSp>
        <p:nvCxnSpPr>
          <p:cNvPr id="729" name="Google Shape;729;p49"/>
          <p:cNvCxnSpPr>
            <a:stCxn id="719" idx="2"/>
            <a:endCxn id="724" idx="0"/>
          </p:cNvCxnSpPr>
          <p:nvPr/>
        </p:nvCxnSpPr>
        <p:spPr>
          <a:xfrm rot="-5400000" flipH="1">
            <a:off x="4436250" y="1864725"/>
            <a:ext cx="272100" cy="600"/>
          </a:xfrm>
          <a:prstGeom prst="bentConnector3">
            <a:avLst>
              <a:gd name="adj1" fmla="val 49982"/>
            </a:avLst>
          </a:prstGeom>
          <a:noFill/>
          <a:ln w="9525" cap="flat" cmpd="sng">
            <a:solidFill>
              <a:schemeClr val="dk1"/>
            </a:solidFill>
            <a:prstDash val="solid"/>
            <a:round/>
            <a:headEnd type="none" w="sm" len="sm"/>
            <a:tailEnd type="oval" w="med" len="med"/>
          </a:ln>
        </p:spPr>
      </p:cxnSp>
      <p:cxnSp>
        <p:nvCxnSpPr>
          <p:cNvPr id="730" name="Google Shape;730;p49"/>
          <p:cNvCxnSpPr>
            <a:stCxn id="723" idx="2"/>
            <a:endCxn id="721" idx="0"/>
          </p:cNvCxnSpPr>
          <p:nvPr/>
        </p:nvCxnSpPr>
        <p:spPr>
          <a:xfrm rot="-5400000" flipH="1">
            <a:off x="1964325" y="2414975"/>
            <a:ext cx="124800" cy="600"/>
          </a:xfrm>
          <a:prstGeom prst="bentConnector3">
            <a:avLst>
              <a:gd name="adj1" fmla="val 50000"/>
            </a:avLst>
          </a:prstGeom>
          <a:noFill/>
          <a:ln w="9525" cap="flat" cmpd="sng">
            <a:solidFill>
              <a:schemeClr val="dk1"/>
            </a:solidFill>
            <a:prstDash val="solid"/>
            <a:round/>
            <a:headEnd type="none" w="sm" len="sm"/>
            <a:tailEnd type="none" w="sm" len="sm"/>
          </a:ln>
        </p:spPr>
      </p:cxnSp>
      <p:cxnSp>
        <p:nvCxnSpPr>
          <p:cNvPr id="731" name="Google Shape;731;p49"/>
          <p:cNvCxnSpPr>
            <a:stCxn id="724" idx="2"/>
            <a:endCxn id="720" idx="0"/>
          </p:cNvCxnSpPr>
          <p:nvPr/>
        </p:nvCxnSpPr>
        <p:spPr>
          <a:xfrm rot="-5400000" flipH="1">
            <a:off x="4509900" y="2414975"/>
            <a:ext cx="124800" cy="600"/>
          </a:xfrm>
          <a:prstGeom prst="bentConnector3">
            <a:avLst>
              <a:gd name="adj1" fmla="val 50000"/>
            </a:avLst>
          </a:prstGeom>
          <a:noFill/>
          <a:ln w="9525" cap="flat" cmpd="sng">
            <a:solidFill>
              <a:schemeClr val="dk1"/>
            </a:solidFill>
            <a:prstDash val="solid"/>
            <a:round/>
            <a:headEnd type="none" w="sm" len="sm"/>
            <a:tailEnd type="none" w="sm" len="sm"/>
          </a:ln>
        </p:spPr>
      </p:cxnSp>
      <p:cxnSp>
        <p:nvCxnSpPr>
          <p:cNvPr id="732" name="Google Shape;732;p49"/>
          <p:cNvCxnSpPr>
            <a:stCxn id="725" idx="2"/>
            <a:endCxn id="722" idx="0"/>
          </p:cNvCxnSpPr>
          <p:nvPr/>
        </p:nvCxnSpPr>
        <p:spPr>
          <a:xfrm rot="-5400000" flipH="1">
            <a:off x="7055475" y="2414975"/>
            <a:ext cx="124800" cy="600"/>
          </a:xfrm>
          <a:prstGeom prst="bentConnector3">
            <a:avLst>
              <a:gd name="adj1" fmla="val 50000"/>
            </a:avLst>
          </a:prstGeom>
          <a:noFill/>
          <a:ln w="9525" cap="flat" cmpd="sng">
            <a:solidFill>
              <a:schemeClr val="dk1"/>
            </a:solidFill>
            <a:prstDash val="solid"/>
            <a:round/>
            <a:headEnd type="none" w="sm" len="sm"/>
            <a:tailEnd type="none" w="sm" len="sm"/>
          </a:ln>
        </p:spPr>
      </p:cxnSp>
      <p:cxnSp>
        <p:nvCxnSpPr>
          <p:cNvPr id="733" name="Google Shape;733;p49"/>
          <p:cNvCxnSpPr>
            <a:stCxn id="721" idx="2"/>
            <a:endCxn id="726" idx="0"/>
          </p:cNvCxnSpPr>
          <p:nvPr/>
        </p:nvCxnSpPr>
        <p:spPr>
          <a:xfrm rot="-5400000" flipH="1">
            <a:off x="1963725" y="2949275"/>
            <a:ext cx="126000" cy="600"/>
          </a:xfrm>
          <a:prstGeom prst="bentConnector3">
            <a:avLst>
              <a:gd name="adj1" fmla="val 49970"/>
            </a:avLst>
          </a:prstGeom>
          <a:noFill/>
          <a:ln w="9525" cap="flat" cmpd="sng">
            <a:solidFill>
              <a:schemeClr val="dk1"/>
            </a:solidFill>
            <a:prstDash val="solid"/>
            <a:round/>
            <a:headEnd type="none" w="sm" len="sm"/>
            <a:tailEnd type="none" w="sm" len="sm"/>
          </a:ln>
        </p:spPr>
      </p:cxnSp>
      <p:cxnSp>
        <p:nvCxnSpPr>
          <p:cNvPr id="734" name="Google Shape;734;p49"/>
          <p:cNvCxnSpPr>
            <a:stCxn id="735" idx="0"/>
            <a:endCxn id="722" idx="2"/>
          </p:cNvCxnSpPr>
          <p:nvPr/>
        </p:nvCxnSpPr>
        <p:spPr>
          <a:xfrm rot="-5400000">
            <a:off x="7054875" y="2949200"/>
            <a:ext cx="126000" cy="600"/>
          </a:xfrm>
          <a:prstGeom prst="bentConnector3">
            <a:avLst>
              <a:gd name="adj1" fmla="val 49970"/>
            </a:avLst>
          </a:prstGeom>
          <a:noFill/>
          <a:ln w="9525" cap="flat" cmpd="sng">
            <a:solidFill>
              <a:schemeClr val="dk1"/>
            </a:solidFill>
            <a:prstDash val="solid"/>
            <a:round/>
            <a:headEnd type="none" w="sm" len="sm"/>
            <a:tailEnd type="none" w="sm" len="sm"/>
          </a:ln>
        </p:spPr>
      </p:cxnSp>
      <p:cxnSp>
        <p:nvCxnSpPr>
          <p:cNvPr id="736" name="Google Shape;736;p49"/>
          <p:cNvCxnSpPr>
            <a:stCxn id="720" idx="2"/>
            <a:endCxn id="737" idx="0"/>
          </p:cNvCxnSpPr>
          <p:nvPr/>
        </p:nvCxnSpPr>
        <p:spPr>
          <a:xfrm rot="-5400000" flipH="1">
            <a:off x="4509300" y="2949275"/>
            <a:ext cx="126000" cy="600"/>
          </a:xfrm>
          <a:prstGeom prst="bentConnector3">
            <a:avLst>
              <a:gd name="adj1" fmla="val 49970"/>
            </a:avLst>
          </a:prstGeom>
          <a:noFill/>
          <a:ln w="9525" cap="flat" cmpd="sng">
            <a:solidFill>
              <a:schemeClr val="dk1"/>
            </a:solidFill>
            <a:prstDash val="solid"/>
            <a:round/>
            <a:headEnd type="none" w="sm" len="sm"/>
            <a:tailEnd type="none" w="sm" len="sm"/>
          </a:ln>
        </p:spPr>
      </p:cxnSp>
      <p:sp>
        <p:nvSpPr>
          <p:cNvPr id="737" name="Google Shape;737;p49"/>
          <p:cNvSpPr/>
          <p:nvPr/>
        </p:nvSpPr>
        <p:spPr>
          <a:xfrm>
            <a:off x="3616650" y="3012500"/>
            <a:ext cx="1910700" cy="1596000"/>
          </a:xfrm>
          <a:prstGeom prst="rect">
            <a:avLst/>
          </a:prstGeom>
          <a:solidFill>
            <a:schemeClr val="accent2"/>
          </a:solidFill>
          <a:ln>
            <a:noFill/>
          </a:ln>
        </p:spPr>
        <p:txBody>
          <a:bodyPr spcFirstLastPara="1" wrap="square" lIns="91425" tIns="91425" rIns="91425" bIns="91425" anchor="t" anchorCtr="0">
            <a:noAutofit/>
          </a:bodyPr>
          <a:lstStyle/>
          <a:p>
            <a:pPr marL="285750" marR="0" lvl="0" indent="-247650" algn="l" rtl="0">
              <a:lnSpc>
                <a:spcPct val="100000"/>
              </a:lnSpc>
              <a:spcBef>
                <a:spcPts val="0"/>
              </a:spcBef>
              <a:spcAft>
                <a:spcPts val="0"/>
              </a:spcAft>
              <a:buClr>
                <a:schemeClr val="dk1"/>
              </a:buClr>
              <a:buSzPts val="1200"/>
              <a:buFont typeface="Karla"/>
              <a:buAutoNum type="alphaUcPeriod"/>
            </a:pPr>
            <a:r>
              <a:rPr lang="en" sz="1200" b="0" i="0" u="none" strike="noStrike" cap="none">
                <a:solidFill>
                  <a:schemeClr val="dk1"/>
                </a:solidFill>
                <a:latin typeface="Karla"/>
                <a:ea typeface="Karla"/>
                <a:cs typeface="Karla"/>
                <a:sym typeface="Karla"/>
              </a:rPr>
              <a:t>Write your recommendation</a:t>
            </a:r>
            <a:endParaRPr sz="1200" b="0" i="0" u="none" strike="noStrike" cap="none">
              <a:solidFill>
                <a:schemeClr val="dk1"/>
              </a:solidFill>
              <a:latin typeface="Karla"/>
              <a:ea typeface="Karla"/>
              <a:cs typeface="Karla"/>
              <a:sym typeface="Karla"/>
            </a:endParaRPr>
          </a:p>
          <a:p>
            <a:pPr marL="285750" marR="0" lvl="0" indent="-247650" algn="l" rtl="0">
              <a:lnSpc>
                <a:spcPct val="100000"/>
              </a:lnSpc>
              <a:spcBef>
                <a:spcPts val="0"/>
              </a:spcBef>
              <a:spcAft>
                <a:spcPts val="0"/>
              </a:spcAft>
              <a:buClr>
                <a:schemeClr val="dk1"/>
              </a:buClr>
              <a:buSzPts val="1200"/>
              <a:buFont typeface="Karla"/>
              <a:buAutoNum type="alphaUcPeriod"/>
            </a:pPr>
            <a:r>
              <a:rPr lang="en" sz="1200" b="0" i="0" u="none" strike="noStrike" cap="none">
                <a:solidFill>
                  <a:schemeClr val="dk1"/>
                </a:solidFill>
                <a:latin typeface="Karla"/>
                <a:ea typeface="Karla"/>
                <a:cs typeface="Karla"/>
                <a:sym typeface="Karla"/>
              </a:rPr>
              <a:t>Write your recommendation</a:t>
            </a:r>
            <a:endParaRPr sz="1200" b="0" i="0" u="none" strike="noStrike" cap="none">
              <a:solidFill>
                <a:schemeClr val="dk1"/>
              </a:solidFill>
              <a:latin typeface="Karla"/>
              <a:ea typeface="Karla"/>
              <a:cs typeface="Karla"/>
              <a:sym typeface="Karla"/>
            </a:endParaRPr>
          </a:p>
          <a:p>
            <a:pPr marL="285750" marR="0" lvl="0" indent="-247650" algn="l" rtl="0">
              <a:lnSpc>
                <a:spcPct val="100000"/>
              </a:lnSpc>
              <a:spcBef>
                <a:spcPts val="0"/>
              </a:spcBef>
              <a:spcAft>
                <a:spcPts val="0"/>
              </a:spcAft>
              <a:buClr>
                <a:schemeClr val="dk1"/>
              </a:buClr>
              <a:buSzPts val="1200"/>
              <a:buFont typeface="Karla"/>
              <a:buAutoNum type="alphaUcPeriod"/>
            </a:pPr>
            <a:r>
              <a:rPr lang="en" sz="1200" b="0" i="0" u="none" strike="noStrike" cap="none">
                <a:solidFill>
                  <a:schemeClr val="dk1"/>
                </a:solidFill>
                <a:latin typeface="Karla"/>
                <a:ea typeface="Karla"/>
                <a:cs typeface="Karla"/>
                <a:sym typeface="Karla"/>
              </a:rPr>
              <a:t>Write your recommendation</a:t>
            </a:r>
            <a:endParaRPr sz="1200" b="0" i="0" u="none" strike="noStrike" cap="none">
              <a:solidFill>
                <a:schemeClr val="dk1"/>
              </a:solidFill>
              <a:latin typeface="Karla"/>
              <a:ea typeface="Karla"/>
              <a:cs typeface="Karla"/>
              <a:sym typeface="Karla"/>
            </a:endParaRPr>
          </a:p>
          <a:p>
            <a:pPr marL="285750" marR="0" lvl="0" indent="-247650" algn="l" rtl="0">
              <a:lnSpc>
                <a:spcPct val="100000"/>
              </a:lnSpc>
              <a:spcBef>
                <a:spcPts val="0"/>
              </a:spcBef>
              <a:spcAft>
                <a:spcPts val="0"/>
              </a:spcAft>
              <a:buClr>
                <a:schemeClr val="dk1"/>
              </a:buClr>
              <a:buSzPts val="1200"/>
              <a:buFont typeface="Karla"/>
              <a:buAutoNum type="alphaUcPeriod"/>
            </a:pPr>
            <a:r>
              <a:rPr lang="en" sz="1200" b="0" i="0" u="none" strike="noStrike" cap="none">
                <a:solidFill>
                  <a:schemeClr val="dk1"/>
                </a:solidFill>
                <a:latin typeface="Karla"/>
                <a:ea typeface="Karla"/>
                <a:cs typeface="Karla"/>
                <a:sym typeface="Karla"/>
              </a:rPr>
              <a:t>Write your recommendation</a:t>
            </a:r>
            <a:endParaRPr sz="1200" b="0" i="0" u="none" strike="noStrike" cap="none">
              <a:solidFill>
                <a:schemeClr val="dk1"/>
              </a:solidFill>
              <a:latin typeface="Karla"/>
              <a:ea typeface="Karla"/>
              <a:cs typeface="Karla"/>
              <a:sym typeface="Karla"/>
            </a:endParaRPr>
          </a:p>
        </p:txBody>
      </p:sp>
      <p:sp>
        <p:nvSpPr>
          <p:cNvPr id="735" name="Google Shape;735;p49"/>
          <p:cNvSpPr/>
          <p:nvPr/>
        </p:nvSpPr>
        <p:spPr>
          <a:xfrm>
            <a:off x="6162225" y="3012500"/>
            <a:ext cx="1910700" cy="1596000"/>
          </a:xfrm>
          <a:prstGeom prst="rect">
            <a:avLst/>
          </a:prstGeom>
          <a:solidFill>
            <a:schemeClr val="accent2"/>
          </a:solidFill>
          <a:ln>
            <a:noFill/>
          </a:ln>
        </p:spPr>
        <p:txBody>
          <a:bodyPr spcFirstLastPara="1" wrap="square" lIns="91425" tIns="91425" rIns="91425" bIns="91425" anchor="t" anchorCtr="0">
            <a:noAutofit/>
          </a:bodyPr>
          <a:lstStyle/>
          <a:p>
            <a:pPr marL="285750" marR="0" lvl="0" indent="-247650" algn="l" rtl="0">
              <a:lnSpc>
                <a:spcPct val="100000"/>
              </a:lnSpc>
              <a:spcBef>
                <a:spcPts val="0"/>
              </a:spcBef>
              <a:spcAft>
                <a:spcPts val="0"/>
              </a:spcAft>
              <a:buClr>
                <a:schemeClr val="dk1"/>
              </a:buClr>
              <a:buSzPts val="1200"/>
              <a:buFont typeface="Karla"/>
              <a:buAutoNum type="alphaUcPeriod"/>
            </a:pPr>
            <a:r>
              <a:rPr lang="en" sz="1200" b="0" i="0" u="none" strike="noStrike" cap="none">
                <a:solidFill>
                  <a:schemeClr val="dk1"/>
                </a:solidFill>
                <a:latin typeface="Karla"/>
                <a:ea typeface="Karla"/>
                <a:cs typeface="Karla"/>
                <a:sym typeface="Karla"/>
              </a:rPr>
              <a:t>Write your recommendation</a:t>
            </a:r>
            <a:endParaRPr sz="1200" b="0" i="0" u="none" strike="noStrike" cap="none">
              <a:solidFill>
                <a:schemeClr val="dk1"/>
              </a:solidFill>
              <a:latin typeface="Karla"/>
              <a:ea typeface="Karla"/>
              <a:cs typeface="Karla"/>
              <a:sym typeface="Karla"/>
            </a:endParaRPr>
          </a:p>
          <a:p>
            <a:pPr marL="285750" marR="0" lvl="0" indent="-247650" algn="l" rtl="0">
              <a:lnSpc>
                <a:spcPct val="100000"/>
              </a:lnSpc>
              <a:spcBef>
                <a:spcPts val="0"/>
              </a:spcBef>
              <a:spcAft>
                <a:spcPts val="0"/>
              </a:spcAft>
              <a:buClr>
                <a:schemeClr val="dk1"/>
              </a:buClr>
              <a:buSzPts val="1200"/>
              <a:buFont typeface="Karla"/>
              <a:buAutoNum type="alphaUcPeriod"/>
            </a:pPr>
            <a:r>
              <a:rPr lang="en" sz="1200" b="0" i="0" u="none" strike="noStrike" cap="none">
                <a:solidFill>
                  <a:schemeClr val="dk1"/>
                </a:solidFill>
                <a:latin typeface="Karla"/>
                <a:ea typeface="Karla"/>
                <a:cs typeface="Karla"/>
                <a:sym typeface="Karla"/>
              </a:rPr>
              <a:t>Write your recommendation</a:t>
            </a:r>
            <a:endParaRPr sz="1200" b="0" i="0" u="none" strike="noStrike" cap="none">
              <a:solidFill>
                <a:schemeClr val="dk1"/>
              </a:solidFill>
              <a:latin typeface="Karla"/>
              <a:ea typeface="Karla"/>
              <a:cs typeface="Karla"/>
              <a:sym typeface="Karla"/>
            </a:endParaRPr>
          </a:p>
          <a:p>
            <a:pPr marL="285750" marR="0" lvl="0" indent="-247650" algn="l" rtl="0">
              <a:lnSpc>
                <a:spcPct val="100000"/>
              </a:lnSpc>
              <a:spcBef>
                <a:spcPts val="0"/>
              </a:spcBef>
              <a:spcAft>
                <a:spcPts val="0"/>
              </a:spcAft>
              <a:buClr>
                <a:schemeClr val="dk1"/>
              </a:buClr>
              <a:buSzPts val="1200"/>
              <a:buFont typeface="Karla"/>
              <a:buAutoNum type="alphaUcPeriod"/>
            </a:pPr>
            <a:r>
              <a:rPr lang="en" sz="1200" b="0" i="0" u="none" strike="noStrike" cap="none">
                <a:solidFill>
                  <a:schemeClr val="dk1"/>
                </a:solidFill>
                <a:latin typeface="Karla"/>
                <a:ea typeface="Karla"/>
                <a:cs typeface="Karla"/>
                <a:sym typeface="Karla"/>
              </a:rPr>
              <a:t>Write your recommendation</a:t>
            </a:r>
            <a:endParaRPr sz="1200" b="0" i="0" u="none" strike="noStrike" cap="none">
              <a:solidFill>
                <a:schemeClr val="dk1"/>
              </a:solidFill>
              <a:latin typeface="Karla"/>
              <a:ea typeface="Karla"/>
              <a:cs typeface="Karla"/>
              <a:sym typeface="Karla"/>
            </a:endParaRPr>
          </a:p>
          <a:p>
            <a:pPr marL="285750" marR="0" lvl="0" indent="-247650" algn="l" rtl="0">
              <a:lnSpc>
                <a:spcPct val="100000"/>
              </a:lnSpc>
              <a:spcBef>
                <a:spcPts val="0"/>
              </a:spcBef>
              <a:spcAft>
                <a:spcPts val="0"/>
              </a:spcAft>
              <a:buClr>
                <a:schemeClr val="dk1"/>
              </a:buClr>
              <a:buSzPts val="1200"/>
              <a:buFont typeface="Karla"/>
              <a:buAutoNum type="alphaUcPeriod"/>
            </a:pPr>
            <a:r>
              <a:rPr lang="en" sz="1200" b="0" i="0" u="none" strike="noStrike" cap="none">
                <a:solidFill>
                  <a:schemeClr val="dk1"/>
                </a:solidFill>
                <a:latin typeface="Karla"/>
                <a:ea typeface="Karla"/>
                <a:cs typeface="Karla"/>
                <a:sym typeface="Karla"/>
              </a:rPr>
              <a:t>Write your recommendation</a:t>
            </a:r>
            <a:endParaRPr sz="1200" b="0" i="0" u="none" strike="noStrike" cap="none">
              <a:solidFill>
                <a:schemeClr val="dk1"/>
              </a:solidFill>
              <a:latin typeface="Karla"/>
              <a:ea typeface="Karla"/>
              <a:cs typeface="Karla"/>
              <a:sym typeface="Karla"/>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741"/>
        <p:cNvGrpSpPr/>
        <p:nvPr/>
      </p:nvGrpSpPr>
      <p:grpSpPr>
        <a:xfrm>
          <a:off x="0" y="0"/>
          <a:ext cx="0" cy="0"/>
          <a:chOff x="0" y="0"/>
          <a:chExt cx="0" cy="0"/>
        </a:xfrm>
      </p:grpSpPr>
      <p:sp>
        <p:nvSpPr>
          <p:cNvPr id="742" name="Google Shape;742;p50"/>
          <p:cNvSpPr txBox="1">
            <a:spLocks noGrp="1"/>
          </p:cNvSpPr>
          <p:nvPr>
            <p:ph type="title"/>
          </p:nvPr>
        </p:nvSpPr>
        <p:spPr>
          <a:xfrm>
            <a:off x="821000" y="2905338"/>
            <a:ext cx="3325800" cy="7521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3000"/>
              <a:buNone/>
            </a:pPr>
            <a:r>
              <a:rPr lang="en"/>
              <a:t>Photo showcase</a:t>
            </a:r>
            <a:endParaRPr/>
          </a:p>
        </p:txBody>
      </p:sp>
      <p:sp>
        <p:nvSpPr>
          <p:cNvPr id="743" name="Google Shape;743;p50"/>
          <p:cNvSpPr txBox="1">
            <a:spLocks noGrp="1"/>
          </p:cNvSpPr>
          <p:nvPr>
            <p:ph type="subTitle" idx="1"/>
          </p:nvPr>
        </p:nvSpPr>
        <p:spPr>
          <a:xfrm>
            <a:off x="821000" y="3541870"/>
            <a:ext cx="3325800" cy="7980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200"/>
              <a:buNone/>
            </a:pPr>
            <a:r>
              <a:rPr lang="en"/>
              <a:t>You can replace the images on the screen with your own work. Just right-click on any of them and select “Replace image”</a:t>
            </a:r>
            <a:endParaRPr/>
          </a:p>
        </p:txBody>
      </p:sp>
      <p:pic>
        <p:nvPicPr>
          <p:cNvPr id="744" name="Google Shape;744;p50"/>
          <p:cNvPicPr preferRelativeResize="0">
            <a:picLocks noGrp="1"/>
          </p:cNvPicPr>
          <p:nvPr>
            <p:ph type="pic" idx="2"/>
          </p:nvPr>
        </p:nvPicPr>
        <p:blipFill rotWithShape="1">
          <a:blip r:embed="rId3">
            <a:alphaModFix/>
          </a:blip>
          <a:srcRect t="2525" b="2535"/>
          <a:stretch/>
        </p:blipFill>
        <p:spPr>
          <a:xfrm>
            <a:off x="4473225" y="612525"/>
            <a:ext cx="3262200" cy="2064300"/>
          </a:xfrm>
          <a:prstGeom prst="roundRect">
            <a:avLst>
              <a:gd name="adj" fmla="val 16667"/>
            </a:avLst>
          </a:prstGeom>
          <a:noFill/>
          <a:ln>
            <a:noFill/>
          </a:ln>
        </p:spPr>
      </p:pic>
      <p:pic>
        <p:nvPicPr>
          <p:cNvPr id="745" name="Google Shape;745;p50"/>
          <p:cNvPicPr preferRelativeResize="0">
            <a:picLocks noGrp="1"/>
          </p:cNvPicPr>
          <p:nvPr>
            <p:ph type="pic" idx="3"/>
          </p:nvPr>
        </p:nvPicPr>
        <p:blipFill rotWithShape="1">
          <a:blip r:embed="rId4">
            <a:alphaModFix/>
          </a:blip>
          <a:srcRect l="16555" t="24557" b="24557"/>
          <a:stretch/>
        </p:blipFill>
        <p:spPr>
          <a:xfrm>
            <a:off x="4421275" y="2872750"/>
            <a:ext cx="2008200" cy="1834800"/>
          </a:xfrm>
          <a:prstGeom prst="roundRect">
            <a:avLst>
              <a:gd name="adj" fmla="val 16667"/>
            </a:avLst>
          </a:prstGeom>
          <a:noFill/>
          <a:ln>
            <a:noFill/>
          </a:ln>
        </p:spPr>
      </p:pic>
      <p:pic>
        <p:nvPicPr>
          <p:cNvPr id="746" name="Google Shape;746;p50"/>
          <p:cNvPicPr preferRelativeResize="0">
            <a:picLocks noGrp="1"/>
          </p:cNvPicPr>
          <p:nvPr>
            <p:ph type="pic" idx="4"/>
          </p:nvPr>
        </p:nvPicPr>
        <p:blipFill rotWithShape="1">
          <a:blip r:embed="rId5">
            <a:alphaModFix/>
          </a:blip>
          <a:srcRect l="11089" r="11089"/>
          <a:stretch/>
        </p:blipFill>
        <p:spPr>
          <a:xfrm>
            <a:off x="1862275" y="612525"/>
            <a:ext cx="2406600" cy="2064300"/>
          </a:xfrm>
          <a:prstGeom prst="roundRect">
            <a:avLst>
              <a:gd name="adj" fmla="val 16667"/>
            </a:avLst>
          </a:prstGeom>
          <a:noFill/>
          <a:ln>
            <a:noFill/>
          </a:ln>
        </p:spPr>
      </p:pic>
      <p:pic>
        <p:nvPicPr>
          <p:cNvPr id="747" name="Google Shape;747;p50"/>
          <p:cNvPicPr preferRelativeResize="0">
            <a:picLocks noGrp="1"/>
          </p:cNvPicPr>
          <p:nvPr>
            <p:ph type="pic" idx="5"/>
          </p:nvPr>
        </p:nvPicPr>
        <p:blipFill rotWithShape="1">
          <a:blip r:embed="rId6">
            <a:alphaModFix/>
          </a:blip>
          <a:srcRect l="26624" r="29817"/>
          <a:stretch/>
        </p:blipFill>
        <p:spPr>
          <a:xfrm>
            <a:off x="6581925" y="2872750"/>
            <a:ext cx="1153500" cy="1806600"/>
          </a:xfrm>
          <a:prstGeom prst="roundRect">
            <a:avLst>
              <a:gd name="adj" fmla="val 16667"/>
            </a:avLst>
          </a:prstGeom>
          <a:noFill/>
          <a:ln>
            <a:noFill/>
          </a:ln>
        </p:spPr>
      </p:pic>
      <p:pic>
        <p:nvPicPr>
          <p:cNvPr id="748" name="Google Shape;748;p50"/>
          <p:cNvPicPr preferRelativeResize="0"/>
          <p:nvPr/>
        </p:nvPicPr>
        <p:blipFill rotWithShape="1">
          <a:blip r:embed="rId7">
            <a:alphaModFix/>
          </a:blip>
          <a:srcRect/>
          <a:stretch/>
        </p:blipFill>
        <p:spPr>
          <a:xfrm rot="5400000">
            <a:off x="-251002" y="225373"/>
            <a:ext cx="2229714" cy="1778977"/>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752"/>
        <p:cNvGrpSpPr/>
        <p:nvPr/>
      </p:nvGrpSpPr>
      <p:grpSpPr>
        <a:xfrm>
          <a:off x="0" y="0"/>
          <a:ext cx="0" cy="0"/>
          <a:chOff x="0" y="0"/>
          <a:chExt cx="0" cy="0"/>
        </a:xfrm>
      </p:grpSpPr>
      <p:sp>
        <p:nvSpPr>
          <p:cNvPr id="753" name="Google Shape;753;p51"/>
          <p:cNvSpPr txBox="1">
            <a:spLocks noGrp="1"/>
          </p:cNvSpPr>
          <p:nvPr>
            <p:ph type="subTitle" idx="1"/>
          </p:nvPr>
        </p:nvSpPr>
        <p:spPr>
          <a:xfrm>
            <a:off x="2682900" y="1876200"/>
            <a:ext cx="3778200" cy="10065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200"/>
              <a:buNone/>
            </a:pPr>
            <a:r>
              <a:rPr lang="en" b="1"/>
              <a:t>Do you have any questions?</a:t>
            </a:r>
            <a:endParaRPr b="1"/>
          </a:p>
          <a:p>
            <a:pPr marL="0" lvl="0" indent="0" algn="ctr" rtl="0">
              <a:lnSpc>
                <a:spcPct val="100000"/>
              </a:lnSpc>
              <a:spcBef>
                <a:spcPts val="0"/>
              </a:spcBef>
              <a:spcAft>
                <a:spcPts val="0"/>
              </a:spcAft>
              <a:buSzPts val="1200"/>
              <a:buNone/>
            </a:pPr>
            <a:r>
              <a:rPr lang="en"/>
              <a:t>youremail@freepik.com </a:t>
            </a:r>
            <a:endParaRPr/>
          </a:p>
          <a:p>
            <a:pPr marL="0" lvl="0" indent="0" algn="ctr" rtl="0">
              <a:lnSpc>
                <a:spcPct val="100000"/>
              </a:lnSpc>
              <a:spcBef>
                <a:spcPts val="0"/>
              </a:spcBef>
              <a:spcAft>
                <a:spcPts val="0"/>
              </a:spcAft>
              <a:buSzPts val="1200"/>
              <a:buNone/>
            </a:pPr>
            <a:r>
              <a:rPr lang="en"/>
              <a:t>+91  620 421 838 </a:t>
            </a:r>
            <a:endParaRPr/>
          </a:p>
          <a:p>
            <a:pPr marL="0" lvl="0" indent="0" algn="ctr" rtl="0">
              <a:lnSpc>
                <a:spcPct val="100000"/>
              </a:lnSpc>
              <a:spcBef>
                <a:spcPts val="0"/>
              </a:spcBef>
              <a:spcAft>
                <a:spcPts val="0"/>
              </a:spcAft>
              <a:buSzPts val="1200"/>
              <a:buNone/>
            </a:pPr>
            <a:r>
              <a:rPr lang="en"/>
              <a:t>yourwebsite.com</a:t>
            </a:r>
            <a:endParaRPr/>
          </a:p>
        </p:txBody>
      </p:sp>
      <p:sp>
        <p:nvSpPr>
          <p:cNvPr id="754" name="Google Shape;754;p51"/>
          <p:cNvSpPr txBox="1">
            <a:spLocks noGrp="1"/>
          </p:cNvSpPr>
          <p:nvPr>
            <p:ph type="ctrTitle"/>
          </p:nvPr>
        </p:nvSpPr>
        <p:spPr>
          <a:xfrm>
            <a:off x="2682900" y="1140850"/>
            <a:ext cx="3778200" cy="774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5200"/>
              <a:buNone/>
            </a:pPr>
            <a:r>
              <a:rPr lang="en"/>
              <a:t>Thanks</a:t>
            </a:r>
            <a:endParaRPr/>
          </a:p>
        </p:txBody>
      </p:sp>
      <p:sp>
        <p:nvSpPr>
          <p:cNvPr id="755" name="Google Shape;755;p51"/>
          <p:cNvSpPr txBox="1"/>
          <p:nvPr/>
        </p:nvSpPr>
        <p:spPr>
          <a:xfrm>
            <a:off x="2683800" y="4052583"/>
            <a:ext cx="3776400" cy="2760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300"/>
              </a:spcBef>
              <a:spcAft>
                <a:spcPts val="0"/>
              </a:spcAft>
              <a:buClr>
                <a:srgbClr val="000000"/>
              </a:buClr>
              <a:buSzPts val="1000"/>
              <a:buFont typeface="Arial"/>
              <a:buNone/>
            </a:pPr>
            <a:r>
              <a:rPr lang="en" sz="1000" b="0" i="0" u="none" strike="noStrike" cap="none">
                <a:solidFill>
                  <a:schemeClr val="dk1"/>
                </a:solidFill>
                <a:latin typeface="Karla"/>
                <a:ea typeface="Karla"/>
                <a:cs typeface="Karla"/>
                <a:sym typeface="Karla"/>
              </a:rPr>
              <a:t>Please keep this slide for attribution</a:t>
            </a:r>
            <a:endParaRPr sz="1000" b="0" i="0" u="none" strike="noStrike" cap="none">
              <a:solidFill>
                <a:schemeClr val="dk1"/>
              </a:solidFill>
              <a:latin typeface="Karla"/>
              <a:ea typeface="Karla"/>
              <a:cs typeface="Karla"/>
              <a:sym typeface="Karla"/>
            </a:endParaRPr>
          </a:p>
        </p:txBody>
      </p:sp>
      <p:sp>
        <p:nvSpPr>
          <p:cNvPr id="756" name="Google Shape;756;p51"/>
          <p:cNvSpPr/>
          <p:nvPr/>
        </p:nvSpPr>
        <p:spPr>
          <a:xfrm>
            <a:off x="3949720" y="3071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57" name="Google Shape;757;p51"/>
          <p:cNvGrpSpPr/>
          <p:nvPr/>
        </p:nvGrpSpPr>
        <p:grpSpPr>
          <a:xfrm>
            <a:off x="4399192" y="3071527"/>
            <a:ext cx="346056" cy="345674"/>
            <a:chOff x="3303268" y="3817349"/>
            <a:chExt cx="346056" cy="345674"/>
          </a:xfrm>
        </p:grpSpPr>
        <p:sp>
          <p:nvSpPr>
            <p:cNvPr id="758" name="Google Shape;758;p51"/>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 name="Google Shape;759;p51"/>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 name="Google Shape;760;p51"/>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 name="Google Shape;761;p51"/>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2" name="Google Shape;762;p51"/>
          <p:cNvGrpSpPr/>
          <p:nvPr/>
        </p:nvGrpSpPr>
        <p:grpSpPr>
          <a:xfrm>
            <a:off x="4848281" y="3071527"/>
            <a:ext cx="346056" cy="345674"/>
            <a:chOff x="3752358" y="3817349"/>
            <a:chExt cx="346056" cy="345674"/>
          </a:xfrm>
        </p:grpSpPr>
        <p:sp>
          <p:nvSpPr>
            <p:cNvPr id="763" name="Google Shape;763;p51"/>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 name="Google Shape;764;p51"/>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 name="Google Shape;765;p51"/>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 name="Google Shape;766;p51"/>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pic>
        <p:nvPicPr>
          <p:cNvPr id="767" name="Google Shape;767;p51"/>
          <p:cNvPicPr preferRelativeResize="0"/>
          <p:nvPr/>
        </p:nvPicPr>
        <p:blipFill rotWithShape="1">
          <a:blip r:embed="rId3">
            <a:alphaModFix/>
          </a:blip>
          <a:srcRect l="1485" r="1485"/>
          <a:stretch/>
        </p:blipFill>
        <p:spPr>
          <a:xfrm rot="-5400000">
            <a:off x="873975" y="-114144"/>
            <a:ext cx="1304627" cy="2551967"/>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771"/>
        <p:cNvGrpSpPr/>
        <p:nvPr/>
      </p:nvGrpSpPr>
      <p:grpSpPr>
        <a:xfrm>
          <a:off x="0" y="0"/>
          <a:ext cx="0" cy="0"/>
          <a:chOff x="0" y="0"/>
          <a:chExt cx="0" cy="0"/>
        </a:xfrm>
      </p:grpSpPr>
      <p:sp>
        <p:nvSpPr>
          <p:cNvPr id="772" name="Google Shape;772;p52"/>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a:t>Icon pack</a:t>
            </a:r>
            <a:endParaRPr/>
          </a:p>
        </p:txBody>
      </p:sp>
      <p:grpSp>
        <p:nvGrpSpPr>
          <p:cNvPr id="773" name="Google Shape;773;p52"/>
          <p:cNvGrpSpPr/>
          <p:nvPr/>
        </p:nvGrpSpPr>
        <p:grpSpPr>
          <a:xfrm>
            <a:off x="813843" y="3835331"/>
            <a:ext cx="364186" cy="363110"/>
            <a:chOff x="720605" y="3909158"/>
            <a:chExt cx="373218" cy="372116"/>
          </a:xfrm>
        </p:grpSpPr>
        <p:sp>
          <p:nvSpPr>
            <p:cNvPr id="774" name="Google Shape;774;p52"/>
            <p:cNvSpPr/>
            <p:nvPr/>
          </p:nvSpPr>
          <p:spPr>
            <a:xfrm>
              <a:off x="720605" y="3909158"/>
              <a:ext cx="373218" cy="372116"/>
            </a:xfrm>
            <a:custGeom>
              <a:avLst/>
              <a:gdLst/>
              <a:ahLst/>
              <a:cxnLst/>
              <a:rect l="l" t="t" r="r" b="b"/>
              <a:pathLst>
                <a:path w="143" h="142" extrusionOk="0">
                  <a:moveTo>
                    <a:pt x="142" y="27"/>
                  </a:moveTo>
                  <a:cubicBezTo>
                    <a:pt x="116" y="1"/>
                    <a:pt x="116" y="1"/>
                    <a:pt x="116" y="1"/>
                  </a:cubicBezTo>
                  <a:cubicBezTo>
                    <a:pt x="115" y="0"/>
                    <a:pt x="113" y="0"/>
                    <a:pt x="112" y="1"/>
                  </a:cubicBezTo>
                  <a:cubicBezTo>
                    <a:pt x="111" y="2"/>
                    <a:pt x="111" y="4"/>
                    <a:pt x="112" y="5"/>
                  </a:cubicBezTo>
                  <a:cubicBezTo>
                    <a:pt x="117" y="9"/>
                    <a:pt x="117" y="9"/>
                    <a:pt x="117" y="9"/>
                  </a:cubicBezTo>
                  <a:cubicBezTo>
                    <a:pt x="101" y="25"/>
                    <a:pt x="101" y="25"/>
                    <a:pt x="101" y="25"/>
                  </a:cubicBezTo>
                  <a:cubicBezTo>
                    <a:pt x="98" y="23"/>
                    <a:pt x="94" y="23"/>
                    <a:pt x="91" y="26"/>
                  </a:cubicBezTo>
                  <a:cubicBezTo>
                    <a:pt x="26" y="92"/>
                    <a:pt x="26" y="92"/>
                    <a:pt x="26" y="92"/>
                  </a:cubicBezTo>
                  <a:cubicBezTo>
                    <a:pt x="24" y="94"/>
                    <a:pt x="23" y="96"/>
                    <a:pt x="23" y="98"/>
                  </a:cubicBezTo>
                  <a:cubicBezTo>
                    <a:pt x="23" y="100"/>
                    <a:pt x="24" y="101"/>
                    <a:pt x="25" y="103"/>
                  </a:cubicBezTo>
                  <a:cubicBezTo>
                    <a:pt x="23" y="105"/>
                    <a:pt x="23" y="105"/>
                    <a:pt x="23" y="105"/>
                  </a:cubicBezTo>
                  <a:cubicBezTo>
                    <a:pt x="20" y="108"/>
                    <a:pt x="19" y="113"/>
                    <a:pt x="22" y="116"/>
                  </a:cubicBezTo>
                  <a:cubicBezTo>
                    <a:pt x="1" y="138"/>
                    <a:pt x="1" y="138"/>
                    <a:pt x="1" y="138"/>
                  </a:cubicBezTo>
                  <a:cubicBezTo>
                    <a:pt x="0" y="139"/>
                    <a:pt x="0" y="140"/>
                    <a:pt x="1" y="142"/>
                  </a:cubicBezTo>
                  <a:cubicBezTo>
                    <a:pt x="2" y="142"/>
                    <a:pt x="3" y="142"/>
                    <a:pt x="3" y="142"/>
                  </a:cubicBezTo>
                  <a:cubicBezTo>
                    <a:pt x="4" y="142"/>
                    <a:pt x="5" y="142"/>
                    <a:pt x="5" y="142"/>
                  </a:cubicBezTo>
                  <a:cubicBezTo>
                    <a:pt x="26" y="120"/>
                    <a:pt x="26" y="120"/>
                    <a:pt x="26" y="120"/>
                  </a:cubicBezTo>
                  <a:cubicBezTo>
                    <a:pt x="28" y="122"/>
                    <a:pt x="30" y="123"/>
                    <a:pt x="32" y="123"/>
                  </a:cubicBezTo>
                  <a:cubicBezTo>
                    <a:pt x="34" y="123"/>
                    <a:pt x="36" y="122"/>
                    <a:pt x="38" y="120"/>
                  </a:cubicBezTo>
                  <a:cubicBezTo>
                    <a:pt x="40" y="118"/>
                    <a:pt x="40" y="118"/>
                    <a:pt x="40" y="118"/>
                  </a:cubicBezTo>
                  <a:cubicBezTo>
                    <a:pt x="41" y="119"/>
                    <a:pt x="43" y="120"/>
                    <a:pt x="45" y="120"/>
                  </a:cubicBezTo>
                  <a:cubicBezTo>
                    <a:pt x="47" y="120"/>
                    <a:pt x="49" y="119"/>
                    <a:pt x="51" y="117"/>
                  </a:cubicBezTo>
                  <a:cubicBezTo>
                    <a:pt x="75" y="93"/>
                    <a:pt x="75" y="93"/>
                    <a:pt x="75" y="93"/>
                  </a:cubicBezTo>
                  <a:cubicBezTo>
                    <a:pt x="76" y="92"/>
                    <a:pt x="76" y="91"/>
                    <a:pt x="75" y="89"/>
                  </a:cubicBezTo>
                  <a:cubicBezTo>
                    <a:pt x="74" y="88"/>
                    <a:pt x="72" y="88"/>
                    <a:pt x="71" y="89"/>
                  </a:cubicBezTo>
                  <a:cubicBezTo>
                    <a:pt x="47" y="113"/>
                    <a:pt x="47" y="113"/>
                    <a:pt x="47" y="113"/>
                  </a:cubicBezTo>
                  <a:cubicBezTo>
                    <a:pt x="47" y="114"/>
                    <a:pt x="46" y="114"/>
                    <a:pt x="45" y="114"/>
                  </a:cubicBezTo>
                  <a:cubicBezTo>
                    <a:pt x="44" y="114"/>
                    <a:pt x="44" y="114"/>
                    <a:pt x="43" y="113"/>
                  </a:cubicBezTo>
                  <a:cubicBezTo>
                    <a:pt x="29" y="100"/>
                    <a:pt x="29" y="100"/>
                    <a:pt x="29" y="100"/>
                  </a:cubicBezTo>
                  <a:cubicBezTo>
                    <a:pt x="29" y="99"/>
                    <a:pt x="29" y="99"/>
                    <a:pt x="29" y="98"/>
                  </a:cubicBezTo>
                  <a:cubicBezTo>
                    <a:pt x="29" y="97"/>
                    <a:pt x="29" y="96"/>
                    <a:pt x="29" y="96"/>
                  </a:cubicBezTo>
                  <a:cubicBezTo>
                    <a:pt x="38" y="87"/>
                    <a:pt x="38" y="87"/>
                    <a:pt x="38" y="87"/>
                  </a:cubicBezTo>
                  <a:cubicBezTo>
                    <a:pt x="47" y="96"/>
                    <a:pt x="47" y="96"/>
                    <a:pt x="47" y="96"/>
                  </a:cubicBezTo>
                  <a:cubicBezTo>
                    <a:pt x="47" y="97"/>
                    <a:pt x="48" y="97"/>
                    <a:pt x="49" y="97"/>
                  </a:cubicBezTo>
                  <a:cubicBezTo>
                    <a:pt x="49" y="97"/>
                    <a:pt x="50" y="97"/>
                    <a:pt x="51" y="96"/>
                  </a:cubicBezTo>
                  <a:cubicBezTo>
                    <a:pt x="52" y="95"/>
                    <a:pt x="52" y="93"/>
                    <a:pt x="51" y="92"/>
                  </a:cubicBezTo>
                  <a:cubicBezTo>
                    <a:pt x="42" y="83"/>
                    <a:pt x="42" y="83"/>
                    <a:pt x="42" y="83"/>
                  </a:cubicBezTo>
                  <a:cubicBezTo>
                    <a:pt x="49" y="76"/>
                    <a:pt x="49" y="76"/>
                    <a:pt x="49" y="76"/>
                  </a:cubicBezTo>
                  <a:cubicBezTo>
                    <a:pt x="53" y="80"/>
                    <a:pt x="53" y="80"/>
                    <a:pt x="53" y="80"/>
                  </a:cubicBezTo>
                  <a:cubicBezTo>
                    <a:pt x="53" y="80"/>
                    <a:pt x="54" y="81"/>
                    <a:pt x="55" y="81"/>
                  </a:cubicBezTo>
                  <a:cubicBezTo>
                    <a:pt x="56" y="81"/>
                    <a:pt x="56" y="80"/>
                    <a:pt x="57" y="80"/>
                  </a:cubicBezTo>
                  <a:cubicBezTo>
                    <a:pt x="58" y="79"/>
                    <a:pt x="58" y="77"/>
                    <a:pt x="57" y="76"/>
                  </a:cubicBezTo>
                  <a:cubicBezTo>
                    <a:pt x="53" y="72"/>
                    <a:pt x="53" y="72"/>
                    <a:pt x="53" y="72"/>
                  </a:cubicBezTo>
                  <a:cubicBezTo>
                    <a:pt x="60" y="65"/>
                    <a:pt x="60" y="65"/>
                    <a:pt x="60" y="65"/>
                  </a:cubicBezTo>
                  <a:cubicBezTo>
                    <a:pt x="69" y="74"/>
                    <a:pt x="69" y="74"/>
                    <a:pt x="69" y="74"/>
                  </a:cubicBezTo>
                  <a:cubicBezTo>
                    <a:pt x="70" y="74"/>
                    <a:pt x="70" y="75"/>
                    <a:pt x="71" y="75"/>
                  </a:cubicBezTo>
                  <a:cubicBezTo>
                    <a:pt x="72" y="75"/>
                    <a:pt x="73" y="74"/>
                    <a:pt x="73" y="74"/>
                  </a:cubicBezTo>
                  <a:cubicBezTo>
                    <a:pt x="74" y="73"/>
                    <a:pt x="74" y="71"/>
                    <a:pt x="73" y="70"/>
                  </a:cubicBezTo>
                  <a:cubicBezTo>
                    <a:pt x="64" y="61"/>
                    <a:pt x="64" y="61"/>
                    <a:pt x="64" y="61"/>
                  </a:cubicBezTo>
                  <a:cubicBezTo>
                    <a:pt x="72" y="54"/>
                    <a:pt x="72" y="54"/>
                    <a:pt x="72" y="54"/>
                  </a:cubicBezTo>
                  <a:cubicBezTo>
                    <a:pt x="75" y="58"/>
                    <a:pt x="75" y="58"/>
                    <a:pt x="75" y="58"/>
                  </a:cubicBezTo>
                  <a:cubicBezTo>
                    <a:pt x="76" y="58"/>
                    <a:pt x="77" y="58"/>
                    <a:pt x="77" y="58"/>
                  </a:cubicBezTo>
                  <a:cubicBezTo>
                    <a:pt x="78" y="58"/>
                    <a:pt x="79" y="58"/>
                    <a:pt x="79" y="58"/>
                  </a:cubicBezTo>
                  <a:cubicBezTo>
                    <a:pt x="80" y="56"/>
                    <a:pt x="80" y="55"/>
                    <a:pt x="79" y="54"/>
                  </a:cubicBezTo>
                  <a:cubicBezTo>
                    <a:pt x="75" y="50"/>
                    <a:pt x="75" y="50"/>
                    <a:pt x="75" y="50"/>
                  </a:cubicBezTo>
                  <a:cubicBezTo>
                    <a:pt x="83" y="43"/>
                    <a:pt x="83" y="43"/>
                    <a:pt x="83" y="43"/>
                  </a:cubicBezTo>
                  <a:cubicBezTo>
                    <a:pt x="92" y="51"/>
                    <a:pt x="92" y="51"/>
                    <a:pt x="92" y="51"/>
                  </a:cubicBezTo>
                  <a:cubicBezTo>
                    <a:pt x="92" y="52"/>
                    <a:pt x="93" y="52"/>
                    <a:pt x="94" y="52"/>
                  </a:cubicBezTo>
                  <a:cubicBezTo>
                    <a:pt x="94" y="52"/>
                    <a:pt x="95" y="52"/>
                    <a:pt x="95" y="51"/>
                  </a:cubicBezTo>
                  <a:cubicBezTo>
                    <a:pt x="97" y="50"/>
                    <a:pt x="97" y="49"/>
                    <a:pt x="95" y="47"/>
                  </a:cubicBezTo>
                  <a:cubicBezTo>
                    <a:pt x="87" y="39"/>
                    <a:pt x="87" y="39"/>
                    <a:pt x="87" y="39"/>
                  </a:cubicBezTo>
                  <a:cubicBezTo>
                    <a:pt x="95" y="30"/>
                    <a:pt x="95" y="30"/>
                    <a:pt x="95" y="30"/>
                  </a:cubicBezTo>
                  <a:cubicBezTo>
                    <a:pt x="96" y="29"/>
                    <a:pt x="98" y="29"/>
                    <a:pt x="99" y="30"/>
                  </a:cubicBezTo>
                  <a:cubicBezTo>
                    <a:pt x="113" y="44"/>
                    <a:pt x="113" y="44"/>
                    <a:pt x="113" y="44"/>
                  </a:cubicBezTo>
                  <a:cubicBezTo>
                    <a:pt x="114" y="45"/>
                    <a:pt x="114" y="47"/>
                    <a:pt x="113" y="48"/>
                  </a:cubicBezTo>
                  <a:cubicBezTo>
                    <a:pt x="89" y="72"/>
                    <a:pt x="89" y="72"/>
                    <a:pt x="89" y="72"/>
                  </a:cubicBezTo>
                  <a:cubicBezTo>
                    <a:pt x="88" y="73"/>
                    <a:pt x="88" y="75"/>
                    <a:pt x="89" y="76"/>
                  </a:cubicBezTo>
                  <a:cubicBezTo>
                    <a:pt x="90" y="77"/>
                    <a:pt x="92" y="77"/>
                    <a:pt x="93" y="76"/>
                  </a:cubicBezTo>
                  <a:cubicBezTo>
                    <a:pt x="117" y="52"/>
                    <a:pt x="117" y="52"/>
                    <a:pt x="117" y="52"/>
                  </a:cubicBezTo>
                  <a:cubicBezTo>
                    <a:pt x="119" y="49"/>
                    <a:pt x="120" y="45"/>
                    <a:pt x="118" y="42"/>
                  </a:cubicBezTo>
                  <a:cubicBezTo>
                    <a:pt x="134" y="26"/>
                    <a:pt x="134" y="26"/>
                    <a:pt x="134" y="26"/>
                  </a:cubicBezTo>
                  <a:cubicBezTo>
                    <a:pt x="138" y="31"/>
                    <a:pt x="138" y="31"/>
                    <a:pt x="138" y="31"/>
                  </a:cubicBezTo>
                  <a:cubicBezTo>
                    <a:pt x="139" y="31"/>
                    <a:pt x="140" y="31"/>
                    <a:pt x="140" y="31"/>
                  </a:cubicBezTo>
                  <a:cubicBezTo>
                    <a:pt x="141" y="31"/>
                    <a:pt x="142" y="31"/>
                    <a:pt x="142" y="31"/>
                  </a:cubicBezTo>
                  <a:cubicBezTo>
                    <a:pt x="143" y="30"/>
                    <a:pt x="143" y="28"/>
                    <a:pt x="142" y="27"/>
                  </a:cubicBezTo>
                  <a:close/>
                  <a:moveTo>
                    <a:pt x="32" y="117"/>
                  </a:moveTo>
                  <a:cubicBezTo>
                    <a:pt x="31" y="117"/>
                    <a:pt x="31" y="117"/>
                    <a:pt x="30" y="116"/>
                  </a:cubicBezTo>
                  <a:cubicBezTo>
                    <a:pt x="27" y="113"/>
                    <a:pt x="27" y="113"/>
                    <a:pt x="27" y="113"/>
                  </a:cubicBezTo>
                  <a:cubicBezTo>
                    <a:pt x="26" y="112"/>
                    <a:pt x="26" y="110"/>
                    <a:pt x="27" y="109"/>
                  </a:cubicBezTo>
                  <a:cubicBezTo>
                    <a:pt x="29" y="107"/>
                    <a:pt x="29" y="107"/>
                    <a:pt x="29" y="107"/>
                  </a:cubicBezTo>
                  <a:cubicBezTo>
                    <a:pt x="36" y="114"/>
                    <a:pt x="36" y="114"/>
                    <a:pt x="36" y="114"/>
                  </a:cubicBezTo>
                  <a:cubicBezTo>
                    <a:pt x="34" y="116"/>
                    <a:pt x="34" y="116"/>
                    <a:pt x="34" y="116"/>
                  </a:cubicBezTo>
                  <a:cubicBezTo>
                    <a:pt x="34" y="117"/>
                    <a:pt x="33" y="117"/>
                    <a:pt x="32" y="117"/>
                  </a:cubicBezTo>
                  <a:close/>
                  <a:moveTo>
                    <a:pt x="114" y="37"/>
                  </a:moveTo>
                  <a:cubicBezTo>
                    <a:pt x="106" y="29"/>
                    <a:pt x="106" y="29"/>
                    <a:pt x="106" y="29"/>
                  </a:cubicBezTo>
                  <a:cubicBezTo>
                    <a:pt x="121" y="13"/>
                    <a:pt x="121" y="13"/>
                    <a:pt x="121" y="13"/>
                  </a:cubicBezTo>
                  <a:cubicBezTo>
                    <a:pt x="130" y="22"/>
                    <a:pt x="130" y="22"/>
                    <a:pt x="130" y="22"/>
                  </a:cubicBezTo>
                  <a:lnTo>
                    <a:pt x="114" y="37"/>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75" name="Google Shape;775;p52"/>
            <p:cNvSpPr/>
            <p:nvPr/>
          </p:nvSpPr>
          <p:spPr>
            <a:xfrm>
              <a:off x="926480" y="4118335"/>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776" name="Google Shape;776;p52"/>
          <p:cNvGrpSpPr/>
          <p:nvPr/>
        </p:nvGrpSpPr>
        <p:grpSpPr>
          <a:xfrm>
            <a:off x="7963815" y="3835331"/>
            <a:ext cx="362038" cy="363110"/>
            <a:chOff x="8016522" y="3909158"/>
            <a:chExt cx="371016" cy="372116"/>
          </a:xfrm>
        </p:grpSpPr>
        <p:sp>
          <p:nvSpPr>
            <p:cNvPr id="777" name="Google Shape;777;p52"/>
            <p:cNvSpPr/>
            <p:nvPr/>
          </p:nvSpPr>
          <p:spPr>
            <a:xfrm>
              <a:off x="8016522" y="3909158"/>
              <a:ext cx="371016" cy="372116"/>
            </a:xfrm>
            <a:custGeom>
              <a:avLst/>
              <a:gdLst/>
              <a:ahLst/>
              <a:cxnLst/>
              <a:rect l="l" t="t" r="r" b="b"/>
              <a:pathLst>
                <a:path w="142" h="142" extrusionOk="0">
                  <a:moveTo>
                    <a:pt x="138" y="25"/>
                  </a:moveTo>
                  <a:cubicBezTo>
                    <a:pt x="117" y="4"/>
                    <a:pt x="117" y="4"/>
                    <a:pt x="117" y="4"/>
                  </a:cubicBezTo>
                  <a:cubicBezTo>
                    <a:pt x="114" y="1"/>
                    <a:pt x="111" y="0"/>
                    <a:pt x="107" y="0"/>
                  </a:cubicBezTo>
                  <a:cubicBezTo>
                    <a:pt x="103" y="0"/>
                    <a:pt x="100" y="1"/>
                    <a:pt x="97" y="4"/>
                  </a:cubicBezTo>
                  <a:cubicBezTo>
                    <a:pt x="4" y="97"/>
                    <a:pt x="4" y="97"/>
                    <a:pt x="4" y="97"/>
                  </a:cubicBezTo>
                  <a:cubicBezTo>
                    <a:pt x="1" y="100"/>
                    <a:pt x="0" y="104"/>
                    <a:pt x="0" y="107"/>
                  </a:cubicBezTo>
                  <a:cubicBezTo>
                    <a:pt x="0" y="111"/>
                    <a:pt x="1" y="115"/>
                    <a:pt x="4" y="117"/>
                  </a:cubicBezTo>
                  <a:cubicBezTo>
                    <a:pt x="25" y="138"/>
                    <a:pt x="25" y="138"/>
                    <a:pt x="25" y="138"/>
                  </a:cubicBezTo>
                  <a:cubicBezTo>
                    <a:pt x="27" y="141"/>
                    <a:pt x="31" y="142"/>
                    <a:pt x="35" y="142"/>
                  </a:cubicBezTo>
                  <a:cubicBezTo>
                    <a:pt x="38" y="142"/>
                    <a:pt x="42" y="141"/>
                    <a:pt x="45" y="138"/>
                  </a:cubicBezTo>
                  <a:cubicBezTo>
                    <a:pt x="82" y="100"/>
                    <a:pt x="82" y="100"/>
                    <a:pt x="82" y="100"/>
                  </a:cubicBezTo>
                  <a:cubicBezTo>
                    <a:pt x="83" y="99"/>
                    <a:pt x="83" y="98"/>
                    <a:pt x="82" y="96"/>
                  </a:cubicBezTo>
                  <a:cubicBezTo>
                    <a:pt x="81" y="95"/>
                    <a:pt x="79" y="95"/>
                    <a:pt x="78" y="96"/>
                  </a:cubicBezTo>
                  <a:cubicBezTo>
                    <a:pt x="41" y="134"/>
                    <a:pt x="41" y="134"/>
                    <a:pt x="41" y="134"/>
                  </a:cubicBezTo>
                  <a:cubicBezTo>
                    <a:pt x="39" y="136"/>
                    <a:pt x="37" y="137"/>
                    <a:pt x="35" y="137"/>
                  </a:cubicBezTo>
                  <a:cubicBezTo>
                    <a:pt x="32" y="137"/>
                    <a:pt x="30" y="136"/>
                    <a:pt x="29" y="134"/>
                  </a:cubicBezTo>
                  <a:cubicBezTo>
                    <a:pt x="8" y="113"/>
                    <a:pt x="8" y="113"/>
                    <a:pt x="8" y="113"/>
                  </a:cubicBezTo>
                  <a:cubicBezTo>
                    <a:pt x="6" y="112"/>
                    <a:pt x="5" y="110"/>
                    <a:pt x="5" y="107"/>
                  </a:cubicBezTo>
                  <a:cubicBezTo>
                    <a:pt x="5" y="105"/>
                    <a:pt x="6" y="103"/>
                    <a:pt x="8" y="101"/>
                  </a:cubicBezTo>
                  <a:cubicBezTo>
                    <a:pt x="101" y="8"/>
                    <a:pt x="101" y="8"/>
                    <a:pt x="101" y="8"/>
                  </a:cubicBezTo>
                  <a:cubicBezTo>
                    <a:pt x="103" y="6"/>
                    <a:pt x="105" y="5"/>
                    <a:pt x="107" y="5"/>
                  </a:cubicBezTo>
                  <a:cubicBezTo>
                    <a:pt x="109" y="5"/>
                    <a:pt x="111" y="6"/>
                    <a:pt x="113" y="8"/>
                  </a:cubicBezTo>
                  <a:cubicBezTo>
                    <a:pt x="134" y="29"/>
                    <a:pt x="134" y="29"/>
                    <a:pt x="134" y="29"/>
                  </a:cubicBezTo>
                  <a:cubicBezTo>
                    <a:pt x="136" y="31"/>
                    <a:pt x="136" y="33"/>
                    <a:pt x="136" y="35"/>
                  </a:cubicBezTo>
                  <a:cubicBezTo>
                    <a:pt x="136" y="37"/>
                    <a:pt x="136" y="39"/>
                    <a:pt x="134" y="41"/>
                  </a:cubicBezTo>
                  <a:cubicBezTo>
                    <a:pt x="96" y="79"/>
                    <a:pt x="96" y="79"/>
                    <a:pt x="96" y="79"/>
                  </a:cubicBezTo>
                  <a:cubicBezTo>
                    <a:pt x="95" y="80"/>
                    <a:pt x="95" y="82"/>
                    <a:pt x="96" y="83"/>
                  </a:cubicBezTo>
                  <a:cubicBezTo>
                    <a:pt x="97" y="84"/>
                    <a:pt x="99" y="84"/>
                    <a:pt x="100" y="83"/>
                  </a:cubicBezTo>
                  <a:cubicBezTo>
                    <a:pt x="138" y="45"/>
                    <a:pt x="138" y="45"/>
                    <a:pt x="138" y="45"/>
                  </a:cubicBezTo>
                  <a:cubicBezTo>
                    <a:pt x="141" y="42"/>
                    <a:pt x="142" y="39"/>
                    <a:pt x="142" y="35"/>
                  </a:cubicBezTo>
                  <a:cubicBezTo>
                    <a:pt x="142" y="31"/>
                    <a:pt x="141" y="28"/>
                    <a:pt x="138" y="2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78" name="Google Shape;778;p52"/>
            <p:cNvSpPr/>
            <p:nvPr/>
          </p:nvSpPr>
          <p:spPr>
            <a:xfrm>
              <a:off x="8131020" y="4024756"/>
              <a:ext cx="142021" cy="140919"/>
            </a:xfrm>
            <a:custGeom>
              <a:avLst/>
              <a:gdLst/>
              <a:ahLst/>
              <a:cxnLst/>
              <a:rect l="l" t="t" r="r" b="b"/>
              <a:pathLst>
                <a:path w="54" h="54" extrusionOk="0">
                  <a:moveTo>
                    <a:pt x="18" y="54"/>
                  </a:moveTo>
                  <a:cubicBezTo>
                    <a:pt x="20" y="54"/>
                    <a:pt x="22" y="53"/>
                    <a:pt x="24" y="52"/>
                  </a:cubicBezTo>
                  <a:cubicBezTo>
                    <a:pt x="51" y="24"/>
                    <a:pt x="51" y="24"/>
                    <a:pt x="51" y="24"/>
                  </a:cubicBezTo>
                  <a:cubicBezTo>
                    <a:pt x="53" y="22"/>
                    <a:pt x="54" y="20"/>
                    <a:pt x="54" y="18"/>
                  </a:cubicBezTo>
                  <a:cubicBezTo>
                    <a:pt x="54" y="16"/>
                    <a:pt x="53" y="14"/>
                    <a:pt x="51" y="12"/>
                  </a:cubicBezTo>
                  <a:cubicBezTo>
                    <a:pt x="42" y="2"/>
                    <a:pt x="42" y="2"/>
                    <a:pt x="42" y="2"/>
                  </a:cubicBezTo>
                  <a:cubicBezTo>
                    <a:pt x="40" y="1"/>
                    <a:pt x="38" y="0"/>
                    <a:pt x="36" y="0"/>
                  </a:cubicBezTo>
                  <a:cubicBezTo>
                    <a:pt x="34" y="0"/>
                    <a:pt x="32" y="1"/>
                    <a:pt x="30" y="2"/>
                  </a:cubicBezTo>
                  <a:cubicBezTo>
                    <a:pt x="2" y="30"/>
                    <a:pt x="2" y="30"/>
                    <a:pt x="2" y="30"/>
                  </a:cubicBezTo>
                  <a:cubicBezTo>
                    <a:pt x="1" y="32"/>
                    <a:pt x="0" y="34"/>
                    <a:pt x="0" y="36"/>
                  </a:cubicBezTo>
                  <a:cubicBezTo>
                    <a:pt x="0" y="39"/>
                    <a:pt x="1" y="41"/>
                    <a:pt x="2" y="42"/>
                  </a:cubicBezTo>
                  <a:cubicBezTo>
                    <a:pt x="12" y="52"/>
                    <a:pt x="12" y="52"/>
                    <a:pt x="12" y="52"/>
                  </a:cubicBezTo>
                  <a:cubicBezTo>
                    <a:pt x="13" y="53"/>
                    <a:pt x="15" y="54"/>
                    <a:pt x="18" y="54"/>
                  </a:cubicBezTo>
                  <a:close/>
                  <a:moveTo>
                    <a:pt x="5" y="36"/>
                  </a:moveTo>
                  <a:cubicBezTo>
                    <a:pt x="5" y="36"/>
                    <a:pt x="6" y="35"/>
                    <a:pt x="6" y="34"/>
                  </a:cubicBezTo>
                  <a:cubicBezTo>
                    <a:pt x="34" y="6"/>
                    <a:pt x="34" y="6"/>
                    <a:pt x="34" y="6"/>
                  </a:cubicBezTo>
                  <a:cubicBezTo>
                    <a:pt x="35" y="6"/>
                    <a:pt x="35" y="6"/>
                    <a:pt x="36" y="6"/>
                  </a:cubicBezTo>
                  <a:cubicBezTo>
                    <a:pt x="37" y="6"/>
                    <a:pt x="37" y="6"/>
                    <a:pt x="38" y="6"/>
                  </a:cubicBezTo>
                  <a:cubicBezTo>
                    <a:pt x="48" y="16"/>
                    <a:pt x="48" y="16"/>
                    <a:pt x="48" y="16"/>
                  </a:cubicBezTo>
                  <a:cubicBezTo>
                    <a:pt x="48" y="17"/>
                    <a:pt x="48" y="17"/>
                    <a:pt x="48" y="18"/>
                  </a:cubicBezTo>
                  <a:cubicBezTo>
                    <a:pt x="48" y="19"/>
                    <a:pt x="48" y="19"/>
                    <a:pt x="48" y="20"/>
                  </a:cubicBezTo>
                  <a:cubicBezTo>
                    <a:pt x="20" y="48"/>
                    <a:pt x="20" y="48"/>
                    <a:pt x="20" y="48"/>
                  </a:cubicBezTo>
                  <a:cubicBezTo>
                    <a:pt x="19" y="48"/>
                    <a:pt x="18" y="49"/>
                    <a:pt x="18" y="49"/>
                  </a:cubicBezTo>
                  <a:cubicBezTo>
                    <a:pt x="17" y="49"/>
                    <a:pt x="16" y="48"/>
                    <a:pt x="16" y="48"/>
                  </a:cubicBezTo>
                  <a:cubicBezTo>
                    <a:pt x="6" y="38"/>
                    <a:pt x="6" y="38"/>
                    <a:pt x="6" y="38"/>
                  </a:cubicBezTo>
                  <a:cubicBezTo>
                    <a:pt x="6" y="38"/>
                    <a:pt x="5" y="37"/>
                    <a:pt x="5" y="3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79" name="Google Shape;779;p52"/>
            <p:cNvSpPr/>
            <p:nvPr/>
          </p:nvSpPr>
          <p:spPr>
            <a:xfrm>
              <a:off x="8241113" y="4137051"/>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80" name="Google Shape;780;p52"/>
            <p:cNvSpPr/>
            <p:nvPr/>
          </p:nvSpPr>
          <p:spPr>
            <a:xfrm>
              <a:off x="8102395" y="4139253"/>
              <a:ext cx="16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81" name="Google Shape;781;p52"/>
            <p:cNvSpPr/>
            <p:nvPr/>
          </p:nvSpPr>
          <p:spPr>
            <a:xfrm>
              <a:off x="8123313" y="4157969"/>
              <a:ext cx="13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82" name="Google Shape;782;p52"/>
            <p:cNvSpPr/>
            <p:nvPr/>
          </p:nvSpPr>
          <p:spPr>
            <a:xfrm>
              <a:off x="8144231" y="4178887"/>
              <a:ext cx="13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83" name="Google Shape;783;p52"/>
            <p:cNvSpPr/>
            <p:nvPr/>
          </p:nvSpPr>
          <p:spPr>
            <a:xfrm>
              <a:off x="8079275" y="4163473"/>
              <a:ext cx="13500" cy="123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84" name="Google Shape;784;p52"/>
            <p:cNvSpPr/>
            <p:nvPr/>
          </p:nvSpPr>
          <p:spPr>
            <a:xfrm>
              <a:off x="8100193" y="4184391"/>
              <a:ext cx="13500" cy="123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85" name="Google Shape;785;p52"/>
            <p:cNvSpPr/>
            <p:nvPr/>
          </p:nvSpPr>
          <p:spPr>
            <a:xfrm>
              <a:off x="8121111" y="4205309"/>
              <a:ext cx="13500" cy="123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86" name="Google Shape;786;p52"/>
            <p:cNvSpPr/>
            <p:nvPr/>
          </p:nvSpPr>
          <p:spPr>
            <a:xfrm>
              <a:off x="8052853" y="4186593"/>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87" name="Google Shape;787;p52"/>
            <p:cNvSpPr/>
            <p:nvPr/>
          </p:nvSpPr>
          <p:spPr>
            <a:xfrm>
              <a:off x="8073771" y="4207511"/>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88" name="Google Shape;788;p52"/>
            <p:cNvSpPr/>
            <p:nvPr/>
          </p:nvSpPr>
          <p:spPr>
            <a:xfrm>
              <a:off x="8094689" y="4228429"/>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89" name="Google Shape;789;p52"/>
            <p:cNvSpPr/>
            <p:nvPr/>
          </p:nvSpPr>
          <p:spPr>
            <a:xfrm>
              <a:off x="8293958" y="3948791"/>
              <a:ext cx="123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90" name="Google Shape;790;p52"/>
            <p:cNvSpPr/>
            <p:nvPr/>
          </p:nvSpPr>
          <p:spPr>
            <a:xfrm>
              <a:off x="8314876" y="3969709"/>
              <a:ext cx="123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91" name="Google Shape;791;p52"/>
            <p:cNvSpPr/>
            <p:nvPr/>
          </p:nvSpPr>
          <p:spPr>
            <a:xfrm>
              <a:off x="8335794" y="3990627"/>
              <a:ext cx="123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92" name="Google Shape;792;p52"/>
            <p:cNvSpPr/>
            <p:nvPr/>
          </p:nvSpPr>
          <p:spPr>
            <a:xfrm>
              <a:off x="8267536" y="3971911"/>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93" name="Google Shape;793;p52"/>
            <p:cNvSpPr/>
            <p:nvPr/>
          </p:nvSpPr>
          <p:spPr>
            <a:xfrm>
              <a:off x="8288454" y="3992829"/>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94" name="Google Shape;794;p52"/>
            <p:cNvSpPr/>
            <p:nvPr/>
          </p:nvSpPr>
          <p:spPr>
            <a:xfrm>
              <a:off x="8309371" y="4013747"/>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95" name="Google Shape;795;p52"/>
            <p:cNvSpPr/>
            <p:nvPr/>
          </p:nvSpPr>
          <p:spPr>
            <a:xfrm>
              <a:off x="8243315" y="3995031"/>
              <a:ext cx="165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96" name="Google Shape;796;p52"/>
            <p:cNvSpPr/>
            <p:nvPr/>
          </p:nvSpPr>
          <p:spPr>
            <a:xfrm>
              <a:off x="8264233" y="4015948"/>
              <a:ext cx="165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797" name="Google Shape;797;p52"/>
            <p:cNvSpPr/>
            <p:nvPr/>
          </p:nvSpPr>
          <p:spPr>
            <a:xfrm>
              <a:off x="8285151" y="4036866"/>
              <a:ext cx="165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798" name="Google Shape;798;p52"/>
          <p:cNvGrpSpPr/>
          <p:nvPr/>
        </p:nvGrpSpPr>
        <p:grpSpPr>
          <a:xfrm>
            <a:off x="7122643" y="3848223"/>
            <a:ext cx="362038" cy="337327"/>
            <a:chOff x="7201828" y="3922369"/>
            <a:chExt cx="371016" cy="345693"/>
          </a:xfrm>
        </p:grpSpPr>
        <p:sp>
          <p:nvSpPr>
            <p:cNvPr id="799" name="Google Shape;799;p52"/>
            <p:cNvSpPr/>
            <p:nvPr/>
          </p:nvSpPr>
          <p:spPr>
            <a:xfrm>
              <a:off x="7201828" y="3922369"/>
              <a:ext cx="371016" cy="345693"/>
            </a:xfrm>
            <a:custGeom>
              <a:avLst/>
              <a:gdLst/>
              <a:ahLst/>
              <a:cxnLst/>
              <a:rect l="l" t="t" r="r" b="b"/>
              <a:pathLst>
                <a:path w="142" h="132" extrusionOk="0">
                  <a:moveTo>
                    <a:pt x="134" y="0"/>
                  </a:moveTo>
                  <a:cubicBezTo>
                    <a:pt x="8" y="0"/>
                    <a:pt x="8" y="0"/>
                    <a:pt x="8" y="0"/>
                  </a:cubicBezTo>
                  <a:cubicBezTo>
                    <a:pt x="3" y="0"/>
                    <a:pt x="0" y="4"/>
                    <a:pt x="0" y="8"/>
                  </a:cubicBezTo>
                  <a:cubicBezTo>
                    <a:pt x="0" y="127"/>
                    <a:pt x="0" y="127"/>
                    <a:pt x="0" y="127"/>
                  </a:cubicBezTo>
                  <a:cubicBezTo>
                    <a:pt x="0" y="130"/>
                    <a:pt x="2" y="132"/>
                    <a:pt x="5" y="132"/>
                  </a:cubicBezTo>
                  <a:cubicBezTo>
                    <a:pt x="11" y="132"/>
                    <a:pt x="11" y="132"/>
                    <a:pt x="11" y="132"/>
                  </a:cubicBezTo>
                  <a:cubicBezTo>
                    <a:pt x="14" y="132"/>
                    <a:pt x="17" y="130"/>
                    <a:pt x="17" y="127"/>
                  </a:cubicBezTo>
                  <a:cubicBezTo>
                    <a:pt x="17" y="121"/>
                    <a:pt x="17" y="121"/>
                    <a:pt x="17" y="121"/>
                  </a:cubicBezTo>
                  <a:cubicBezTo>
                    <a:pt x="125" y="121"/>
                    <a:pt x="125" y="121"/>
                    <a:pt x="125" y="121"/>
                  </a:cubicBezTo>
                  <a:cubicBezTo>
                    <a:pt x="125" y="127"/>
                    <a:pt x="125" y="127"/>
                    <a:pt x="125" y="127"/>
                  </a:cubicBezTo>
                  <a:cubicBezTo>
                    <a:pt x="125" y="130"/>
                    <a:pt x="127" y="132"/>
                    <a:pt x="130" y="132"/>
                  </a:cubicBezTo>
                  <a:cubicBezTo>
                    <a:pt x="136" y="132"/>
                    <a:pt x="136" y="132"/>
                    <a:pt x="136" y="132"/>
                  </a:cubicBezTo>
                  <a:cubicBezTo>
                    <a:pt x="140" y="132"/>
                    <a:pt x="142" y="130"/>
                    <a:pt x="142" y="127"/>
                  </a:cubicBezTo>
                  <a:cubicBezTo>
                    <a:pt x="142" y="8"/>
                    <a:pt x="142" y="8"/>
                    <a:pt x="142" y="8"/>
                  </a:cubicBezTo>
                  <a:cubicBezTo>
                    <a:pt x="142" y="4"/>
                    <a:pt x="138" y="0"/>
                    <a:pt x="134" y="0"/>
                  </a:cubicBezTo>
                  <a:close/>
                  <a:moveTo>
                    <a:pt x="5" y="115"/>
                  </a:moveTo>
                  <a:cubicBezTo>
                    <a:pt x="5" y="89"/>
                    <a:pt x="5" y="89"/>
                    <a:pt x="5" y="89"/>
                  </a:cubicBezTo>
                  <a:cubicBezTo>
                    <a:pt x="136" y="89"/>
                    <a:pt x="136" y="89"/>
                    <a:pt x="136" y="89"/>
                  </a:cubicBezTo>
                  <a:cubicBezTo>
                    <a:pt x="136" y="115"/>
                    <a:pt x="136" y="115"/>
                    <a:pt x="136" y="115"/>
                  </a:cubicBezTo>
                  <a:lnTo>
                    <a:pt x="5" y="115"/>
                  </a:lnTo>
                  <a:close/>
                  <a:moveTo>
                    <a:pt x="8" y="6"/>
                  </a:moveTo>
                  <a:cubicBezTo>
                    <a:pt x="134" y="6"/>
                    <a:pt x="134" y="6"/>
                    <a:pt x="134" y="6"/>
                  </a:cubicBezTo>
                  <a:cubicBezTo>
                    <a:pt x="135" y="6"/>
                    <a:pt x="136" y="7"/>
                    <a:pt x="136" y="8"/>
                  </a:cubicBezTo>
                  <a:cubicBezTo>
                    <a:pt x="136" y="83"/>
                    <a:pt x="136" y="83"/>
                    <a:pt x="136" y="83"/>
                  </a:cubicBezTo>
                  <a:cubicBezTo>
                    <a:pt x="5" y="83"/>
                    <a:pt x="5" y="83"/>
                    <a:pt x="5" y="83"/>
                  </a:cubicBezTo>
                  <a:cubicBezTo>
                    <a:pt x="5" y="8"/>
                    <a:pt x="5" y="8"/>
                    <a:pt x="5" y="8"/>
                  </a:cubicBezTo>
                  <a:cubicBezTo>
                    <a:pt x="5" y="7"/>
                    <a:pt x="6" y="6"/>
                    <a:pt x="8" y="6"/>
                  </a:cubicBezTo>
                  <a:close/>
                  <a:moveTo>
                    <a:pt x="11" y="127"/>
                  </a:moveTo>
                  <a:cubicBezTo>
                    <a:pt x="11" y="127"/>
                    <a:pt x="11" y="127"/>
                    <a:pt x="11" y="127"/>
                  </a:cubicBezTo>
                  <a:cubicBezTo>
                    <a:pt x="5" y="127"/>
                    <a:pt x="5" y="127"/>
                    <a:pt x="5" y="127"/>
                  </a:cubicBezTo>
                  <a:cubicBezTo>
                    <a:pt x="5" y="121"/>
                    <a:pt x="5" y="121"/>
                    <a:pt x="5" y="121"/>
                  </a:cubicBezTo>
                  <a:cubicBezTo>
                    <a:pt x="11" y="121"/>
                    <a:pt x="11" y="121"/>
                    <a:pt x="11" y="121"/>
                  </a:cubicBezTo>
                  <a:lnTo>
                    <a:pt x="11" y="127"/>
                  </a:lnTo>
                  <a:close/>
                  <a:moveTo>
                    <a:pt x="136" y="127"/>
                  </a:moveTo>
                  <a:cubicBezTo>
                    <a:pt x="130" y="127"/>
                    <a:pt x="130" y="127"/>
                    <a:pt x="130" y="127"/>
                  </a:cubicBezTo>
                  <a:cubicBezTo>
                    <a:pt x="130" y="121"/>
                    <a:pt x="130" y="121"/>
                    <a:pt x="130" y="121"/>
                  </a:cubicBezTo>
                  <a:cubicBezTo>
                    <a:pt x="136" y="121"/>
                    <a:pt x="136" y="121"/>
                    <a:pt x="136" y="121"/>
                  </a:cubicBezTo>
                  <a:cubicBezTo>
                    <a:pt x="136" y="127"/>
                    <a:pt x="136" y="127"/>
                    <a:pt x="136" y="127"/>
                  </a:cubicBezTo>
                  <a:cubicBezTo>
                    <a:pt x="136" y="127"/>
                    <a:pt x="136" y="127"/>
                    <a:pt x="136" y="12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00" name="Google Shape;800;p52"/>
            <p:cNvSpPr/>
            <p:nvPr/>
          </p:nvSpPr>
          <p:spPr>
            <a:xfrm>
              <a:off x="7230452" y="3953195"/>
              <a:ext cx="310464" cy="170645"/>
            </a:xfrm>
            <a:custGeom>
              <a:avLst/>
              <a:gdLst/>
              <a:ahLst/>
              <a:cxnLst/>
              <a:rect l="l" t="t" r="r" b="b"/>
              <a:pathLst>
                <a:path w="119" h="65" extrusionOk="0">
                  <a:moveTo>
                    <a:pt x="114" y="0"/>
                  </a:moveTo>
                  <a:cubicBezTo>
                    <a:pt x="6" y="0"/>
                    <a:pt x="6" y="0"/>
                    <a:pt x="6" y="0"/>
                  </a:cubicBezTo>
                  <a:cubicBezTo>
                    <a:pt x="3" y="0"/>
                    <a:pt x="0" y="2"/>
                    <a:pt x="0" y="5"/>
                  </a:cubicBezTo>
                  <a:cubicBezTo>
                    <a:pt x="0" y="62"/>
                    <a:pt x="0" y="62"/>
                    <a:pt x="0" y="62"/>
                  </a:cubicBezTo>
                  <a:cubicBezTo>
                    <a:pt x="0" y="64"/>
                    <a:pt x="2" y="65"/>
                    <a:pt x="3" y="65"/>
                  </a:cubicBezTo>
                  <a:cubicBezTo>
                    <a:pt x="48" y="65"/>
                    <a:pt x="48" y="65"/>
                    <a:pt x="48" y="65"/>
                  </a:cubicBezTo>
                  <a:cubicBezTo>
                    <a:pt x="48" y="65"/>
                    <a:pt x="49" y="65"/>
                    <a:pt x="49" y="64"/>
                  </a:cubicBezTo>
                  <a:cubicBezTo>
                    <a:pt x="51" y="62"/>
                    <a:pt x="49" y="59"/>
                    <a:pt x="47" y="59"/>
                  </a:cubicBezTo>
                  <a:cubicBezTo>
                    <a:pt x="6" y="59"/>
                    <a:pt x="6" y="59"/>
                    <a:pt x="6" y="59"/>
                  </a:cubicBezTo>
                  <a:cubicBezTo>
                    <a:pt x="6" y="5"/>
                    <a:pt x="6" y="5"/>
                    <a:pt x="6" y="5"/>
                  </a:cubicBezTo>
                  <a:cubicBezTo>
                    <a:pt x="114" y="5"/>
                    <a:pt x="114" y="5"/>
                    <a:pt x="114" y="5"/>
                  </a:cubicBezTo>
                  <a:cubicBezTo>
                    <a:pt x="114" y="59"/>
                    <a:pt x="114" y="59"/>
                    <a:pt x="114" y="59"/>
                  </a:cubicBezTo>
                  <a:cubicBezTo>
                    <a:pt x="72" y="59"/>
                    <a:pt x="72" y="59"/>
                    <a:pt x="72" y="59"/>
                  </a:cubicBezTo>
                  <a:cubicBezTo>
                    <a:pt x="71" y="59"/>
                    <a:pt x="70" y="60"/>
                    <a:pt x="70" y="62"/>
                  </a:cubicBezTo>
                  <a:cubicBezTo>
                    <a:pt x="69" y="63"/>
                    <a:pt x="71" y="65"/>
                    <a:pt x="72" y="65"/>
                  </a:cubicBezTo>
                  <a:cubicBezTo>
                    <a:pt x="114" y="65"/>
                    <a:pt x="114" y="65"/>
                    <a:pt x="114" y="65"/>
                  </a:cubicBezTo>
                  <a:cubicBezTo>
                    <a:pt x="117" y="65"/>
                    <a:pt x="119" y="62"/>
                    <a:pt x="119" y="59"/>
                  </a:cubicBezTo>
                  <a:cubicBezTo>
                    <a:pt x="119" y="5"/>
                    <a:pt x="119" y="5"/>
                    <a:pt x="119" y="5"/>
                  </a:cubicBezTo>
                  <a:cubicBezTo>
                    <a:pt x="119" y="2"/>
                    <a:pt x="117" y="0"/>
                    <a:pt x="114"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01" name="Google Shape;801;p52"/>
            <p:cNvSpPr/>
            <p:nvPr/>
          </p:nvSpPr>
          <p:spPr>
            <a:xfrm>
              <a:off x="7230452" y="4165675"/>
              <a:ext cx="44038" cy="44037"/>
            </a:xfrm>
            <a:custGeom>
              <a:avLst/>
              <a:gdLst/>
              <a:ahLst/>
              <a:cxnLst/>
              <a:rect l="l" t="t" r="r" b="b"/>
              <a:pathLst>
                <a:path w="17" h="17" extrusionOk="0">
                  <a:moveTo>
                    <a:pt x="9" y="0"/>
                  </a:moveTo>
                  <a:cubicBezTo>
                    <a:pt x="4" y="0"/>
                    <a:pt x="0" y="4"/>
                    <a:pt x="0" y="9"/>
                  </a:cubicBezTo>
                  <a:cubicBezTo>
                    <a:pt x="0" y="13"/>
                    <a:pt x="4" y="17"/>
                    <a:pt x="9" y="17"/>
                  </a:cubicBezTo>
                  <a:cubicBezTo>
                    <a:pt x="13" y="17"/>
                    <a:pt x="17" y="13"/>
                    <a:pt x="17" y="9"/>
                  </a:cubicBezTo>
                  <a:cubicBezTo>
                    <a:pt x="17" y="4"/>
                    <a:pt x="13" y="0"/>
                    <a:pt x="9" y="0"/>
                  </a:cubicBezTo>
                  <a:close/>
                  <a:moveTo>
                    <a:pt x="9" y="12"/>
                  </a:moveTo>
                  <a:cubicBezTo>
                    <a:pt x="7" y="12"/>
                    <a:pt x="6" y="10"/>
                    <a:pt x="6" y="9"/>
                  </a:cubicBezTo>
                  <a:cubicBezTo>
                    <a:pt x="6" y="7"/>
                    <a:pt x="7" y="6"/>
                    <a:pt x="9" y="6"/>
                  </a:cubicBezTo>
                  <a:cubicBezTo>
                    <a:pt x="10" y="6"/>
                    <a:pt x="11" y="7"/>
                    <a:pt x="11" y="9"/>
                  </a:cubicBezTo>
                  <a:cubicBezTo>
                    <a:pt x="11" y="10"/>
                    <a:pt x="10" y="12"/>
                    <a:pt x="9"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02" name="Google Shape;802;p52"/>
            <p:cNvSpPr/>
            <p:nvPr/>
          </p:nvSpPr>
          <p:spPr>
            <a:xfrm>
              <a:off x="7289903" y="4165675"/>
              <a:ext cx="41836" cy="44037"/>
            </a:xfrm>
            <a:custGeom>
              <a:avLst/>
              <a:gdLst/>
              <a:ahLst/>
              <a:cxnLst/>
              <a:rect l="l" t="t" r="r" b="b"/>
              <a:pathLst>
                <a:path w="16" h="17" extrusionOk="0">
                  <a:moveTo>
                    <a:pt x="8" y="0"/>
                  </a:moveTo>
                  <a:cubicBezTo>
                    <a:pt x="3" y="0"/>
                    <a:pt x="0" y="4"/>
                    <a:pt x="0" y="9"/>
                  </a:cubicBezTo>
                  <a:cubicBezTo>
                    <a:pt x="0" y="13"/>
                    <a:pt x="3" y="17"/>
                    <a:pt x="8" y="17"/>
                  </a:cubicBezTo>
                  <a:cubicBezTo>
                    <a:pt x="13" y="17"/>
                    <a:pt x="16" y="13"/>
                    <a:pt x="16" y="9"/>
                  </a:cubicBezTo>
                  <a:cubicBezTo>
                    <a:pt x="16" y="4"/>
                    <a:pt x="13" y="0"/>
                    <a:pt x="8" y="0"/>
                  </a:cubicBezTo>
                  <a:close/>
                  <a:moveTo>
                    <a:pt x="8" y="12"/>
                  </a:moveTo>
                  <a:cubicBezTo>
                    <a:pt x="6" y="12"/>
                    <a:pt x="5" y="10"/>
                    <a:pt x="5" y="9"/>
                  </a:cubicBezTo>
                  <a:cubicBezTo>
                    <a:pt x="5" y="7"/>
                    <a:pt x="6" y="6"/>
                    <a:pt x="8" y="6"/>
                  </a:cubicBezTo>
                  <a:cubicBezTo>
                    <a:pt x="9" y="6"/>
                    <a:pt x="11" y="7"/>
                    <a:pt x="11" y="9"/>
                  </a:cubicBezTo>
                  <a:cubicBezTo>
                    <a:pt x="11" y="10"/>
                    <a:pt x="9" y="12"/>
                    <a:pt x="8"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03" name="Google Shape;803;p52"/>
            <p:cNvSpPr/>
            <p:nvPr/>
          </p:nvSpPr>
          <p:spPr>
            <a:xfrm>
              <a:off x="7348252" y="4165675"/>
              <a:ext cx="44038" cy="44037"/>
            </a:xfrm>
            <a:custGeom>
              <a:avLst/>
              <a:gdLst/>
              <a:ahLst/>
              <a:cxnLst/>
              <a:rect l="l" t="t" r="r" b="b"/>
              <a:pathLst>
                <a:path w="17" h="17" extrusionOk="0">
                  <a:moveTo>
                    <a:pt x="8" y="0"/>
                  </a:moveTo>
                  <a:cubicBezTo>
                    <a:pt x="4" y="0"/>
                    <a:pt x="0" y="4"/>
                    <a:pt x="0" y="9"/>
                  </a:cubicBezTo>
                  <a:cubicBezTo>
                    <a:pt x="0" y="13"/>
                    <a:pt x="4" y="17"/>
                    <a:pt x="8" y="17"/>
                  </a:cubicBezTo>
                  <a:cubicBezTo>
                    <a:pt x="13" y="17"/>
                    <a:pt x="17" y="13"/>
                    <a:pt x="17" y="9"/>
                  </a:cubicBezTo>
                  <a:cubicBezTo>
                    <a:pt x="17" y="4"/>
                    <a:pt x="13" y="0"/>
                    <a:pt x="8" y="0"/>
                  </a:cubicBezTo>
                  <a:close/>
                  <a:moveTo>
                    <a:pt x="8" y="12"/>
                  </a:moveTo>
                  <a:cubicBezTo>
                    <a:pt x="7" y="12"/>
                    <a:pt x="5" y="10"/>
                    <a:pt x="5" y="9"/>
                  </a:cubicBezTo>
                  <a:cubicBezTo>
                    <a:pt x="5" y="7"/>
                    <a:pt x="7" y="6"/>
                    <a:pt x="8" y="6"/>
                  </a:cubicBezTo>
                  <a:cubicBezTo>
                    <a:pt x="10" y="6"/>
                    <a:pt x="11" y="7"/>
                    <a:pt x="11" y="9"/>
                  </a:cubicBezTo>
                  <a:cubicBezTo>
                    <a:pt x="11" y="10"/>
                    <a:pt x="10" y="12"/>
                    <a:pt x="8"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04" name="Google Shape;804;p52"/>
            <p:cNvSpPr/>
            <p:nvPr/>
          </p:nvSpPr>
          <p:spPr>
            <a:xfrm>
              <a:off x="7441832" y="4181088"/>
              <a:ext cx="102387" cy="13211"/>
            </a:xfrm>
            <a:custGeom>
              <a:avLst/>
              <a:gdLst/>
              <a:ahLst/>
              <a:cxnLst/>
              <a:rect l="l" t="t" r="r" b="b"/>
              <a:pathLst>
                <a:path w="39" h="5" extrusionOk="0">
                  <a:moveTo>
                    <a:pt x="36" y="0"/>
                  </a:moveTo>
                  <a:cubicBezTo>
                    <a:pt x="4" y="0"/>
                    <a:pt x="4" y="0"/>
                    <a:pt x="4" y="0"/>
                  </a:cubicBezTo>
                  <a:cubicBezTo>
                    <a:pt x="2" y="0"/>
                    <a:pt x="1" y="1"/>
                    <a:pt x="1" y="2"/>
                  </a:cubicBezTo>
                  <a:cubicBezTo>
                    <a:pt x="0" y="4"/>
                    <a:pt x="2" y="5"/>
                    <a:pt x="3" y="5"/>
                  </a:cubicBezTo>
                  <a:cubicBezTo>
                    <a:pt x="35" y="5"/>
                    <a:pt x="35" y="5"/>
                    <a:pt x="35" y="5"/>
                  </a:cubicBezTo>
                  <a:cubicBezTo>
                    <a:pt x="37" y="5"/>
                    <a:pt x="38" y="4"/>
                    <a:pt x="38" y="3"/>
                  </a:cubicBezTo>
                  <a:cubicBezTo>
                    <a:pt x="39" y="1"/>
                    <a:pt x="37" y="0"/>
                    <a:pt x="36"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05" name="Google Shape;805;p52"/>
            <p:cNvSpPr/>
            <p:nvPr/>
          </p:nvSpPr>
          <p:spPr>
            <a:xfrm>
              <a:off x="7261278" y="3998333"/>
              <a:ext cx="94681" cy="80368"/>
            </a:xfrm>
            <a:custGeom>
              <a:avLst/>
              <a:gdLst/>
              <a:ahLst/>
              <a:cxnLst/>
              <a:rect l="l" t="t" r="r" b="b"/>
              <a:pathLst>
                <a:path w="36" h="31" extrusionOk="0">
                  <a:moveTo>
                    <a:pt x="23" y="0"/>
                  </a:moveTo>
                  <a:cubicBezTo>
                    <a:pt x="21" y="0"/>
                    <a:pt x="20" y="1"/>
                    <a:pt x="18" y="1"/>
                  </a:cubicBezTo>
                  <a:cubicBezTo>
                    <a:pt x="17" y="1"/>
                    <a:pt x="15" y="0"/>
                    <a:pt x="13" y="0"/>
                  </a:cubicBezTo>
                  <a:cubicBezTo>
                    <a:pt x="10" y="0"/>
                    <a:pt x="7" y="1"/>
                    <a:pt x="5" y="3"/>
                  </a:cubicBezTo>
                  <a:cubicBezTo>
                    <a:pt x="4" y="3"/>
                    <a:pt x="4" y="3"/>
                    <a:pt x="4" y="3"/>
                  </a:cubicBezTo>
                  <a:cubicBezTo>
                    <a:pt x="0" y="8"/>
                    <a:pt x="0" y="14"/>
                    <a:pt x="5" y="19"/>
                  </a:cubicBezTo>
                  <a:cubicBezTo>
                    <a:pt x="15" y="30"/>
                    <a:pt x="15" y="30"/>
                    <a:pt x="15" y="30"/>
                  </a:cubicBezTo>
                  <a:cubicBezTo>
                    <a:pt x="16" y="30"/>
                    <a:pt x="17" y="31"/>
                    <a:pt x="18" y="31"/>
                  </a:cubicBezTo>
                  <a:cubicBezTo>
                    <a:pt x="19" y="31"/>
                    <a:pt x="20" y="30"/>
                    <a:pt x="21" y="30"/>
                  </a:cubicBezTo>
                  <a:cubicBezTo>
                    <a:pt x="32" y="19"/>
                    <a:pt x="32" y="19"/>
                    <a:pt x="32" y="19"/>
                  </a:cubicBezTo>
                  <a:cubicBezTo>
                    <a:pt x="36" y="14"/>
                    <a:pt x="36" y="8"/>
                    <a:pt x="32" y="3"/>
                  </a:cubicBezTo>
                  <a:cubicBezTo>
                    <a:pt x="32" y="3"/>
                    <a:pt x="32" y="3"/>
                    <a:pt x="32" y="3"/>
                  </a:cubicBezTo>
                  <a:cubicBezTo>
                    <a:pt x="30" y="1"/>
                    <a:pt x="26" y="0"/>
                    <a:pt x="23" y="0"/>
                  </a:cubicBezTo>
                  <a:close/>
                  <a:moveTo>
                    <a:pt x="28" y="15"/>
                  </a:moveTo>
                  <a:cubicBezTo>
                    <a:pt x="18" y="24"/>
                    <a:pt x="18" y="24"/>
                    <a:pt x="18" y="24"/>
                  </a:cubicBezTo>
                  <a:cubicBezTo>
                    <a:pt x="8" y="15"/>
                    <a:pt x="8" y="15"/>
                    <a:pt x="8" y="15"/>
                  </a:cubicBezTo>
                  <a:cubicBezTo>
                    <a:pt x="6" y="13"/>
                    <a:pt x="6" y="9"/>
                    <a:pt x="8" y="7"/>
                  </a:cubicBezTo>
                  <a:cubicBezTo>
                    <a:pt x="8" y="7"/>
                    <a:pt x="8" y="7"/>
                    <a:pt x="8" y="7"/>
                  </a:cubicBezTo>
                  <a:cubicBezTo>
                    <a:pt x="10" y="6"/>
                    <a:pt x="11" y="5"/>
                    <a:pt x="12" y="5"/>
                  </a:cubicBezTo>
                  <a:cubicBezTo>
                    <a:pt x="12" y="5"/>
                    <a:pt x="13" y="5"/>
                    <a:pt x="13" y="5"/>
                  </a:cubicBezTo>
                  <a:cubicBezTo>
                    <a:pt x="14" y="5"/>
                    <a:pt x="15" y="6"/>
                    <a:pt x="16" y="7"/>
                  </a:cubicBezTo>
                  <a:cubicBezTo>
                    <a:pt x="17" y="8"/>
                    <a:pt x="19" y="8"/>
                    <a:pt x="20" y="7"/>
                  </a:cubicBezTo>
                  <a:cubicBezTo>
                    <a:pt x="21" y="6"/>
                    <a:pt x="22" y="5"/>
                    <a:pt x="24" y="5"/>
                  </a:cubicBezTo>
                  <a:cubicBezTo>
                    <a:pt x="25" y="5"/>
                    <a:pt x="27" y="6"/>
                    <a:pt x="28" y="7"/>
                  </a:cubicBezTo>
                  <a:cubicBezTo>
                    <a:pt x="28" y="7"/>
                    <a:pt x="28" y="7"/>
                    <a:pt x="28" y="7"/>
                  </a:cubicBezTo>
                  <a:cubicBezTo>
                    <a:pt x="30" y="9"/>
                    <a:pt x="30" y="13"/>
                    <a:pt x="28" y="1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06" name="Google Shape;806;p52"/>
            <p:cNvSpPr/>
            <p:nvPr/>
          </p:nvSpPr>
          <p:spPr>
            <a:xfrm>
              <a:off x="7371372" y="3998333"/>
              <a:ext cx="143122" cy="75964"/>
            </a:xfrm>
            <a:custGeom>
              <a:avLst/>
              <a:gdLst/>
              <a:ahLst/>
              <a:cxnLst/>
              <a:rect l="l" t="t" r="r" b="b"/>
              <a:pathLst>
                <a:path w="55" h="29" extrusionOk="0">
                  <a:moveTo>
                    <a:pt x="25" y="26"/>
                  </a:moveTo>
                  <a:cubicBezTo>
                    <a:pt x="26" y="28"/>
                    <a:pt x="27" y="29"/>
                    <a:pt x="29" y="29"/>
                  </a:cubicBezTo>
                  <a:cubicBezTo>
                    <a:pt x="29" y="29"/>
                    <a:pt x="29" y="29"/>
                    <a:pt x="29" y="29"/>
                  </a:cubicBezTo>
                  <a:cubicBezTo>
                    <a:pt x="31" y="29"/>
                    <a:pt x="33" y="28"/>
                    <a:pt x="33" y="26"/>
                  </a:cubicBezTo>
                  <a:cubicBezTo>
                    <a:pt x="39" y="12"/>
                    <a:pt x="39" y="12"/>
                    <a:pt x="39" y="12"/>
                  </a:cubicBezTo>
                  <a:cubicBezTo>
                    <a:pt x="41" y="15"/>
                    <a:pt x="41" y="15"/>
                    <a:pt x="41" y="15"/>
                  </a:cubicBezTo>
                  <a:cubicBezTo>
                    <a:pt x="41" y="16"/>
                    <a:pt x="43" y="17"/>
                    <a:pt x="43" y="17"/>
                  </a:cubicBezTo>
                  <a:cubicBezTo>
                    <a:pt x="52" y="17"/>
                    <a:pt x="52" y="17"/>
                    <a:pt x="52" y="17"/>
                  </a:cubicBezTo>
                  <a:cubicBezTo>
                    <a:pt x="53" y="17"/>
                    <a:pt x="54" y="17"/>
                    <a:pt x="55" y="15"/>
                  </a:cubicBezTo>
                  <a:cubicBezTo>
                    <a:pt x="55" y="13"/>
                    <a:pt x="54" y="11"/>
                    <a:pt x="52" y="11"/>
                  </a:cubicBezTo>
                  <a:cubicBezTo>
                    <a:pt x="45" y="11"/>
                    <a:pt x="45" y="11"/>
                    <a:pt x="45" y="11"/>
                  </a:cubicBezTo>
                  <a:cubicBezTo>
                    <a:pt x="43" y="6"/>
                    <a:pt x="43" y="6"/>
                    <a:pt x="43" y="6"/>
                  </a:cubicBezTo>
                  <a:cubicBezTo>
                    <a:pt x="42" y="5"/>
                    <a:pt x="41" y="4"/>
                    <a:pt x="39" y="4"/>
                  </a:cubicBezTo>
                  <a:cubicBezTo>
                    <a:pt x="39" y="4"/>
                    <a:pt x="39" y="4"/>
                    <a:pt x="39" y="4"/>
                  </a:cubicBezTo>
                  <a:cubicBezTo>
                    <a:pt x="37" y="4"/>
                    <a:pt x="36" y="5"/>
                    <a:pt x="35" y="7"/>
                  </a:cubicBezTo>
                  <a:cubicBezTo>
                    <a:pt x="30" y="21"/>
                    <a:pt x="30" y="21"/>
                    <a:pt x="30" y="21"/>
                  </a:cubicBezTo>
                  <a:cubicBezTo>
                    <a:pt x="24" y="3"/>
                    <a:pt x="24" y="3"/>
                    <a:pt x="24" y="3"/>
                  </a:cubicBezTo>
                  <a:cubicBezTo>
                    <a:pt x="23" y="1"/>
                    <a:pt x="22" y="0"/>
                    <a:pt x="20" y="0"/>
                  </a:cubicBezTo>
                  <a:cubicBezTo>
                    <a:pt x="18" y="0"/>
                    <a:pt x="17" y="1"/>
                    <a:pt x="16" y="2"/>
                  </a:cubicBezTo>
                  <a:cubicBezTo>
                    <a:pt x="11" y="12"/>
                    <a:pt x="11" y="12"/>
                    <a:pt x="11" y="12"/>
                  </a:cubicBezTo>
                  <a:cubicBezTo>
                    <a:pt x="2" y="12"/>
                    <a:pt x="2" y="12"/>
                    <a:pt x="2" y="12"/>
                  </a:cubicBezTo>
                  <a:cubicBezTo>
                    <a:pt x="1" y="12"/>
                    <a:pt x="0" y="13"/>
                    <a:pt x="0" y="14"/>
                  </a:cubicBezTo>
                  <a:cubicBezTo>
                    <a:pt x="0" y="16"/>
                    <a:pt x="1" y="17"/>
                    <a:pt x="2" y="17"/>
                  </a:cubicBezTo>
                  <a:cubicBezTo>
                    <a:pt x="13" y="17"/>
                    <a:pt x="13" y="17"/>
                    <a:pt x="13" y="17"/>
                  </a:cubicBezTo>
                  <a:cubicBezTo>
                    <a:pt x="13" y="17"/>
                    <a:pt x="15" y="17"/>
                    <a:pt x="15" y="16"/>
                  </a:cubicBezTo>
                  <a:cubicBezTo>
                    <a:pt x="19" y="8"/>
                    <a:pt x="19" y="8"/>
                    <a:pt x="19" y="8"/>
                  </a:cubicBezTo>
                  <a:lnTo>
                    <a:pt x="25" y="26"/>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07" name="Google Shape;807;p52"/>
            <p:cNvSpPr/>
            <p:nvPr/>
          </p:nvSpPr>
          <p:spPr>
            <a:xfrm>
              <a:off x="7379079" y="4108427"/>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08" name="Google Shape;808;p52"/>
          <p:cNvGrpSpPr/>
          <p:nvPr/>
        </p:nvGrpSpPr>
        <p:grpSpPr>
          <a:xfrm>
            <a:off x="6357207" y="3835331"/>
            <a:ext cx="365260" cy="363110"/>
            <a:chOff x="6414657" y="3909158"/>
            <a:chExt cx="374319" cy="372116"/>
          </a:xfrm>
        </p:grpSpPr>
        <p:sp>
          <p:nvSpPr>
            <p:cNvPr id="809" name="Google Shape;809;p52"/>
            <p:cNvSpPr/>
            <p:nvPr/>
          </p:nvSpPr>
          <p:spPr>
            <a:xfrm>
              <a:off x="6414657" y="3909158"/>
              <a:ext cx="374319" cy="372116"/>
            </a:xfrm>
            <a:custGeom>
              <a:avLst/>
              <a:gdLst/>
              <a:ahLst/>
              <a:cxnLst/>
              <a:rect l="l" t="t" r="r" b="b"/>
              <a:pathLst>
                <a:path w="143" h="142" extrusionOk="0">
                  <a:moveTo>
                    <a:pt x="140" y="3"/>
                  </a:moveTo>
                  <a:cubicBezTo>
                    <a:pt x="138" y="1"/>
                    <a:pt x="136" y="0"/>
                    <a:pt x="133" y="0"/>
                  </a:cubicBezTo>
                  <a:cubicBezTo>
                    <a:pt x="131" y="0"/>
                    <a:pt x="128" y="1"/>
                    <a:pt x="127" y="3"/>
                  </a:cubicBezTo>
                  <a:cubicBezTo>
                    <a:pt x="116" y="14"/>
                    <a:pt x="116" y="14"/>
                    <a:pt x="116" y="14"/>
                  </a:cubicBezTo>
                  <a:cubicBezTo>
                    <a:pt x="112" y="17"/>
                    <a:pt x="107" y="19"/>
                    <a:pt x="102" y="20"/>
                  </a:cubicBezTo>
                  <a:cubicBezTo>
                    <a:pt x="97" y="20"/>
                    <a:pt x="92" y="22"/>
                    <a:pt x="88" y="26"/>
                  </a:cubicBezTo>
                  <a:cubicBezTo>
                    <a:pt x="84" y="30"/>
                    <a:pt x="83" y="35"/>
                    <a:pt x="82" y="40"/>
                  </a:cubicBezTo>
                  <a:cubicBezTo>
                    <a:pt x="74" y="48"/>
                    <a:pt x="74" y="48"/>
                    <a:pt x="74" y="48"/>
                  </a:cubicBezTo>
                  <a:cubicBezTo>
                    <a:pt x="72" y="50"/>
                    <a:pt x="69" y="52"/>
                    <a:pt x="66" y="53"/>
                  </a:cubicBezTo>
                  <a:cubicBezTo>
                    <a:pt x="61" y="55"/>
                    <a:pt x="61" y="55"/>
                    <a:pt x="61" y="55"/>
                  </a:cubicBezTo>
                  <a:cubicBezTo>
                    <a:pt x="57" y="57"/>
                    <a:pt x="54" y="59"/>
                    <a:pt x="51" y="61"/>
                  </a:cubicBezTo>
                  <a:cubicBezTo>
                    <a:pt x="3" y="109"/>
                    <a:pt x="3" y="109"/>
                    <a:pt x="3" y="109"/>
                  </a:cubicBezTo>
                  <a:cubicBezTo>
                    <a:pt x="0" y="113"/>
                    <a:pt x="0" y="119"/>
                    <a:pt x="3" y="123"/>
                  </a:cubicBezTo>
                  <a:cubicBezTo>
                    <a:pt x="20" y="140"/>
                    <a:pt x="20" y="140"/>
                    <a:pt x="20" y="140"/>
                  </a:cubicBezTo>
                  <a:cubicBezTo>
                    <a:pt x="22" y="141"/>
                    <a:pt x="25" y="142"/>
                    <a:pt x="27" y="142"/>
                  </a:cubicBezTo>
                  <a:cubicBezTo>
                    <a:pt x="30" y="142"/>
                    <a:pt x="32" y="141"/>
                    <a:pt x="34" y="140"/>
                  </a:cubicBezTo>
                  <a:cubicBezTo>
                    <a:pt x="53" y="120"/>
                    <a:pt x="53" y="120"/>
                    <a:pt x="53" y="120"/>
                  </a:cubicBezTo>
                  <a:cubicBezTo>
                    <a:pt x="53" y="120"/>
                    <a:pt x="53" y="120"/>
                    <a:pt x="53" y="120"/>
                  </a:cubicBezTo>
                  <a:cubicBezTo>
                    <a:pt x="53" y="120"/>
                    <a:pt x="53" y="120"/>
                    <a:pt x="53" y="120"/>
                  </a:cubicBezTo>
                  <a:cubicBezTo>
                    <a:pt x="56" y="117"/>
                    <a:pt x="56" y="117"/>
                    <a:pt x="56" y="117"/>
                  </a:cubicBezTo>
                  <a:cubicBezTo>
                    <a:pt x="58" y="116"/>
                    <a:pt x="58" y="114"/>
                    <a:pt x="56" y="113"/>
                  </a:cubicBezTo>
                  <a:cubicBezTo>
                    <a:pt x="55" y="112"/>
                    <a:pt x="54" y="112"/>
                    <a:pt x="53" y="113"/>
                  </a:cubicBezTo>
                  <a:cubicBezTo>
                    <a:pt x="51" y="114"/>
                    <a:pt x="51" y="114"/>
                    <a:pt x="51" y="114"/>
                  </a:cubicBezTo>
                  <a:cubicBezTo>
                    <a:pt x="29" y="92"/>
                    <a:pt x="29" y="92"/>
                    <a:pt x="29" y="92"/>
                  </a:cubicBezTo>
                  <a:cubicBezTo>
                    <a:pt x="49" y="71"/>
                    <a:pt x="49" y="71"/>
                    <a:pt x="49" y="71"/>
                  </a:cubicBezTo>
                  <a:cubicBezTo>
                    <a:pt x="71" y="94"/>
                    <a:pt x="71" y="94"/>
                    <a:pt x="71" y="94"/>
                  </a:cubicBezTo>
                  <a:cubicBezTo>
                    <a:pt x="70" y="95"/>
                    <a:pt x="70" y="95"/>
                    <a:pt x="70" y="95"/>
                  </a:cubicBezTo>
                  <a:cubicBezTo>
                    <a:pt x="69" y="96"/>
                    <a:pt x="69" y="98"/>
                    <a:pt x="70" y="99"/>
                  </a:cubicBezTo>
                  <a:cubicBezTo>
                    <a:pt x="71" y="100"/>
                    <a:pt x="73" y="100"/>
                    <a:pt x="74" y="99"/>
                  </a:cubicBezTo>
                  <a:cubicBezTo>
                    <a:pt x="82" y="92"/>
                    <a:pt x="82" y="92"/>
                    <a:pt x="82" y="92"/>
                  </a:cubicBezTo>
                  <a:cubicBezTo>
                    <a:pt x="84" y="89"/>
                    <a:pt x="86" y="86"/>
                    <a:pt x="88" y="82"/>
                  </a:cubicBezTo>
                  <a:cubicBezTo>
                    <a:pt x="90" y="77"/>
                    <a:pt x="90" y="77"/>
                    <a:pt x="90" y="77"/>
                  </a:cubicBezTo>
                  <a:cubicBezTo>
                    <a:pt x="91" y="74"/>
                    <a:pt x="93" y="71"/>
                    <a:pt x="95" y="69"/>
                  </a:cubicBezTo>
                  <a:cubicBezTo>
                    <a:pt x="103" y="61"/>
                    <a:pt x="103" y="61"/>
                    <a:pt x="103" y="61"/>
                  </a:cubicBezTo>
                  <a:cubicBezTo>
                    <a:pt x="109" y="60"/>
                    <a:pt x="114" y="58"/>
                    <a:pt x="117" y="54"/>
                  </a:cubicBezTo>
                  <a:cubicBezTo>
                    <a:pt x="121" y="51"/>
                    <a:pt x="123" y="46"/>
                    <a:pt x="123" y="41"/>
                  </a:cubicBezTo>
                  <a:cubicBezTo>
                    <a:pt x="124" y="36"/>
                    <a:pt x="126" y="31"/>
                    <a:pt x="129" y="27"/>
                  </a:cubicBezTo>
                  <a:cubicBezTo>
                    <a:pt x="140" y="16"/>
                    <a:pt x="140" y="16"/>
                    <a:pt x="140" y="16"/>
                  </a:cubicBezTo>
                  <a:cubicBezTo>
                    <a:pt x="142" y="15"/>
                    <a:pt x="143" y="12"/>
                    <a:pt x="143" y="10"/>
                  </a:cubicBezTo>
                  <a:cubicBezTo>
                    <a:pt x="143" y="7"/>
                    <a:pt x="142" y="5"/>
                    <a:pt x="140" y="3"/>
                  </a:cubicBezTo>
                  <a:close/>
                  <a:moveTo>
                    <a:pt x="93" y="63"/>
                  </a:moveTo>
                  <a:cubicBezTo>
                    <a:pt x="80" y="50"/>
                    <a:pt x="80" y="50"/>
                    <a:pt x="80" y="50"/>
                  </a:cubicBezTo>
                  <a:cubicBezTo>
                    <a:pt x="85" y="45"/>
                    <a:pt x="85" y="45"/>
                    <a:pt x="85" y="45"/>
                  </a:cubicBezTo>
                  <a:cubicBezTo>
                    <a:pt x="98" y="58"/>
                    <a:pt x="98" y="58"/>
                    <a:pt x="98" y="58"/>
                  </a:cubicBezTo>
                  <a:lnTo>
                    <a:pt x="93" y="63"/>
                  </a:lnTo>
                  <a:close/>
                  <a:moveTo>
                    <a:pt x="47" y="118"/>
                  </a:moveTo>
                  <a:cubicBezTo>
                    <a:pt x="30" y="136"/>
                    <a:pt x="30" y="136"/>
                    <a:pt x="30" y="136"/>
                  </a:cubicBezTo>
                  <a:cubicBezTo>
                    <a:pt x="28" y="137"/>
                    <a:pt x="26" y="137"/>
                    <a:pt x="24" y="136"/>
                  </a:cubicBezTo>
                  <a:cubicBezTo>
                    <a:pt x="7" y="119"/>
                    <a:pt x="7" y="119"/>
                    <a:pt x="7" y="119"/>
                  </a:cubicBezTo>
                  <a:cubicBezTo>
                    <a:pt x="6" y="117"/>
                    <a:pt x="6" y="115"/>
                    <a:pt x="7" y="113"/>
                  </a:cubicBezTo>
                  <a:cubicBezTo>
                    <a:pt x="25" y="96"/>
                    <a:pt x="25" y="96"/>
                    <a:pt x="25" y="96"/>
                  </a:cubicBezTo>
                  <a:lnTo>
                    <a:pt x="47" y="118"/>
                  </a:lnTo>
                  <a:close/>
                  <a:moveTo>
                    <a:pt x="84" y="75"/>
                  </a:moveTo>
                  <a:cubicBezTo>
                    <a:pt x="83" y="80"/>
                    <a:pt x="83" y="80"/>
                    <a:pt x="83" y="80"/>
                  </a:cubicBezTo>
                  <a:cubicBezTo>
                    <a:pt x="81" y="83"/>
                    <a:pt x="80" y="86"/>
                    <a:pt x="78" y="88"/>
                  </a:cubicBezTo>
                  <a:cubicBezTo>
                    <a:pt x="75" y="90"/>
                    <a:pt x="75" y="90"/>
                    <a:pt x="75" y="90"/>
                  </a:cubicBezTo>
                  <a:cubicBezTo>
                    <a:pt x="53" y="68"/>
                    <a:pt x="53" y="68"/>
                    <a:pt x="53" y="68"/>
                  </a:cubicBezTo>
                  <a:cubicBezTo>
                    <a:pt x="55" y="65"/>
                    <a:pt x="55" y="65"/>
                    <a:pt x="55" y="65"/>
                  </a:cubicBezTo>
                  <a:cubicBezTo>
                    <a:pt x="57" y="63"/>
                    <a:pt x="60" y="61"/>
                    <a:pt x="63" y="60"/>
                  </a:cubicBezTo>
                  <a:cubicBezTo>
                    <a:pt x="68" y="59"/>
                    <a:pt x="68" y="59"/>
                    <a:pt x="68" y="59"/>
                  </a:cubicBezTo>
                  <a:cubicBezTo>
                    <a:pt x="71" y="57"/>
                    <a:pt x="74" y="56"/>
                    <a:pt x="76" y="54"/>
                  </a:cubicBezTo>
                  <a:cubicBezTo>
                    <a:pt x="89" y="67"/>
                    <a:pt x="89" y="67"/>
                    <a:pt x="89" y="67"/>
                  </a:cubicBezTo>
                  <a:cubicBezTo>
                    <a:pt x="87" y="69"/>
                    <a:pt x="85" y="72"/>
                    <a:pt x="84" y="75"/>
                  </a:cubicBezTo>
                  <a:close/>
                  <a:moveTo>
                    <a:pt x="136" y="12"/>
                  </a:moveTo>
                  <a:cubicBezTo>
                    <a:pt x="125" y="23"/>
                    <a:pt x="125" y="23"/>
                    <a:pt x="125" y="23"/>
                  </a:cubicBezTo>
                  <a:cubicBezTo>
                    <a:pt x="121" y="28"/>
                    <a:pt x="118" y="34"/>
                    <a:pt x="118" y="41"/>
                  </a:cubicBezTo>
                  <a:cubicBezTo>
                    <a:pt x="118" y="44"/>
                    <a:pt x="116" y="48"/>
                    <a:pt x="113" y="51"/>
                  </a:cubicBezTo>
                  <a:cubicBezTo>
                    <a:pt x="111" y="53"/>
                    <a:pt x="107" y="55"/>
                    <a:pt x="103" y="55"/>
                  </a:cubicBezTo>
                  <a:cubicBezTo>
                    <a:pt x="88" y="40"/>
                    <a:pt x="88" y="40"/>
                    <a:pt x="88" y="40"/>
                  </a:cubicBezTo>
                  <a:cubicBezTo>
                    <a:pt x="88" y="36"/>
                    <a:pt x="89" y="33"/>
                    <a:pt x="92" y="30"/>
                  </a:cubicBezTo>
                  <a:cubicBezTo>
                    <a:pt x="95" y="27"/>
                    <a:pt x="98" y="25"/>
                    <a:pt x="102" y="25"/>
                  </a:cubicBezTo>
                  <a:cubicBezTo>
                    <a:pt x="109" y="25"/>
                    <a:pt x="115" y="22"/>
                    <a:pt x="120" y="17"/>
                  </a:cubicBezTo>
                  <a:cubicBezTo>
                    <a:pt x="131" y="7"/>
                    <a:pt x="131" y="7"/>
                    <a:pt x="131" y="7"/>
                  </a:cubicBezTo>
                  <a:cubicBezTo>
                    <a:pt x="131" y="6"/>
                    <a:pt x="132" y="5"/>
                    <a:pt x="133" y="5"/>
                  </a:cubicBezTo>
                  <a:cubicBezTo>
                    <a:pt x="134" y="5"/>
                    <a:pt x="135" y="6"/>
                    <a:pt x="136" y="7"/>
                  </a:cubicBezTo>
                  <a:cubicBezTo>
                    <a:pt x="137" y="7"/>
                    <a:pt x="137" y="8"/>
                    <a:pt x="137" y="10"/>
                  </a:cubicBezTo>
                  <a:cubicBezTo>
                    <a:pt x="137" y="11"/>
                    <a:pt x="137" y="12"/>
                    <a:pt x="136"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10" name="Google Shape;810;p52"/>
            <p:cNvSpPr/>
            <p:nvPr/>
          </p:nvSpPr>
          <p:spPr>
            <a:xfrm>
              <a:off x="6526953" y="4133748"/>
              <a:ext cx="37432" cy="37432"/>
            </a:xfrm>
            <a:custGeom>
              <a:avLst/>
              <a:gdLst/>
              <a:ahLst/>
              <a:cxnLst/>
              <a:rect l="l" t="t" r="r" b="b"/>
              <a:pathLst>
                <a:path w="14" h="14" extrusionOk="0">
                  <a:moveTo>
                    <a:pt x="1" y="1"/>
                  </a:moveTo>
                  <a:cubicBezTo>
                    <a:pt x="0" y="2"/>
                    <a:pt x="0" y="4"/>
                    <a:pt x="1" y="5"/>
                  </a:cubicBezTo>
                  <a:cubicBezTo>
                    <a:pt x="9" y="13"/>
                    <a:pt x="9" y="13"/>
                    <a:pt x="9" y="13"/>
                  </a:cubicBezTo>
                  <a:cubicBezTo>
                    <a:pt x="10" y="14"/>
                    <a:pt x="11" y="14"/>
                    <a:pt x="11" y="14"/>
                  </a:cubicBezTo>
                  <a:cubicBezTo>
                    <a:pt x="12" y="14"/>
                    <a:pt x="13" y="14"/>
                    <a:pt x="13" y="13"/>
                  </a:cubicBezTo>
                  <a:cubicBezTo>
                    <a:pt x="14" y="12"/>
                    <a:pt x="14" y="10"/>
                    <a:pt x="13" y="9"/>
                  </a:cubicBezTo>
                  <a:cubicBezTo>
                    <a:pt x="5" y="1"/>
                    <a:pt x="5" y="1"/>
                    <a:pt x="5" y="1"/>
                  </a:cubicBezTo>
                  <a:cubicBezTo>
                    <a:pt x="4" y="0"/>
                    <a:pt x="2" y="0"/>
                    <a:pt x="1" y="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11" name="Google Shape;811;p52"/>
            <p:cNvSpPr/>
            <p:nvPr/>
          </p:nvSpPr>
          <p:spPr>
            <a:xfrm>
              <a:off x="6572091" y="4178887"/>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12" name="Google Shape;812;p52"/>
          <p:cNvGrpSpPr/>
          <p:nvPr/>
        </p:nvGrpSpPr>
        <p:grpSpPr>
          <a:xfrm>
            <a:off x="3969586" y="3835331"/>
            <a:ext cx="377078" cy="363110"/>
            <a:chOff x="3954060" y="3909158"/>
            <a:chExt cx="386429" cy="372115"/>
          </a:xfrm>
        </p:grpSpPr>
        <p:sp>
          <p:nvSpPr>
            <p:cNvPr id="813" name="Google Shape;813;p52"/>
            <p:cNvSpPr/>
            <p:nvPr/>
          </p:nvSpPr>
          <p:spPr>
            <a:xfrm>
              <a:off x="3954060" y="3909158"/>
              <a:ext cx="269730" cy="262022"/>
            </a:xfrm>
            <a:custGeom>
              <a:avLst/>
              <a:gdLst/>
              <a:ahLst/>
              <a:cxnLst/>
              <a:rect l="l" t="t" r="r" b="b"/>
              <a:pathLst>
                <a:path w="103" h="100" extrusionOk="0">
                  <a:moveTo>
                    <a:pt x="95" y="46"/>
                  </a:moveTo>
                  <a:cubicBezTo>
                    <a:pt x="100" y="41"/>
                    <a:pt x="103" y="34"/>
                    <a:pt x="103" y="27"/>
                  </a:cubicBezTo>
                  <a:cubicBezTo>
                    <a:pt x="103" y="20"/>
                    <a:pt x="100" y="13"/>
                    <a:pt x="95" y="8"/>
                  </a:cubicBezTo>
                  <a:cubicBezTo>
                    <a:pt x="90" y="3"/>
                    <a:pt x="83" y="0"/>
                    <a:pt x="76" y="0"/>
                  </a:cubicBezTo>
                  <a:cubicBezTo>
                    <a:pt x="69" y="0"/>
                    <a:pt x="62" y="3"/>
                    <a:pt x="57" y="8"/>
                  </a:cubicBezTo>
                  <a:cubicBezTo>
                    <a:pt x="10" y="54"/>
                    <a:pt x="10" y="54"/>
                    <a:pt x="10" y="54"/>
                  </a:cubicBezTo>
                  <a:cubicBezTo>
                    <a:pt x="0" y="65"/>
                    <a:pt x="0" y="82"/>
                    <a:pt x="10" y="92"/>
                  </a:cubicBezTo>
                  <a:cubicBezTo>
                    <a:pt x="16" y="97"/>
                    <a:pt x="22" y="100"/>
                    <a:pt x="29" y="100"/>
                  </a:cubicBezTo>
                  <a:cubicBezTo>
                    <a:pt x="37" y="100"/>
                    <a:pt x="43" y="97"/>
                    <a:pt x="48" y="92"/>
                  </a:cubicBezTo>
                  <a:lnTo>
                    <a:pt x="95" y="46"/>
                  </a:lnTo>
                  <a:close/>
                  <a:moveTo>
                    <a:pt x="61" y="12"/>
                  </a:moveTo>
                  <a:cubicBezTo>
                    <a:pt x="65" y="8"/>
                    <a:pt x="70" y="5"/>
                    <a:pt x="76" y="5"/>
                  </a:cubicBezTo>
                  <a:cubicBezTo>
                    <a:pt x="82" y="5"/>
                    <a:pt x="87" y="8"/>
                    <a:pt x="91" y="12"/>
                  </a:cubicBezTo>
                  <a:cubicBezTo>
                    <a:pt x="95" y="16"/>
                    <a:pt x="97" y="21"/>
                    <a:pt x="97" y="27"/>
                  </a:cubicBezTo>
                  <a:cubicBezTo>
                    <a:pt x="97" y="33"/>
                    <a:pt x="95" y="38"/>
                    <a:pt x="91" y="42"/>
                  </a:cubicBezTo>
                  <a:cubicBezTo>
                    <a:pt x="70" y="63"/>
                    <a:pt x="70" y="63"/>
                    <a:pt x="70" y="63"/>
                  </a:cubicBezTo>
                  <a:cubicBezTo>
                    <a:pt x="40" y="33"/>
                    <a:pt x="40" y="33"/>
                    <a:pt x="40" y="33"/>
                  </a:cubicBezTo>
                  <a:lnTo>
                    <a:pt x="61" y="12"/>
                  </a:lnTo>
                  <a:close/>
                  <a:moveTo>
                    <a:pt x="29" y="95"/>
                  </a:moveTo>
                  <a:cubicBezTo>
                    <a:pt x="24" y="95"/>
                    <a:pt x="18" y="92"/>
                    <a:pt x="14" y="88"/>
                  </a:cubicBezTo>
                  <a:cubicBezTo>
                    <a:pt x="6" y="80"/>
                    <a:pt x="6" y="66"/>
                    <a:pt x="14" y="58"/>
                  </a:cubicBezTo>
                  <a:cubicBezTo>
                    <a:pt x="36" y="37"/>
                    <a:pt x="36" y="37"/>
                    <a:pt x="36" y="37"/>
                  </a:cubicBezTo>
                  <a:cubicBezTo>
                    <a:pt x="66" y="67"/>
                    <a:pt x="66" y="67"/>
                    <a:pt x="66" y="67"/>
                  </a:cubicBezTo>
                  <a:cubicBezTo>
                    <a:pt x="45" y="88"/>
                    <a:pt x="45" y="88"/>
                    <a:pt x="45" y="88"/>
                  </a:cubicBezTo>
                  <a:cubicBezTo>
                    <a:pt x="41" y="92"/>
                    <a:pt x="35" y="95"/>
                    <a:pt x="29" y="9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14" name="Google Shape;814;p52"/>
            <p:cNvSpPr/>
            <p:nvPr/>
          </p:nvSpPr>
          <p:spPr>
            <a:xfrm>
              <a:off x="4071860" y="4019251"/>
              <a:ext cx="268629" cy="262022"/>
            </a:xfrm>
            <a:custGeom>
              <a:avLst/>
              <a:gdLst/>
              <a:ahLst/>
              <a:cxnLst/>
              <a:rect l="l" t="t" r="r" b="b"/>
              <a:pathLst>
                <a:path w="103" h="100" extrusionOk="0">
                  <a:moveTo>
                    <a:pt x="92" y="8"/>
                  </a:moveTo>
                  <a:cubicBezTo>
                    <a:pt x="87" y="3"/>
                    <a:pt x="80" y="0"/>
                    <a:pt x="73" y="0"/>
                  </a:cubicBezTo>
                  <a:cubicBezTo>
                    <a:pt x="66" y="0"/>
                    <a:pt x="59" y="3"/>
                    <a:pt x="54" y="8"/>
                  </a:cubicBezTo>
                  <a:cubicBezTo>
                    <a:pt x="8" y="54"/>
                    <a:pt x="8" y="54"/>
                    <a:pt x="8" y="54"/>
                  </a:cubicBezTo>
                  <a:cubicBezTo>
                    <a:pt x="3" y="60"/>
                    <a:pt x="0" y="66"/>
                    <a:pt x="0" y="73"/>
                  </a:cubicBezTo>
                  <a:cubicBezTo>
                    <a:pt x="0" y="81"/>
                    <a:pt x="3" y="87"/>
                    <a:pt x="8" y="92"/>
                  </a:cubicBezTo>
                  <a:cubicBezTo>
                    <a:pt x="13" y="98"/>
                    <a:pt x="20" y="100"/>
                    <a:pt x="27" y="100"/>
                  </a:cubicBezTo>
                  <a:cubicBezTo>
                    <a:pt x="34" y="100"/>
                    <a:pt x="41" y="98"/>
                    <a:pt x="46" y="92"/>
                  </a:cubicBezTo>
                  <a:cubicBezTo>
                    <a:pt x="47" y="91"/>
                    <a:pt x="47" y="91"/>
                    <a:pt x="47" y="91"/>
                  </a:cubicBezTo>
                  <a:cubicBezTo>
                    <a:pt x="48" y="90"/>
                    <a:pt x="48" y="89"/>
                    <a:pt x="47" y="87"/>
                  </a:cubicBezTo>
                  <a:cubicBezTo>
                    <a:pt x="46" y="86"/>
                    <a:pt x="44" y="86"/>
                    <a:pt x="43" y="87"/>
                  </a:cubicBezTo>
                  <a:cubicBezTo>
                    <a:pt x="42" y="89"/>
                    <a:pt x="42" y="89"/>
                    <a:pt x="42" y="89"/>
                  </a:cubicBezTo>
                  <a:cubicBezTo>
                    <a:pt x="38" y="93"/>
                    <a:pt x="32" y="95"/>
                    <a:pt x="27" y="95"/>
                  </a:cubicBezTo>
                  <a:cubicBezTo>
                    <a:pt x="21" y="95"/>
                    <a:pt x="16" y="93"/>
                    <a:pt x="12" y="89"/>
                  </a:cubicBezTo>
                  <a:cubicBezTo>
                    <a:pt x="8" y="84"/>
                    <a:pt x="5" y="79"/>
                    <a:pt x="5" y="73"/>
                  </a:cubicBezTo>
                  <a:cubicBezTo>
                    <a:pt x="5" y="68"/>
                    <a:pt x="8" y="62"/>
                    <a:pt x="12" y="58"/>
                  </a:cubicBezTo>
                  <a:cubicBezTo>
                    <a:pt x="33" y="37"/>
                    <a:pt x="33" y="37"/>
                    <a:pt x="33" y="37"/>
                  </a:cubicBezTo>
                  <a:cubicBezTo>
                    <a:pt x="63" y="67"/>
                    <a:pt x="63" y="67"/>
                    <a:pt x="63" y="67"/>
                  </a:cubicBezTo>
                  <a:cubicBezTo>
                    <a:pt x="61" y="70"/>
                    <a:pt x="61" y="70"/>
                    <a:pt x="61" y="70"/>
                  </a:cubicBezTo>
                  <a:cubicBezTo>
                    <a:pt x="59" y="71"/>
                    <a:pt x="59" y="73"/>
                    <a:pt x="61" y="74"/>
                  </a:cubicBezTo>
                  <a:cubicBezTo>
                    <a:pt x="62" y="75"/>
                    <a:pt x="63" y="75"/>
                    <a:pt x="64" y="74"/>
                  </a:cubicBezTo>
                  <a:cubicBezTo>
                    <a:pt x="92" y="46"/>
                    <a:pt x="92" y="46"/>
                    <a:pt x="92" y="46"/>
                  </a:cubicBezTo>
                  <a:cubicBezTo>
                    <a:pt x="103" y="36"/>
                    <a:pt x="103" y="19"/>
                    <a:pt x="92" y="8"/>
                  </a:cubicBezTo>
                  <a:close/>
                  <a:moveTo>
                    <a:pt x="88" y="42"/>
                  </a:moveTo>
                  <a:cubicBezTo>
                    <a:pt x="67" y="63"/>
                    <a:pt x="67" y="63"/>
                    <a:pt x="67" y="63"/>
                  </a:cubicBezTo>
                  <a:cubicBezTo>
                    <a:pt x="37" y="33"/>
                    <a:pt x="37" y="33"/>
                    <a:pt x="37" y="33"/>
                  </a:cubicBezTo>
                  <a:cubicBezTo>
                    <a:pt x="58" y="12"/>
                    <a:pt x="58" y="12"/>
                    <a:pt x="58" y="12"/>
                  </a:cubicBezTo>
                  <a:cubicBezTo>
                    <a:pt x="62" y="8"/>
                    <a:pt x="67" y="6"/>
                    <a:pt x="73" y="6"/>
                  </a:cubicBezTo>
                  <a:cubicBezTo>
                    <a:pt x="79" y="6"/>
                    <a:pt x="84" y="8"/>
                    <a:pt x="88" y="12"/>
                  </a:cubicBezTo>
                  <a:cubicBezTo>
                    <a:pt x="96" y="20"/>
                    <a:pt x="96" y="34"/>
                    <a:pt x="88" y="4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15" name="Google Shape;815;p52"/>
            <p:cNvSpPr/>
            <p:nvPr/>
          </p:nvSpPr>
          <p:spPr>
            <a:xfrm>
              <a:off x="4205074" y="4222924"/>
              <a:ext cx="13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16" name="Google Shape;816;p52"/>
          <p:cNvGrpSpPr/>
          <p:nvPr/>
        </p:nvGrpSpPr>
        <p:grpSpPr>
          <a:xfrm>
            <a:off x="4765640" y="3855743"/>
            <a:ext cx="367409" cy="322286"/>
            <a:chOff x="4808388" y="3930076"/>
            <a:chExt cx="376521" cy="330279"/>
          </a:xfrm>
        </p:grpSpPr>
        <p:sp>
          <p:nvSpPr>
            <p:cNvPr id="817" name="Google Shape;817;p52"/>
            <p:cNvSpPr/>
            <p:nvPr/>
          </p:nvSpPr>
          <p:spPr>
            <a:xfrm>
              <a:off x="4808388" y="3930076"/>
              <a:ext cx="177251" cy="180553"/>
            </a:xfrm>
            <a:custGeom>
              <a:avLst/>
              <a:gdLst/>
              <a:ahLst/>
              <a:cxnLst/>
              <a:rect l="l" t="t" r="r" b="b"/>
              <a:pathLst>
                <a:path w="68" h="69" extrusionOk="0">
                  <a:moveTo>
                    <a:pt x="45" y="8"/>
                  </a:moveTo>
                  <a:cubicBezTo>
                    <a:pt x="40" y="3"/>
                    <a:pt x="34" y="0"/>
                    <a:pt x="26" y="0"/>
                  </a:cubicBezTo>
                  <a:cubicBezTo>
                    <a:pt x="19" y="0"/>
                    <a:pt x="13" y="3"/>
                    <a:pt x="7" y="8"/>
                  </a:cubicBezTo>
                  <a:cubicBezTo>
                    <a:pt x="2" y="13"/>
                    <a:pt x="0" y="20"/>
                    <a:pt x="0" y="27"/>
                  </a:cubicBezTo>
                  <a:cubicBezTo>
                    <a:pt x="0" y="34"/>
                    <a:pt x="2" y="41"/>
                    <a:pt x="7" y="46"/>
                  </a:cubicBezTo>
                  <a:cubicBezTo>
                    <a:pt x="29" y="67"/>
                    <a:pt x="29" y="67"/>
                    <a:pt x="29" y="67"/>
                  </a:cubicBezTo>
                  <a:cubicBezTo>
                    <a:pt x="30" y="68"/>
                    <a:pt x="31" y="69"/>
                    <a:pt x="33" y="69"/>
                  </a:cubicBezTo>
                  <a:cubicBezTo>
                    <a:pt x="34" y="69"/>
                    <a:pt x="36" y="68"/>
                    <a:pt x="37" y="67"/>
                  </a:cubicBezTo>
                  <a:cubicBezTo>
                    <a:pt x="67" y="37"/>
                    <a:pt x="67" y="37"/>
                    <a:pt x="67" y="37"/>
                  </a:cubicBezTo>
                  <a:cubicBezTo>
                    <a:pt x="68" y="36"/>
                    <a:pt x="68" y="35"/>
                    <a:pt x="68" y="33"/>
                  </a:cubicBezTo>
                  <a:cubicBezTo>
                    <a:pt x="68" y="32"/>
                    <a:pt x="68" y="30"/>
                    <a:pt x="67" y="29"/>
                  </a:cubicBezTo>
                  <a:lnTo>
                    <a:pt x="45" y="8"/>
                  </a:lnTo>
                  <a:close/>
                  <a:moveTo>
                    <a:pt x="33" y="63"/>
                  </a:moveTo>
                  <a:cubicBezTo>
                    <a:pt x="11" y="42"/>
                    <a:pt x="11" y="42"/>
                    <a:pt x="11" y="42"/>
                  </a:cubicBezTo>
                  <a:cubicBezTo>
                    <a:pt x="3" y="34"/>
                    <a:pt x="3" y="20"/>
                    <a:pt x="11" y="12"/>
                  </a:cubicBezTo>
                  <a:cubicBezTo>
                    <a:pt x="15" y="8"/>
                    <a:pt x="21" y="6"/>
                    <a:pt x="26" y="6"/>
                  </a:cubicBezTo>
                  <a:cubicBezTo>
                    <a:pt x="32" y="6"/>
                    <a:pt x="38" y="8"/>
                    <a:pt x="42" y="12"/>
                  </a:cubicBezTo>
                  <a:cubicBezTo>
                    <a:pt x="63" y="33"/>
                    <a:pt x="63" y="33"/>
                    <a:pt x="63" y="33"/>
                  </a:cubicBezTo>
                  <a:lnTo>
                    <a:pt x="33" y="63"/>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18" name="Google Shape;818;p52"/>
            <p:cNvSpPr/>
            <p:nvPr/>
          </p:nvSpPr>
          <p:spPr>
            <a:xfrm>
              <a:off x="4998850" y="3930076"/>
              <a:ext cx="186059" cy="182755"/>
            </a:xfrm>
            <a:custGeom>
              <a:avLst/>
              <a:gdLst/>
              <a:ahLst/>
              <a:cxnLst/>
              <a:rect l="l" t="t" r="r" b="b"/>
              <a:pathLst>
                <a:path w="71" h="70" extrusionOk="0">
                  <a:moveTo>
                    <a:pt x="61" y="8"/>
                  </a:moveTo>
                  <a:cubicBezTo>
                    <a:pt x="56" y="3"/>
                    <a:pt x="49" y="0"/>
                    <a:pt x="42" y="0"/>
                  </a:cubicBezTo>
                  <a:cubicBezTo>
                    <a:pt x="42" y="0"/>
                    <a:pt x="42" y="0"/>
                    <a:pt x="42" y="0"/>
                  </a:cubicBezTo>
                  <a:cubicBezTo>
                    <a:pt x="35" y="0"/>
                    <a:pt x="28" y="3"/>
                    <a:pt x="23" y="8"/>
                  </a:cubicBezTo>
                  <a:cubicBezTo>
                    <a:pt x="1" y="30"/>
                    <a:pt x="1" y="30"/>
                    <a:pt x="1" y="30"/>
                  </a:cubicBezTo>
                  <a:cubicBezTo>
                    <a:pt x="1" y="30"/>
                    <a:pt x="1" y="30"/>
                    <a:pt x="1" y="31"/>
                  </a:cubicBezTo>
                  <a:cubicBezTo>
                    <a:pt x="0" y="33"/>
                    <a:pt x="0" y="36"/>
                    <a:pt x="2" y="37"/>
                  </a:cubicBezTo>
                  <a:cubicBezTo>
                    <a:pt x="11" y="47"/>
                    <a:pt x="11" y="47"/>
                    <a:pt x="11" y="47"/>
                  </a:cubicBezTo>
                  <a:cubicBezTo>
                    <a:pt x="11" y="47"/>
                    <a:pt x="12" y="47"/>
                    <a:pt x="12" y="47"/>
                  </a:cubicBezTo>
                  <a:cubicBezTo>
                    <a:pt x="15" y="47"/>
                    <a:pt x="16" y="44"/>
                    <a:pt x="15" y="42"/>
                  </a:cubicBezTo>
                  <a:cubicBezTo>
                    <a:pt x="6" y="33"/>
                    <a:pt x="6" y="33"/>
                    <a:pt x="6" y="33"/>
                  </a:cubicBezTo>
                  <a:cubicBezTo>
                    <a:pt x="29" y="10"/>
                    <a:pt x="29" y="10"/>
                    <a:pt x="29" y="10"/>
                  </a:cubicBezTo>
                  <a:cubicBezTo>
                    <a:pt x="29" y="10"/>
                    <a:pt x="30" y="9"/>
                    <a:pt x="31" y="8"/>
                  </a:cubicBezTo>
                  <a:cubicBezTo>
                    <a:pt x="41" y="4"/>
                    <a:pt x="51" y="6"/>
                    <a:pt x="57" y="12"/>
                  </a:cubicBezTo>
                  <a:cubicBezTo>
                    <a:pt x="65" y="20"/>
                    <a:pt x="65" y="34"/>
                    <a:pt x="57" y="42"/>
                  </a:cubicBezTo>
                  <a:cubicBezTo>
                    <a:pt x="36" y="63"/>
                    <a:pt x="36" y="63"/>
                    <a:pt x="36" y="63"/>
                  </a:cubicBezTo>
                  <a:cubicBezTo>
                    <a:pt x="32" y="59"/>
                    <a:pt x="32" y="59"/>
                    <a:pt x="32" y="59"/>
                  </a:cubicBezTo>
                  <a:cubicBezTo>
                    <a:pt x="31" y="59"/>
                    <a:pt x="31" y="59"/>
                    <a:pt x="31" y="59"/>
                  </a:cubicBezTo>
                  <a:cubicBezTo>
                    <a:pt x="27" y="59"/>
                    <a:pt x="27" y="62"/>
                    <a:pt x="28" y="64"/>
                  </a:cubicBezTo>
                  <a:cubicBezTo>
                    <a:pt x="32" y="68"/>
                    <a:pt x="32" y="68"/>
                    <a:pt x="32" y="68"/>
                  </a:cubicBezTo>
                  <a:cubicBezTo>
                    <a:pt x="33" y="68"/>
                    <a:pt x="33" y="68"/>
                    <a:pt x="33" y="68"/>
                  </a:cubicBezTo>
                  <a:cubicBezTo>
                    <a:pt x="36" y="70"/>
                    <a:pt x="38" y="69"/>
                    <a:pt x="40" y="67"/>
                  </a:cubicBezTo>
                  <a:cubicBezTo>
                    <a:pt x="61" y="46"/>
                    <a:pt x="61" y="46"/>
                    <a:pt x="61" y="46"/>
                  </a:cubicBezTo>
                  <a:cubicBezTo>
                    <a:pt x="69" y="38"/>
                    <a:pt x="71" y="26"/>
                    <a:pt x="66" y="15"/>
                  </a:cubicBezTo>
                  <a:cubicBezTo>
                    <a:pt x="66" y="13"/>
                    <a:pt x="65" y="12"/>
                    <a:pt x="64" y="11"/>
                  </a:cubicBezTo>
                  <a:lnTo>
                    <a:pt x="61" y="8"/>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19" name="Google Shape;819;p52"/>
            <p:cNvSpPr/>
            <p:nvPr/>
          </p:nvSpPr>
          <p:spPr>
            <a:xfrm>
              <a:off x="4941602" y="4089711"/>
              <a:ext cx="44038" cy="41835"/>
            </a:xfrm>
            <a:custGeom>
              <a:avLst/>
              <a:gdLst/>
              <a:ahLst/>
              <a:cxnLst/>
              <a:rect l="l" t="t" r="r" b="b"/>
              <a:pathLst>
                <a:path w="17" h="16" extrusionOk="0">
                  <a:moveTo>
                    <a:pt x="8" y="0"/>
                  </a:moveTo>
                  <a:cubicBezTo>
                    <a:pt x="4" y="0"/>
                    <a:pt x="0" y="3"/>
                    <a:pt x="0" y="8"/>
                  </a:cubicBezTo>
                  <a:cubicBezTo>
                    <a:pt x="0" y="12"/>
                    <a:pt x="4" y="16"/>
                    <a:pt x="8" y="16"/>
                  </a:cubicBezTo>
                  <a:cubicBezTo>
                    <a:pt x="13" y="16"/>
                    <a:pt x="17" y="12"/>
                    <a:pt x="17" y="8"/>
                  </a:cubicBezTo>
                  <a:cubicBezTo>
                    <a:pt x="17" y="3"/>
                    <a:pt x="13" y="0"/>
                    <a:pt x="8" y="0"/>
                  </a:cubicBezTo>
                  <a:close/>
                  <a:moveTo>
                    <a:pt x="8" y="11"/>
                  </a:moveTo>
                  <a:cubicBezTo>
                    <a:pt x="7" y="11"/>
                    <a:pt x="6" y="9"/>
                    <a:pt x="6" y="8"/>
                  </a:cubicBezTo>
                  <a:cubicBezTo>
                    <a:pt x="6" y="6"/>
                    <a:pt x="7" y="5"/>
                    <a:pt x="8" y="5"/>
                  </a:cubicBezTo>
                  <a:cubicBezTo>
                    <a:pt x="10" y="5"/>
                    <a:pt x="11" y="6"/>
                    <a:pt x="11" y="8"/>
                  </a:cubicBezTo>
                  <a:cubicBezTo>
                    <a:pt x="11" y="9"/>
                    <a:pt x="10" y="11"/>
                    <a:pt x="8" y="1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20" name="Google Shape;820;p52"/>
            <p:cNvSpPr/>
            <p:nvPr/>
          </p:nvSpPr>
          <p:spPr>
            <a:xfrm>
              <a:off x="4941602" y="4173382"/>
              <a:ext cx="44038" cy="44037"/>
            </a:xfrm>
            <a:custGeom>
              <a:avLst/>
              <a:gdLst/>
              <a:ahLst/>
              <a:cxnLst/>
              <a:rect l="l" t="t" r="r" b="b"/>
              <a:pathLst>
                <a:path w="17" h="17" extrusionOk="0">
                  <a:moveTo>
                    <a:pt x="8" y="0"/>
                  </a:moveTo>
                  <a:cubicBezTo>
                    <a:pt x="4" y="0"/>
                    <a:pt x="0" y="4"/>
                    <a:pt x="0" y="8"/>
                  </a:cubicBezTo>
                  <a:cubicBezTo>
                    <a:pt x="0" y="13"/>
                    <a:pt x="4" y="17"/>
                    <a:pt x="8" y="17"/>
                  </a:cubicBezTo>
                  <a:cubicBezTo>
                    <a:pt x="13" y="17"/>
                    <a:pt x="17" y="13"/>
                    <a:pt x="17" y="8"/>
                  </a:cubicBezTo>
                  <a:cubicBezTo>
                    <a:pt x="17" y="4"/>
                    <a:pt x="13" y="0"/>
                    <a:pt x="8" y="0"/>
                  </a:cubicBezTo>
                  <a:close/>
                  <a:moveTo>
                    <a:pt x="8" y="11"/>
                  </a:moveTo>
                  <a:cubicBezTo>
                    <a:pt x="7" y="11"/>
                    <a:pt x="6" y="10"/>
                    <a:pt x="6" y="8"/>
                  </a:cubicBezTo>
                  <a:cubicBezTo>
                    <a:pt x="6" y="7"/>
                    <a:pt x="7" y="6"/>
                    <a:pt x="8" y="6"/>
                  </a:cubicBezTo>
                  <a:cubicBezTo>
                    <a:pt x="10" y="6"/>
                    <a:pt x="11" y="7"/>
                    <a:pt x="11" y="8"/>
                  </a:cubicBezTo>
                  <a:cubicBezTo>
                    <a:pt x="11" y="10"/>
                    <a:pt x="10" y="11"/>
                    <a:pt x="8" y="1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21" name="Google Shape;821;p52"/>
            <p:cNvSpPr/>
            <p:nvPr/>
          </p:nvSpPr>
          <p:spPr>
            <a:xfrm>
              <a:off x="5002153" y="4131546"/>
              <a:ext cx="41836" cy="44037"/>
            </a:xfrm>
            <a:custGeom>
              <a:avLst/>
              <a:gdLst/>
              <a:ahLst/>
              <a:cxnLst/>
              <a:rect l="l" t="t" r="r" b="b"/>
              <a:pathLst>
                <a:path w="16" h="17" extrusionOk="0">
                  <a:moveTo>
                    <a:pt x="8" y="0"/>
                  </a:moveTo>
                  <a:cubicBezTo>
                    <a:pt x="3" y="0"/>
                    <a:pt x="0" y="4"/>
                    <a:pt x="0" y="8"/>
                  </a:cubicBezTo>
                  <a:cubicBezTo>
                    <a:pt x="0" y="13"/>
                    <a:pt x="3" y="17"/>
                    <a:pt x="8" y="17"/>
                  </a:cubicBezTo>
                  <a:cubicBezTo>
                    <a:pt x="13" y="17"/>
                    <a:pt x="16" y="13"/>
                    <a:pt x="16" y="8"/>
                  </a:cubicBezTo>
                  <a:cubicBezTo>
                    <a:pt x="16" y="4"/>
                    <a:pt x="13" y="0"/>
                    <a:pt x="8" y="0"/>
                  </a:cubicBezTo>
                  <a:close/>
                  <a:moveTo>
                    <a:pt x="8" y="11"/>
                  </a:moveTo>
                  <a:cubicBezTo>
                    <a:pt x="7" y="11"/>
                    <a:pt x="5" y="10"/>
                    <a:pt x="5" y="8"/>
                  </a:cubicBezTo>
                  <a:cubicBezTo>
                    <a:pt x="5" y="7"/>
                    <a:pt x="7" y="5"/>
                    <a:pt x="8" y="5"/>
                  </a:cubicBezTo>
                  <a:cubicBezTo>
                    <a:pt x="10" y="5"/>
                    <a:pt x="11" y="7"/>
                    <a:pt x="11" y="8"/>
                  </a:cubicBezTo>
                  <a:cubicBezTo>
                    <a:pt x="11" y="10"/>
                    <a:pt x="10" y="11"/>
                    <a:pt x="8" y="1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22" name="Google Shape;822;p52"/>
            <p:cNvSpPr/>
            <p:nvPr/>
          </p:nvSpPr>
          <p:spPr>
            <a:xfrm>
              <a:off x="5002153" y="4215217"/>
              <a:ext cx="41836" cy="45138"/>
            </a:xfrm>
            <a:custGeom>
              <a:avLst/>
              <a:gdLst/>
              <a:ahLst/>
              <a:cxnLst/>
              <a:rect l="l" t="t" r="r" b="b"/>
              <a:pathLst>
                <a:path w="16" h="17" extrusionOk="0">
                  <a:moveTo>
                    <a:pt x="8" y="0"/>
                  </a:moveTo>
                  <a:cubicBezTo>
                    <a:pt x="3" y="0"/>
                    <a:pt x="0" y="4"/>
                    <a:pt x="0" y="9"/>
                  </a:cubicBezTo>
                  <a:cubicBezTo>
                    <a:pt x="0" y="13"/>
                    <a:pt x="3" y="17"/>
                    <a:pt x="8" y="17"/>
                  </a:cubicBezTo>
                  <a:cubicBezTo>
                    <a:pt x="13" y="17"/>
                    <a:pt x="16" y="13"/>
                    <a:pt x="16" y="9"/>
                  </a:cubicBezTo>
                  <a:cubicBezTo>
                    <a:pt x="16" y="4"/>
                    <a:pt x="13" y="0"/>
                    <a:pt x="8" y="0"/>
                  </a:cubicBezTo>
                  <a:close/>
                  <a:moveTo>
                    <a:pt x="8" y="11"/>
                  </a:moveTo>
                  <a:cubicBezTo>
                    <a:pt x="7" y="11"/>
                    <a:pt x="5" y="10"/>
                    <a:pt x="5" y="9"/>
                  </a:cubicBezTo>
                  <a:cubicBezTo>
                    <a:pt x="5" y="7"/>
                    <a:pt x="7" y="6"/>
                    <a:pt x="8" y="6"/>
                  </a:cubicBezTo>
                  <a:cubicBezTo>
                    <a:pt x="10" y="6"/>
                    <a:pt x="11" y="7"/>
                    <a:pt x="11" y="9"/>
                  </a:cubicBezTo>
                  <a:cubicBezTo>
                    <a:pt x="11" y="10"/>
                    <a:pt x="10" y="11"/>
                    <a:pt x="8" y="1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23" name="Google Shape;823;p52"/>
            <p:cNvSpPr/>
            <p:nvPr/>
          </p:nvSpPr>
          <p:spPr>
            <a:xfrm>
              <a:off x="5048393" y="4061087"/>
              <a:ext cx="13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24" name="Google Shape;824;p52"/>
          <p:cNvGrpSpPr/>
          <p:nvPr/>
        </p:nvGrpSpPr>
        <p:grpSpPr>
          <a:xfrm>
            <a:off x="5561154" y="3835331"/>
            <a:ext cx="362038" cy="363110"/>
            <a:chOff x="5581247" y="3909158"/>
            <a:chExt cx="371016" cy="372116"/>
          </a:xfrm>
        </p:grpSpPr>
        <p:sp>
          <p:nvSpPr>
            <p:cNvPr id="825" name="Google Shape;825;p52"/>
            <p:cNvSpPr/>
            <p:nvPr/>
          </p:nvSpPr>
          <p:spPr>
            <a:xfrm>
              <a:off x="5714460" y="3945489"/>
              <a:ext cx="201472" cy="201471"/>
            </a:xfrm>
            <a:custGeom>
              <a:avLst/>
              <a:gdLst/>
              <a:ahLst/>
              <a:cxnLst/>
              <a:rect l="l" t="t" r="r" b="b"/>
              <a:pathLst>
                <a:path w="77" h="77" extrusionOk="0">
                  <a:moveTo>
                    <a:pt x="74" y="22"/>
                  </a:moveTo>
                  <a:cubicBezTo>
                    <a:pt x="77" y="19"/>
                    <a:pt x="77" y="13"/>
                    <a:pt x="74" y="10"/>
                  </a:cubicBezTo>
                  <a:cubicBezTo>
                    <a:pt x="67" y="3"/>
                    <a:pt x="67" y="3"/>
                    <a:pt x="67" y="3"/>
                  </a:cubicBezTo>
                  <a:cubicBezTo>
                    <a:pt x="64" y="0"/>
                    <a:pt x="58" y="0"/>
                    <a:pt x="55" y="3"/>
                  </a:cubicBezTo>
                  <a:cubicBezTo>
                    <a:pt x="3" y="55"/>
                    <a:pt x="3" y="55"/>
                    <a:pt x="3" y="55"/>
                  </a:cubicBezTo>
                  <a:cubicBezTo>
                    <a:pt x="1" y="57"/>
                    <a:pt x="0" y="59"/>
                    <a:pt x="0" y="62"/>
                  </a:cubicBezTo>
                  <a:cubicBezTo>
                    <a:pt x="0" y="64"/>
                    <a:pt x="1" y="66"/>
                    <a:pt x="3" y="68"/>
                  </a:cubicBezTo>
                  <a:cubicBezTo>
                    <a:pt x="9" y="74"/>
                    <a:pt x="9" y="74"/>
                    <a:pt x="9" y="74"/>
                  </a:cubicBezTo>
                  <a:cubicBezTo>
                    <a:pt x="11" y="76"/>
                    <a:pt x="13" y="77"/>
                    <a:pt x="15" y="77"/>
                  </a:cubicBezTo>
                  <a:cubicBezTo>
                    <a:pt x="18" y="77"/>
                    <a:pt x="20" y="76"/>
                    <a:pt x="22" y="74"/>
                  </a:cubicBezTo>
                  <a:lnTo>
                    <a:pt x="74" y="22"/>
                  </a:lnTo>
                  <a:close/>
                  <a:moveTo>
                    <a:pt x="59" y="7"/>
                  </a:moveTo>
                  <a:cubicBezTo>
                    <a:pt x="59" y="7"/>
                    <a:pt x="60" y="6"/>
                    <a:pt x="61" y="6"/>
                  </a:cubicBezTo>
                  <a:cubicBezTo>
                    <a:pt x="62" y="6"/>
                    <a:pt x="63" y="7"/>
                    <a:pt x="63" y="7"/>
                  </a:cubicBezTo>
                  <a:cubicBezTo>
                    <a:pt x="70" y="14"/>
                    <a:pt x="70" y="14"/>
                    <a:pt x="70" y="14"/>
                  </a:cubicBezTo>
                  <a:cubicBezTo>
                    <a:pt x="71" y="15"/>
                    <a:pt x="71" y="17"/>
                    <a:pt x="70" y="18"/>
                  </a:cubicBezTo>
                  <a:cubicBezTo>
                    <a:pt x="46" y="42"/>
                    <a:pt x="46" y="42"/>
                    <a:pt x="46" y="42"/>
                  </a:cubicBezTo>
                  <a:cubicBezTo>
                    <a:pt x="35" y="31"/>
                    <a:pt x="35" y="31"/>
                    <a:pt x="35" y="31"/>
                  </a:cubicBezTo>
                  <a:lnTo>
                    <a:pt x="59" y="7"/>
                  </a:lnTo>
                  <a:close/>
                  <a:moveTo>
                    <a:pt x="18" y="70"/>
                  </a:moveTo>
                  <a:cubicBezTo>
                    <a:pt x="17" y="71"/>
                    <a:pt x="17" y="71"/>
                    <a:pt x="16" y="71"/>
                  </a:cubicBezTo>
                  <a:cubicBezTo>
                    <a:pt x="15" y="72"/>
                    <a:pt x="14" y="71"/>
                    <a:pt x="13" y="71"/>
                  </a:cubicBezTo>
                  <a:cubicBezTo>
                    <a:pt x="7" y="64"/>
                    <a:pt x="7" y="64"/>
                    <a:pt x="7" y="64"/>
                  </a:cubicBezTo>
                  <a:cubicBezTo>
                    <a:pt x="6" y="63"/>
                    <a:pt x="6" y="63"/>
                    <a:pt x="6" y="62"/>
                  </a:cubicBezTo>
                  <a:cubicBezTo>
                    <a:pt x="6" y="61"/>
                    <a:pt x="6" y="60"/>
                    <a:pt x="7" y="59"/>
                  </a:cubicBezTo>
                  <a:cubicBezTo>
                    <a:pt x="7" y="59"/>
                    <a:pt x="7" y="59"/>
                    <a:pt x="7" y="59"/>
                  </a:cubicBezTo>
                  <a:cubicBezTo>
                    <a:pt x="15" y="51"/>
                    <a:pt x="15" y="51"/>
                    <a:pt x="15" y="51"/>
                  </a:cubicBezTo>
                  <a:cubicBezTo>
                    <a:pt x="26" y="62"/>
                    <a:pt x="26" y="62"/>
                    <a:pt x="26" y="62"/>
                  </a:cubicBezTo>
                  <a:lnTo>
                    <a:pt x="18" y="70"/>
                  </a:lnTo>
                  <a:close/>
                  <a:moveTo>
                    <a:pt x="30" y="58"/>
                  </a:moveTo>
                  <a:cubicBezTo>
                    <a:pt x="18" y="47"/>
                    <a:pt x="18" y="47"/>
                    <a:pt x="18" y="47"/>
                  </a:cubicBezTo>
                  <a:cubicBezTo>
                    <a:pt x="31" y="35"/>
                    <a:pt x="31" y="35"/>
                    <a:pt x="31" y="35"/>
                  </a:cubicBezTo>
                  <a:cubicBezTo>
                    <a:pt x="42" y="46"/>
                    <a:pt x="42" y="46"/>
                    <a:pt x="42" y="46"/>
                  </a:cubicBezTo>
                  <a:lnTo>
                    <a:pt x="30" y="58"/>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26" name="Google Shape;826;p52"/>
            <p:cNvSpPr/>
            <p:nvPr/>
          </p:nvSpPr>
          <p:spPr>
            <a:xfrm>
              <a:off x="5581247" y="3909158"/>
              <a:ext cx="371016" cy="372116"/>
            </a:xfrm>
            <a:custGeom>
              <a:avLst/>
              <a:gdLst/>
              <a:ahLst/>
              <a:cxnLst/>
              <a:rect l="l" t="t" r="r" b="b"/>
              <a:pathLst>
                <a:path w="142" h="142" extrusionOk="0">
                  <a:moveTo>
                    <a:pt x="137" y="18"/>
                  </a:moveTo>
                  <a:cubicBezTo>
                    <a:pt x="124" y="5"/>
                    <a:pt x="124" y="5"/>
                    <a:pt x="124" y="5"/>
                  </a:cubicBezTo>
                  <a:cubicBezTo>
                    <a:pt x="121" y="2"/>
                    <a:pt x="116" y="0"/>
                    <a:pt x="112" y="0"/>
                  </a:cubicBezTo>
                  <a:cubicBezTo>
                    <a:pt x="107" y="0"/>
                    <a:pt x="103" y="2"/>
                    <a:pt x="100" y="5"/>
                  </a:cubicBezTo>
                  <a:cubicBezTo>
                    <a:pt x="37" y="68"/>
                    <a:pt x="37" y="68"/>
                    <a:pt x="37" y="68"/>
                  </a:cubicBezTo>
                  <a:cubicBezTo>
                    <a:pt x="33" y="72"/>
                    <a:pt x="31" y="78"/>
                    <a:pt x="33" y="84"/>
                  </a:cubicBezTo>
                  <a:cubicBezTo>
                    <a:pt x="34" y="91"/>
                    <a:pt x="34" y="91"/>
                    <a:pt x="34" y="91"/>
                  </a:cubicBezTo>
                  <a:cubicBezTo>
                    <a:pt x="35" y="92"/>
                    <a:pt x="34" y="94"/>
                    <a:pt x="33" y="94"/>
                  </a:cubicBezTo>
                  <a:cubicBezTo>
                    <a:pt x="8" y="119"/>
                    <a:pt x="8" y="119"/>
                    <a:pt x="8" y="119"/>
                  </a:cubicBezTo>
                  <a:cubicBezTo>
                    <a:pt x="8" y="119"/>
                    <a:pt x="8" y="119"/>
                    <a:pt x="8" y="119"/>
                  </a:cubicBezTo>
                  <a:cubicBezTo>
                    <a:pt x="8" y="119"/>
                    <a:pt x="8" y="119"/>
                    <a:pt x="8" y="119"/>
                  </a:cubicBezTo>
                  <a:cubicBezTo>
                    <a:pt x="2" y="125"/>
                    <a:pt x="2" y="125"/>
                    <a:pt x="2" y="125"/>
                  </a:cubicBezTo>
                  <a:cubicBezTo>
                    <a:pt x="1" y="127"/>
                    <a:pt x="0" y="130"/>
                    <a:pt x="0" y="132"/>
                  </a:cubicBezTo>
                  <a:cubicBezTo>
                    <a:pt x="0" y="135"/>
                    <a:pt x="1" y="138"/>
                    <a:pt x="2" y="139"/>
                  </a:cubicBezTo>
                  <a:cubicBezTo>
                    <a:pt x="4" y="141"/>
                    <a:pt x="7" y="142"/>
                    <a:pt x="9" y="142"/>
                  </a:cubicBezTo>
                  <a:cubicBezTo>
                    <a:pt x="12" y="142"/>
                    <a:pt x="15" y="141"/>
                    <a:pt x="16" y="139"/>
                  </a:cubicBezTo>
                  <a:cubicBezTo>
                    <a:pt x="22" y="133"/>
                    <a:pt x="22" y="133"/>
                    <a:pt x="22" y="133"/>
                  </a:cubicBezTo>
                  <a:cubicBezTo>
                    <a:pt x="22" y="133"/>
                    <a:pt x="22" y="133"/>
                    <a:pt x="22" y="133"/>
                  </a:cubicBezTo>
                  <a:cubicBezTo>
                    <a:pt x="22" y="133"/>
                    <a:pt x="22" y="133"/>
                    <a:pt x="22" y="133"/>
                  </a:cubicBezTo>
                  <a:cubicBezTo>
                    <a:pt x="47" y="108"/>
                    <a:pt x="47" y="108"/>
                    <a:pt x="47" y="108"/>
                  </a:cubicBezTo>
                  <a:cubicBezTo>
                    <a:pt x="48" y="108"/>
                    <a:pt x="50" y="107"/>
                    <a:pt x="51" y="108"/>
                  </a:cubicBezTo>
                  <a:cubicBezTo>
                    <a:pt x="58" y="109"/>
                    <a:pt x="58" y="109"/>
                    <a:pt x="58" y="109"/>
                  </a:cubicBezTo>
                  <a:cubicBezTo>
                    <a:pt x="64" y="111"/>
                    <a:pt x="70" y="109"/>
                    <a:pt x="74" y="105"/>
                  </a:cubicBezTo>
                  <a:cubicBezTo>
                    <a:pt x="92" y="87"/>
                    <a:pt x="92" y="87"/>
                    <a:pt x="92" y="87"/>
                  </a:cubicBezTo>
                  <a:cubicBezTo>
                    <a:pt x="93" y="86"/>
                    <a:pt x="93" y="84"/>
                    <a:pt x="92" y="83"/>
                  </a:cubicBezTo>
                  <a:cubicBezTo>
                    <a:pt x="91" y="82"/>
                    <a:pt x="89" y="82"/>
                    <a:pt x="88" y="83"/>
                  </a:cubicBezTo>
                  <a:cubicBezTo>
                    <a:pt x="70" y="101"/>
                    <a:pt x="70" y="101"/>
                    <a:pt x="70" y="101"/>
                  </a:cubicBezTo>
                  <a:cubicBezTo>
                    <a:pt x="67" y="104"/>
                    <a:pt x="63" y="105"/>
                    <a:pt x="59" y="104"/>
                  </a:cubicBezTo>
                  <a:cubicBezTo>
                    <a:pt x="52" y="102"/>
                    <a:pt x="52" y="102"/>
                    <a:pt x="52" y="102"/>
                  </a:cubicBezTo>
                  <a:cubicBezTo>
                    <a:pt x="49" y="101"/>
                    <a:pt x="46" y="102"/>
                    <a:pt x="43" y="105"/>
                  </a:cubicBezTo>
                  <a:cubicBezTo>
                    <a:pt x="20" y="128"/>
                    <a:pt x="20" y="128"/>
                    <a:pt x="20" y="128"/>
                  </a:cubicBezTo>
                  <a:cubicBezTo>
                    <a:pt x="14" y="121"/>
                    <a:pt x="14" y="121"/>
                    <a:pt x="14" y="121"/>
                  </a:cubicBezTo>
                  <a:cubicBezTo>
                    <a:pt x="37" y="98"/>
                    <a:pt x="37" y="98"/>
                    <a:pt x="37" y="98"/>
                  </a:cubicBezTo>
                  <a:cubicBezTo>
                    <a:pt x="40" y="96"/>
                    <a:pt x="41" y="93"/>
                    <a:pt x="40" y="89"/>
                  </a:cubicBezTo>
                  <a:cubicBezTo>
                    <a:pt x="38" y="83"/>
                    <a:pt x="38" y="83"/>
                    <a:pt x="38" y="83"/>
                  </a:cubicBezTo>
                  <a:cubicBezTo>
                    <a:pt x="37" y="79"/>
                    <a:pt x="38" y="75"/>
                    <a:pt x="41" y="72"/>
                  </a:cubicBezTo>
                  <a:cubicBezTo>
                    <a:pt x="104" y="9"/>
                    <a:pt x="104" y="9"/>
                    <a:pt x="104" y="9"/>
                  </a:cubicBezTo>
                  <a:cubicBezTo>
                    <a:pt x="106" y="7"/>
                    <a:pt x="109" y="5"/>
                    <a:pt x="112" y="5"/>
                  </a:cubicBezTo>
                  <a:cubicBezTo>
                    <a:pt x="115" y="5"/>
                    <a:pt x="118" y="7"/>
                    <a:pt x="120" y="9"/>
                  </a:cubicBezTo>
                  <a:cubicBezTo>
                    <a:pt x="133" y="22"/>
                    <a:pt x="133" y="22"/>
                    <a:pt x="133" y="22"/>
                  </a:cubicBezTo>
                  <a:cubicBezTo>
                    <a:pt x="135" y="24"/>
                    <a:pt x="136" y="27"/>
                    <a:pt x="136" y="30"/>
                  </a:cubicBezTo>
                  <a:cubicBezTo>
                    <a:pt x="136" y="33"/>
                    <a:pt x="135" y="36"/>
                    <a:pt x="133" y="38"/>
                  </a:cubicBezTo>
                  <a:cubicBezTo>
                    <a:pt x="106" y="66"/>
                    <a:pt x="106" y="66"/>
                    <a:pt x="106" y="66"/>
                  </a:cubicBezTo>
                  <a:cubicBezTo>
                    <a:pt x="105" y="67"/>
                    <a:pt x="105" y="68"/>
                    <a:pt x="106" y="70"/>
                  </a:cubicBezTo>
                  <a:cubicBezTo>
                    <a:pt x="107" y="71"/>
                    <a:pt x="109" y="71"/>
                    <a:pt x="110" y="70"/>
                  </a:cubicBezTo>
                  <a:cubicBezTo>
                    <a:pt x="137" y="42"/>
                    <a:pt x="137" y="42"/>
                    <a:pt x="137" y="42"/>
                  </a:cubicBezTo>
                  <a:cubicBezTo>
                    <a:pt x="140" y="39"/>
                    <a:pt x="142" y="35"/>
                    <a:pt x="142" y="30"/>
                  </a:cubicBezTo>
                  <a:cubicBezTo>
                    <a:pt x="142" y="25"/>
                    <a:pt x="140" y="21"/>
                    <a:pt x="137" y="18"/>
                  </a:cubicBezTo>
                  <a:close/>
                  <a:moveTo>
                    <a:pt x="17" y="131"/>
                  </a:moveTo>
                  <a:cubicBezTo>
                    <a:pt x="12" y="136"/>
                    <a:pt x="12" y="136"/>
                    <a:pt x="12" y="136"/>
                  </a:cubicBezTo>
                  <a:cubicBezTo>
                    <a:pt x="12" y="136"/>
                    <a:pt x="11" y="137"/>
                    <a:pt x="9" y="137"/>
                  </a:cubicBezTo>
                  <a:cubicBezTo>
                    <a:pt x="8" y="137"/>
                    <a:pt x="7" y="136"/>
                    <a:pt x="6" y="136"/>
                  </a:cubicBezTo>
                  <a:cubicBezTo>
                    <a:pt x="6" y="135"/>
                    <a:pt x="5" y="134"/>
                    <a:pt x="5" y="132"/>
                  </a:cubicBezTo>
                  <a:cubicBezTo>
                    <a:pt x="5" y="131"/>
                    <a:pt x="6" y="130"/>
                    <a:pt x="6" y="129"/>
                  </a:cubicBezTo>
                  <a:cubicBezTo>
                    <a:pt x="10" y="125"/>
                    <a:pt x="10" y="125"/>
                    <a:pt x="10" y="125"/>
                  </a:cubicBezTo>
                  <a:lnTo>
                    <a:pt x="17" y="131"/>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27" name="Google Shape;827;p52"/>
            <p:cNvSpPr/>
            <p:nvPr/>
          </p:nvSpPr>
          <p:spPr>
            <a:xfrm>
              <a:off x="5832261" y="4102922"/>
              <a:ext cx="16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28" name="Google Shape;828;p52"/>
            <p:cNvSpPr/>
            <p:nvPr/>
          </p:nvSpPr>
          <p:spPr>
            <a:xfrm>
              <a:off x="5835563" y="4011545"/>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29" name="Google Shape;829;p52"/>
            <p:cNvSpPr/>
            <p:nvPr/>
          </p:nvSpPr>
          <p:spPr>
            <a:xfrm>
              <a:off x="5858683" y="3987324"/>
              <a:ext cx="156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30" name="Google Shape;830;p52"/>
          <p:cNvGrpSpPr/>
          <p:nvPr/>
        </p:nvGrpSpPr>
        <p:grpSpPr>
          <a:xfrm>
            <a:off x="3247660" y="3835331"/>
            <a:ext cx="265351" cy="363110"/>
            <a:chOff x="3227441" y="3909158"/>
            <a:chExt cx="271932" cy="372116"/>
          </a:xfrm>
        </p:grpSpPr>
        <p:sp>
          <p:nvSpPr>
            <p:cNvPr id="831" name="Google Shape;831;p52"/>
            <p:cNvSpPr/>
            <p:nvPr/>
          </p:nvSpPr>
          <p:spPr>
            <a:xfrm>
              <a:off x="3227441" y="3909158"/>
              <a:ext cx="271932" cy="372116"/>
            </a:xfrm>
            <a:custGeom>
              <a:avLst/>
              <a:gdLst/>
              <a:ahLst/>
              <a:cxnLst/>
              <a:rect l="l" t="t" r="r" b="b"/>
              <a:pathLst>
                <a:path w="104" h="142" extrusionOk="0">
                  <a:moveTo>
                    <a:pt x="102" y="5"/>
                  </a:moveTo>
                  <a:cubicBezTo>
                    <a:pt x="100" y="3"/>
                    <a:pt x="98" y="3"/>
                    <a:pt x="97" y="4"/>
                  </a:cubicBezTo>
                  <a:cubicBezTo>
                    <a:pt x="86" y="7"/>
                    <a:pt x="86" y="7"/>
                    <a:pt x="86" y="7"/>
                  </a:cubicBezTo>
                  <a:cubicBezTo>
                    <a:pt x="55" y="7"/>
                    <a:pt x="55" y="7"/>
                    <a:pt x="55" y="7"/>
                  </a:cubicBezTo>
                  <a:cubicBezTo>
                    <a:pt x="55" y="3"/>
                    <a:pt x="51" y="0"/>
                    <a:pt x="47" y="0"/>
                  </a:cubicBezTo>
                  <a:cubicBezTo>
                    <a:pt x="31" y="0"/>
                    <a:pt x="31" y="0"/>
                    <a:pt x="31" y="0"/>
                  </a:cubicBezTo>
                  <a:cubicBezTo>
                    <a:pt x="27" y="0"/>
                    <a:pt x="23" y="4"/>
                    <a:pt x="23" y="8"/>
                  </a:cubicBezTo>
                  <a:cubicBezTo>
                    <a:pt x="23" y="31"/>
                    <a:pt x="23" y="31"/>
                    <a:pt x="23" y="31"/>
                  </a:cubicBezTo>
                  <a:cubicBezTo>
                    <a:pt x="22" y="31"/>
                    <a:pt x="22" y="31"/>
                    <a:pt x="22" y="31"/>
                  </a:cubicBezTo>
                  <a:cubicBezTo>
                    <a:pt x="17" y="31"/>
                    <a:pt x="14" y="34"/>
                    <a:pt x="14" y="39"/>
                  </a:cubicBezTo>
                  <a:cubicBezTo>
                    <a:pt x="14" y="45"/>
                    <a:pt x="14" y="45"/>
                    <a:pt x="14" y="45"/>
                  </a:cubicBezTo>
                  <a:cubicBezTo>
                    <a:pt x="6" y="47"/>
                    <a:pt x="0" y="54"/>
                    <a:pt x="0" y="62"/>
                  </a:cubicBezTo>
                  <a:cubicBezTo>
                    <a:pt x="0" y="131"/>
                    <a:pt x="0" y="131"/>
                    <a:pt x="0" y="131"/>
                  </a:cubicBezTo>
                  <a:cubicBezTo>
                    <a:pt x="0" y="137"/>
                    <a:pt x="5" y="142"/>
                    <a:pt x="11" y="142"/>
                  </a:cubicBezTo>
                  <a:cubicBezTo>
                    <a:pt x="68" y="142"/>
                    <a:pt x="68" y="142"/>
                    <a:pt x="68" y="142"/>
                  </a:cubicBezTo>
                  <a:cubicBezTo>
                    <a:pt x="74" y="142"/>
                    <a:pt x="79" y="137"/>
                    <a:pt x="79" y="131"/>
                  </a:cubicBezTo>
                  <a:cubicBezTo>
                    <a:pt x="79" y="62"/>
                    <a:pt x="79" y="62"/>
                    <a:pt x="79" y="62"/>
                  </a:cubicBezTo>
                  <a:cubicBezTo>
                    <a:pt x="79" y="54"/>
                    <a:pt x="73" y="47"/>
                    <a:pt x="65" y="45"/>
                  </a:cubicBezTo>
                  <a:cubicBezTo>
                    <a:pt x="65" y="39"/>
                    <a:pt x="65" y="39"/>
                    <a:pt x="65" y="39"/>
                  </a:cubicBezTo>
                  <a:cubicBezTo>
                    <a:pt x="65" y="34"/>
                    <a:pt x="61" y="31"/>
                    <a:pt x="57" y="31"/>
                  </a:cubicBezTo>
                  <a:cubicBezTo>
                    <a:pt x="56" y="31"/>
                    <a:pt x="56" y="31"/>
                    <a:pt x="56" y="31"/>
                  </a:cubicBezTo>
                  <a:cubicBezTo>
                    <a:pt x="56" y="24"/>
                    <a:pt x="56" y="24"/>
                    <a:pt x="56" y="24"/>
                  </a:cubicBezTo>
                  <a:cubicBezTo>
                    <a:pt x="86" y="24"/>
                    <a:pt x="86" y="24"/>
                    <a:pt x="86" y="24"/>
                  </a:cubicBezTo>
                  <a:cubicBezTo>
                    <a:pt x="97" y="27"/>
                    <a:pt x="97" y="27"/>
                    <a:pt x="97" y="27"/>
                  </a:cubicBezTo>
                  <a:cubicBezTo>
                    <a:pt x="97" y="27"/>
                    <a:pt x="98" y="27"/>
                    <a:pt x="98" y="27"/>
                  </a:cubicBezTo>
                  <a:cubicBezTo>
                    <a:pt x="100" y="27"/>
                    <a:pt x="102" y="27"/>
                    <a:pt x="103" y="25"/>
                  </a:cubicBezTo>
                  <a:cubicBezTo>
                    <a:pt x="104" y="24"/>
                    <a:pt x="104" y="23"/>
                    <a:pt x="104" y="22"/>
                  </a:cubicBezTo>
                  <a:cubicBezTo>
                    <a:pt x="104" y="9"/>
                    <a:pt x="104" y="9"/>
                    <a:pt x="104" y="9"/>
                  </a:cubicBezTo>
                  <a:cubicBezTo>
                    <a:pt x="104" y="7"/>
                    <a:pt x="103" y="6"/>
                    <a:pt x="102" y="5"/>
                  </a:cubicBezTo>
                  <a:close/>
                  <a:moveTo>
                    <a:pt x="73" y="115"/>
                  </a:moveTo>
                  <a:cubicBezTo>
                    <a:pt x="5" y="115"/>
                    <a:pt x="5" y="115"/>
                    <a:pt x="5" y="115"/>
                  </a:cubicBezTo>
                  <a:cubicBezTo>
                    <a:pt x="5" y="72"/>
                    <a:pt x="5" y="72"/>
                    <a:pt x="5" y="72"/>
                  </a:cubicBezTo>
                  <a:cubicBezTo>
                    <a:pt x="73" y="72"/>
                    <a:pt x="73" y="72"/>
                    <a:pt x="73" y="72"/>
                  </a:cubicBezTo>
                  <a:lnTo>
                    <a:pt x="73" y="115"/>
                  </a:lnTo>
                  <a:close/>
                  <a:moveTo>
                    <a:pt x="68" y="137"/>
                  </a:moveTo>
                  <a:cubicBezTo>
                    <a:pt x="10" y="137"/>
                    <a:pt x="10" y="137"/>
                    <a:pt x="10" y="137"/>
                  </a:cubicBezTo>
                  <a:cubicBezTo>
                    <a:pt x="7" y="137"/>
                    <a:pt x="5" y="134"/>
                    <a:pt x="5" y="131"/>
                  </a:cubicBezTo>
                  <a:cubicBezTo>
                    <a:pt x="5" y="121"/>
                    <a:pt x="5" y="121"/>
                    <a:pt x="5" y="121"/>
                  </a:cubicBezTo>
                  <a:cubicBezTo>
                    <a:pt x="73" y="121"/>
                    <a:pt x="73" y="121"/>
                    <a:pt x="73" y="121"/>
                  </a:cubicBezTo>
                  <a:cubicBezTo>
                    <a:pt x="73" y="131"/>
                    <a:pt x="73" y="131"/>
                    <a:pt x="73" y="131"/>
                  </a:cubicBezTo>
                  <a:cubicBezTo>
                    <a:pt x="73" y="134"/>
                    <a:pt x="71" y="137"/>
                    <a:pt x="68" y="137"/>
                  </a:cubicBezTo>
                  <a:close/>
                  <a:moveTo>
                    <a:pt x="73" y="62"/>
                  </a:moveTo>
                  <a:cubicBezTo>
                    <a:pt x="73" y="66"/>
                    <a:pt x="73" y="66"/>
                    <a:pt x="73" y="66"/>
                  </a:cubicBezTo>
                  <a:cubicBezTo>
                    <a:pt x="5" y="66"/>
                    <a:pt x="5" y="66"/>
                    <a:pt x="5" y="66"/>
                  </a:cubicBezTo>
                  <a:cubicBezTo>
                    <a:pt x="5" y="62"/>
                    <a:pt x="5" y="62"/>
                    <a:pt x="5" y="62"/>
                  </a:cubicBezTo>
                  <a:cubicBezTo>
                    <a:pt x="5" y="55"/>
                    <a:pt x="10" y="50"/>
                    <a:pt x="17" y="50"/>
                  </a:cubicBezTo>
                  <a:cubicBezTo>
                    <a:pt x="61" y="50"/>
                    <a:pt x="61" y="50"/>
                    <a:pt x="61" y="50"/>
                  </a:cubicBezTo>
                  <a:cubicBezTo>
                    <a:pt x="68" y="50"/>
                    <a:pt x="73" y="55"/>
                    <a:pt x="73" y="62"/>
                  </a:cubicBezTo>
                  <a:close/>
                  <a:moveTo>
                    <a:pt x="59" y="39"/>
                  </a:moveTo>
                  <a:cubicBezTo>
                    <a:pt x="59" y="44"/>
                    <a:pt x="59" y="44"/>
                    <a:pt x="59" y="44"/>
                  </a:cubicBezTo>
                  <a:cubicBezTo>
                    <a:pt x="19" y="44"/>
                    <a:pt x="19" y="44"/>
                    <a:pt x="19" y="44"/>
                  </a:cubicBezTo>
                  <a:cubicBezTo>
                    <a:pt x="19" y="39"/>
                    <a:pt x="19" y="39"/>
                    <a:pt x="19" y="39"/>
                  </a:cubicBezTo>
                  <a:cubicBezTo>
                    <a:pt x="19" y="37"/>
                    <a:pt x="20" y="36"/>
                    <a:pt x="22" y="36"/>
                  </a:cubicBezTo>
                  <a:cubicBezTo>
                    <a:pt x="57" y="36"/>
                    <a:pt x="57" y="36"/>
                    <a:pt x="57" y="36"/>
                  </a:cubicBezTo>
                  <a:cubicBezTo>
                    <a:pt x="58" y="36"/>
                    <a:pt x="59" y="37"/>
                    <a:pt x="59" y="39"/>
                  </a:cubicBezTo>
                  <a:close/>
                  <a:moveTo>
                    <a:pt x="29" y="31"/>
                  </a:moveTo>
                  <a:cubicBezTo>
                    <a:pt x="29" y="8"/>
                    <a:pt x="29" y="8"/>
                    <a:pt x="29" y="8"/>
                  </a:cubicBezTo>
                  <a:cubicBezTo>
                    <a:pt x="29" y="7"/>
                    <a:pt x="30" y="5"/>
                    <a:pt x="31" y="5"/>
                  </a:cubicBezTo>
                  <a:cubicBezTo>
                    <a:pt x="47" y="5"/>
                    <a:pt x="47" y="5"/>
                    <a:pt x="47" y="5"/>
                  </a:cubicBezTo>
                  <a:cubicBezTo>
                    <a:pt x="48" y="5"/>
                    <a:pt x="50" y="7"/>
                    <a:pt x="50" y="8"/>
                  </a:cubicBezTo>
                  <a:cubicBezTo>
                    <a:pt x="50" y="31"/>
                    <a:pt x="50" y="31"/>
                    <a:pt x="50" y="31"/>
                  </a:cubicBezTo>
                  <a:lnTo>
                    <a:pt x="29" y="31"/>
                  </a:lnTo>
                  <a:close/>
                  <a:moveTo>
                    <a:pt x="56" y="12"/>
                  </a:moveTo>
                  <a:cubicBezTo>
                    <a:pt x="83" y="12"/>
                    <a:pt x="83" y="12"/>
                    <a:pt x="83" y="12"/>
                  </a:cubicBezTo>
                  <a:cubicBezTo>
                    <a:pt x="83" y="18"/>
                    <a:pt x="83" y="18"/>
                    <a:pt x="83" y="18"/>
                  </a:cubicBezTo>
                  <a:cubicBezTo>
                    <a:pt x="56" y="18"/>
                    <a:pt x="56" y="18"/>
                    <a:pt x="56" y="18"/>
                  </a:cubicBezTo>
                  <a:lnTo>
                    <a:pt x="56" y="12"/>
                  </a:lnTo>
                  <a:close/>
                  <a:moveTo>
                    <a:pt x="98" y="22"/>
                  </a:moveTo>
                  <a:cubicBezTo>
                    <a:pt x="98" y="22"/>
                    <a:pt x="98" y="22"/>
                    <a:pt x="98" y="22"/>
                  </a:cubicBezTo>
                  <a:cubicBezTo>
                    <a:pt x="98" y="22"/>
                    <a:pt x="98" y="22"/>
                    <a:pt x="98" y="22"/>
                  </a:cubicBezTo>
                  <a:cubicBezTo>
                    <a:pt x="89" y="19"/>
                    <a:pt x="89" y="19"/>
                    <a:pt x="89" y="19"/>
                  </a:cubicBezTo>
                  <a:cubicBezTo>
                    <a:pt x="89" y="12"/>
                    <a:pt x="89" y="12"/>
                    <a:pt x="89" y="12"/>
                  </a:cubicBezTo>
                  <a:cubicBezTo>
                    <a:pt x="98" y="9"/>
                    <a:pt x="98" y="9"/>
                    <a:pt x="98" y="9"/>
                  </a:cubicBezTo>
                  <a:cubicBezTo>
                    <a:pt x="98" y="9"/>
                    <a:pt x="98" y="9"/>
                    <a:pt x="98" y="9"/>
                  </a:cubicBezTo>
                  <a:cubicBezTo>
                    <a:pt x="98" y="9"/>
                    <a:pt x="98" y="9"/>
                    <a:pt x="98" y="9"/>
                  </a:cubicBezTo>
                  <a:lnTo>
                    <a:pt x="98" y="22"/>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32" name="Google Shape;832;p52"/>
            <p:cNvSpPr/>
            <p:nvPr/>
          </p:nvSpPr>
          <p:spPr>
            <a:xfrm>
              <a:off x="3259368" y="4118335"/>
              <a:ext cx="85873" cy="13211"/>
            </a:xfrm>
            <a:custGeom>
              <a:avLst/>
              <a:gdLst/>
              <a:ahLst/>
              <a:cxnLst/>
              <a:rect l="l" t="t" r="r" b="b"/>
              <a:pathLst>
                <a:path w="33" h="5" extrusionOk="0">
                  <a:moveTo>
                    <a:pt x="3" y="5"/>
                  </a:moveTo>
                  <a:cubicBezTo>
                    <a:pt x="30" y="5"/>
                    <a:pt x="30" y="5"/>
                    <a:pt x="30" y="5"/>
                  </a:cubicBezTo>
                  <a:cubicBezTo>
                    <a:pt x="31" y="5"/>
                    <a:pt x="33" y="4"/>
                    <a:pt x="33" y="3"/>
                  </a:cubicBezTo>
                  <a:cubicBezTo>
                    <a:pt x="33" y="1"/>
                    <a:pt x="32" y="0"/>
                    <a:pt x="30" y="0"/>
                  </a:cubicBezTo>
                  <a:cubicBezTo>
                    <a:pt x="3" y="0"/>
                    <a:pt x="3" y="0"/>
                    <a:pt x="3" y="0"/>
                  </a:cubicBezTo>
                  <a:cubicBezTo>
                    <a:pt x="2" y="0"/>
                    <a:pt x="0" y="1"/>
                    <a:pt x="0" y="2"/>
                  </a:cubicBezTo>
                  <a:cubicBezTo>
                    <a:pt x="0" y="4"/>
                    <a:pt x="1" y="5"/>
                    <a:pt x="3"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33" name="Google Shape;833;p52"/>
            <p:cNvSpPr/>
            <p:nvPr/>
          </p:nvSpPr>
          <p:spPr>
            <a:xfrm>
              <a:off x="3259368" y="4146959"/>
              <a:ext cx="85873" cy="13211"/>
            </a:xfrm>
            <a:custGeom>
              <a:avLst/>
              <a:gdLst/>
              <a:ahLst/>
              <a:cxnLst/>
              <a:rect l="l" t="t" r="r" b="b"/>
              <a:pathLst>
                <a:path w="33" h="5" extrusionOk="0">
                  <a:moveTo>
                    <a:pt x="3" y="5"/>
                  </a:moveTo>
                  <a:cubicBezTo>
                    <a:pt x="30" y="5"/>
                    <a:pt x="30" y="5"/>
                    <a:pt x="30" y="5"/>
                  </a:cubicBezTo>
                  <a:cubicBezTo>
                    <a:pt x="31" y="5"/>
                    <a:pt x="33" y="4"/>
                    <a:pt x="33" y="3"/>
                  </a:cubicBezTo>
                  <a:cubicBezTo>
                    <a:pt x="33" y="1"/>
                    <a:pt x="32" y="0"/>
                    <a:pt x="30" y="0"/>
                  </a:cubicBezTo>
                  <a:cubicBezTo>
                    <a:pt x="3" y="0"/>
                    <a:pt x="3" y="0"/>
                    <a:pt x="3" y="0"/>
                  </a:cubicBezTo>
                  <a:cubicBezTo>
                    <a:pt x="2" y="0"/>
                    <a:pt x="0" y="1"/>
                    <a:pt x="0" y="2"/>
                  </a:cubicBezTo>
                  <a:cubicBezTo>
                    <a:pt x="0" y="4"/>
                    <a:pt x="1" y="5"/>
                    <a:pt x="3"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34" name="Google Shape;834;p52"/>
            <p:cNvSpPr/>
            <p:nvPr/>
          </p:nvSpPr>
          <p:spPr>
            <a:xfrm>
              <a:off x="3259368" y="4175584"/>
              <a:ext cx="55047" cy="16514"/>
            </a:xfrm>
            <a:custGeom>
              <a:avLst/>
              <a:gdLst/>
              <a:ahLst/>
              <a:cxnLst/>
              <a:rect l="l" t="t" r="r" b="b"/>
              <a:pathLst>
                <a:path w="21" h="6" extrusionOk="0">
                  <a:moveTo>
                    <a:pt x="18" y="0"/>
                  </a:moveTo>
                  <a:cubicBezTo>
                    <a:pt x="3" y="0"/>
                    <a:pt x="3" y="0"/>
                    <a:pt x="3" y="0"/>
                  </a:cubicBezTo>
                  <a:cubicBezTo>
                    <a:pt x="2" y="0"/>
                    <a:pt x="0" y="1"/>
                    <a:pt x="0" y="2"/>
                  </a:cubicBezTo>
                  <a:cubicBezTo>
                    <a:pt x="0" y="4"/>
                    <a:pt x="1" y="6"/>
                    <a:pt x="3" y="6"/>
                  </a:cubicBezTo>
                  <a:cubicBezTo>
                    <a:pt x="17" y="6"/>
                    <a:pt x="17" y="6"/>
                    <a:pt x="17" y="6"/>
                  </a:cubicBezTo>
                  <a:cubicBezTo>
                    <a:pt x="19" y="6"/>
                    <a:pt x="20" y="5"/>
                    <a:pt x="20" y="3"/>
                  </a:cubicBezTo>
                  <a:cubicBezTo>
                    <a:pt x="21" y="1"/>
                    <a:pt x="19" y="0"/>
                    <a:pt x="18"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35" name="Google Shape;835;p52"/>
            <p:cNvSpPr/>
            <p:nvPr/>
          </p:nvSpPr>
          <p:spPr>
            <a:xfrm>
              <a:off x="3361755" y="4110629"/>
              <a:ext cx="44038" cy="44037"/>
            </a:xfrm>
            <a:custGeom>
              <a:avLst/>
              <a:gdLst/>
              <a:ahLst/>
              <a:cxnLst/>
              <a:rect l="l" t="t" r="r" b="b"/>
              <a:pathLst>
                <a:path w="17" h="17" extrusionOk="0">
                  <a:moveTo>
                    <a:pt x="8" y="17"/>
                  </a:moveTo>
                  <a:cubicBezTo>
                    <a:pt x="13" y="17"/>
                    <a:pt x="17" y="13"/>
                    <a:pt x="17" y="8"/>
                  </a:cubicBezTo>
                  <a:cubicBezTo>
                    <a:pt x="17" y="4"/>
                    <a:pt x="13" y="0"/>
                    <a:pt x="8" y="0"/>
                  </a:cubicBezTo>
                  <a:cubicBezTo>
                    <a:pt x="4" y="0"/>
                    <a:pt x="0" y="4"/>
                    <a:pt x="0" y="8"/>
                  </a:cubicBezTo>
                  <a:cubicBezTo>
                    <a:pt x="0" y="13"/>
                    <a:pt x="4" y="17"/>
                    <a:pt x="8" y="17"/>
                  </a:cubicBezTo>
                  <a:close/>
                  <a:moveTo>
                    <a:pt x="8" y="6"/>
                  </a:moveTo>
                  <a:cubicBezTo>
                    <a:pt x="10" y="6"/>
                    <a:pt x="11" y="7"/>
                    <a:pt x="11" y="8"/>
                  </a:cubicBezTo>
                  <a:cubicBezTo>
                    <a:pt x="11" y="10"/>
                    <a:pt x="10" y="11"/>
                    <a:pt x="8" y="11"/>
                  </a:cubicBezTo>
                  <a:cubicBezTo>
                    <a:pt x="7" y="11"/>
                    <a:pt x="5" y="10"/>
                    <a:pt x="5" y="8"/>
                  </a:cubicBezTo>
                  <a:cubicBezTo>
                    <a:pt x="5" y="7"/>
                    <a:pt x="7" y="6"/>
                    <a:pt x="8" y="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36" name="Google Shape;836;p52"/>
            <p:cNvSpPr/>
            <p:nvPr/>
          </p:nvSpPr>
          <p:spPr>
            <a:xfrm>
              <a:off x="3329828" y="4175584"/>
              <a:ext cx="156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37" name="Google Shape;837;p52"/>
          <p:cNvGrpSpPr/>
          <p:nvPr/>
        </p:nvGrpSpPr>
        <p:grpSpPr>
          <a:xfrm>
            <a:off x="2373183" y="3835331"/>
            <a:ext cx="369558" cy="365259"/>
            <a:chOff x="2336782" y="3909158"/>
            <a:chExt cx="378723" cy="374317"/>
          </a:xfrm>
        </p:grpSpPr>
        <p:sp>
          <p:nvSpPr>
            <p:cNvPr id="838" name="Google Shape;838;p52"/>
            <p:cNvSpPr/>
            <p:nvPr/>
          </p:nvSpPr>
          <p:spPr>
            <a:xfrm>
              <a:off x="2336782" y="3909158"/>
              <a:ext cx="378723" cy="374317"/>
            </a:xfrm>
            <a:custGeom>
              <a:avLst/>
              <a:gdLst/>
              <a:ahLst/>
              <a:cxnLst/>
              <a:rect l="l" t="t" r="r" b="b"/>
              <a:pathLst>
                <a:path w="145" h="143" extrusionOk="0">
                  <a:moveTo>
                    <a:pt x="142" y="46"/>
                  </a:moveTo>
                  <a:cubicBezTo>
                    <a:pt x="129" y="33"/>
                    <a:pt x="129" y="33"/>
                    <a:pt x="129" y="33"/>
                  </a:cubicBezTo>
                  <a:cubicBezTo>
                    <a:pt x="128" y="31"/>
                    <a:pt x="126" y="31"/>
                    <a:pt x="125" y="33"/>
                  </a:cubicBezTo>
                  <a:cubicBezTo>
                    <a:pt x="124" y="34"/>
                    <a:pt x="124" y="35"/>
                    <a:pt x="125" y="36"/>
                  </a:cubicBezTo>
                  <a:cubicBezTo>
                    <a:pt x="138" y="50"/>
                    <a:pt x="138" y="50"/>
                    <a:pt x="138" y="50"/>
                  </a:cubicBezTo>
                  <a:cubicBezTo>
                    <a:pt x="132" y="56"/>
                    <a:pt x="132" y="56"/>
                    <a:pt x="132" y="56"/>
                  </a:cubicBezTo>
                  <a:cubicBezTo>
                    <a:pt x="88" y="12"/>
                    <a:pt x="88" y="12"/>
                    <a:pt x="88" y="12"/>
                  </a:cubicBezTo>
                  <a:cubicBezTo>
                    <a:pt x="94" y="5"/>
                    <a:pt x="94" y="5"/>
                    <a:pt x="94" y="5"/>
                  </a:cubicBezTo>
                  <a:cubicBezTo>
                    <a:pt x="107" y="19"/>
                    <a:pt x="107" y="19"/>
                    <a:pt x="107" y="19"/>
                  </a:cubicBezTo>
                  <a:cubicBezTo>
                    <a:pt x="109" y="20"/>
                    <a:pt x="111" y="20"/>
                    <a:pt x="112" y="19"/>
                  </a:cubicBezTo>
                  <a:cubicBezTo>
                    <a:pt x="112" y="17"/>
                    <a:pt x="112" y="16"/>
                    <a:pt x="111" y="15"/>
                  </a:cubicBezTo>
                  <a:cubicBezTo>
                    <a:pt x="98" y="2"/>
                    <a:pt x="98" y="2"/>
                    <a:pt x="98" y="2"/>
                  </a:cubicBezTo>
                  <a:cubicBezTo>
                    <a:pt x="97" y="0"/>
                    <a:pt x="95" y="0"/>
                    <a:pt x="93" y="0"/>
                  </a:cubicBezTo>
                  <a:cubicBezTo>
                    <a:pt x="92" y="0"/>
                    <a:pt x="91" y="1"/>
                    <a:pt x="90" y="2"/>
                  </a:cubicBezTo>
                  <a:cubicBezTo>
                    <a:pt x="84" y="8"/>
                    <a:pt x="84" y="8"/>
                    <a:pt x="84" y="8"/>
                  </a:cubicBezTo>
                  <a:cubicBezTo>
                    <a:pt x="83" y="9"/>
                    <a:pt x="82" y="11"/>
                    <a:pt x="82" y="12"/>
                  </a:cubicBezTo>
                  <a:cubicBezTo>
                    <a:pt x="83" y="14"/>
                    <a:pt x="83" y="15"/>
                    <a:pt x="84" y="16"/>
                  </a:cubicBezTo>
                  <a:cubicBezTo>
                    <a:pt x="85" y="16"/>
                    <a:pt x="85" y="16"/>
                    <a:pt x="85" y="16"/>
                  </a:cubicBezTo>
                  <a:cubicBezTo>
                    <a:pt x="18" y="96"/>
                    <a:pt x="18" y="96"/>
                    <a:pt x="18" y="96"/>
                  </a:cubicBezTo>
                  <a:cubicBezTo>
                    <a:pt x="16" y="99"/>
                    <a:pt x="16" y="102"/>
                    <a:pt x="18" y="104"/>
                  </a:cubicBezTo>
                  <a:cubicBezTo>
                    <a:pt x="18" y="104"/>
                    <a:pt x="18" y="104"/>
                    <a:pt x="18" y="104"/>
                  </a:cubicBezTo>
                  <a:cubicBezTo>
                    <a:pt x="11" y="111"/>
                    <a:pt x="11" y="111"/>
                    <a:pt x="11" y="111"/>
                  </a:cubicBezTo>
                  <a:cubicBezTo>
                    <a:pt x="8" y="114"/>
                    <a:pt x="8" y="118"/>
                    <a:pt x="10" y="121"/>
                  </a:cubicBezTo>
                  <a:cubicBezTo>
                    <a:pt x="4" y="127"/>
                    <a:pt x="4" y="127"/>
                    <a:pt x="4" y="127"/>
                  </a:cubicBezTo>
                  <a:cubicBezTo>
                    <a:pt x="0" y="131"/>
                    <a:pt x="1" y="137"/>
                    <a:pt x="5" y="140"/>
                  </a:cubicBezTo>
                  <a:cubicBezTo>
                    <a:pt x="6" y="141"/>
                    <a:pt x="8" y="142"/>
                    <a:pt x="10" y="142"/>
                  </a:cubicBezTo>
                  <a:cubicBezTo>
                    <a:pt x="12" y="143"/>
                    <a:pt x="15" y="142"/>
                    <a:pt x="17" y="140"/>
                  </a:cubicBezTo>
                  <a:cubicBezTo>
                    <a:pt x="23" y="134"/>
                    <a:pt x="23" y="134"/>
                    <a:pt x="23" y="134"/>
                  </a:cubicBezTo>
                  <a:cubicBezTo>
                    <a:pt x="24" y="135"/>
                    <a:pt x="26" y="135"/>
                    <a:pt x="28" y="135"/>
                  </a:cubicBezTo>
                  <a:cubicBezTo>
                    <a:pt x="30" y="135"/>
                    <a:pt x="32" y="134"/>
                    <a:pt x="33" y="133"/>
                  </a:cubicBezTo>
                  <a:cubicBezTo>
                    <a:pt x="40" y="126"/>
                    <a:pt x="40" y="126"/>
                    <a:pt x="40" y="126"/>
                  </a:cubicBezTo>
                  <a:cubicBezTo>
                    <a:pt x="40" y="126"/>
                    <a:pt x="40" y="126"/>
                    <a:pt x="40" y="126"/>
                  </a:cubicBezTo>
                  <a:cubicBezTo>
                    <a:pt x="40" y="126"/>
                    <a:pt x="40" y="126"/>
                    <a:pt x="40" y="126"/>
                  </a:cubicBezTo>
                  <a:cubicBezTo>
                    <a:pt x="41" y="127"/>
                    <a:pt x="42" y="128"/>
                    <a:pt x="44" y="128"/>
                  </a:cubicBezTo>
                  <a:cubicBezTo>
                    <a:pt x="45" y="128"/>
                    <a:pt x="47" y="127"/>
                    <a:pt x="48" y="126"/>
                  </a:cubicBezTo>
                  <a:cubicBezTo>
                    <a:pt x="128" y="59"/>
                    <a:pt x="128" y="59"/>
                    <a:pt x="128" y="59"/>
                  </a:cubicBezTo>
                  <a:cubicBezTo>
                    <a:pt x="128" y="60"/>
                    <a:pt x="128" y="60"/>
                    <a:pt x="128" y="60"/>
                  </a:cubicBezTo>
                  <a:cubicBezTo>
                    <a:pt x="129" y="61"/>
                    <a:pt x="131" y="62"/>
                    <a:pt x="132" y="62"/>
                  </a:cubicBezTo>
                  <a:cubicBezTo>
                    <a:pt x="134" y="62"/>
                    <a:pt x="135" y="61"/>
                    <a:pt x="136" y="60"/>
                  </a:cubicBezTo>
                  <a:cubicBezTo>
                    <a:pt x="142" y="54"/>
                    <a:pt x="142" y="54"/>
                    <a:pt x="142" y="54"/>
                  </a:cubicBezTo>
                  <a:cubicBezTo>
                    <a:pt x="145" y="52"/>
                    <a:pt x="145" y="48"/>
                    <a:pt x="142" y="46"/>
                  </a:cubicBezTo>
                  <a:close/>
                  <a:moveTo>
                    <a:pt x="13" y="136"/>
                  </a:moveTo>
                  <a:cubicBezTo>
                    <a:pt x="12" y="136"/>
                    <a:pt x="12" y="137"/>
                    <a:pt x="11" y="137"/>
                  </a:cubicBezTo>
                  <a:cubicBezTo>
                    <a:pt x="10" y="137"/>
                    <a:pt x="9" y="136"/>
                    <a:pt x="8" y="136"/>
                  </a:cubicBezTo>
                  <a:cubicBezTo>
                    <a:pt x="7" y="134"/>
                    <a:pt x="7" y="132"/>
                    <a:pt x="8" y="131"/>
                  </a:cubicBezTo>
                  <a:cubicBezTo>
                    <a:pt x="14" y="125"/>
                    <a:pt x="14" y="125"/>
                    <a:pt x="14" y="125"/>
                  </a:cubicBezTo>
                  <a:cubicBezTo>
                    <a:pt x="19" y="130"/>
                    <a:pt x="19" y="130"/>
                    <a:pt x="19" y="130"/>
                  </a:cubicBezTo>
                  <a:lnTo>
                    <a:pt x="13" y="136"/>
                  </a:lnTo>
                  <a:close/>
                  <a:moveTo>
                    <a:pt x="29" y="129"/>
                  </a:moveTo>
                  <a:cubicBezTo>
                    <a:pt x="28" y="129"/>
                    <a:pt x="28" y="130"/>
                    <a:pt x="27" y="130"/>
                  </a:cubicBezTo>
                  <a:cubicBezTo>
                    <a:pt x="26" y="130"/>
                    <a:pt x="26" y="129"/>
                    <a:pt x="25" y="129"/>
                  </a:cubicBezTo>
                  <a:cubicBezTo>
                    <a:pt x="15" y="119"/>
                    <a:pt x="15" y="119"/>
                    <a:pt x="15" y="119"/>
                  </a:cubicBezTo>
                  <a:cubicBezTo>
                    <a:pt x="14" y="118"/>
                    <a:pt x="14" y="116"/>
                    <a:pt x="15" y="115"/>
                  </a:cubicBezTo>
                  <a:cubicBezTo>
                    <a:pt x="22" y="108"/>
                    <a:pt x="22" y="108"/>
                    <a:pt x="22" y="108"/>
                  </a:cubicBezTo>
                  <a:cubicBezTo>
                    <a:pt x="36" y="122"/>
                    <a:pt x="36" y="122"/>
                    <a:pt x="36" y="122"/>
                  </a:cubicBezTo>
                  <a:lnTo>
                    <a:pt x="29" y="129"/>
                  </a:lnTo>
                  <a:close/>
                  <a:moveTo>
                    <a:pt x="44" y="122"/>
                  </a:moveTo>
                  <a:cubicBezTo>
                    <a:pt x="44" y="122"/>
                    <a:pt x="44" y="122"/>
                    <a:pt x="44" y="122"/>
                  </a:cubicBezTo>
                  <a:cubicBezTo>
                    <a:pt x="22" y="100"/>
                    <a:pt x="22" y="100"/>
                    <a:pt x="22" y="100"/>
                  </a:cubicBezTo>
                  <a:cubicBezTo>
                    <a:pt x="22" y="100"/>
                    <a:pt x="22" y="100"/>
                    <a:pt x="22" y="100"/>
                  </a:cubicBezTo>
                  <a:cubicBezTo>
                    <a:pt x="89" y="20"/>
                    <a:pt x="89" y="20"/>
                    <a:pt x="89" y="20"/>
                  </a:cubicBezTo>
                  <a:cubicBezTo>
                    <a:pt x="123" y="55"/>
                    <a:pt x="123" y="55"/>
                    <a:pt x="123" y="55"/>
                  </a:cubicBezTo>
                  <a:lnTo>
                    <a:pt x="44" y="122"/>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39" name="Google Shape;839;p52"/>
            <p:cNvSpPr/>
            <p:nvPr/>
          </p:nvSpPr>
          <p:spPr>
            <a:xfrm>
              <a:off x="2446876" y="4029160"/>
              <a:ext cx="144223" cy="144222"/>
            </a:xfrm>
            <a:custGeom>
              <a:avLst/>
              <a:gdLst/>
              <a:ahLst/>
              <a:cxnLst/>
              <a:rect l="l" t="t" r="r" b="b"/>
              <a:pathLst>
                <a:path w="55" h="55" extrusionOk="0">
                  <a:moveTo>
                    <a:pt x="37" y="4"/>
                  </a:moveTo>
                  <a:cubicBezTo>
                    <a:pt x="3" y="38"/>
                    <a:pt x="3" y="38"/>
                    <a:pt x="3" y="38"/>
                  </a:cubicBezTo>
                  <a:cubicBezTo>
                    <a:pt x="0" y="41"/>
                    <a:pt x="0" y="46"/>
                    <a:pt x="3" y="50"/>
                  </a:cubicBezTo>
                  <a:cubicBezTo>
                    <a:pt x="6" y="53"/>
                    <a:pt x="6" y="53"/>
                    <a:pt x="6" y="53"/>
                  </a:cubicBezTo>
                  <a:cubicBezTo>
                    <a:pt x="8" y="55"/>
                    <a:pt x="10" y="55"/>
                    <a:pt x="12" y="55"/>
                  </a:cubicBezTo>
                  <a:cubicBezTo>
                    <a:pt x="14" y="55"/>
                    <a:pt x="17" y="55"/>
                    <a:pt x="18" y="53"/>
                  </a:cubicBezTo>
                  <a:cubicBezTo>
                    <a:pt x="52" y="19"/>
                    <a:pt x="52" y="19"/>
                    <a:pt x="52" y="19"/>
                  </a:cubicBezTo>
                  <a:cubicBezTo>
                    <a:pt x="54" y="17"/>
                    <a:pt x="55" y="15"/>
                    <a:pt x="55" y="13"/>
                  </a:cubicBezTo>
                  <a:cubicBezTo>
                    <a:pt x="55" y="11"/>
                    <a:pt x="54" y="9"/>
                    <a:pt x="52" y="7"/>
                  </a:cubicBezTo>
                  <a:cubicBezTo>
                    <a:pt x="49" y="4"/>
                    <a:pt x="49" y="4"/>
                    <a:pt x="49" y="4"/>
                  </a:cubicBezTo>
                  <a:cubicBezTo>
                    <a:pt x="46" y="0"/>
                    <a:pt x="40" y="0"/>
                    <a:pt x="37" y="4"/>
                  </a:cubicBezTo>
                  <a:close/>
                  <a:moveTo>
                    <a:pt x="45" y="8"/>
                  </a:moveTo>
                  <a:cubicBezTo>
                    <a:pt x="48" y="11"/>
                    <a:pt x="48" y="11"/>
                    <a:pt x="48" y="11"/>
                  </a:cubicBezTo>
                  <a:cubicBezTo>
                    <a:pt x="49" y="12"/>
                    <a:pt x="49" y="12"/>
                    <a:pt x="49" y="13"/>
                  </a:cubicBezTo>
                  <a:cubicBezTo>
                    <a:pt x="49" y="14"/>
                    <a:pt x="49" y="14"/>
                    <a:pt x="48" y="15"/>
                  </a:cubicBezTo>
                  <a:cubicBezTo>
                    <a:pt x="14" y="49"/>
                    <a:pt x="14" y="49"/>
                    <a:pt x="14" y="49"/>
                  </a:cubicBezTo>
                  <a:cubicBezTo>
                    <a:pt x="13" y="50"/>
                    <a:pt x="11" y="50"/>
                    <a:pt x="10" y="49"/>
                  </a:cubicBezTo>
                  <a:cubicBezTo>
                    <a:pt x="7" y="46"/>
                    <a:pt x="7" y="46"/>
                    <a:pt x="7" y="46"/>
                  </a:cubicBezTo>
                  <a:cubicBezTo>
                    <a:pt x="6" y="45"/>
                    <a:pt x="6" y="43"/>
                    <a:pt x="7" y="42"/>
                  </a:cubicBezTo>
                  <a:cubicBezTo>
                    <a:pt x="41" y="8"/>
                    <a:pt x="41" y="8"/>
                    <a:pt x="41" y="8"/>
                  </a:cubicBezTo>
                  <a:cubicBezTo>
                    <a:pt x="41" y="7"/>
                    <a:pt x="42" y="7"/>
                    <a:pt x="43" y="7"/>
                  </a:cubicBezTo>
                  <a:cubicBezTo>
                    <a:pt x="44" y="7"/>
                    <a:pt x="44" y="7"/>
                    <a:pt x="45" y="8"/>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40" name="Google Shape;840;p52"/>
            <p:cNvSpPr/>
            <p:nvPr/>
          </p:nvSpPr>
          <p:spPr>
            <a:xfrm>
              <a:off x="2637338" y="3969709"/>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41" name="Google Shape;841;p52"/>
          <p:cNvGrpSpPr/>
          <p:nvPr/>
        </p:nvGrpSpPr>
        <p:grpSpPr>
          <a:xfrm>
            <a:off x="1651791" y="3833183"/>
            <a:ext cx="272872" cy="365259"/>
            <a:chOff x="1508876" y="3906956"/>
            <a:chExt cx="279639" cy="374317"/>
          </a:xfrm>
        </p:grpSpPr>
        <p:sp>
          <p:nvSpPr>
            <p:cNvPr id="842" name="Google Shape;842;p52"/>
            <p:cNvSpPr/>
            <p:nvPr/>
          </p:nvSpPr>
          <p:spPr>
            <a:xfrm>
              <a:off x="1522088" y="3906956"/>
              <a:ext cx="266427" cy="268628"/>
            </a:xfrm>
            <a:custGeom>
              <a:avLst/>
              <a:gdLst/>
              <a:ahLst/>
              <a:cxnLst/>
              <a:rect l="l" t="t" r="r" b="b"/>
              <a:pathLst>
                <a:path w="102" h="103" extrusionOk="0">
                  <a:moveTo>
                    <a:pt x="102" y="16"/>
                  </a:moveTo>
                  <a:cubicBezTo>
                    <a:pt x="102" y="12"/>
                    <a:pt x="101" y="8"/>
                    <a:pt x="98" y="5"/>
                  </a:cubicBezTo>
                  <a:cubicBezTo>
                    <a:pt x="93" y="1"/>
                    <a:pt x="86" y="0"/>
                    <a:pt x="80" y="3"/>
                  </a:cubicBezTo>
                  <a:cubicBezTo>
                    <a:pt x="79" y="3"/>
                    <a:pt x="79" y="4"/>
                    <a:pt x="78" y="4"/>
                  </a:cubicBezTo>
                  <a:cubicBezTo>
                    <a:pt x="66" y="16"/>
                    <a:pt x="66" y="16"/>
                    <a:pt x="66" y="16"/>
                  </a:cubicBezTo>
                  <a:cubicBezTo>
                    <a:pt x="62" y="12"/>
                    <a:pt x="62" y="12"/>
                    <a:pt x="62" y="12"/>
                  </a:cubicBezTo>
                  <a:cubicBezTo>
                    <a:pt x="61" y="11"/>
                    <a:pt x="60" y="11"/>
                    <a:pt x="59" y="12"/>
                  </a:cubicBezTo>
                  <a:cubicBezTo>
                    <a:pt x="50" y="21"/>
                    <a:pt x="50" y="21"/>
                    <a:pt x="50" y="21"/>
                  </a:cubicBezTo>
                  <a:cubicBezTo>
                    <a:pt x="47" y="24"/>
                    <a:pt x="47" y="27"/>
                    <a:pt x="50" y="30"/>
                  </a:cubicBezTo>
                  <a:cubicBezTo>
                    <a:pt x="51" y="31"/>
                    <a:pt x="51" y="31"/>
                    <a:pt x="51" y="31"/>
                  </a:cubicBezTo>
                  <a:cubicBezTo>
                    <a:pt x="12" y="70"/>
                    <a:pt x="12" y="70"/>
                    <a:pt x="12" y="70"/>
                  </a:cubicBezTo>
                  <a:cubicBezTo>
                    <a:pt x="10" y="73"/>
                    <a:pt x="8" y="76"/>
                    <a:pt x="8" y="80"/>
                  </a:cubicBezTo>
                  <a:cubicBezTo>
                    <a:pt x="4" y="84"/>
                    <a:pt x="4" y="84"/>
                    <a:pt x="4" y="84"/>
                  </a:cubicBezTo>
                  <a:cubicBezTo>
                    <a:pt x="0" y="88"/>
                    <a:pt x="0" y="95"/>
                    <a:pt x="4" y="99"/>
                  </a:cubicBezTo>
                  <a:cubicBezTo>
                    <a:pt x="7" y="102"/>
                    <a:pt x="12" y="103"/>
                    <a:pt x="17" y="101"/>
                  </a:cubicBezTo>
                  <a:cubicBezTo>
                    <a:pt x="17" y="100"/>
                    <a:pt x="18" y="100"/>
                    <a:pt x="18" y="100"/>
                  </a:cubicBezTo>
                  <a:cubicBezTo>
                    <a:pt x="23" y="95"/>
                    <a:pt x="23" y="95"/>
                    <a:pt x="23" y="95"/>
                  </a:cubicBezTo>
                  <a:cubicBezTo>
                    <a:pt x="23" y="95"/>
                    <a:pt x="23" y="95"/>
                    <a:pt x="23" y="95"/>
                  </a:cubicBezTo>
                  <a:cubicBezTo>
                    <a:pt x="27" y="95"/>
                    <a:pt x="31" y="93"/>
                    <a:pt x="33" y="91"/>
                  </a:cubicBezTo>
                  <a:cubicBezTo>
                    <a:pt x="37" y="87"/>
                    <a:pt x="37" y="87"/>
                    <a:pt x="37" y="87"/>
                  </a:cubicBezTo>
                  <a:cubicBezTo>
                    <a:pt x="37" y="87"/>
                    <a:pt x="37" y="86"/>
                    <a:pt x="37" y="86"/>
                  </a:cubicBezTo>
                  <a:cubicBezTo>
                    <a:pt x="37" y="83"/>
                    <a:pt x="34" y="82"/>
                    <a:pt x="33" y="84"/>
                  </a:cubicBezTo>
                  <a:cubicBezTo>
                    <a:pt x="29" y="87"/>
                    <a:pt x="29" y="87"/>
                    <a:pt x="29" y="87"/>
                  </a:cubicBezTo>
                  <a:cubicBezTo>
                    <a:pt x="27" y="89"/>
                    <a:pt x="25" y="90"/>
                    <a:pt x="22" y="89"/>
                  </a:cubicBezTo>
                  <a:cubicBezTo>
                    <a:pt x="21" y="89"/>
                    <a:pt x="20" y="90"/>
                    <a:pt x="20" y="90"/>
                  </a:cubicBezTo>
                  <a:cubicBezTo>
                    <a:pt x="15" y="95"/>
                    <a:pt x="15" y="95"/>
                    <a:pt x="15" y="95"/>
                  </a:cubicBezTo>
                  <a:cubicBezTo>
                    <a:pt x="14" y="95"/>
                    <a:pt x="14" y="96"/>
                    <a:pt x="14" y="96"/>
                  </a:cubicBezTo>
                  <a:cubicBezTo>
                    <a:pt x="12" y="97"/>
                    <a:pt x="10" y="96"/>
                    <a:pt x="8" y="95"/>
                  </a:cubicBezTo>
                  <a:cubicBezTo>
                    <a:pt x="6" y="93"/>
                    <a:pt x="6" y="90"/>
                    <a:pt x="8" y="88"/>
                  </a:cubicBezTo>
                  <a:cubicBezTo>
                    <a:pt x="14" y="83"/>
                    <a:pt x="14" y="83"/>
                    <a:pt x="14" y="83"/>
                  </a:cubicBezTo>
                  <a:cubicBezTo>
                    <a:pt x="14" y="82"/>
                    <a:pt x="14" y="82"/>
                    <a:pt x="14" y="82"/>
                  </a:cubicBezTo>
                  <a:cubicBezTo>
                    <a:pt x="13" y="79"/>
                    <a:pt x="14" y="76"/>
                    <a:pt x="16" y="74"/>
                  </a:cubicBezTo>
                  <a:cubicBezTo>
                    <a:pt x="30" y="60"/>
                    <a:pt x="30" y="60"/>
                    <a:pt x="30" y="60"/>
                  </a:cubicBezTo>
                  <a:cubicBezTo>
                    <a:pt x="54" y="62"/>
                    <a:pt x="54" y="62"/>
                    <a:pt x="54" y="62"/>
                  </a:cubicBezTo>
                  <a:cubicBezTo>
                    <a:pt x="50" y="66"/>
                    <a:pt x="50" y="66"/>
                    <a:pt x="50" y="66"/>
                  </a:cubicBezTo>
                  <a:cubicBezTo>
                    <a:pt x="49" y="67"/>
                    <a:pt x="49" y="67"/>
                    <a:pt x="49" y="67"/>
                  </a:cubicBezTo>
                  <a:cubicBezTo>
                    <a:pt x="49" y="71"/>
                    <a:pt x="53" y="71"/>
                    <a:pt x="54" y="70"/>
                  </a:cubicBezTo>
                  <a:cubicBezTo>
                    <a:pt x="72" y="52"/>
                    <a:pt x="72" y="52"/>
                    <a:pt x="72" y="52"/>
                  </a:cubicBezTo>
                  <a:cubicBezTo>
                    <a:pt x="73" y="53"/>
                    <a:pt x="73" y="53"/>
                    <a:pt x="73" y="53"/>
                  </a:cubicBezTo>
                  <a:cubicBezTo>
                    <a:pt x="74" y="55"/>
                    <a:pt x="76" y="55"/>
                    <a:pt x="78" y="55"/>
                  </a:cubicBezTo>
                  <a:cubicBezTo>
                    <a:pt x="79" y="55"/>
                    <a:pt x="81" y="55"/>
                    <a:pt x="82" y="53"/>
                  </a:cubicBezTo>
                  <a:cubicBezTo>
                    <a:pt x="88" y="47"/>
                    <a:pt x="88" y="47"/>
                    <a:pt x="88" y="47"/>
                  </a:cubicBezTo>
                  <a:cubicBezTo>
                    <a:pt x="91" y="45"/>
                    <a:pt x="91" y="41"/>
                    <a:pt x="88" y="38"/>
                  </a:cubicBezTo>
                  <a:cubicBezTo>
                    <a:pt x="87" y="37"/>
                    <a:pt x="87" y="37"/>
                    <a:pt x="87" y="37"/>
                  </a:cubicBezTo>
                  <a:cubicBezTo>
                    <a:pt x="98" y="26"/>
                    <a:pt x="98" y="26"/>
                    <a:pt x="98" y="26"/>
                  </a:cubicBezTo>
                  <a:cubicBezTo>
                    <a:pt x="101" y="23"/>
                    <a:pt x="102" y="20"/>
                    <a:pt x="102" y="16"/>
                  </a:cubicBezTo>
                  <a:close/>
                  <a:moveTo>
                    <a:pt x="59" y="57"/>
                  </a:moveTo>
                  <a:cubicBezTo>
                    <a:pt x="35" y="55"/>
                    <a:pt x="35" y="55"/>
                    <a:pt x="35" y="55"/>
                  </a:cubicBezTo>
                  <a:cubicBezTo>
                    <a:pt x="55" y="35"/>
                    <a:pt x="55" y="35"/>
                    <a:pt x="55" y="35"/>
                  </a:cubicBezTo>
                  <a:cubicBezTo>
                    <a:pt x="68" y="48"/>
                    <a:pt x="68" y="48"/>
                    <a:pt x="68" y="48"/>
                  </a:cubicBezTo>
                  <a:lnTo>
                    <a:pt x="59" y="57"/>
                  </a:lnTo>
                  <a:close/>
                  <a:moveTo>
                    <a:pt x="94" y="22"/>
                  </a:moveTo>
                  <a:cubicBezTo>
                    <a:pt x="81" y="35"/>
                    <a:pt x="81" y="35"/>
                    <a:pt x="81" y="35"/>
                  </a:cubicBezTo>
                  <a:cubicBezTo>
                    <a:pt x="80" y="36"/>
                    <a:pt x="80" y="38"/>
                    <a:pt x="81" y="39"/>
                  </a:cubicBezTo>
                  <a:cubicBezTo>
                    <a:pt x="84" y="42"/>
                    <a:pt x="84" y="42"/>
                    <a:pt x="84" y="42"/>
                  </a:cubicBezTo>
                  <a:cubicBezTo>
                    <a:pt x="85" y="43"/>
                    <a:pt x="85" y="43"/>
                    <a:pt x="84" y="43"/>
                  </a:cubicBezTo>
                  <a:cubicBezTo>
                    <a:pt x="78" y="50"/>
                    <a:pt x="78" y="50"/>
                    <a:pt x="78" y="50"/>
                  </a:cubicBezTo>
                  <a:cubicBezTo>
                    <a:pt x="78" y="50"/>
                    <a:pt x="77" y="50"/>
                    <a:pt x="77" y="50"/>
                  </a:cubicBezTo>
                  <a:cubicBezTo>
                    <a:pt x="54" y="26"/>
                    <a:pt x="54" y="26"/>
                    <a:pt x="54" y="26"/>
                  </a:cubicBezTo>
                  <a:cubicBezTo>
                    <a:pt x="53" y="26"/>
                    <a:pt x="53" y="25"/>
                    <a:pt x="54" y="25"/>
                  </a:cubicBezTo>
                  <a:cubicBezTo>
                    <a:pt x="60" y="19"/>
                    <a:pt x="60" y="19"/>
                    <a:pt x="60" y="19"/>
                  </a:cubicBezTo>
                  <a:cubicBezTo>
                    <a:pt x="60" y="19"/>
                    <a:pt x="60" y="19"/>
                    <a:pt x="60" y="19"/>
                  </a:cubicBezTo>
                  <a:cubicBezTo>
                    <a:pt x="61" y="19"/>
                    <a:pt x="61" y="19"/>
                    <a:pt x="61" y="19"/>
                  </a:cubicBezTo>
                  <a:cubicBezTo>
                    <a:pt x="64" y="22"/>
                    <a:pt x="64" y="22"/>
                    <a:pt x="64" y="22"/>
                  </a:cubicBezTo>
                  <a:cubicBezTo>
                    <a:pt x="65" y="23"/>
                    <a:pt x="67" y="23"/>
                    <a:pt x="68" y="22"/>
                  </a:cubicBezTo>
                  <a:cubicBezTo>
                    <a:pt x="81" y="9"/>
                    <a:pt x="81" y="9"/>
                    <a:pt x="81" y="9"/>
                  </a:cubicBezTo>
                  <a:cubicBezTo>
                    <a:pt x="83" y="8"/>
                    <a:pt x="85" y="7"/>
                    <a:pt x="87" y="7"/>
                  </a:cubicBezTo>
                  <a:cubicBezTo>
                    <a:pt x="90" y="7"/>
                    <a:pt x="92" y="8"/>
                    <a:pt x="94" y="9"/>
                  </a:cubicBezTo>
                  <a:cubicBezTo>
                    <a:pt x="96" y="11"/>
                    <a:pt x="97" y="13"/>
                    <a:pt x="97" y="16"/>
                  </a:cubicBezTo>
                  <a:cubicBezTo>
                    <a:pt x="97" y="18"/>
                    <a:pt x="96" y="21"/>
                    <a:pt x="94" y="2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43" name="Google Shape;843;p52"/>
            <p:cNvSpPr/>
            <p:nvPr/>
          </p:nvSpPr>
          <p:spPr>
            <a:xfrm>
              <a:off x="1508876" y="4202006"/>
              <a:ext cx="68258" cy="79267"/>
            </a:xfrm>
            <a:custGeom>
              <a:avLst/>
              <a:gdLst/>
              <a:ahLst/>
              <a:cxnLst/>
              <a:rect l="l" t="t" r="r" b="b"/>
              <a:pathLst>
                <a:path w="26" h="30" extrusionOk="0">
                  <a:moveTo>
                    <a:pt x="19" y="3"/>
                  </a:moveTo>
                  <a:cubicBezTo>
                    <a:pt x="17" y="1"/>
                    <a:pt x="15" y="0"/>
                    <a:pt x="13" y="0"/>
                  </a:cubicBezTo>
                  <a:cubicBezTo>
                    <a:pt x="13" y="0"/>
                    <a:pt x="13" y="0"/>
                    <a:pt x="13" y="0"/>
                  </a:cubicBezTo>
                  <a:cubicBezTo>
                    <a:pt x="10" y="0"/>
                    <a:pt x="8" y="1"/>
                    <a:pt x="7" y="3"/>
                  </a:cubicBezTo>
                  <a:cubicBezTo>
                    <a:pt x="2" y="12"/>
                    <a:pt x="2" y="12"/>
                    <a:pt x="2" y="12"/>
                  </a:cubicBezTo>
                  <a:cubicBezTo>
                    <a:pt x="0" y="16"/>
                    <a:pt x="0" y="20"/>
                    <a:pt x="2" y="24"/>
                  </a:cubicBezTo>
                  <a:cubicBezTo>
                    <a:pt x="4" y="28"/>
                    <a:pt x="8" y="30"/>
                    <a:pt x="13" y="30"/>
                  </a:cubicBezTo>
                  <a:cubicBezTo>
                    <a:pt x="17" y="30"/>
                    <a:pt x="21" y="28"/>
                    <a:pt x="23" y="24"/>
                  </a:cubicBezTo>
                  <a:cubicBezTo>
                    <a:pt x="26" y="20"/>
                    <a:pt x="26" y="16"/>
                    <a:pt x="23" y="12"/>
                  </a:cubicBezTo>
                  <a:lnTo>
                    <a:pt x="19" y="3"/>
                  </a:lnTo>
                  <a:close/>
                  <a:moveTo>
                    <a:pt x="19" y="22"/>
                  </a:moveTo>
                  <a:cubicBezTo>
                    <a:pt x="17" y="24"/>
                    <a:pt x="15" y="25"/>
                    <a:pt x="13" y="25"/>
                  </a:cubicBezTo>
                  <a:cubicBezTo>
                    <a:pt x="10" y="25"/>
                    <a:pt x="8" y="24"/>
                    <a:pt x="7" y="22"/>
                  </a:cubicBezTo>
                  <a:cubicBezTo>
                    <a:pt x="6" y="19"/>
                    <a:pt x="6" y="17"/>
                    <a:pt x="7" y="15"/>
                  </a:cubicBezTo>
                  <a:cubicBezTo>
                    <a:pt x="12" y="6"/>
                    <a:pt x="12" y="6"/>
                    <a:pt x="12" y="6"/>
                  </a:cubicBezTo>
                  <a:cubicBezTo>
                    <a:pt x="12" y="6"/>
                    <a:pt x="13" y="6"/>
                    <a:pt x="13" y="6"/>
                  </a:cubicBezTo>
                  <a:cubicBezTo>
                    <a:pt x="13" y="6"/>
                    <a:pt x="13" y="6"/>
                    <a:pt x="13" y="6"/>
                  </a:cubicBezTo>
                  <a:cubicBezTo>
                    <a:pt x="13" y="6"/>
                    <a:pt x="13" y="6"/>
                    <a:pt x="14" y="6"/>
                  </a:cubicBezTo>
                  <a:cubicBezTo>
                    <a:pt x="19" y="15"/>
                    <a:pt x="19" y="15"/>
                    <a:pt x="19" y="15"/>
                  </a:cubicBezTo>
                  <a:cubicBezTo>
                    <a:pt x="20" y="17"/>
                    <a:pt x="20" y="19"/>
                    <a:pt x="19" y="2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44" name="Google Shape;844;p52"/>
            <p:cNvSpPr/>
            <p:nvPr/>
          </p:nvSpPr>
          <p:spPr>
            <a:xfrm>
              <a:off x="1628879" y="4100720"/>
              <a:ext cx="13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45" name="Google Shape;845;p52"/>
          <p:cNvGrpSpPr/>
          <p:nvPr/>
        </p:nvGrpSpPr>
        <p:grpSpPr>
          <a:xfrm>
            <a:off x="814917" y="3263808"/>
            <a:ext cx="362038" cy="362036"/>
            <a:chOff x="722807" y="3323461"/>
            <a:chExt cx="371016" cy="371015"/>
          </a:xfrm>
        </p:grpSpPr>
        <p:sp>
          <p:nvSpPr>
            <p:cNvPr id="846" name="Google Shape;846;p52"/>
            <p:cNvSpPr/>
            <p:nvPr/>
          </p:nvSpPr>
          <p:spPr>
            <a:xfrm>
              <a:off x="722807" y="3323461"/>
              <a:ext cx="371016" cy="371015"/>
            </a:xfrm>
            <a:custGeom>
              <a:avLst/>
              <a:gdLst/>
              <a:ahLst/>
              <a:cxnLst/>
              <a:rect l="l" t="t" r="r" b="b"/>
              <a:pathLst>
                <a:path w="142" h="142" extrusionOk="0">
                  <a:moveTo>
                    <a:pt x="134" y="58"/>
                  </a:moveTo>
                  <a:cubicBezTo>
                    <a:pt x="130" y="58"/>
                    <a:pt x="128" y="60"/>
                    <a:pt x="126" y="63"/>
                  </a:cubicBezTo>
                  <a:cubicBezTo>
                    <a:pt x="118" y="63"/>
                    <a:pt x="118" y="63"/>
                    <a:pt x="118" y="63"/>
                  </a:cubicBezTo>
                  <a:cubicBezTo>
                    <a:pt x="117" y="55"/>
                    <a:pt x="113" y="48"/>
                    <a:pt x="109" y="41"/>
                  </a:cubicBezTo>
                  <a:cubicBezTo>
                    <a:pt x="117" y="33"/>
                    <a:pt x="117" y="33"/>
                    <a:pt x="117" y="33"/>
                  </a:cubicBezTo>
                  <a:cubicBezTo>
                    <a:pt x="120" y="33"/>
                    <a:pt x="122" y="32"/>
                    <a:pt x="124" y="30"/>
                  </a:cubicBezTo>
                  <a:cubicBezTo>
                    <a:pt x="129" y="25"/>
                    <a:pt x="129" y="18"/>
                    <a:pt x="124" y="14"/>
                  </a:cubicBezTo>
                  <a:cubicBezTo>
                    <a:pt x="120" y="9"/>
                    <a:pt x="113" y="9"/>
                    <a:pt x="109" y="14"/>
                  </a:cubicBezTo>
                  <a:cubicBezTo>
                    <a:pt x="107" y="16"/>
                    <a:pt x="105" y="18"/>
                    <a:pt x="105" y="21"/>
                  </a:cubicBezTo>
                  <a:cubicBezTo>
                    <a:pt x="96" y="30"/>
                    <a:pt x="96" y="30"/>
                    <a:pt x="96" y="30"/>
                  </a:cubicBezTo>
                  <a:cubicBezTo>
                    <a:pt x="91" y="27"/>
                    <a:pt x="85" y="25"/>
                    <a:pt x="79" y="24"/>
                  </a:cubicBezTo>
                  <a:cubicBezTo>
                    <a:pt x="79" y="16"/>
                    <a:pt x="79" y="16"/>
                    <a:pt x="79" y="16"/>
                  </a:cubicBezTo>
                  <a:cubicBezTo>
                    <a:pt x="82" y="14"/>
                    <a:pt x="84" y="11"/>
                    <a:pt x="84" y="8"/>
                  </a:cubicBezTo>
                  <a:cubicBezTo>
                    <a:pt x="84" y="4"/>
                    <a:pt x="80" y="0"/>
                    <a:pt x="75" y="0"/>
                  </a:cubicBezTo>
                  <a:cubicBezTo>
                    <a:pt x="66" y="0"/>
                    <a:pt x="66" y="0"/>
                    <a:pt x="66" y="0"/>
                  </a:cubicBezTo>
                  <a:cubicBezTo>
                    <a:pt x="62" y="0"/>
                    <a:pt x="58" y="3"/>
                    <a:pt x="58" y="7"/>
                  </a:cubicBezTo>
                  <a:cubicBezTo>
                    <a:pt x="58" y="11"/>
                    <a:pt x="59" y="14"/>
                    <a:pt x="62" y="16"/>
                  </a:cubicBezTo>
                  <a:cubicBezTo>
                    <a:pt x="62" y="24"/>
                    <a:pt x="62" y="24"/>
                    <a:pt x="62" y="24"/>
                  </a:cubicBezTo>
                  <a:cubicBezTo>
                    <a:pt x="56" y="25"/>
                    <a:pt x="51" y="27"/>
                    <a:pt x="45" y="30"/>
                  </a:cubicBezTo>
                  <a:cubicBezTo>
                    <a:pt x="36" y="21"/>
                    <a:pt x="36" y="21"/>
                    <a:pt x="36" y="21"/>
                  </a:cubicBezTo>
                  <a:cubicBezTo>
                    <a:pt x="36" y="19"/>
                    <a:pt x="35" y="16"/>
                    <a:pt x="33" y="14"/>
                  </a:cubicBezTo>
                  <a:cubicBezTo>
                    <a:pt x="29" y="10"/>
                    <a:pt x="21" y="10"/>
                    <a:pt x="17" y="14"/>
                  </a:cubicBezTo>
                  <a:cubicBezTo>
                    <a:pt x="13" y="18"/>
                    <a:pt x="13" y="25"/>
                    <a:pt x="17" y="30"/>
                  </a:cubicBezTo>
                  <a:cubicBezTo>
                    <a:pt x="19" y="32"/>
                    <a:pt x="22" y="33"/>
                    <a:pt x="24" y="33"/>
                  </a:cubicBezTo>
                  <a:cubicBezTo>
                    <a:pt x="33" y="42"/>
                    <a:pt x="33" y="42"/>
                    <a:pt x="33" y="42"/>
                  </a:cubicBezTo>
                  <a:cubicBezTo>
                    <a:pt x="28" y="48"/>
                    <a:pt x="25" y="55"/>
                    <a:pt x="23" y="63"/>
                  </a:cubicBezTo>
                  <a:cubicBezTo>
                    <a:pt x="15" y="63"/>
                    <a:pt x="15" y="63"/>
                    <a:pt x="15" y="63"/>
                  </a:cubicBezTo>
                  <a:cubicBezTo>
                    <a:pt x="14" y="60"/>
                    <a:pt x="11" y="58"/>
                    <a:pt x="8" y="58"/>
                  </a:cubicBezTo>
                  <a:cubicBezTo>
                    <a:pt x="3" y="58"/>
                    <a:pt x="0" y="62"/>
                    <a:pt x="0" y="67"/>
                  </a:cubicBezTo>
                  <a:cubicBezTo>
                    <a:pt x="0" y="75"/>
                    <a:pt x="0" y="75"/>
                    <a:pt x="0" y="75"/>
                  </a:cubicBezTo>
                  <a:cubicBezTo>
                    <a:pt x="0" y="80"/>
                    <a:pt x="3" y="84"/>
                    <a:pt x="7" y="84"/>
                  </a:cubicBezTo>
                  <a:cubicBezTo>
                    <a:pt x="11" y="84"/>
                    <a:pt x="14" y="82"/>
                    <a:pt x="15" y="79"/>
                  </a:cubicBezTo>
                  <a:cubicBezTo>
                    <a:pt x="24" y="79"/>
                    <a:pt x="24" y="79"/>
                    <a:pt x="24" y="79"/>
                  </a:cubicBezTo>
                  <a:cubicBezTo>
                    <a:pt x="25" y="87"/>
                    <a:pt x="28" y="94"/>
                    <a:pt x="33" y="101"/>
                  </a:cubicBezTo>
                  <a:cubicBezTo>
                    <a:pt x="25" y="109"/>
                    <a:pt x="25" y="109"/>
                    <a:pt x="25" y="109"/>
                  </a:cubicBezTo>
                  <a:cubicBezTo>
                    <a:pt x="22" y="109"/>
                    <a:pt x="19" y="110"/>
                    <a:pt x="17" y="112"/>
                  </a:cubicBezTo>
                  <a:cubicBezTo>
                    <a:pt x="13" y="117"/>
                    <a:pt x="13" y="125"/>
                    <a:pt x="18" y="129"/>
                  </a:cubicBezTo>
                  <a:cubicBezTo>
                    <a:pt x="20" y="130"/>
                    <a:pt x="22" y="131"/>
                    <a:pt x="25" y="131"/>
                  </a:cubicBezTo>
                  <a:cubicBezTo>
                    <a:pt x="28" y="132"/>
                    <a:pt x="31" y="130"/>
                    <a:pt x="33" y="128"/>
                  </a:cubicBezTo>
                  <a:cubicBezTo>
                    <a:pt x="35" y="126"/>
                    <a:pt x="36" y="124"/>
                    <a:pt x="36" y="121"/>
                  </a:cubicBezTo>
                  <a:cubicBezTo>
                    <a:pt x="45" y="112"/>
                    <a:pt x="45" y="112"/>
                    <a:pt x="45" y="112"/>
                  </a:cubicBezTo>
                  <a:cubicBezTo>
                    <a:pt x="51" y="115"/>
                    <a:pt x="56" y="117"/>
                    <a:pt x="62" y="118"/>
                  </a:cubicBezTo>
                  <a:cubicBezTo>
                    <a:pt x="62" y="127"/>
                    <a:pt x="62" y="127"/>
                    <a:pt x="62" y="127"/>
                  </a:cubicBezTo>
                  <a:cubicBezTo>
                    <a:pt x="59" y="128"/>
                    <a:pt x="58" y="131"/>
                    <a:pt x="58" y="135"/>
                  </a:cubicBezTo>
                  <a:cubicBezTo>
                    <a:pt x="58" y="139"/>
                    <a:pt x="62" y="142"/>
                    <a:pt x="66" y="142"/>
                  </a:cubicBezTo>
                  <a:cubicBezTo>
                    <a:pt x="75" y="142"/>
                    <a:pt x="75" y="142"/>
                    <a:pt x="75" y="142"/>
                  </a:cubicBezTo>
                  <a:cubicBezTo>
                    <a:pt x="79" y="142"/>
                    <a:pt x="83" y="139"/>
                    <a:pt x="84" y="135"/>
                  </a:cubicBezTo>
                  <a:cubicBezTo>
                    <a:pt x="84" y="131"/>
                    <a:pt x="82" y="128"/>
                    <a:pt x="79" y="127"/>
                  </a:cubicBezTo>
                  <a:cubicBezTo>
                    <a:pt x="79" y="118"/>
                    <a:pt x="79" y="118"/>
                    <a:pt x="79" y="118"/>
                  </a:cubicBezTo>
                  <a:cubicBezTo>
                    <a:pt x="85" y="117"/>
                    <a:pt x="91" y="115"/>
                    <a:pt x="96" y="112"/>
                  </a:cubicBezTo>
                  <a:cubicBezTo>
                    <a:pt x="105" y="121"/>
                    <a:pt x="105" y="121"/>
                    <a:pt x="105" y="121"/>
                  </a:cubicBezTo>
                  <a:cubicBezTo>
                    <a:pt x="106" y="124"/>
                    <a:pt x="107" y="126"/>
                    <a:pt x="109" y="128"/>
                  </a:cubicBezTo>
                  <a:cubicBezTo>
                    <a:pt x="111" y="130"/>
                    <a:pt x="114" y="131"/>
                    <a:pt x="117" y="131"/>
                  </a:cubicBezTo>
                  <a:cubicBezTo>
                    <a:pt x="119" y="131"/>
                    <a:pt x="122" y="130"/>
                    <a:pt x="124" y="129"/>
                  </a:cubicBezTo>
                  <a:cubicBezTo>
                    <a:pt x="129" y="124"/>
                    <a:pt x="129" y="117"/>
                    <a:pt x="124" y="112"/>
                  </a:cubicBezTo>
                  <a:cubicBezTo>
                    <a:pt x="123" y="110"/>
                    <a:pt x="120" y="109"/>
                    <a:pt x="117" y="109"/>
                  </a:cubicBezTo>
                  <a:cubicBezTo>
                    <a:pt x="109" y="101"/>
                    <a:pt x="109" y="101"/>
                    <a:pt x="109" y="101"/>
                  </a:cubicBezTo>
                  <a:cubicBezTo>
                    <a:pt x="114" y="94"/>
                    <a:pt x="117" y="87"/>
                    <a:pt x="118" y="79"/>
                  </a:cubicBezTo>
                  <a:cubicBezTo>
                    <a:pt x="126" y="79"/>
                    <a:pt x="126" y="79"/>
                    <a:pt x="126" y="79"/>
                  </a:cubicBezTo>
                  <a:cubicBezTo>
                    <a:pt x="128" y="82"/>
                    <a:pt x="131" y="84"/>
                    <a:pt x="134" y="84"/>
                  </a:cubicBezTo>
                  <a:cubicBezTo>
                    <a:pt x="139" y="84"/>
                    <a:pt x="142" y="80"/>
                    <a:pt x="142" y="75"/>
                  </a:cubicBezTo>
                  <a:cubicBezTo>
                    <a:pt x="142" y="67"/>
                    <a:pt x="142" y="67"/>
                    <a:pt x="142" y="67"/>
                  </a:cubicBezTo>
                  <a:cubicBezTo>
                    <a:pt x="142" y="62"/>
                    <a:pt x="138" y="58"/>
                    <a:pt x="134" y="58"/>
                  </a:cubicBezTo>
                  <a:close/>
                  <a:moveTo>
                    <a:pt x="136" y="76"/>
                  </a:moveTo>
                  <a:cubicBezTo>
                    <a:pt x="136" y="78"/>
                    <a:pt x="134" y="79"/>
                    <a:pt x="132" y="78"/>
                  </a:cubicBezTo>
                  <a:cubicBezTo>
                    <a:pt x="132" y="78"/>
                    <a:pt x="131" y="77"/>
                    <a:pt x="131" y="76"/>
                  </a:cubicBezTo>
                  <a:cubicBezTo>
                    <a:pt x="131" y="75"/>
                    <a:pt x="130" y="74"/>
                    <a:pt x="129" y="74"/>
                  </a:cubicBezTo>
                  <a:cubicBezTo>
                    <a:pt x="116" y="74"/>
                    <a:pt x="116" y="74"/>
                    <a:pt x="116" y="74"/>
                  </a:cubicBezTo>
                  <a:cubicBezTo>
                    <a:pt x="114" y="74"/>
                    <a:pt x="113" y="75"/>
                    <a:pt x="113" y="76"/>
                  </a:cubicBezTo>
                  <a:cubicBezTo>
                    <a:pt x="112" y="85"/>
                    <a:pt x="108" y="93"/>
                    <a:pt x="103" y="99"/>
                  </a:cubicBezTo>
                  <a:cubicBezTo>
                    <a:pt x="102" y="100"/>
                    <a:pt x="102" y="102"/>
                    <a:pt x="103" y="103"/>
                  </a:cubicBezTo>
                  <a:cubicBezTo>
                    <a:pt x="114" y="114"/>
                    <a:pt x="114" y="114"/>
                    <a:pt x="114" y="114"/>
                  </a:cubicBezTo>
                  <a:cubicBezTo>
                    <a:pt x="115" y="114"/>
                    <a:pt x="115" y="115"/>
                    <a:pt x="116" y="115"/>
                  </a:cubicBezTo>
                  <a:cubicBezTo>
                    <a:pt x="118" y="115"/>
                    <a:pt x="121" y="116"/>
                    <a:pt x="122" y="118"/>
                  </a:cubicBezTo>
                  <a:cubicBezTo>
                    <a:pt x="123" y="120"/>
                    <a:pt x="122" y="122"/>
                    <a:pt x="121" y="124"/>
                  </a:cubicBezTo>
                  <a:cubicBezTo>
                    <a:pt x="120" y="125"/>
                    <a:pt x="118" y="126"/>
                    <a:pt x="117" y="126"/>
                  </a:cubicBezTo>
                  <a:cubicBezTo>
                    <a:pt x="115" y="126"/>
                    <a:pt x="114" y="125"/>
                    <a:pt x="113" y="124"/>
                  </a:cubicBezTo>
                  <a:cubicBezTo>
                    <a:pt x="111" y="123"/>
                    <a:pt x="111" y="122"/>
                    <a:pt x="111" y="120"/>
                  </a:cubicBezTo>
                  <a:cubicBezTo>
                    <a:pt x="111" y="119"/>
                    <a:pt x="111" y="118"/>
                    <a:pt x="110" y="118"/>
                  </a:cubicBezTo>
                  <a:cubicBezTo>
                    <a:pt x="99" y="106"/>
                    <a:pt x="99" y="106"/>
                    <a:pt x="99" y="106"/>
                  </a:cubicBezTo>
                  <a:cubicBezTo>
                    <a:pt x="98" y="105"/>
                    <a:pt x="96" y="105"/>
                    <a:pt x="95" y="106"/>
                  </a:cubicBezTo>
                  <a:cubicBezTo>
                    <a:pt x="89" y="110"/>
                    <a:pt x="83" y="112"/>
                    <a:pt x="76" y="113"/>
                  </a:cubicBezTo>
                  <a:cubicBezTo>
                    <a:pt x="75" y="113"/>
                    <a:pt x="74" y="115"/>
                    <a:pt x="74" y="116"/>
                  </a:cubicBezTo>
                  <a:cubicBezTo>
                    <a:pt x="74" y="128"/>
                    <a:pt x="74" y="128"/>
                    <a:pt x="74" y="128"/>
                  </a:cubicBezTo>
                  <a:cubicBezTo>
                    <a:pt x="74" y="130"/>
                    <a:pt x="75" y="131"/>
                    <a:pt x="76" y="131"/>
                  </a:cubicBezTo>
                  <a:cubicBezTo>
                    <a:pt x="77" y="132"/>
                    <a:pt x="78" y="133"/>
                    <a:pt x="78" y="135"/>
                  </a:cubicBezTo>
                  <a:cubicBezTo>
                    <a:pt x="78" y="136"/>
                    <a:pt x="77" y="137"/>
                    <a:pt x="75" y="137"/>
                  </a:cubicBezTo>
                  <a:cubicBezTo>
                    <a:pt x="66" y="137"/>
                    <a:pt x="66" y="137"/>
                    <a:pt x="66" y="137"/>
                  </a:cubicBezTo>
                  <a:cubicBezTo>
                    <a:pt x="65" y="137"/>
                    <a:pt x="64" y="136"/>
                    <a:pt x="64" y="135"/>
                  </a:cubicBezTo>
                  <a:cubicBezTo>
                    <a:pt x="63" y="133"/>
                    <a:pt x="64" y="132"/>
                    <a:pt x="66" y="131"/>
                  </a:cubicBezTo>
                  <a:cubicBezTo>
                    <a:pt x="67" y="131"/>
                    <a:pt x="68" y="130"/>
                    <a:pt x="68" y="128"/>
                  </a:cubicBezTo>
                  <a:cubicBezTo>
                    <a:pt x="68" y="116"/>
                    <a:pt x="68" y="116"/>
                    <a:pt x="68" y="116"/>
                  </a:cubicBezTo>
                  <a:cubicBezTo>
                    <a:pt x="68" y="115"/>
                    <a:pt x="67" y="113"/>
                    <a:pt x="66" y="113"/>
                  </a:cubicBezTo>
                  <a:cubicBezTo>
                    <a:pt x="59" y="112"/>
                    <a:pt x="52" y="110"/>
                    <a:pt x="47" y="106"/>
                  </a:cubicBezTo>
                  <a:cubicBezTo>
                    <a:pt x="46" y="106"/>
                    <a:pt x="46" y="105"/>
                    <a:pt x="45" y="105"/>
                  </a:cubicBezTo>
                  <a:cubicBezTo>
                    <a:pt x="44" y="105"/>
                    <a:pt x="44" y="106"/>
                    <a:pt x="43" y="106"/>
                  </a:cubicBezTo>
                  <a:cubicBezTo>
                    <a:pt x="31" y="118"/>
                    <a:pt x="31" y="118"/>
                    <a:pt x="31" y="118"/>
                  </a:cubicBezTo>
                  <a:cubicBezTo>
                    <a:pt x="31" y="118"/>
                    <a:pt x="31" y="119"/>
                    <a:pt x="31" y="120"/>
                  </a:cubicBezTo>
                  <a:cubicBezTo>
                    <a:pt x="31" y="122"/>
                    <a:pt x="30" y="123"/>
                    <a:pt x="29" y="124"/>
                  </a:cubicBezTo>
                  <a:cubicBezTo>
                    <a:pt x="28" y="126"/>
                    <a:pt x="26" y="126"/>
                    <a:pt x="24" y="126"/>
                  </a:cubicBezTo>
                  <a:cubicBezTo>
                    <a:pt x="23" y="126"/>
                    <a:pt x="23" y="125"/>
                    <a:pt x="22" y="125"/>
                  </a:cubicBezTo>
                  <a:cubicBezTo>
                    <a:pt x="19" y="123"/>
                    <a:pt x="19" y="119"/>
                    <a:pt x="21" y="116"/>
                  </a:cubicBezTo>
                  <a:cubicBezTo>
                    <a:pt x="22" y="115"/>
                    <a:pt x="24" y="115"/>
                    <a:pt x="25" y="115"/>
                  </a:cubicBezTo>
                  <a:cubicBezTo>
                    <a:pt x="26" y="115"/>
                    <a:pt x="27" y="114"/>
                    <a:pt x="28" y="114"/>
                  </a:cubicBezTo>
                  <a:cubicBezTo>
                    <a:pt x="39" y="103"/>
                    <a:pt x="39" y="103"/>
                    <a:pt x="39" y="103"/>
                  </a:cubicBezTo>
                  <a:cubicBezTo>
                    <a:pt x="40" y="102"/>
                    <a:pt x="40" y="100"/>
                    <a:pt x="39" y="99"/>
                  </a:cubicBezTo>
                  <a:cubicBezTo>
                    <a:pt x="33" y="93"/>
                    <a:pt x="30" y="85"/>
                    <a:pt x="29" y="76"/>
                  </a:cubicBezTo>
                  <a:cubicBezTo>
                    <a:pt x="28" y="75"/>
                    <a:pt x="27" y="74"/>
                    <a:pt x="26" y="74"/>
                  </a:cubicBezTo>
                  <a:cubicBezTo>
                    <a:pt x="13" y="74"/>
                    <a:pt x="13" y="74"/>
                    <a:pt x="13" y="74"/>
                  </a:cubicBezTo>
                  <a:cubicBezTo>
                    <a:pt x="12" y="74"/>
                    <a:pt x="11" y="75"/>
                    <a:pt x="11" y="76"/>
                  </a:cubicBezTo>
                  <a:cubicBezTo>
                    <a:pt x="10" y="78"/>
                    <a:pt x="9" y="79"/>
                    <a:pt x="7" y="78"/>
                  </a:cubicBezTo>
                  <a:cubicBezTo>
                    <a:pt x="6" y="78"/>
                    <a:pt x="5" y="77"/>
                    <a:pt x="5" y="76"/>
                  </a:cubicBezTo>
                  <a:cubicBezTo>
                    <a:pt x="5" y="66"/>
                    <a:pt x="5" y="66"/>
                    <a:pt x="5" y="66"/>
                  </a:cubicBezTo>
                  <a:cubicBezTo>
                    <a:pt x="5" y="66"/>
                    <a:pt x="5" y="65"/>
                    <a:pt x="6" y="65"/>
                  </a:cubicBezTo>
                  <a:cubicBezTo>
                    <a:pt x="8" y="63"/>
                    <a:pt x="11" y="64"/>
                    <a:pt x="11" y="67"/>
                  </a:cubicBezTo>
                  <a:cubicBezTo>
                    <a:pt x="11" y="68"/>
                    <a:pt x="11" y="68"/>
                    <a:pt x="12" y="68"/>
                  </a:cubicBezTo>
                  <a:cubicBezTo>
                    <a:pt x="26" y="68"/>
                    <a:pt x="26" y="68"/>
                    <a:pt x="26" y="68"/>
                  </a:cubicBezTo>
                  <a:cubicBezTo>
                    <a:pt x="27" y="68"/>
                    <a:pt x="28" y="67"/>
                    <a:pt x="29" y="66"/>
                  </a:cubicBezTo>
                  <a:cubicBezTo>
                    <a:pt x="30" y="57"/>
                    <a:pt x="33" y="50"/>
                    <a:pt x="39" y="43"/>
                  </a:cubicBezTo>
                  <a:cubicBezTo>
                    <a:pt x="40" y="42"/>
                    <a:pt x="40" y="40"/>
                    <a:pt x="39" y="39"/>
                  </a:cubicBezTo>
                  <a:cubicBezTo>
                    <a:pt x="28" y="28"/>
                    <a:pt x="28" y="28"/>
                    <a:pt x="28" y="28"/>
                  </a:cubicBezTo>
                  <a:cubicBezTo>
                    <a:pt x="27" y="28"/>
                    <a:pt x="26" y="27"/>
                    <a:pt x="25" y="27"/>
                  </a:cubicBezTo>
                  <a:cubicBezTo>
                    <a:pt x="22" y="28"/>
                    <a:pt x="19" y="25"/>
                    <a:pt x="19" y="21"/>
                  </a:cubicBezTo>
                  <a:cubicBezTo>
                    <a:pt x="19" y="21"/>
                    <a:pt x="19" y="21"/>
                    <a:pt x="19" y="21"/>
                  </a:cubicBezTo>
                  <a:cubicBezTo>
                    <a:pt x="20" y="18"/>
                    <a:pt x="22" y="16"/>
                    <a:pt x="25" y="16"/>
                  </a:cubicBezTo>
                  <a:cubicBezTo>
                    <a:pt x="27" y="16"/>
                    <a:pt x="28" y="17"/>
                    <a:pt x="29" y="18"/>
                  </a:cubicBezTo>
                  <a:cubicBezTo>
                    <a:pt x="30" y="19"/>
                    <a:pt x="31" y="21"/>
                    <a:pt x="31" y="23"/>
                  </a:cubicBezTo>
                  <a:cubicBezTo>
                    <a:pt x="31" y="23"/>
                    <a:pt x="31" y="23"/>
                    <a:pt x="31" y="24"/>
                  </a:cubicBezTo>
                  <a:cubicBezTo>
                    <a:pt x="43" y="36"/>
                    <a:pt x="43" y="36"/>
                    <a:pt x="43" y="36"/>
                  </a:cubicBezTo>
                  <a:cubicBezTo>
                    <a:pt x="44" y="37"/>
                    <a:pt x="45" y="37"/>
                    <a:pt x="47" y="36"/>
                  </a:cubicBezTo>
                  <a:cubicBezTo>
                    <a:pt x="53" y="32"/>
                    <a:pt x="60" y="29"/>
                    <a:pt x="67" y="29"/>
                  </a:cubicBezTo>
                  <a:cubicBezTo>
                    <a:pt x="67" y="29"/>
                    <a:pt x="68" y="28"/>
                    <a:pt x="68" y="27"/>
                  </a:cubicBezTo>
                  <a:cubicBezTo>
                    <a:pt x="68" y="12"/>
                    <a:pt x="68" y="12"/>
                    <a:pt x="68" y="12"/>
                  </a:cubicBezTo>
                  <a:cubicBezTo>
                    <a:pt x="68" y="12"/>
                    <a:pt x="67" y="11"/>
                    <a:pt x="67" y="11"/>
                  </a:cubicBezTo>
                  <a:cubicBezTo>
                    <a:pt x="64" y="11"/>
                    <a:pt x="62" y="8"/>
                    <a:pt x="65" y="6"/>
                  </a:cubicBezTo>
                  <a:cubicBezTo>
                    <a:pt x="65" y="6"/>
                    <a:pt x="65" y="5"/>
                    <a:pt x="66" y="5"/>
                  </a:cubicBezTo>
                  <a:cubicBezTo>
                    <a:pt x="75" y="5"/>
                    <a:pt x="75" y="5"/>
                    <a:pt x="75" y="5"/>
                  </a:cubicBezTo>
                  <a:cubicBezTo>
                    <a:pt x="77" y="5"/>
                    <a:pt x="78" y="6"/>
                    <a:pt x="78" y="8"/>
                  </a:cubicBezTo>
                  <a:cubicBezTo>
                    <a:pt x="78" y="9"/>
                    <a:pt x="77" y="11"/>
                    <a:pt x="76" y="11"/>
                  </a:cubicBezTo>
                  <a:cubicBezTo>
                    <a:pt x="75" y="11"/>
                    <a:pt x="74" y="12"/>
                    <a:pt x="74" y="14"/>
                  </a:cubicBezTo>
                  <a:cubicBezTo>
                    <a:pt x="74" y="26"/>
                    <a:pt x="74" y="26"/>
                    <a:pt x="74" y="26"/>
                  </a:cubicBezTo>
                  <a:cubicBezTo>
                    <a:pt x="74" y="27"/>
                    <a:pt x="75" y="29"/>
                    <a:pt x="76" y="29"/>
                  </a:cubicBezTo>
                  <a:cubicBezTo>
                    <a:pt x="83" y="30"/>
                    <a:pt x="89" y="32"/>
                    <a:pt x="95" y="36"/>
                  </a:cubicBezTo>
                  <a:cubicBezTo>
                    <a:pt x="96" y="37"/>
                    <a:pt x="98" y="37"/>
                    <a:pt x="99" y="36"/>
                  </a:cubicBezTo>
                  <a:cubicBezTo>
                    <a:pt x="110" y="24"/>
                    <a:pt x="110" y="24"/>
                    <a:pt x="110" y="24"/>
                  </a:cubicBezTo>
                  <a:cubicBezTo>
                    <a:pt x="111" y="24"/>
                    <a:pt x="111" y="23"/>
                    <a:pt x="111" y="22"/>
                  </a:cubicBezTo>
                  <a:cubicBezTo>
                    <a:pt x="111" y="20"/>
                    <a:pt x="111" y="19"/>
                    <a:pt x="113" y="18"/>
                  </a:cubicBezTo>
                  <a:cubicBezTo>
                    <a:pt x="114" y="16"/>
                    <a:pt x="116" y="16"/>
                    <a:pt x="118" y="16"/>
                  </a:cubicBezTo>
                  <a:cubicBezTo>
                    <a:pt x="118" y="16"/>
                    <a:pt x="119" y="17"/>
                    <a:pt x="119" y="17"/>
                  </a:cubicBezTo>
                  <a:cubicBezTo>
                    <a:pt x="123" y="19"/>
                    <a:pt x="123" y="23"/>
                    <a:pt x="121" y="26"/>
                  </a:cubicBezTo>
                  <a:cubicBezTo>
                    <a:pt x="119" y="27"/>
                    <a:pt x="118" y="27"/>
                    <a:pt x="116" y="27"/>
                  </a:cubicBezTo>
                  <a:cubicBezTo>
                    <a:pt x="115" y="27"/>
                    <a:pt x="115" y="28"/>
                    <a:pt x="114" y="28"/>
                  </a:cubicBezTo>
                  <a:cubicBezTo>
                    <a:pt x="103" y="39"/>
                    <a:pt x="103" y="39"/>
                    <a:pt x="103" y="39"/>
                  </a:cubicBezTo>
                  <a:cubicBezTo>
                    <a:pt x="102" y="40"/>
                    <a:pt x="102" y="42"/>
                    <a:pt x="103" y="43"/>
                  </a:cubicBezTo>
                  <a:cubicBezTo>
                    <a:pt x="108" y="50"/>
                    <a:pt x="112" y="57"/>
                    <a:pt x="113" y="66"/>
                  </a:cubicBezTo>
                  <a:cubicBezTo>
                    <a:pt x="113" y="67"/>
                    <a:pt x="114" y="68"/>
                    <a:pt x="116" y="68"/>
                  </a:cubicBezTo>
                  <a:cubicBezTo>
                    <a:pt x="128" y="68"/>
                    <a:pt x="128" y="68"/>
                    <a:pt x="128" y="68"/>
                  </a:cubicBezTo>
                  <a:cubicBezTo>
                    <a:pt x="129" y="68"/>
                    <a:pt x="131" y="67"/>
                    <a:pt x="131" y="66"/>
                  </a:cubicBezTo>
                  <a:cubicBezTo>
                    <a:pt x="131" y="65"/>
                    <a:pt x="133" y="64"/>
                    <a:pt x="134" y="64"/>
                  </a:cubicBezTo>
                  <a:cubicBezTo>
                    <a:pt x="136" y="64"/>
                    <a:pt x="136" y="65"/>
                    <a:pt x="136" y="67"/>
                  </a:cubicBezTo>
                  <a:cubicBezTo>
                    <a:pt x="136" y="76"/>
                    <a:pt x="136" y="76"/>
                    <a:pt x="136" y="7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47" name="Google Shape;847;p52"/>
            <p:cNvSpPr/>
            <p:nvPr/>
          </p:nvSpPr>
          <p:spPr>
            <a:xfrm>
              <a:off x="837304" y="3456674"/>
              <a:ext cx="60552" cy="41835"/>
            </a:xfrm>
            <a:custGeom>
              <a:avLst/>
              <a:gdLst/>
              <a:ahLst/>
              <a:cxnLst/>
              <a:rect l="l" t="t" r="r" b="b"/>
              <a:pathLst>
                <a:path w="23" h="16" extrusionOk="0">
                  <a:moveTo>
                    <a:pt x="20" y="0"/>
                  </a:moveTo>
                  <a:cubicBezTo>
                    <a:pt x="18" y="1"/>
                    <a:pt x="17" y="2"/>
                    <a:pt x="17" y="4"/>
                  </a:cubicBezTo>
                  <a:cubicBezTo>
                    <a:pt x="17" y="4"/>
                    <a:pt x="17" y="4"/>
                    <a:pt x="17" y="4"/>
                  </a:cubicBezTo>
                  <a:cubicBezTo>
                    <a:pt x="17" y="7"/>
                    <a:pt x="15" y="10"/>
                    <a:pt x="11" y="10"/>
                  </a:cubicBezTo>
                  <a:cubicBezTo>
                    <a:pt x="8" y="10"/>
                    <a:pt x="5" y="7"/>
                    <a:pt x="5" y="4"/>
                  </a:cubicBezTo>
                  <a:cubicBezTo>
                    <a:pt x="5" y="4"/>
                    <a:pt x="5" y="4"/>
                    <a:pt x="5" y="4"/>
                  </a:cubicBezTo>
                  <a:cubicBezTo>
                    <a:pt x="5" y="2"/>
                    <a:pt x="4" y="1"/>
                    <a:pt x="3" y="1"/>
                  </a:cubicBezTo>
                  <a:cubicBezTo>
                    <a:pt x="1" y="1"/>
                    <a:pt x="0" y="2"/>
                    <a:pt x="0" y="3"/>
                  </a:cubicBezTo>
                  <a:cubicBezTo>
                    <a:pt x="0" y="4"/>
                    <a:pt x="0" y="4"/>
                    <a:pt x="0" y="4"/>
                  </a:cubicBezTo>
                  <a:cubicBezTo>
                    <a:pt x="0" y="11"/>
                    <a:pt x="5" y="16"/>
                    <a:pt x="11" y="16"/>
                  </a:cubicBezTo>
                  <a:cubicBezTo>
                    <a:pt x="18" y="16"/>
                    <a:pt x="23" y="11"/>
                    <a:pt x="23" y="4"/>
                  </a:cubicBezTo>
                  <a:cubicBezTo>
                    <a:pt x="23" y="4"/>
                    <a:pt x="23" y="3"/>
                    <a:pt x="23" y="3"/>
                  </a:cubicBezTo>
                  <a:cubicBezTo>
                    <a:pt x="22" y="1"/>
                    <a:pt x="21" y="0"/>
                    <a:pt x="20"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48" name="Google Shape;848;p52"/>
            <p:cNvSpPr/>
            <p:nvPr/>
          </p:nvSpPr>
          <p:spPr>
            <a:xfrm>
              <a:off x="918774" y="3521629"/>
              <a:ext cx="59451" cy="58350"/>
            </a:xfrm>
            <a:custGeom>
              <a:avLst/>
              <a:gdLst/>
              <a:ahLst/>
              <a:cxnLst/>
              <a:rect l="l" t="t" r="r" b="b"/>
              <a:pathLst>
                <a:path w="23" h="22" extrusionOk="0">
                  <a:moveTo>
                    <a:pt x="11" y="0"/>
                  </a:moveTo>
                  <a:cubicBezTo>
                    <a:pt x="5" y="0"/>
                    <a:pt x="0" y="5"/>
                    <a:pt x="0" y="11"/>
                  </a:cubicBezTo>
                  <a:cubicBezTo>
                    <a:pt x="0" y="17"/>
                    <a:pt x="5" y="22"/>
                    <a:pt x="11" y="22"/>
                  </a:cubicBezTo>
                  <a:cubicBezTo>
                    <a:pt x="18" y="22"/>
                    <a:pt x="23" y="17"/>
                    <a:pt x="23" y="11"/>
                  </a:cubicBezTo>
                  <a:cubicBezTo>
                    <a:pt x="23" y="5"/>
                    <a:pt x="18" y="0"/>
                    <a:pt x="11" y="0"/>
                  </a:cubicBezTo>
                  <a:close/>
                  <a:moveTo>
                    <a:pt x="11" y="17"/>
                  </a:moveTo>
                  <a:cubicBezTo>
                    <a:pt x="8" y="17"/>
                    <a:pt x="5" y="14"/>
                    <a:pt x="5" y="11"/>
                  </a:cubicBezTo>
                  <a:cubicBezTo>
                    <a:pt x="5" y="8"/>
                    <a:pt x="8" y="5"/>
                    <a:pt x="11" y="5"/>
                  </a:cubicBezTo>
                  <a:cubicBezTo>
                    <a:pt x="15" y="5"/>
                    <a:pt x="17" y="8"/>
                    <a:pt x="17" y="11"/>
                  </a:cubicBezTo>
                  <a:cubicBezTo>
                    <a:pt x="17" y="14"/>
                    <a:pt x="15" y="17"/>
                    <a:pt x="11" y="1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49" name="Google Shape;849;p52"/>
            <p:cNvSpPr/>
            <p:nvPr/>
          </p:nvSpPr>
          <p:spPr>
            <a:xfrm>
              <a:off x="837304" y="3529336"/>
              <a:ext cx="45139" cy="45138"/>
            </a:xfrm>
            <a:custGeom>
              <a:avLst/>
              <a:gdLst/>
              <a:ahLst/>
              <a:cxnLst/>
              <a:rect l="l" t="t" r="r" b="b"/>
              <a:pathLst>
                <a:path w="17" h="17" extrusionOk="0">
                  <a:moveTo>
                    <a:pt x="14" y="2"/>
                  </a:moveTo>
                  <a:cubicBezTo>
                    <a:pt x="12" y="1"/>
                    <a:pt x="10" y="0"/>
                    <a:pt x="8" y="0"/>
                  </a:cubicBezTo>
                  <a:cubicBezTo>
                    <a:pt x="3" y="1"/>
                    <a:pt x="0" y="5"/>
                    <a:pt x="0" y="10"/>
                  </a:cubicBezTo>
                  <a:cubicBezTo>
                    <a:pt x="1" y="14"/>
                    <a:pt x="4" y="17"/>
                    <a:pt x="9" y="17"/>
                  </a:cubicBezTo>
                  <a:cubicBezTo>
                    <a:pt x="9" y="17"/>
                    <a:pt x="9" y="17"/>
                    <a:pt x="10" y="17"/>
                  </a:cubicBezTo>
                  <a:cubicBezTo>
                    <a:pt x="14" y="17"/>
                    <a:pt x="17" y="13"/>
                    <a:pt x="17" y="8"/>
                  </a:cubicBezTo>
                  <a:cubicBezTo>
                    <a:pt x="17" y="6"/>
                    <a:pt x="16" y="4"/>
                    <a:pt x="14" y="2"/>
                  </a:cubicBezTo>
                  <a:close/>
                  <a:moveTo>
                    <a:pt x="9" y="12"/>
                  </a:moveTo>
                  <a:cubicBezTo>
                    <a:pt x="7" y="12"/>
                    <a:pt x="6" y="11"/>
                    <a:pt x="6" y="9"/>
                  </a:cubicBezTo>
                  <a:cubicBezTo>
                    <a:pt x="6" y="8"/>
                    <a:pt x="7" y="6"/>
                    <a:pt x="8" y="6"/>
                  </a:cubicBezTo>
                  <a:cubicBezTo>
                    <a:pt x="8" y="6"/>
                    <a:pt x="9" y="6"/>
                    <a:pt x="9" y="6"/>
                  </a:cubicBezTo>
                  <a:cubicBezTo>
                    <a:pt x="9" y="6"/>
                    <a:pt x="10" y="6"/>
                    <a:pt x="10" y="7"/>
                  </a:cubicBezTo>
                  <a:cubicBezTo>
                    <a:pt x="11" y="7"/>
                    <a:pt x="11" y="8"/>
                    <a:pt x="11" y="9"/>
                  </a:cubicBezTo>
                  <a:cubicBezTo>
                    <a:pt x="12" y="10"/>
                    <a:pt x="11" y="11"/>
                    <a:pt x="9"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50" name="Google Shape;850;p52"/>
            <p:cNvSpPr/>
            <p:nvPr/>
          </p:nvSpPr>
          <p:spPr>
            <a:xfrm>
              <a:off x="931985" y="3443463"/>
              <a:ext cx="46239" cy="44037"/>
            </a:xfrm>
            <a:custGeom>
              <a:avLst/>
              <a:gdLst/>
              <a:ahLst/>
              <a:cxnLst/>
              <a:rect l="l" t="t" r="r" b="b"/>
              <a:pathLst>
                <a:path w="18" h="17" extrusionOk="0">
                  <a:moveTo>
                    <a:pt x="4" y="15"/>
                  </a:moveTo>
                  <a:cubicBezTo>
                    <a:pt x="5" y="16"/>
                    <a:pt x="7" y="17"/>
                    <a:pt x="9" y="17"/>
                  </a:cubicBezTo>
                  <a:cubicBezTo>
                    <a:pt x="9" y="17"/>
                    <a:pt x="9" y="17"/>
                    <a:pt x="10" y="17"/>
                  </a:cubicBezTo>
                  <a:cubicBezTo>
                    <a:pt x="14" y="16"/>
                    <a:pt x="18" y="12"/>
                    <a:pt x="17" y="8"/>
                  </a:cubicBezTo>
                  <a:cubicBezTo>
                    <a:pt x="17" y="3"/>
                    <a:pt x="13" y="0"/>
                    <a:pt x="8" y="0"/>
                  </a:cubicBezTo>
                  <a:cubicBezTo>
                    <a:pt x="6" y="0"/>
                    <a:pt x="4" y="1"/>
                    <a:pt x="2" y="3"/>
                  </a:cubicBezTo>
                  <a:cubicBezTo>
                    <a:pt x="1" y="5"/>
                    <a:pt x="0" y="7"/>
                    <a:pt x="1" y="9"/>
                  </a:cubicBezTo>
                  <a:cubicBezTo>
                    <a:pt x="1" y="12"/>
                    <a:pt x="2" y="14"/>
                    <a:pt x="4" y="15"/>
                  </a:cubicBezTo>
                  <a:close/>
                  <a:moveTo>
                    <a:pt x="7" y="7"/>
                  </a:moveTo>
                  <a:cubicBezTo>
                    <a:pt x="7" y="6"/>
                    <a:pt x="8" y="6"/>
                    <a:pt x="9" y="6"/>
                  </a:cubicBezTo>
                  <a:cubicBezTo>
                    <a:pt x="9" y="6"/>
                    <a:pt x="9" y="6"/>
                    <a:pt x="9" y="6"/>
                  </a:cubicBezTo>
                  <a:cubicBezTo>
                    <a:pt x="10" y="6"/>
                    <a:pt x="11" y="7"/>
                    <a:pt x="12" y="8"/>
                  </a:cubicBezTo>
                  <a:cubicBezTo>
                    <a:pt x="12" y="10"/>
                    <a:pt x="11" y="11"/>
                    <a:pt x="9" y="11"/>
                  </a:cubicBezTo>
                  <a:cubicBezTo>
                    <a:pt x="8" y="11"/>
                    <a:pt x="8" y="11"/>
                    <a:pt x="7" y="11"/>
                  </a:cubicBezTo>
                  <a:cubicBezTo>
                    <a:pt x="7" y="10"/>
                    <a:pt x="6" y="9"/>
                    <a:pt x="6" y="9"/>
                  </a:cubicBezTo>
                  <a:cubicBezTo>
                    <a:pt x="6" y="8"/>
                    <a:pt x="6" y="7"/>
                    <a:pt x="7" y="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51" name="Google Shape;851;p52"/>
            <p:cNvSpPr/>
            <p:nvPr/>
          </p:nvSpPr>
          <p:spPr>
            <a:xfrm>
              <a:off x="858222" y="3437958"/>
              <a:ext cx="16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52" name="Google Shape;852;p52"/>
            <p:cNvSpPr/>
            <p:nvPr/>
          </p:nvSpPr>
          <p:spPr>
            <a:xfrm>
              <a:off x="907764" y="3422545"/>
              <a:ext cx="16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53" name="Google Shape;853;p52"/>
            <p:cNvSpPr/>
            <p:nvPr/>
          </p:nvSpPr>
          <p:spPr>
            <a:xfrm>
              <a:off x="905562" y="3495207"/>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54" name="Google Shape;854;p52"/>
            <p:cNvSpPr/>
            <p:nvPr/>
          </p:nvSpPr>
          <p:spPr>
            <a:xfrm>
              <a:off x="897856" y="3582180"/>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55" name="Google Shape;855;p52"/>
            <p:cNvSpPr/>
            <p:nvPr/>
          </p:nvSpPr>
          <p:spPr>
            <a:xfrm>
              <a:off x="987032" y="3511721"/>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56" name="Google Shape;856;p52"/>
            <p:cNvSpPr/>
            <p:nvPr/>
          </p:nvSpPr>
          <p:spPr>
            <a:xfrm>
              <a:off x="814184" y="3508418"/>
              <a:ext cx="156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57" name="Google Shape;857;p52"/>
          <p:cNvGrpSpPr/>
          <p:nvPr/>
        </p:nvGrpSpPr>
        <p:grpSpPr>
          <a:xfrm>
            <a:off x="7964352" y="2691211"/>
            <a:ext cx="360963" cy="363110"/>
            <a:chOff x="8006613" y="2736663"/>
            <a:chExt cx="369915" cy="372116"/>
          </a:xfrm>
        </p:grpSpPr>
        <p:sp>
          <p:nvSpPr>
            <p:cNvPr id="858" name="Google Shape;858;p52"/>
            <p:cNvSpPr/>
            <p:nvPr/>
          </p:nvSpPr>
          <p:spPr>
            <a:xfrm>
              <a:off x="8006613" y="2736663"/>
              <a:ext cx="369915" cy="372116"/>
            </a:xfrm>
            <a:custGeom>
              <a:avLst/>
              <a:gdLst/>
              <a:ahLst/>
              <a:cxnLst/>
              <a:rect l="l" t="t" r="r" b="b"/>
              <a:pathLst>
                <a:path w="142" h="142" extrusionOk="0">
                  <a:moveTo>
                    <a:pt x="134" y="58"/>
                  </a:moveTo>
                  <a:cubicBezTo>
                    <a:pt x="130" y="58"/>
                    <a:pt x="128" y="60"/>
                    <a:pt x="126" y="63"/>
                  </a:cubicBezTo>
                  <a:cubicBezTo>
                    <a:pt x="118" y="63"/>
                    <a:pt x="118" y="63"/>
                    <a:pt x="118" y="63"/>
                  </a:cubicBezTo>
                  <a:cubicBezTo>
                    <a:pt x="117" y="55"/>
                    <a:pt x="113" y="48"/>
                    <a:pt x="109" y="41"/>
                  </a:cubicBezTo>
                  <a:cubicBezTo>
                    <a:pt x="117" y="33"/>
                    <a:pt x="117" y="33"/>
                    <a:pt x="117" y="33"/>
                  </a:cubicBezTo>
                  <a:cubicBezTo>
                    <a:pt x="120" y="33"/>
                    <a:pt x="122" y="32"/>
                    <a:pt x="124" y="30"/>
                  </a:cubicBezTo>
                  <a:cubicBezTo>
                    <a:pt x="129" y="25"/>
                    <a:pt x="129" y="18"/>
                    <a:pt x="124" y="14"/>
                  </a:cubicBezTo>
                  <a:cubicBezTo>
                    <a:pt x="120" y="9"/>
                    <a:pt x="113" y="9"/>
                    <a:pt x="109" y="14"/>
                  </a:cubicBezTo>
                  <a:cubicBezTo>
                    <a:pt x="107" y="16"/>
                    <a:pt x="105" y="18"/>
                    <a:pt x="105" y="21"/>
                  </a:cubicBezTo>
                  <a:cubicBezTo>
                    <a:pt x="96" y="30"/>
                    <a:pt x="96" y="30"/>
                    <a:pt x="96" y="30"/>
                  </a:cubicBezTo>
                  <a:cubicBezTo>
                    <a:pt x="91" y="27"/>
                    <a:pt x="85" y="25"/>
                    <a:pt x="79" y="24"/>
                  </a:cubicBezTo>
                  <a:cubicBezTo>
                    <a:pt x="79" y="16"/>
                    <a:pt x="79" y="16"/>
                    <a:pt x="79" y="16"/>
                  </a:cubicBezTo>
                  <a:cubicBezTo>
                    <a:pt x="82" y="14"/>
                    <a:pt x="84" y="11"/>
                    <a:pt x="84" y="8"/>
                  </a:cubicBezTo>
                  <a:cubicBezTo>
                    <a:pt x="84" y="4"/>
                    <a:pt x="80" y="0"/>
                    <a:pt x="75" y="0"/>
                  </a:cubicBezTo>
                  <a:cubicBezTo>
                    <a:pt x="66" y="0"/>
                    <a:pt x="66" y="0"/>
                    <a:pt x="66" y="0"/>
                  </a:cubicBezTo>
                  <a:cubicBezTo>
                    <a:pt x="62" y="0"/>
                    <a:pt x="58" y="3"/>
                    <a:pt x="58" y="7"/>
                  </a:cubicBezTo>
                  <a:cubicBezTo>
                    <a:pt x="58" y="11"/>
                    <a:pt x="59" y="14"/>
                    <a:pt x="62" y="16"/>
                  </a:cubicBezTo>
                  <a:cubicBezTo>
                    <a:pt x="62" y="24"/>
                    <a:pt x="62" y="24"/>
                    <a:pt x="62" y="24"/>
                  </a:cubicBezTo>
                  <a:cubicBezTo>
                    <a:pt x="56" y="25"/>
                    <a:pt x="51" y="27"/>
                    <a:pt x="45" y="30"/>
                  </a:cubicBezTo>
                  <a:cubicBezTo>
                    <a:pt x="36" y="21"/>
                    <a:pt x="36" y="21"/>
                    <a:pt x="36" y="21"/>
                  </a:cubicBezTo>
                  <a:cubicBezTo>
                    <a:pt x="36" y="19"/>
                    <a:pt x="35" y="16"/>
                    <a:pt x="33" y="14"/>
                  </a:cubicBezTo>
                  <a:cubicBezTo>
                    <a:pt x="29" y="10"/>
                    <a:pt x="21" y="10"/>
                    <a:pt x="17" y="14"/>
                  </a:cubicBezTo>
                  <a:cubicBezTo>
                    <a:pt x="13" y="18"/>
                    <a:pt x="13" y="25"/>
                    <a:pt x="17" y="30"/>
                  </a:cubicBezTo>
                  <a:cubicBezTo>
                    <a:pt x="19" y="32"/>
                    <a:pt x="22" y="33"/>
                    <a:pt x="24" y="33"/>
                  </a:cubicBezTo>
                  <a:cubicBezTo>
                    <a:pt x="33" y="42"/>
                    <a:pt x="33" y="42"/>
                    <a:pt x="33" y="42"/>
                  </a:cubicBezTo>
                  <a:cubicBezTo>
                    <a:pt x="28" y="48"/>
                    <a:pt x="25" y="55"/>
                    <a:pt x="23" y="63"/>
                  </a:cubicBezTo>
                  <a:cubicBezTo>
                    <a:pt x="15" y="63"/>
                    <a:pt x="15" y="63"/>
                    <a:pt x="15" y="63"/>
                  </a:cubicBezTo>
                  <a:cubicBezTo>
                    <a:pt x="14" y="60"/>
                    <a:pt x="11" y="58"/>
                    <a:pt x="8" y="58"/>
                  </a:cubicBezTo>
                  <a:cubicBezTo>
                    <a:pt x="3" y="58"/>
                    <a:pt x="0" y="62"/>
                    <a:pt x="0" y="67"/>
                  </a:cubicBezTo>
                  <a:cubicBezTo>
                    <a:pt x="0" y="75"/>
                    <a:pt x="0" y="75"/>
                    <a:pt x="0" y="75"/>
                  </a:cubicBezTo>
                  <a:cubicBezTo>
                    <a:pt x="0" y="80"/>
                    <a:pt x="3" y="84"/>
                    <a:pt x="7" y="84"/>
                  </a:cubicBezTo>
                  <a:cubicBezTo>
                    <a:pt x="11" y="84"/>
                    <a:pt x="14" y="82"/>
                    <a:pt x="15" y="79"/>
                  </a:cubicBezTo>
                  <a:cubicBezTo>
                    <a:pt x="24" y="79"/>
                    <a:pt x="24" y="79"/>
                    <a:pt x="24" y="79"/>
                  </a:cubicBezTo>
                  <a:cubicBezTo>
                    <a:pt x="25" y="87"/>
                    <a:pt x="28" y="94"/>
                    <a:pt x="33" y="101"/>
                  </a:cubicBezTo>
                  <a:cubicBezTo>
                    <a:pt x="25" y="109"/>
                    <a:pt x="25" y="109"/>
                    <a:pt x="25" y="109"/>
                  </a:cubicBezTo>
                  <a:cubicBezTo>
                    <a:pt x="22" y="109"/>
                    <a:pt x="19" y="110"/>
                    <a:pt x="17" y="112"/>
                  </a:cubicBezTo>
                  <a:cubicBezTo>
                    <a:pt x="13" y="117"/>
                    <a:pt x="13" y="125"/>
                    <a:pt x="18" y="129"/>
                  </a:cubicBezTo>
                  <a:cubicBezTo>
                    <a:pt x="20" y="130"/>
                    <a:pt x="22" y="131"/>
                    <a:pt x="25" y="131"/>
                  </a:cubicBezTo>
                  <a:cubicBezTo>
                    <a:pt x="28" y="132"/>
                    <a:pt x="31" y="130"/>
                    <a:pt x="33" y="128"/>
                  </a:cubicBezTo>
                  <a:cubicBezTo>
                    <a:pt x="35" y="126"/>
                    <a:pt x="36" y="124"/>
                    <a:pt x="36" y="121"/>
                  </a:cubicBezTo>
                  <a:cubicBezTo>
                    <a:pt x="45" y="112"/>
                    <a:pt x="45" y="112"/>
                    <a:pt x="45" y="112"/>
                  </a:cubicBezTo>
                  <a:cubicBezTo>
                    <a:pt x="51" y="115"/>
                    <a:pt x="56" y="117"/>
                    <a:pt x="62" y="118"/>
                  </a:cubicBezTo>
                  <a:cubicBezTo>
                    <a:pt x="62" y="127"/>
                    <a:pt x="62" y="127"/>
                    <a:pt x="62" y="127"/>
                  </a:cubicBezTo>
                  <a:cubicBezTo>
                    <a:pt x="59" y="128"/>
                    <a:pt x="58" y="131"/>
                    <a:pt x="58" y="135"/>
                  </a:cubicBezTo>
                  <a:cubicBezTo>
                    <a:pt x="58" y="139"/>
                    <a:pt x="62" y="142"/>
                    <a:pt x="66" y="142"/>
                  </a:cubicBezTo>
                  <a:cubicBezTo>
                    <a:pt x="75" y="142"/>
                    <a:pt x="75" y="142"/>
                    <a:pt x="75" y="142"/>
                  </a:cubicBezTo>
                  <a:cubicBezTo>
                    <a:pt x="79" y="142"/>
                    <a:pt x="83" y="139"/>
                    <a:pt x="84" y="135"/>
                  </a:cubicBezTo>
                  <a:cubicBezTo>
                    <a:pt x="84" y="131"/>
                    <a:pt x="82" y="128"/>
                    <a:pt x="79" y="127"/>
                  </a:cubicBezTo>
                  <a:cubicBezTo>
                    <a:pt x="79" y="118"/>
                    <a:pt x="79" y="118"/>
                    <a:pt x="79" y="118"/>
                  </a:cubicBezTo>
                  <a:cubicBezTo>
                    <a:pt x="85" y="117"/>
                    <a:pt x="91" y="115"/>
                    <a:pt x="96" y="112"/>
                  </a:cubicBezTo>
                  <a:cubicBezTo>
                    <a:pt x="105" y="121"/>
                    <a:pt x="105" y="121"/>
                    <a:pt x="105" y="121"/>
                  </a:cubicBezTo>
                  <a:cubicBezTo>
                    <a:pt x="106" y="124"/>
                    <a:pt x="107" y="126"/>
                    <a:pt x="109" y="128"/>
                  </a:cubicBezTo>
                  <a:cubicBezTo>
                    <a:pt x="111" y="130"/>
                    <a:pt x="114" y="131"/>
                    <a:pt x="117" y="131"/>
                  </a:cubicBezTo>
                  <a:cubicBezTo>
                    <a:pt x="119" y="131"/>
                    <a:pt x="122" y="130"/>
                    <a:pt x="124" y="129"/>
                  </a:cubicBezTo>
                  <a:cubicBezTo>
                    <a:pt x="129" y="124"/>
                    <a:pt x="129" y="117"/>
                    <a:pt x="124" y="112"/>
                  </a:cubicBezTo>
                  <a:cubicBezTo>
                    <a:pt x="123" y="110"/>
                    <a:pt x="120" y="109"/>
                    <a:pt x="117" y="109"/>
                  </a:cubicBezTo>
                  <a:cubicBezTo>
                    <a:pt x="109" y="101"/>
                    <a:pt x="109" y="101"/>
                    <a:pt x="109" y="101"/>
                  </a:cubicBezTo>
                  <a:cubicBezTo>
                    <a:pt x="114" y="94"/>
                    <a:pt x="117" y="87"/>
                    <a:pt x="118" y="79"/>
                  </a:cubicBezTo>
                  <a:cubicBezTo>
                    <a:pt x="126" y="79"/>
                    <a:pt x="126" y="79"/>
                    <a:pt x="126" y="79"/>
                  </a:cubicBezTo>
                  <a:cubicBezTo>
                    <a:pt x="128" y="82"/>
                    <a:pt x="131" y="84"/>
                    <a:pt x="134" y="84"/>
                  </a:cubicBezTo>
                  <a:cubicBezTo>
                    <a:pt x="139" y="84"/>
                    <a:pt x="142" y="80"/>
                    <a:pt x="142" y="75"/>
                  </a:cubicBezTo>
                  <a:cubicBezTo>
                    <a:pt x="142" y="67"/>
                    <a:pt x="142" y="67"/>
                    <a:pt x="142" y="67"/>
                  </a:cubicBezTo>
                  <a:cubicBezTo>
                    <a:pt x="142" y="62"/>
                    <a:pt x="138" y="58"/>
                    <a:pt x="134" y="58"/>
                  </a:cubicBezTo>
                  <a:close/>
                  <a:moveTo>
                    <a:pt x="136" y="76"/>
                  </a:moveTo>
                  <a:cubicBezTo>
                    <a:pt x="136" y="78"/>
                    <a:pt x="134" y="79"/>
                    <a:pt x="132" y="78"/>
                  </a:cubicBezTo>
                  <a:cubicBezTo>
                    <a:pt x="132" y="78"/>
                    <a:pt x="131" y="77"/>
                    <a:pt x="131" y="76"/>
                  </a:cubicBezTo>
                  <a:cubicBezTo>
                    <a:pt x="131" y="75"/>
                    <a:pt x="130" y="74"/>
                    <a:pt x="129" y="74"/>
                  </a:cubicBezTo>
                  <a:cubicBezTo>
                    <a:pt x="116" y="74"/>
                    <a:pt x="116" y="74"/>
                    <a:pt x="116" y="74"/>
                  </a:cubicBezTo>
                  <a:cubicBezTo>
                    <a:pt x="114" y="74"/>
                    <a:pt x="113" y="75"/>
                    <a:pt x="113" y="76"/>
                  </a:cubicBezTo>
                  <a:cubicBezTo>
                    <a:pt x="112" y="85"/>
                    <a:pt x="108" y="93"/>
                    <a:pt x="103" y="99"/>
                  </a:cubicBezTo>
                  <a:cubicBezTo>
                    <a:pt x="102" y="100"/>
                    <a:pt x="102" y="102"/>
                    <a:pt x="103" y="103"/>
                  </a:cubicBezTo>
                  <a:cubicBezTo>
                    <a:pt x="114" y="114"/>
                    <a:pt x="114" y="114"/>
                    <a:pt x="114" y="114"/>
                  </a:cubicBezTo>
                  <a:cubicBezTo>
                    <a:pt x="115" y="114"/>
                    <a:pt x="115" y="115"/>
                    <a:pt x="116" y="115"/>
                  </a:cubicBezTo>
                  <a:cubicBezTo>
                    <a:pt x="118" y="115"/>
                    <a:pt x="121" y="116"/>
                    <a:pt x="122" y="118"/>
                  </a:cubicBezTo>
                  <a:cubicBezTo>
                    <a:pt x="123" y="120"/>
                    <a:pt x="122" y="122"/>
                    <a:pt x="121" y="124"/>
                  </a:cubicBezTo>
                  <a:cubicBezTo>
                    <a:pt x="120" y="125"/>
                    <a:pt x="118" y="126"/>
                    <a:pt x="117" y="126"/>
                  </a:cubicBezTo>
                  <a:cubicBezTo>
                    <a:pt x="115" y="126"/>
                    <a:pt x="114" y="125"/>
                    <a:pt x="113" y="124"/>
                  </a:cubicBezTo>
                  <a:cubicBezTo>
                    <a:pt x="111" y="123"/>
                    <a:pt x="111" y="122"/>
                    <a:pt x="111" y="120"/>
                  </a:cubicBezTo>
                  <a:cubicBezTo>
                    <a:pt x="111" y="119"/>
                    <a:pt x="111" y="118"/>
                    <a:pt x="110" y="118"/>
                  </a:cubicBezTo>
                  <a:cubicBezTo>
                    <a:pt x="99" y="106"/>
                    <a:pt x="99" y="106"/>
                    <a:pt x="99" y="106"/>
                  </a:cubicBezTo>
                  <a:cubicBezTo>
                    <a:pt x="98" y="105"/>
                    <a:pt x="96" y="105"/>
                    <a:pt x="95" y="106"/>
                  </a:cubicBezTo>
                  <a:cubicBezTo>
                    <a:pt x="89" y="110"/>
                    <a:pt x="83" y="112"/>
                    <a:pt x="76" y="113"/>
                  </a:cubicBezTo>
                  <a:cubicBezTo>
                    <a:pt x="75" y="113"/>
                    <a:pt x="74" y="115"/>
                    <a:pt x="74" y="116"/>
                  </a:cubicBezTo>
                  <a:cubicBezTo>
                    <a:pt x="74" y="128"/>
                    <a:pt x="74" y="128"/>
                    <a:pt x="74" y="128"/>
                  </a:cubicBezTo>
                  <a:cubicBezTo>
                    <a:pt x="74" y="130"/>
                    <a:pt x="75" y="131"/>
                    <a:pt x="76" y="131"/>
                  </a:cubicBezTo>
                  <a:cubicBezTo>
                    <a:pt x="77" y="132"/>
                    <a:pt x="78" y="133"/>
                    <a:pt x="78" y="135"/>
                  </a:cubicBezTo>
                  <a:cubicBezTo>
                    <a:pt x="78" y="136"/>
                    <a:pt x="77" y="137"/>
                    <a:pt x="75" y="137"/>
                  </a:cubicBezTo>
                  <a:cubicBezTo>
                    <a:pt x="66" y="137"/>
                    <a:pt x="66" y="137"/>
                    <a:pt x="66" y="137"/>
                  </a:cubicBezTo>
                  <a:cubicBezTo>
                    <a:pt x="65" y="137"/>
                    <a:pt x="64" y="136"/>
                    <a:pt x="64" y="135"/>
                  </a:cubicBezTo>
                  <a:cubicBezTo>
                    <a:pt x="63" y="133"/>
                    <a:pt x="64" y="132"/>
                    <a:pt x="66" y="131"/>
                  </a:cubicBezTo>
                  <a:cubicBezTo>
                    <a:pt x="67" y="131"/>
                    <a:pt x="68" y="130"/>
                    <a:pt x="68" y="128"/>
                  </a:cubicBezTo>
                  <a:cubicBezTo>
                    <a:pt x="68" y="116"/>
                    <a:pt x="68" y="116"/>
                    <a:pt x="68" y="116"/>
                  </a:cubicBezTo>
                  <a:cubicBezTo>
                    <a:pt x="68" y="115"/>
                    <a:pt x="67" y="113"/>
                    <a:pt x="66" y="113"/>
                  </a:cubicBezTo>
                  <a:cubicBezTo>
                    <a:pt x="59" y="112"/>
                    <a:pt x="52" y="110"/>
                    <a:pt x="47" y="106"/>
                  </a:cubicBezTo>
                  <a:cubicBezTo>
                    <a:pt x="46" y="106"/>
                    <a:pt x="46" y="105"/>
                    <a:pt x="45" y="105"/>
                  </a:cubicBezTo>
                  <a:cubicBezTo>
                    <a:pt x="44" y="105"/>
                    <a:pt x="44" y="106"/>
                    <a:pt x="43" y="106"/>
                  </a:cubicBezTo>
                  <a:cubicBezTo>
                    <a:pt x="31" y="118"/>
                    <a:pt x="31" y="118"/>
                    <a:pt x="31" y="118"/>
                  </a:cubicBezTo>
                  <a:cubicBezTo>
                    <a:pt x="31" y="118"/>
                    <a:pt x="31" y="119"/>
                    <a:pt x="31" y="120"/>
                  </a:cubicBezTo>
                  <a:cubicBezTo>
                    <a:pt x="31" y="122"/>
                    <a:pt x="30" y="123"/>
                    <a:pt x="29" y="124"/>
                  </a:cubicBezTo>
                  <a:cubicBezTo>
                    <a:pt x="28" y="126"/>
                    <a:pt x="26" y="126"/>
                    <a:pt x="24" y="126"/>
                  </a:cubicBezTo>
                  <a:cubicBezTo>
                    <a:pt x="23" y="126"/>
                    <a:pt x="23" y="125"/>
                    <a:pt x="22" y="125"/>
                  </a:cubicBezTo>
                  <a:cubicBezTo>
                    <a:pt x="19" y="123"/>
                    <a:pt x="19" y="119"/>
                    <a:pt x="21" y="116"/>
                  </a:cubicBezTo>
                  <a:cubicBezTo>
                    <a:pt x="22" y="115"/>
                    <a:pt x="24" y="115"/>
                    <a:pt x="25" y="115"/>
                  </a:cubicBezTo>
                  <a:cubicBezTo>
                    <a:pt x="26" y="115"/>
                    <a:pt x="27" y="114"/>
                    <a:pt x="28" y="114"/>
                  </a:cubicBezTo>
                  <a:cubicBezTo>
                    <a:pt x="39" y="103"/>
                    <a:pt x="39" y="103"/>
                    <a:pt x="39" y="103"/>
                  </a:cubicBezTo>
                  <a:cubicBezTo>
                    <a:pt x="40" y="102"/>
                    <a:pt x="40" y="100"/>
                    <a:pt x="39" y="99"/>
                  </a:cubicBezTo>
                  <a:cubicBezTo>
                    <a:pt x="33" y="93"/>
                    <a:pt x="30" y="85"/>
                    <a:pt x="29" y="76"/>
                  </a:cubicBezTo>
                  <a:cubicBezTo>
                    <a:pt x="28" y="75"/>
                    <a:pt x="27" y="74"/>
                    <a:pt x="26" y="74"/>
                  </a:cubicBezTo>
                  <a:cubicBezTo>
                    <a:pt x="13" y="74"/>
                    <a:pt x="13" y="74"/>
                    <a:pt x="13" y="74"/>
                  </a:cubicBezTo>
                  <a:cubicBezTo>
                    <a:pt x="12" y="74"/>
                    <a:pt x="11" y="75"/>
                    <a:pt x="11" y="76"/>
                  </a:cubicBezTo>
                  <a:cubicBezTo>
                    <a:pt x="10" y="78"/>
                    <a:pt x="9" y="79"/>
                    <a:pt x="7" y="78"/>
                  </a:cubicBezTo>
                  <a:cubicBezTo>
                    <a:pt x="6" y="78"/>
                    <a:pt x="5" y="77"/>
                    <a:pt x="5" y="76"/>
                  </a:cubicBezTo>
                  <a:cubicBezTo>
                    <a:pt x="5" y="66"/>
                    <a:pt x="5" y="66"/>
                    <a:pt x="5" y="66"/>
                  </a:cubicBezTo>
                  <a:cubicBezTo>
                    <a:pt x="5" y="66"/>
                    <a:pt x="5" y="65"/>
                    <a:pt x="6" y="65"/>
                  </a:cubicBezTo>
                  <a:cubicBezTo>
                    <a:pt x="8" y="63"/>
                    <a:pt x="11" y="64"/>
                    <a:pt x="11" y="67"/>
                  </a:cubicBezTo>
                  <a:cubicBezTo>
                    <a:pt x="11" y="68"/>
                    <a:pt x="11" y="68"/>
                    <a:pt x="12" y="68"/>
                  </a:cubicBezTo>
                  <a:cubicBezTo>
                    <a:pt x="26" y="68"/>
                    <a:pt x="26" y="68"/>
                    <a:pt x="26" y="68"/>
                  </a:cubicBezTo>
                  <a:cubicBezTo>
                    <a:pt x="27" y="68"/>
                    <a:pt x="28" y="67"/>
                    <a:pt x="29" y="66"/>
                  </a:cubicBezTo>
                  <a:cubicBezTo>
                    <a:pt x="30" y="57"/>
                    <a:pt x="33" y="50"/>
                    <a:pt x="39" y="43"/>
                  </a:cubicBezTo>
                  <a:cubicBezTo>
                    <a:pt x="40" y="42"/>
                    <a:pt x="40" y="40"/>
                    <a:pt x="39" y="39"/>
                  </a:cubicBezTo>
                  <a:cubicBezTo>
                    <a:pt x="28" y="28"/>
                    <a:pt x="28" y="28"/>
                    <a:pt x="28" y="28"/>
                  </a:cubicBezTo>
                  <a:cubicBezTo>
                    <a:pt x="27" y="28"/>
                    <a:pt x="26" y="27"/>
                    <a:pt x="25" y="27"/>
                  </a:cubicBezTo>
                  <a:cubicBezTo>
                    <a:pt x="22" y="28"/>
                    <a:pt x="19" y="25"/>
                    <a:pt x="19" y="21"/>
                  </a:cubicBezTo>
                  <a:cubicBezTo>
                    <a:pt x="19" y="21"/>
                    <a:pt x="19" y="21"/>
                    <a:pt x="19" y="21"/>
                  </a:cubicBezTo>
                  <a:cubicBezTo>
                    <a:pt x="20" y="18"/>
                    <a:pt x="22" y="16"/>
                    <a:pt x="25" y="16"/>
                  </a:cubicBezTo>
                  <a:cubicBezTo>
                    <a:pt x="27" y="16"/>
                    <a:pt x="28" y="17"/>
                    <a:pt x="29" y="18"/>
                  </a:cubicBezTo>
                  <a:cubicBezTo>
                    <a:pt x="30" y="19"/>
                    <a:pt x="31" y="21"/>
                    <a:pt x="31" y="23"/>
                  </a:cubicBezTo>
                  <a:cubicBezTo>
                    <a:pt x="31" y="23"/>
                    <a:pt x="31" y="23"/>
                    <a:pt x="31" y="24"/>
                  </a:cubicBezTo>
                  <a:cubicBezTo>
                    <a:pt x="43" y="36"/>
                    <a:pt x="43" y="36"/>
                    <a:pt x="43" y="36"/>
                  </a:cubicBezTo>
                  <a:cubicBezTo>
                    <a:pt x="44" y="37"/>
                    <a:pt x="45" y="37"/>
                    <a:pt x="47" y="36"/>
                  </a:cubicBezTo>
                  <a:cubicBezTo>
                    <a:pt x="53" y="32"/>
                    <a:pt x="60" y="29"/>
                    <a:pt x="67" y="29"/>
                  </a:cubicBezTo>
                  <a:cubicBezTo>
                    <a:pt x="67" y="29"/>
                    <a:pt x="68" y="28"/>
                    <a:pt x="68" y="27"/>
                  </a:cubicBezTo>
                  <a:cubicBezTo>
                    <a:pt x="68" y="12"/>
                    <a:pt x="68" y="12"/>
                    <a:pt x="68" y="12"/>
                  </a:cubicBezTo>
                  <a:cubicBezTo>
                    <a:pt x="68" y="12"/>
                    <a:pt x="67" y="11"/>
                    <a:pt x="67" y="11"/>
                  </a:cubicBezTo>
                  <a:cubicBezTo>
                    <a:pt x="64" y="11"/>
                    <a:pt x="62" y="8"/>
                    <a:pt x="65" y="6"/>
                  </a:cubicBezTo>
                  <a:cubicBezTo>
                    <a:pt x="65" y="6"/>
                    <a:pt x="65" y="5"/>
                    <a:pt x="66" y="5"/>
                  </a:cubicBezTo>
                  <a:cubicBezTo>
                    <a:pt x="75" y="5"/>
                    <a:pt x="75" y="5"/>
                    <a:pt x="75" y="5"/>
                  </a:cubicBezTo>
                  <a:cubicBezTo>
                    <a:pt x="77" y="5"/>
                    <a:pt x="78" y="6"/>
                    <a:pt x="78" y="8"/>
                  </a:cubicBezTo>
                  <a:cubicBezTo>
                    <a:pt x="78" y="9"/>
                    <a:pt x="77" y="11"/>
                    <a:pt x="76" y="11"/>
                  </a:cubicBezTo>
                  <a:cubicBezTo>
                    <a:pt x="75" y="11"/>
                    <a:pt x="74" y="12"/>
                    <a:pt x="74" y="14"/>
                  </a:cubicBezTo>
                  <a:cubicBezTo>
                    <a:pt x="74" y="26"/>
                    <a:pt x="74" y="26"/>
                    <a:pt x="74" y="26"/>
                  </a:cubicBezTo>
                  <a:cubicBezTo>
                    <a:pt x="74" y="27"/>
                    <a:pt x="75" y="29"/>
                    <a:pt x="76" y="29"/>
                  </a:cubicBezTo>
                  <a:cubicBezTo>
                    <a:pt x="83" y="30"/>
                    <a:pt x="89" y="32"/>
                    <a:pt x="95" y="36"/>
                  </a:cubicBezTo>
                  <a:cubicBezTo>
                    <a:pt x="96" y="37"/>
                    <a:pt x="98" y="37"/>
                    <a:pt x="99" y="36"/>
                  </a:cubicBezTo>
                  <a:cubicBezTo>
                    <a:pt x="110" y="24"/>
                    <a:pt x="110" y="24"/>
                    <a:pt x="110" y="24"/>
                  </a:cubicBezTo>
                  <a:cubicBezTo>
                    <a:pt x="111" y="24"/>
                    <a:pt x="111" y="23"/>
                    <a:pt x="111" y="22"/>
                  </a:cubicBezTo>
                  <a:cubicBezTo>
                    <a:pt x="111" y="20"/>
                    <a:pt x="111" y="19"/>
                    <a:pt x="113" y="18"/>
                  </a:cubicBezTo>
                  <a:cubicBezTo>
                    <a:pt x="114" y="16"/>
                    <a:pt x="116" y="16"/>
                    <a:pt x="118" y="16"/>
                  </a:cubicBezTo>
                  <a:cubicBezTo>
                    <a:pt x="118" y="16"/>
                    <a:pt x="119" y="17"/>
                    <a:pt x="119" y="17"/>
                  </a:cubicBezTo>
                  <a:cubicBezTo>
                    <a:pt x="123" y="19"/>
                    <a:pt x="123" y="23"/>
                    <a:pt x="121" y="26"/>
                  </a:cubicBezTo>
                  <a:cubicBezTo>
                    <a:pt x="119" y="27"/>
                    <a:pt x="118" y="27"/>
                    <a:pt x="116" y="27"/>
                  </a:cubicBezTo>
                  <a:cubicBezTo>
                    <a:pt x="115" y="27"/>
                    <a:pt x="115" y="28"/>
                    <a:pt x="114" y="28"/>
                  </a:cubicBezTo>
                  <a:cubicBezTo>
                    <a:pt x="103" y="39"/>
                    <a:pt x="103" y="39"/>
                    <a:pt x="103" y="39"/>
                  </a:cubicBezTo>
                  <a:cubicBezTo>
                    <a:pt x="102" y="40"/>
                    <a:pt x="102" y="42"/>
                    <a:pt x="103" y="43"/>
                  </a:cubicBezTo>
                  <a:cubicBezTo>
                    <a:pt x="108" y="50"/>
                    <a:pt x="112" y="57"/>
                    <a:pt x="113" y="66"/>
                  </a:cubicBezTo>
                  <a:cubicBezTo>
                    <a:pt x="113" y="67"/>
                    <a:pt x="114" y="68"/>
                    <a:pt x="116" y="68"/>
                  </a:cubicBezTo>
                  <a:cubicBezTo>
                    <a:pt x="128" y="68"/>
                    <a:pt x="128" y="68"/>
                    <a:pt x="128" y="68"/>
                  </a:cubicBezTo>
                  <a:cubicBezTo>
                    <a:pt x="129" y="68"/>
                    <a:pt x="131" y="67"/>
                    <a:pt x="131" y="66"/>
                  </a:cubicBezTo>
                  <a:cubicBezTo>
                    <a:pt x="131" y="65"/>
                    <a:pt x="133" y="64"/>
                    <a:pt x="134" y="64"/>
                  </a:cubicBezTo>
                  <a:cubicBezTo>
                    <a:pt x="136" y="64"/>
                    <a:pt x="136" y="65"/>
                    <a:pt x="136" y="67"/>
                  </a:cubicBezTo>
                  <a:cubicBezTo>
                    <a:pt x="136" y="76"/>
                    <a:pt x="136" y="76"/>
                    <a:pt x="136" y="7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59" name="Google Shape;859;p52"/>
            <p:cNvSpPr/>
            <p:nvPr/>
          </p:nvSpPr>
          <p:spPr>
            <a:xfrm>
              <a:off x="8121111" y="2869876"/>
              <a:ext cx="60552" cy="41835"/>
            </a:xfrm>
            <a:custGeom>
              <a:avLst/>
              <a:gdLst/>
              <a:ahLst/>
              <a:cxnLst/>
              <a:rect l="l" t="t" r="r" b="b"/>
              <a:pathLst>
                <a:path w="23" h="16" extrusionOk="0">
                  <a:moveTo>
                    <a:pt x="20" y="0"/>
                  </a:moveTo>
                  <a:cubicBezTo>
                    <a:pt x="18" y="1"/>
                    <a:pt x="17" y="2"/>
                    <a:pt x="17" y="4"/>
                  </a:cubicBezTo>
                  <a:cubicBezTo>
                    <a:pt x="17" y="4"/>
                    <a:pt x="17" y="4"/>
                    <a:pt x="17" y="4"/>
                  </a:cubicBezTo>
                  <a:cubicBezTo>
                    <a:pt x="17" y="7"/>
                    <a:pt x="15" y="10"/>
                    <a:pt x="11" y="10"/>
                  </a:cubicBezTo>
                  <a:cubicBezTo>
                    <a:pt x="8" y="10"/>
                    <a:pt x="5" y="7"/>
                    <a:pt x="5" y="4"/>
                  </a:cubicBezTo>
                  <a:cubicBezTo>
                    <a:pt x="5" y="4"/>
                    <a:pt x="5" y="4"/>
                    <a:pt x="5" y="4"/>
                  </a:cubicBezTo>
                  <a:cubicBezTo>
                    <a:pt x="5" y="2"/>
                    <a:pt x="4" y="1"/>
                    <a:pt x="3" y="1"/>
                  </a:cubicBezTo>
                  <a:cubicBezTo>
                    <a:pt x="1" y="1"/>
                    <a:pt x="0" y="2"/>
                    <a:pt x="0" y="3"/>
                  </a:cubicBezTo>
                  <a:cubicBezTo>
                    <a:pt x="0" y="4"/>
                    <a:pt x="0" y="4"/>
                    <a:pt x="0" y="4"/>
                  </a:cubicBezTo>
                  <a:cubicBezTo>
                    <a:pt x="0" y="11"/>
                    <a:pt x="5" y="16"/>
                    <a:pt x="11" y="16"/>
                  </a:cubicBezTo>
                  <a:cubicBezTo>
                    <a:pt x="18" y="16"/>
                    <a:pt x="23" y="11"/>
                    <a:pt x="23" y="4"/>
                  </a:cubicBezTo>
                  <a:cubicBezTo>
                    <a:pt x="23" y="4"/>
                    <a:pt x="23" y="3"/>
                    <a:pt x="23" y="3"/>
                  </a:cubicBezTo>
                  <a:cubicBezTo>
                    <a:pt x="22" y="1"/>
                    <a:pt x="21" y="0"/>
                    <a:pt x="20"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60" name="Google Shape;860;p52"/>
            <p:cNvSpPr/>
            <p:nvPr/>
          </p:nvSpPr>
          <p:spPr>
            <a:xfrm>
              <a:off x="8202580" y="2935932"/>
              <a:ext cx="59451" cy="57249"/>
            </a:xfrm>
            <a:custGeom>
              <a:avLst/>
              <a:gdLst/>
              <a:ahLst/>
              <a:cxnLst/>
              <a:rect l="l" t="t" r="r" b="b"/>
              <a:pathLst>
                <a:path w="23" h="22" extrusionOk="0">
                  <a:moveTo>
                    <a:pt x="11" y="0"/>
                  </a:moveTo>
                  <a:cubicBezTo>
                    <a:pt x="5" y="0"/>
                    <a:pt x="0" y="5"/>
                    <a:pt x="0" y="11"/>
                  </a:cubicBezTo>
                  <a:cubicBezTo>
                    <a:pt x="0" y="17"/>
                    <a:pt x="5" y="22"/>
                    <a:pt x="11" y="22"/>
                  </a:cubicBezTo>
                  <a:cubicBezTo>
                    <a:pt x="18" y="22"/>
                    <a:pt x="23" y="17"/>
                    <a:pt x="23" y="11"/>
                  </a:cubicBezTo>
                  <a:cubicBezTo>
                    <a:pt x="23" y="5"/>
                    <a:pt x="18" y="0"/>
                    <a:pt x="11" y="0"/>
                  </a:cubicBezTo>
                  <a:close/>
                  <a:moveTo>
                    <a:pt x="11" y="17"/>
                  </a:moveTo>
                  <a:cubicBezTo>
                    <a:pt x="8" y="17"/>
                    <a:pt x="5" y="14"/>
                    <a:pt x="5" y="11"/>
                  </a:cubicBezTo>
                  <a:cubicBezTo>
                    <a:pt x="5" y="8"/>
                    <a:pt x="8" y="5"/>
                    <a:pt x="11" y="5"/>
                  </a:cubicBezTo>
                  <a:cubicBezTo>
                    <a:pt x="15" y="5"/>
                    <a:pt x="17" y="8"/>
                    <a:pt x="17" y="11"/>
                  </a:cubicBezTo>
                  <a:cubicBezTo>
                    <a:pt x="17" y="14"/>
                    <a:pt x="15" y="17"/>
                    <a:pt x="11" y="1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61" name="Google Shape;861;p52"/>
            <p:cNvSpPr/>
            <p:nvPr/>
          </p:nvSpPr>
          <p:spPr>
            <a:xfrm>
              <a:off x="8121111" y="2943639"/>
              <a:ext cx="44038" cy="44037"/>
            </a:xfrm>
            <a:custGeom>
              <a:avLst/>
              <a:gdLst/>
              <a:ahLst/>
              <a:cxnLst/>
              <a:rect l="l" t="t" r="r" b="b"/>
              <a:pathLst>
                <a:path w="17" h="17" extrusionOk="0">
                  <a:moveTo>
                    <a:pt x="14" y="2"/>
                  </a:moveTo>
                  <a:cubicBezTo>
                    <a:pt x="12" y="1"/>
                    <a:pt x="10" y="0"/>
                    <a:pt x="8" y="0"/>
                  </a:cubicBezTo>
                  <a:cubicBezTo>
                    <a:pt x="3" y="1"/>
                    <a:pt x="0" y="5"/>
                    <a:pt x="0" y="10"/>
                  </a:cubicBezTo>
                  <a:cubicBezTo>
                    <a:pt x="1" y="14"/>
                    <a:pt x="4" y="17"/>
                    <a:pt x="9" y="17"/>
                  </a:cubicBezTo>
                  <a:cubicBezTo>
                    <a:pt x="9" y="17"/>
                    <a:pt x="9" y="17"/>
                    <a:pt x="10" y="17"/>
                  </a:cubicBezTo>
                  <a:cubicBezTo>
                    <a:pt x="14" y="17"/>
                    <a:pt x="17" y="13"/>
                    <a:pt x="17" y="8"/>
                  </a:cubicBezTo>
                  <a:cubicBezTo>
                    <a:pt x="17" y="6"/>
                    <a:pt x="16" y="4"/>
                    <a:pt x="14" y="2"/>
                  </a:cubicBezTo>
                  <a:close/>
                  <a:moveTo>
                    <a:pt x="9" y="12"/>
                  </a:moveTo>
                  <a:cubicBezTo>
                    <a:pt x="7" y="12"/>
                    <a:pt x="6" y="11"/>
                    <a:pt x="6" y="9"/>
                  </a:cubicBezTo>
                  <a:cubicBezTo>
                    <a:pt x="6" y="8"/>
                    <a:pt x="7" y="6"/>
                    <a:pt x="8" y="6"/>
                  </a:cubicBezTo>
                  <a:cubicBezTo>
                    <a:pt x="8" y="6"/>
                    <a:pt x="9" y="6"/>
                    <a:pt x="9" y="6"/>
                  </a:cubicBezTo>
                  <a:cubicBezTo>
                    <a:pt x="9" y="6"/>
                    <a:pt x="10" y="6"/>
                    <a:pt x="10" y="7"/>
                  </a:cubicBezTo>
                  <a:cubicBezTo>
                    <a:pt x="11" y="7"/>
                    <a:pt x="11" y="8"/>
                    <a:pt x="11" y="9"/>
                  </a:cubicBezTo>
                  <a:cubicBezTo>
                    <a:pt x="12" y="10"/>
                    <a:pt x="11" y="11"/>
                    <a:pt x="9"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62" name="Google Shape;862;p52"/>
            <p:cNvSpPr/>
            <p:nvPr/>
          </p:nvSpPr>
          <p:spPr>
            <a:xfrm>
              <a:off x="8214691" y="2856665"/>
              <a:ext cx="47340" cy="45138"/>
            </a:xfrm>
            <a:custGeom>
              <a:avLst/>
              <a:gdLst/>
              <a:ahLst/>
              <a:cxnLst/>
              <a:rect l="l" t="t" r="r" b="b"/>
              <a:pathLst>
                <a:path w="18" h="17" extrusionOk="0">
                  <a:moveTo>
                    <a:pt x="4" y="15"/>
                  </a:moveTo>
                  <a:cubicBezTo>
                    <a:pt x="5" y="16"/>
                    <a:pt x="7" y="17"/>
                    <a:pt x="9" y="17"/>
                  </a:cubicBezTo>
                  <a:cubicBezTo>
                    <a:pt x="9" y="17"/>
                    <a:pt x="9" y="17"/>
                    <a:pt x="10" y="17"/>
                  </a:cubicBezTo>
                  <a:cubicBezTo>
                    <a:pt x="14" y="16"/>
                    <a:pt x="18" y="12"/>
                    <a:pt x="17" y="8"/>
                  </a:cubicBezTo>
                  <a:cubicBezTo>
                    <a:pt x="17" y="3"/>
                    <a:pt x="13" y="0"/>
                    <a:pt x="8" y="0"/>
                  </a:cubicBezTo>
                  <a:cubicBezTo>
                    <a:pt x="6" y="0"/>
                    <a:pt x="4" y="1"/>
                    <a:pt x="2" y="3"/>
                  </a:cubicBezTo>
                  <a:cubicBezTo>
                    <a:pt x="1" y="5"/>
                    <a:pt x="0" y="7"/>
                    <a:pt x="1" y="9"/>
                  </a:cubicBezTo>
                  <a:cubicBezTo>
                    <a:pt x="1" y="12"/>
                    <a:pt x="2" y="14"/>
                    <a:pt x="4" y="15"/>
                  </a:cubicBezTo>
                  <a:close/>
                  <a:moveTo>
                    <a:pt x="7" y="7"/>
                  </a:moveTo>
                  <a:cubicBezTo>
                    <a:pt x="7" y="6"/>
                    <a:pt x="8" y="6"/>
                    <a:pt x="9" y="6"/>
                  </a:cubicBezTo>
                  <a:cubicBezTo>
                    <a:pt x="9" y="6"/>
                    <a:pt x="9" y="6"/>
                    <a:pt x="9" y="6"/>
                  </a:cubicBezTo>
                  <a:cubicBezTo>
                    <a:pt x="10" y="6"/>
                    <a:pt x="11" y="7"/>
                    <a:pt x="12" y="8"/>
                  </a:cubicBezTo>
                  <a:cubicBezTo>
                    <a:pt x="12" y="10"/>
                    <a:pt x="11" y="11"/>
                    <a:pt x="9" y="11"/>
                  </a:cubicBezTo>
                  <a:cubicBezTo>
                    <a:pt x="8" y="11"/>
                    <a:pt x="8" y="11"/>
                    <a:pt x="7" y="11"/>
                  </a:cubicBezTo>
                  <a:cubicBezTo>
                    <a:pt x="7" y="10"/>
                    <a:pt x="6" y="9"/>
                    <a:pt x="6" y="9"/>
                  </a:cubicBezTo>
                  <a:cubicBezTo>
                    <a:pt x="6" y="8"/>
                    <a:pt x="6" y="7"/>
                    <a:pt x="7" y="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63" name="Google Shape;863;p52"/>
            <p:cNvSpPr/>
            <p:nvPr/>
          </p:nvSpPr>
          <p:spPr>
            <a:xfrm>
              <a:off x="8142029" y="2852261"/>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64" name="Google Shape;864;p52"/>
            <p:cNvSpPr/>
            <p:nvPr/>
          </p:nvSpPr>
          <p:spPr>
            <a:xfrm>
              <a:off x="8191571" y="2835747"/>
              <a:ext cx="156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65" name="Google Shape;865;p52"/>
            <p:cNvSpPr/>
            <p:nvPr/>
          </p:nvSpPr>
          <p:spPr>
            <a:xfrm>
              <a:off x="8189369" y="2909510"/>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66" name="Google Shape;866;p52"/>
            <p:cNvSpPr/>
            <p:nvPr/>
          </p:nvSpPr>
          <p:spPr>
            <a:xfrm>
              <a:off x="8181663" y="2995383"/>
              <a:ext cx="156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67" name="Google Shape;867;p52"/>
            <p:cNvSpPr/>
            <p:nvPr/>
          </p:nvSpPr>
          <p:spPr>
            <a:xfrm>
              <a:off x="8269738" y="2924923"/>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68" name="Google Shape;868;p52"/>
            <p:cNvSpPr/>
            <p:nvPr/>
          </p:nvSpPr>
          <p:spPr>
            <a:xfrm>
              <a:off x="8097991" y="2922721"/>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69" name="Google Shape;869;p52"/>
          <p:cNvGrpSpPr/>
          <p:nvPr/>
        </p:nvGrpSpPr>
        <p:grpSpPr>
          <a:xfrm>
            <a:off x="7963818" y="3278848"/>
            <a:ext cx="362038" cy="331956"/>
            <a:chOff x="8089184" y="3338874"/>
            <a:chExt cx="371016" cy="340189"/>
          </a:xfrm>
        </p:grpSpPr>
        <p:sp>
          <p:nvSpPr>
            <p:cNvPr id="870" name="Google Shape;870;p52"/>
            <p:cNvSpPr/>
            <p:nvPr/>
          </p:nvSpPr>
          <p:spPr>
            <a:xfrm>
              <a:off x="8089184" y="3338874"/>
              <a:ext cx="371016" cy="340189"/>
            </a:xfrm>
            <a:custGeom>
              <a:avLst/>
              <a:gdLst/>
              <a:ahLst/>
              <a:cxnLst/>
              <a:rect l="l" t="t" r="r" b="b"/>
              <a:pathLst>
                <a:path w="142" h="130" extrusionOk="0">
                  <a:moveTo>
                    <a:pt x="134" y="0"/>
                  </a:moveTo>
                  <a:cubicBezTo>
                    <a:pt x="8" y="0"/>
                    <a:pt x="8" y="0"/>
                    <a:pt x="8" y="0"/>
                  </a:cubicBezTo>
                  <a:cubicBezTo>
                    <a:pt x="3" y="0"/>
                    <a:pt x="0" y="4"/>
                    <a:pt x="0" y="9"/>
                  </a:cubicBezTo>
                  <a:cubicBezTo>
                    <a:pt x="0" y="88"/>
                    <a:pt x="0" y="88"/>
                    <a:pt x="0" y="88"/>
                  </a:cubicBezTo>
                  <a:cubicBezTo>
                    <a:pt x="0" y="92"/>
                    <a:pt x="3" y="96"/>
                    <a:pt x="8" y="96"/>
                  </a:cubicBezTo>
                  <a:cubicBezTo>
                    <a:pt x="51" y="96"/>
                    <a:pt x="51" y="96"/>
                    <a:pt x="51" y="96"/>
                  </a:cubicBezTo>
                  <a:cubicBezTo>
                    <a:pt x="51" y="113"/>
                    <a:pt x="51" y="113"/>
                    <a:pt x="51" y="113"/>
                  </a:cubicBezTo>
                  <a:cubicBezTo>
                    <a:pt x="49" y="113"/>
                    <a:pt x="49" y="113"/>
                    <a:pt x="49" y="113"/>
                  </a:cubicBezTo>
                  <a:cubicBezTo>
                    <a:pt x="46" y="113"/>
                    <a:pt x="44" y="115"/>
                    <a:pt x="44" y="118"/>
                  </a:cubicBezTo>
                  <a:cubicBezTo>
                    <a:pt x="44" y="124"/>
                    <a:pt x="44" y="124"/>
                    <a:pt x="44" y="124"/>
                  </a:cubicBezTo>
                  <a:cubicBezTo>
                    <a:pt x="44" y="127"/>
                    <a:pt x="46" y="130"/>
                    <a:pt x="49" y="130"/>
                  </a:cubicBezTo>
                  <a:cubicBezTo>
                    <a:pt x="92" y="130"/>
                    <a:pt x="92" y="130"/>
                    <a:pt x="92" y="130"/>
                  </a:cubicBezTo>
                  <a:cubicBezTo>
                    <a:pt x="96" y="130"/>
                    <a:pt x="98" y="127"/>
                    <a:pt x="98" y="124"/>
                  </a:cubicBezTo>
                  <a:cubicBezTo>
                    <a:pt x="98" y="118"/>
                    <a:pt x="98" y="118"/>
                    <a:pt x="98" y="118"/>
                  </a:cubicBezTo>
                  <a:cubicBezTo>
                    <a:pt x="98" y="115"/>
                    <a:pt x="96" y="113"/>
                    <a:pt x="92" y="113"/>
                  </a:cubicBezTo>
                  <a:cubicBezTo>
                    <a:pt x="91" y="113"/>
                    <a:pt x="91" y="113"/>
                    <a:pt x="91" y="113"/>
                  </a:cubicBezTo>
                  <a:cubicBezTo>
                    <a:pt x="91" y="96"/>
                    <a:pt x="91" y="96"/>
                    <a:pt x="91" y="96"/>
                  </a:cubicBezTo>
                  <a:cubicBezTo>
                    <a:pt x="134" y="96"/>
                    <a:pt x="134" y="96"/>
                    <a:pt x="134" y="96"/>
                  </a:cubicBezTo>
                  <a:cubicBezTo>
                    <a:pt x="138" y="96"/>
                    <a:pt x="142" y="92"/>
                    <a:pt x="142" y="88"/>
                  </a:cubicBezTo>
                  <a:cubicBezTo>
                    <a:pt x="142" y="10"/>
                    <a:pt x="142" y="10"/>
                    <a:pt x="142" y="10"/>
                  </a:cubicBezTo>
                  <a:cubicBezTo>
                    <a:pt x="142" y="6"/>
                    <a:pt x="138" y="1"/>
                    <a:pt x="134" y="0"/>
                  </a:cubicBezTo>
                  <a:close/>
                  <a:moveTo>
                    <a:pt x="92" y="124"/>
                  </a:moveTo>
                  <a:cubicBezTo>
                    <a:pt x="49" y="124"/>
                    <a:pt x="49" y="124"/>
                    <a:pt x="49" y="124"/>
                  </a:cubicBezTo>
                  <a:cubicBezTo>
                    <a:pt x="49" y="118"/>
                    <a:pt x="49" y="118"/>
                    <a:pt x="49" y="118"/>
                  </a:cubicBezTo>
                  <a:cubicBezTo>
                    <a:pt x="92" y="118"/>
                    <a:pt x="92" y="118"/>
                    <a:pt x="92" y="118"/>
                  </a:cubicBezTo>
                  <a:lnTo>
                    <a:pt x="92" y="124"/>
                  </a:lnTo>
                  <a:close/>
                  <a:moveTo>
                    <a:pt x="8" y="6"/>
                  </a:moveTo>
                  <a:cubicBezTo>
                    <a:pt x="134" y="6"/>
                    <a:pt x="134" y="6"/>
                    <a:pt x="134" y="6"/>
                  </a:cubicBezTo>
                  <a:cubicBezTo>
                    <a:pt x="135" y="6"/>
                    <a:pt x="136" y="7"/>
                    <a:pt x="136" y="9"/>
                  </a:cubicBezTo>
                  <a:cubicBezTo>
                    <a:pt x="136" y="15"/>
                    <a:pt x="136" y="15"/>
                    <a:pt x="136" y="15"/>
                  </a:cubicBezTo>
                  <a:cubicBezTo>
                    <a:pt x="5" y="15"/>
                    <a:pt x="5" y="15"/>
                    <a:pt x="5" y="15"/>
                  </a:cubicBezTo>
                  <a:cubicBezTo>
                    <a:pt x="5" y="9"/>
                    <a:pt x="5" y="9"/>
                    <a:pt x="5" y="9"/>
                  </a:cubicBezTo>
                  <a:cubicBezTo>
                    <a:pt x="5" y="8"/>
                    <a:pt x="6" y="6"/>
                    <a:pt x="8" y="6"/>
                  </a:cubicBezTo>
                  <a:close/>
                  <a:moveTo>
                    <a:pt x="85" y="113"/>
                  </a:moveTo>
                  <a:cubicBezTo>
                    <a:pt x="56" y="113"/>
                    <a:pt x="56" y="113"/>
                    <a:pt x="56" y="113"/>
                  </a:cubicBezTo>
                  <a:cubicBezTo>
                    <a:pt x="56" y="96"/>
                    <a:pt x="56" y="96"/>
                    <a:pt x="56" y="96"/>
                  </a:cubicBezTo>
                  <a:cubicBezTo>
                    <a:pt x="85" y="96"/>
                    <a:pt x="85" y="96"/>
                    <a:pt x="85" y="96"/>
                  </a:cubicBezTo>
                  <a:lnTo>
                    <a:pt x="85" y="113"/>
                  </a:lnTo>
                  <a:close/>
                  <a:moveTo>
                    <a:pt x="134" y="90"/>
                  </a:moveTo>
                  <a:cubicBezTo>
                    <a:pt x="8" y="90"/>
                    <a:pt x="8" y="90"/>
                    <a:pt x="8" y="90"/>
                  </a:cubicBezTo>
                  <a:cubicBezTo>
                    <a:pt x="6" y="90"/>
                    <a:pt x="5" y="89"/>
                    <a:pt x="5" y="88"/>
                  </a:cubicBezTo>
                  <a:cubicBezTo>
                    <a:pt x="5" y="82"/>
                    <a:pt x="5" y="82"/>
                    <a:pt x="5" y="82"/>
                  </a:cubicBezTo>
                  <a:cubicBezTo>
                    <a:pt x="58" y="82"/>
                    <a:pt x="58" y="82"/>
                    <a:pt x="58" y="82"/>
                  </a:cubicBezTo>
                  <a:cubicBezTo>
                    <a:pt x="59" y="82"/>
                    <a:pt x="61" y="81"/>
                    <a:pt x="61" y="80"/>
                  </a:cubicBezTo>
                  <a:cubicBezTo>
                    <a:pt x="61" y="78"/>
                    <a:pt x="60" y="76"/>
                    <a:pt x="58" y="76"/>
                  </a:cubicBezTo>
                  <a:cubicBezTo>
                    <a:pt x="5" y="76"/>
                    <a:pt x="5" y="76"/>
                    <a:pt x="5" y="76"/>
                  </a:cubicBezTo>
                  <a:cubicBezTo>
                    <a:pt x="5" y="20"/>
                    <a:pt x="5" y="20"/>
                    <a:pt x="5" y="20"/>
                  </a:cubicBezTo>
                  <a:cubicBezTo>
                    <a:pt x="136" y="20"/>
                    <a:pt x="136" y="20"/>
                    <a:pt x="136" y="20"/>
                  </a:cubicBezTo>
                  <a:cubicBezTo>
                    <a:pt x="136" y="76"/>
                    <a:pt x="136" y="76"/>
                    <a:pt x="136" y="76"/>
                  </a:cubicBezTo>
                  <a:cubicBezTo>
                    <a:pt x="83" y="76"/>
                    <a:pt x="83" y="76"/>
                    <a:pt x="83" y="76"/>
                  </a:cubicBezTo>
                  <a:cubicBezTo>
                    <a:pt x="82" y="76"/>
                    <a:pt x="81" y="77"/>
                    <a:pt x="81" y="78"/>
                  </a:cubicBezTo>
                  <a:cubicBezTo>
                    <a:pt x="80" y="80"/>
                    <a:pt x="82" y="82"/>
                    <a:pt x="83" y="82"/>
                  </a:cubicBezTo>
                  <a:cubicBezTo>
                    <a:pt x="136" y="82"/>
                    <a:pt x="136" y="82"/>
                    <a:pt x="136" y="82"/>
                  </a:cubicBezTo>
                  <a:cubicBezTo>
                    <a:pt x="136" y="88"/>
                    <a:pt x="136" y="88"/>
                    <a:pt x="136" y="88"/>
                  </a:cubicBezTo>
                  <a:cubicBezTo>
                    <a:pt x="136" y="89"/>
                    <a:pt x="135" y="90"/>
                    <a:pt x="134" y="9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71" name="Google Shape;871;p52"/>
            <p:cNvSpPr/>
            <p:nvPr/>
          </p:nvSpPr>
          <p:spPr>
            <a:xfrm>
              <a:off x="8222397" y="3409334"/>
              <a:ext cx="104589" cy="106790"/>
            </a:xfrm>
            <a:custGeom>
              <a:avLst/>
              <a:gdLst/>
              <a:ahLst/>
              <a:cxnLst/>
              <a:rect l="l" t="t" r="r" b="b"/>
              <a:pathLst>
                <a:path w="40" h="41" extrusionOk="0">
                  <a:moveTo>
                    <a:pt x="36" y="21"/>
                  </a:moveTo>
                  <a:cubicBezTo>
                    <a:pt x="38" y="19"/>
                    <a:pt x="40" y="16"/>
                    <a:pt x="40" y="13"/>
                  </a:cubicBezTo>
                  <a:cubicBezTo>
                    <a:pt x="40" y="10"/>
                    <a:pt x="38" y="7"/>
                    <a:pt x="36" y="5"/>
                  </a:cubicBezTo>
                  <a:cubicBezTo>
                    <a:pt x="32" y="0"/>
                    <a:pt x="24" y="0"/>
                    <a:pt x="20" y="5"/>
                  </a:cubicBezTo>
                  <a:cubicBezTo>
                    <a:pt x="3" y="21"/>
                    <a:pt x="3" y="21"/>
                    <a:pt x="3" y="21"/>
                  </a:cubicBezTo>
                  <a:cubicBezTo>
                    <a:pt x="1" y="24"/>
                    <a:pt x="0" y="26"/>
                    <a:pt x="0" y="30"/>
                  </a:cubicBezTo>
                  <a:cubicBezTo>
                    <a:pt x="0" y="33"/>
                    <a:pt x="1" y="35"/>
                    <a:pt x="3" y="38"/>
                  </a:cubicBezTo>
                  <a:cubicBezTo>
                    <a:pt x="6" y="40"/>
                    <a:pt x="8" y="41"/>
                    <a:pt x="11" y="41"/>
                  </a:cubicBezTo>
                  <a:cubicBezTo>
                    <a:pt x="15" y="41"/>
                    <a:pt x="17" y="40"/>
                    <a:pt x="20" y="38"/>
                  </a:cubicBezTo>
                  <a:lnTo>
                    <a:pt x="36" y="21"/>
                  </a:lnTo>
                  <a:close/>
                  <a:moveTo>
                    <a:pt x="24" y="9"/>
                  </a:moveTo>
                  <a:cubicBezTo>
                    <a:pt x="25" y="8"/>
                    <a:pt x="27" y="7"/>
                    <a:pt x="28" y="7"/>
                  </a:cubicBezTo>
                  <a:cubicBezTo>
                    <a:pt x="30" y="7"/>
                    <a:pt x="31" y="8"/>
                    <a:pt x="32" y="9"/>
                  </a:cubicBezTo>
                  <a:cubicBezTo>
                    <a:pt x="33" y="10"/>
                    <a:pt x="34" y="11"/>
                    <a:pt x="34" y="13"/>
                  </a:cubicBezTo>
                  <a:cubicBezTo>
                    <a:pt x="34" y="14"/>
                    <a:pt x="33" y="16"/>
                    <a:pt x="32" y="17"/>
                  </a:cubicBezTo>
                  <a:cubicBezTo>
                    <a:pt x="26" y="23"/>
                    <a:pt x="26" y="23"/>
                    <a:pt x="26" y="23"/>
                  </a:cubicBezTo>
                  <a:cubicBezTo>
                    <a:pt x="18" y="15"/>
                    <a:pt x="18" y="15"/>
                    <a:pt x="18" y="15"/>
                  </a:cubicBezTo>
                  <a:lnTo>
                    <a:pt x="24" y="9"/>
                  </a:lnTo>
                  <a:close/>
                  <a:moveTo>
                    <a:pt x="11" y="35"/>
                  </a:moveTo>
                  <a:cubicBezTo>
                    <a:pt x="10" y="35"/>
                    <a:pt x="8" y="35"/>
                    <a:pt x="7" y="34"/>
                  </a:cubicBezTo>
                  <a:cubicBezTo>
                    <a:pt x="5" y="31"/>
                    <a:pt x="5" y="28"/>
                    <a:pt x="7" y="25"/>
                  </a:cubicBezTo>
                  <a:cubicBezTo>
                    <a:pt x="14" y="19"/>
                    <a:pt x="14" y="19"/>
                    <a:pt x="14" y="19"/>
                  </a:cubicBezTo>
                  <a:cubicBezTo>
                    <a:pt x="22" y="27"/>
                    <a:pt x="22" y="27"/>
                    <a:pt x="22" y="27"/>
                  </a:cubicBezTo>
                  <a:cubicBezTo>
                    <a:pt x="16" y="34"/>
                    <a:pt x="16" y="34"/>
                    <a:pt x="16" y="34"/>
                  </a:cubicBezTo>
                  <a:cubicBezTo>
                    <a:pt x="15" y="35"/>
                    <a:pt x="13" y="35"/>
                    <a:pt x="11" y="3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72" name="Google Shape;872;p52"/>
            <p:cNvSpPr/>
            <p:nvPr/>
          </p:nvSpPr>
          <p:spPr>
            <a:xfrm>
              <a:off x="8306069" y="3451169"/>
              <a:ext cx="112296" cy="55047"/>
            </a:xfrm>
            <a:custGeom>
              <a:avLst/>
              <a:gdLst/>
              <a:ahLst/>
              <a:cxnLst/>
              <a:rect l="l" t="t" r="r" b="b"/>
              <a:pathLst>
                <a:path w="43" h="21" extrusionOk="0">
                  <a:moveTo>
                    <a:pt x="3" y="16"/>
                  </a:moveTo>
                  <a:cubicBezTo>
                    <a:pt x="1" y="16"/>
                    <a:pt x="0" y="17"/>
                    <a:pt x="0" y="19"/>
                  </a:cubicBezTo>
                  <a:cubicBezTo>
                    <a:pt x="0" y="20"/>
                    <a:pt x="2" y="21"/>
                    <a:pt x="3" y="21"/>
                  </a:cubicBezTo>
                  <a:cubicBezTo>
                    <a:pt x="22" y="21"/>
                    <a:pt x="22" y="21"/>
                    <a:pt x="22" y="21"/>
                  </a:cubicBezTo>
                  <a:cubicBezTo>
                    <a:pt x="23" y="21"/>
                    <a:pt x="23" y="21"/>
                    <a:pt x="24" y="21"/>
                  </a:cubicBezTo>
                  <a:cubicBezTo>
                    <a:pt x="30" y="16"/>
                    <a:pt x="30" y="16"/>
                    <a:pt x="30" y="16"/>
                  </a:cubicBezTo>
                  <a:cubicBezTo>
                    <a:pt x="31" y="17"/>
                    <a:pt x="33" y="17"/>
                    <a:pt x="35" y="17"/>
                  </a:cubicBezTo>
                  <a:cubicBezTo>
                    <a:pt x="39" y="17"/>
                    <a:pt x="42" y="13"/>
                    <a:pt x="42" y="9"/>
                  </a:cubicBezTo>
                  <a:cubicBezTo>
                    <a:pt x="43" y="4"/>
                    <a:pt x="38" y="0"/>
                    <a:pt x="33" y="0"/>
                  </a:cubicBezTo>
                  <a:cubicBezTo>
                    <a:pt x="29" y="1"/>
                    <a:pt x="26" y="4"/>
                    <a:pt x="26" y="8"/>
                  </a:cubicBezTo>
                  <a:cubicBezTo>
                    <a:pt x="25" y="9"/>
                    <a:pt x="26" y="11"/>
                    <a:pt x="26" y="12"/>
                  </a:cubicBezTo>
                  <a:cubicBezTo>
                    <a:pt x="21" y="16"/>
                    <a:pt x="21" y="16"/>
                    <a:pt x="21" y="16"/>
                  </a:cubicBezTo>
                  <a:lnTo>
                    <a:pt x="3" y="16"/>
                  </a:lnTo>
                  <a:close/>
                  <a:moveTo>
                    <a:pt x="34" y="6"/>
                  </a:moveTo>
                  <a:cubicBezTo>
                    <a:pt x="35" y="6"/>
                    <a:pt x="37" y="7"/>
                    <a:pt x="37" y="9"/>
                  </a:cubicBezTo>
                  <a:cubicBezTo>
                    <a:pt x="37" y="10"/>
                    <a:pt x="35" y="11"/>
                    <a:pt x="34" y="11"/>
                  </a:cubicBezTo>
                  <a:cubicBezTo>
                    <a:pt x="32" y="11"/>
                    <a:pt x="31" y="10"/>
                    <a:pt x="31" y="9"/>
                  </a:cubicBezTo>
                  <a:cubicBezTo>
                    <a:pt x="31" y="7"/>
                    <a:pt x="32" y="6"/>
                    <a:pt x="34" y="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73" name="Google Shape;873;p52"/>
            <p:cNvSpPr/>
            <p:nvPr/>
          </p:nvSpPr>
          <p:spPr>
            <a:xfrm>
              <a:off x="8131020" y="3417040"/>
              <a:ext cx="112296" cy="55047"/>
            </a:xfrm>
            <a:custGeom>
              <a:avLst/>
              <a:gdLst/>
              <a:ahLst/>
              <a:cxnLst/>
              <a:rect l="l" t="t" r="r" b="b"/>
              <a:pathLst>
                <a:path w="43" h="21" extrusionOk="0">
                  <a:moveTo>
                    <a:pt x="40" y="6"/>
                  </a:moveTo>
                  <a:cubicBezTo>
                    <a:pt x="41" y="6"/>
                    <a:pt x="43" y="4"/>
                    <a:pt x="42" y="2"/>
                  </a:cubicBezTo>
                  <a:cubicBezTo>
                    <a:pt x="42" y="1"/>
                    <a:pt x="41" y="0"/>
                    <a:pt x="40" y="0"/>
                  </a:cubicBezTo>
                  <a:cubicBezTo>
                    <a:pt x="20" y="0"/>
                    <a:pt x="20" y="0"/>
                    <a:pt x="20" y="0"/>
                  </a:cubicBezTo>
                  <a:cubicBezTo>
                    <a:pt x="20" y="0"/>
                    <a:pt x="19" y="0"/>
                    <a:pt x="19" y="1"/>
                  </a:cubicBezTo>
                  <a:cubicBezTo>
                    <a:pt x="13" y="5"/>
                    <a:pt x="13" y="5"/>
                    <a:pt x="13" y="5"/>
                  </a:cubicBezTo>
                  <a:cubicBezTo>
                    <a:pt x="11" y="4"/>
                    <a:pt x="10" y="4"/>
                    <a:pt x="8" y="4"/>
                  </a:cubicBezTo>
                  <a:cubicBezTo>
                    <a:pt x="4" y="4"/>
                    <a:pt x="1" y="8"/>
                    <a:pt x="0" y="12"/>
                  </a:cubicBezTo>
                  <a:cubicBezTo>
                    <a:pt x="0" y="17"/>
                    <a:pt x="4" y="21"/>
                    <a:pt x="9" y="21"/>
                  </a:cubicBezTo>
                  <a:cubicBezTo>
                    <a:pt x="13" y="20"/>
                    <a:pt x="17" y="17"/>
                    <a:pt x="17" y="13"/>
                  </a:cubicBezTo>
                  <a:cubicBezTo>
                    <a:pt x="17" y="12"/>
                    <a:pt x="17" y="10"/>
                    <a:pt x="16" y="9"/>
                  </a:cubicBezTo>
                  <a:cubicBezTo>
                    <a:pt x="21" y="6"/>
                    <a:pt x="21" y="6"/>
                    <a:pt x="21" y="6"/>
                  </a:cubicBezTo>
                  <a:cubicBezTo>
                    <a:pt x="40" y="6"/>
                    <a:pt x="40" y="6"/>
                    <a:pt x="40" y="6"/>
                  </a:cubicBezTo>
                  <a:close/>
                  <a:moveTo>
                    <a:pt x="9" y="15"/>
                  </a:moveTo>
                  <a:cubicBezTo>
                    <a:pt x="7" y="15"/>
                    <a:pt x="6" y="14"/>
                    <a:pt x="6" y="12"/>
                  </a:cubicBezTo>
                  <a:cubicBezTo>
                    <a:pt x="6" y="11"/>
                    <a:pt x="7" y="10"/>
                    <a:pt x="9" y="10"/>
                  </a:cubicBezTo>
                  <a:cubicBezTo>
                    <a:pt x="10" y="10"/>
                    <a:pt x="11" y="11"/>
                    <a:pt x="11" y="12"/>
                  </a:cubicBezTo>
                  <a:cubicBezTo>
                    <a:pt x="11" y="14"/>
                    <a:pt x="10" y="15"/>
                    <a:pt x="9" y="1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74" name="Google Shape;874;p52"/>
            <p:cNvSpPr/>
            <p:nvPr/>
          </p:nvSpPr>
          <p:spPr>
            <a:xfrm>
              <a:off x="8267536" y="3537042"/>
              <a:ext cx="156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75" name="Google Shape;875;p52"/>
          <p:cNvGrpSpPr/>
          <p:nvPr/>
        </p:nvGrpSpPr>
        <p:grpSpPr>
          <a:xfrm>
            <a:off x="7121570" y="3288517"/>
            <a:ext cx="364186" cy="311544"/>
            <a:chOff x="7222746" y="3348783"/>
            <a:chExt cx="373218" cy="319270"/>
          </a:xfrm>
        </p:grpSpPr>
        <p:sp>
          <p:nvSpPr>
            <p:cNvPr id="876" name="Google Shape;876;p52"/>
            <p:cNvSpPr/>
            <p:nvPr/>
          </p:nvSpPr>
          <p:spPr>
            <a:xfrm>
              <a:off x="7222746" y="3348783"/>
              <a:ext cx="373218" cy="319270"/>
            </a:xfrm>
            <a:custGeom>
              <a:avLst/>
              <a:gdLst/>
              <a:ahLst/>
              <a:cxnLst/>
              <a:rect l="l" t="t" r="r" b="b"/>
              <a:pathLst>
                <a:path w="143" h="122" extrusionOk="0">
                  <a:moveTo>
                    <a:pt x="139" y="61"/>
                  </a:moveTo>
                  <a:cubicBezTo>
                    <a:pt x="139" y="21"/>
                    <a:pt x="139" y="21"/>
                    <a:pt x="139" y="21"/>
                  </a:cubicBezTo>
                  <a:cubicBezTo>
                    <a:pt x="141" y="20"/>
                    <a:pt x="142" y="19"/>
                    <a:pt x="142" y="16"/>
                  </a:cubicBezTo>
                  <a:cubicBezTo>
                    <a:pt x="142" y="6"/>
                    <a:pt x="142" y="6"/>
                    <a:pt x="142" y="6"/>
                  </a:cubicBezTo>
                  <a:cubicBezTo>
                    <a:pt x="142" y="3"/>
                    <a:pt x="140" y="0"/>
                    <a:pt x="137" y="0"/>
                  </a:cubicBezTo>
                  <a:cubicBezTo>
                    <a:pt x="119" y="0"/>
                    <a:pt x="119" y="0"/>
                    <a:pt x="119" y="0"/>
                  </a:cubicBezTo>
                  <a:cubicBezTo>
                    <a:pt x="115" y="0"/>
                    <a:pt x="113" y="3"/>
                    <a:pt x="113" y="6"/>
                  </a:cubicBezTo>
                  <a:cubicBezTo>
                    <a:pt x="113" y="16"/>
                    <a:pt x="113" y="16"/>
                    <a:pt x="113" y="16"/>
                  </a:cubicBezTo>
                  <a:cubicBezTo>
                    <a:pt x="113" y="19"/>
                    <a:pt x="114" y="21"/>
                    <a:pt x="116" y="21"/>
                  </a:cubicBezTo>
                  <a:cubicBezTo>
                    <a:pt x="116" y="61"/>
                    <a:pt x="116" y="61"/>
                    <a:pt x="116" y="61"/>
                  </a:cubicBezTo>
                  <a:cubicBezTo>
                    <a:pt x="102" y="61"/>
                    <a:pt x="102" y="61"/>
                    <a:pt x="102" y="61"/>
                  </a:cubicBezTo>
                  <a:cubicBezTo>
                    <a:pt x="102" y="21"/>
                    <a:pt x="102" y="21"/>
                    <a:pt x="102" y="21"/>
                  </a:cubicBezTo>
                  <a:cubicBezTo>
                    <a:pt x="103" y="21"/>
                    <a:pt x="105" y="19"/>
                    <a:pt x="105" y="16"/>
                  </a:cubicBezTo>
                  <a:cubicBezTo>
                    <a:pt x="105" y="6"/>
                    <a:pt x="105" y="6"/>
                    <a:pt x="105" y="6"/>
                  </a:cubicBezTo>
                  <a:cubicBezTo>
                    <a:pt x="105" y="3"/>
                    <a:pt x="102" y="0"/>
                    <a:pt x="99" y="0"/>
                  </a:cubicBezTo>
                  <a:cubicBezTo>
                    <a:pt x="81" y="0"/>
                    <a:pt x="81" y="0"/>
                    <a:pt x="81" y="0"/>
                  </a:cubicBezTo>
                  <a:cubicBezTo>
                    <a:pt x="78" y="0"/>
                    <a:pt x="75" y="3"/>
                    <a:pt x="75" y="6"/>
                  </a:cubicBezTo>
                  <a:cubicBezTo>
                    <a:pt x="75" y="16"/>
                    <a:pt x="75" y="16"/>
                    <a:pt x="75" y="16"/>
                  </a:cubicBezTo>
                  <a:cubicBezTo>
                    <a:pt x="75" y="19"/>
                    <a:pt x="77" y="21"/>
                    <a:pt x="79" y="21"/>
                  </a:cubicBezTo>
                  <a:cubicBezTo>
                    <a:pt x="79" y="61"/>
                    <a:pt x="79" y="61"/>
                    <a:pt x="79" y="61"/>
                  </a:cubicBezTo>
                  <a:cubicBezTo>
                    <a:pt x="64" y="61"/>
                    <a:pt x="64" y="61"/>
                    <a:pt x="64" y="61"/>
                  </a:cubicBezTo>
                  <a:cubicBezTo>
                    <a:pt x="64" y="21"/>
                    <a:pt x="64" y="21"/>
                    <a:pt x="64" y="21"/>
                  </a:cubicBezTo>
                  <a:cubicBezTo>
                    <a:pt x="66" y="21"/>
                    <a:pt x="67" y="19"/>
                    <a:pt x="67" y="16"/>
                  </a:cubicBezTo>
                  <a:cubicBezTo>
                    <a:pt x="67" y="6"/>
                    <a:pt x="67" y="6"/>
                    <a:pt x="67" y="6"/>
                  </a:cubicBezTo>
                  <a:cubicBezTo>
                    <a:pt x="67" y="3"/>
                    <a:pt x="65" y="0"/>
                    <a:pt x="62" y="0"/>
                  </a:cubicBezTo>
                  <a:cubicBezTo>
                    <a:pt x="43" y="0"/>
                    <a:pt x="43" y="0"/>
                    <a:pt x="43" y="0"/>
                  </a:cubicBezTo>
                  <a:cubicBezTo>
                    <a:pt x="40" y="0"/>
                    <a:pt x="38" y="3"/>
                    <a:pt x="38" y="6"/>
                  </a:cubicBezTo>
                  <a:cubicBezTo>
                    <a:pt x="38" y="16"/>
                    <a:pt x="38" y="16"/>
                    <a:pt x="38" y="16"/>
                  </a:cubicBezTo>
                  <a:cubicBezTo>
                    <a:pt x="38" y="19"/>
                    <a:pt x="39" y="21"/>
                    <a:pt x="41" y="21"/>
                  </a:cubicBezTo>
                  <a:cubicBezTo>
                    <a:pt x="41" y="61"/>
                    <a:pt x="41" y="61"/>
                    <a:pt x="41" y="61"/>
                  </a:cubicBezTo>
                  <a:cubicBezTo>
                    <a:pt x="27" y="61"/>
                    <a:pt x="27" y="61"/>
                    <a:pt x="27" y="61"/>
                  </a:cubicBezTo>
                  <a:cubicBezTo>
                    <a:pt x="27" y="21"/>
                    <a:pt x="27" y="21"/>
                    <a:pt x="27" y="21"/>
                  </a:cubicBezTo>
                  <a:cubicBezTo>
                    <a:pt x="29" y="21"/>
                    <a:pt x="30" y="19"/>
                    <a:pt x="30" y="16"/>
                  </a:cubicBezTo>
                  <a:cubicBezTo>
                    <a:pt x="30" y="6"/>
                    <a:pt x="30" y="6"/>
                    <a:pt x="30" y="6"/>
                  </a:cubicBezTo>
                  <a:cubicBezTo>
                    <a:pt x="30" y="3"/>
                    <a:pt x="28" y="0"/>
                    <a:pt x="24" y="0"/>
                  </a:cubicBezTo>
                  <a:cubicBezTo>
                    <a:pt x="6" y="0"/>
                    <a:pt x="6" y="0"/>
                    <a:pt x="6" y="0"/>
                  </a:cubicBezTo>
                  <a:cubicBezTo>
                    <a:pt x="3" y="0"/>
                    <a:pt x="1" y="3"/>
                    <a:pt x="1" y="6"/>
                  </a:cubicBezTo>
                  <a:cubicBezTo>
                    <a:pt x="1" y="16"/>
                    <a:pt x="1" y="16"/>
                    <a:pt x="1" y="16"/>
                  </a:cubicBezTo>
                  <a:cubicBezTo>
                    <a:pt x="1" y="19"/>
                    <a:pt x="2" y="20"/>
                    <a:pt x="4" y="21"/>
                  </a:cubicBezTo>
                  <a:cubicBezTo>
                    <a:pt x="4" y="61"/>
                    <a:pt x="4" y="61"/>
                    <a:pt x="4" y="61"/>
                  </a:cubicBezTo>
                  <a:cubicBezTo>
                    <a:pt x="2" y="62"/>
                    <a:pt x="0" y="64"/>
                    <a:pt x="0" y="67"/>
                  </a:cubicBezTo>
                  <a:cubicBezTo>
                    <a:pt x="0" y="116"/>
                    <a:pt x="0" y="116"/>
                    <a:pt x="0" y="116"/>
                  </a:cubicBezTo>
                  <a:cubicBezTo>
                    <a:pt x="0" y="119"/>
                    <a:pt x="3" y="122"/>
                    <a:pt x="6" y="122"/>
                  </a:cubicBezTo>
                  <a:cubicBezTo>
                    <a:pt x="24" y="122"/>
                    <a:pt x="24" y="122"/>
                    <a:pt x="24" y="122"/>
                  </a:cubicBezTo>
                  <a:cubicBezTo>
                    <a:pt x="27" y="122"/>
                    <a:pt x="29" y="119"/>
                    <a:pt x="29" y="116"/>
                  </a:cubicBezTo>
                  <a:cubicBezTo>
                    <a:pt x="29" y="110"/>
                    <a:pt x="29" y="110"/>
                    <a:pt x="29" y="110"/>
                  </a:cubicBezTo>
                  <a:cubicBezTo>
                    <a:pt x="59" y="110"/>
                    <a:pt x="59" y="110"/>
                    <a:pt x="59" y="110"/>
                  </a:cubicBezTo>
                  <a:cubicBezTo>
                    <a:pt x="60" y="110"/>
                    <a:pt x="62" y="109"/>
                    <a:pt x="62" y="108"/>
                  </a:cubicBezTo>
                  <a:cubicBezTo>
                    <a:pt x="62" y="106"/>
                    <a:pt x="61" y="105"/>
                    <a:pt x="59" y="105"/>
                  </a:cubicBezTo>
                  <a:cubicBezTo>
                    <a:pt x="6" y="105"/>
                    <a:pt x="6" y="105"/>
                    <a:pt x="6" y="105"/>
                  </a:cubicBezTo>
                  <a:cubicBezTo>
                    <a:pt x="6" y="67"/>
                    <a:pt x="6" y="67"/>
                    <a:pt x="6" y="67"/>
                  </a:cubicBezTo>
                  <a:cubicBezTo>
                    <a:pt x="137" y="67"/>
                    <a:pt x="137" y="67"/>
                    <a:pt x="137" y="67"/>
                  </a:cubicBezTo>
                  <a:cubicBezTo>
                    <a:pt x="137" y="105"/>
                    <a:pt x="137" y="105"/>
                    <a:pt x="137" y="105"/>
                  </a:cubicBezTo>
                  <a:cubicBezTo>
                    <a:pt x="84" y="105"/>
                    <a:pt x="84" y="105"/>
                    <a:pt x="84" y="105"/>
                  </a:cubicBezTo>
                  <a:cubicBezTo>
                    <a:pt x="83" y="105"/>
                    <a:pt x="82" y="106"/>
                    <a:pt x="81" y="107"/>
                  </a:cubicBezTo>
                  <a:cubicBezTo>
                    <a:pt x="81" y="109"/>
                    <a:pt x="82" y="110"/>
                    <a:pt x="84" y="110"/>
                  </a:cubicBezTo>
                  <a:cubicBezTo>
                    <a:pt x="113" y="110"/>
                    <a:pt x="113" y="110"/>
                    <a:pt x="113" y="110"/>
                  </a:cubicBezTo>
                  <a:cubicBezTo>
                    <a:pt x="113" y="116"/>
                    <a:pt x="113" y="116"/>
                    <a:pt x="113" y="116"/>
                  </a:cubicBezTo>
                  <a:cubicBezTo>
                    <a:pt x="113" y="119"/>
                    <a:pt x="116" y="122"/>
                    <a:pt x="119" y="122"/>
                  </a:cubicBezTo>
                  <a:cubicBezTo>
                    <a:pt x="137" y="122"/>
                    <a:pt x="137" y="122"/>
                    <a:pt x="137" y="122"/>
                  </a:cubicBezTo>
                  <a:cubicBezTo>
                    <a:pt x="140" y="122"/>
                    <a:pt x="143" y="119"/>
                    <a:pt x="143" y="116"/>
                  </a:cubicBezTo>
                  <a:cubicBezTo>
                    <a:pt x="143" y="67"/>
                    <a:pt x="143" y="67"/>
                    <a:pt x="143" y="67"/>
                  </a:cubicBezTo>
                  <a:cubicBezTo>
                    <a:pt x="143" y="64"/>
                    <a:pt x="141" y="62"/>
                    <a:pt x="139" y="61"/>
                  </a:cubicBezTo>
                  <a:close/>
                  <a:moveTo>
                    <a:pt x="122" y="22"/>
                  </a:moveTo>
                  <a:cubicBezTo>
                    <a:pt x="134" y="22"/>
                    <a:pt x="134" y="22"/>
                    <a:pt x="134" y="22"/>
                  </a:cubicBezTo>
                  <a:cubicBezTo>
                    <a:pt x="134" y="39"/>
                    <a:pt x="134" y="39"/>
                    <a:pt x="134" y="39"/>
                  </a:cubicBezTo>
                  <a:cubicBezTo>
                    <a:pt x="122" y="39"/>
                    <a:pt x="122" y="39"/>
                    <a:pt x="122" y="39"/>
                  </a:cubicBezTo>
                  <a:lnTo>
                    <a:pt x="122" y="22"/>
                  </a:lnTo>
                  <a:close/>
                  <a:moveTo>
                    <a:pt x="119" y="6"/>
                  </a:moveTo>
                  <a:cubicBezTo>
                    <a:pt x="137" y="6"/>
                    <a:pt x="137" y="6"/>
                    <a:pt x="137" y="6"/>
                  </a:cubicBezTo>
                  <a:cubicBezTo>
                    <a:pt x="137" y="16"/>
                    <a:pt x="137" y="16"/>
                    <a:pt x="137" y="16"/>
                  </a:cubicBezTo>
                  <a:cubicBezTo>
                    <a:pt x="119" y="16"/>
                    <a:pt x="119" y="16"/>
                    <a:pt x="119" y="16"/>
                  </a:cubicBezTo>
                  <a:lnTo>
                    <a:pt x="119" y="6"/>
                  </a:lnTo>
                  <a:close/>
                  <a:moveTo>
                    <a:pt x="122" y="44"/>
                  </a:moveTo>
                  <a:cubicBezTo>
                    <a:pt x="134" y="44"/>
                    <a:pt x="134" y="44"/>
                    <a:pt x="134" y="44"/>
                  </a:cubicBezTo>
                  <a:cubicBezTo>
                    <a:pt x="134" y="61"/>
                    <a:pt x="134" y="61"/>
                    <a:pt x="134" y="61"/>
                  </a:cubicBezTo>
                  <a:cubicBezTo>
                    <a:pt x="122" y="61"/>
                    <a:pt x="122" y="61"/>
                    <a:pt x="122" y="61"/>
                  </a:cubicBezTo>
                  <a:lnTo>
                    <a:pt x="122" y="44"/>
                  </a:lnTo>
                  <a:close/>
                  <a:moveTo>
                    <a:pt x="84" y="22"/>
                  </a:moveTo>
                  <a:cubicBezTo>
                    <a:pt x="96" y="22"/>
                    <a:pt x="96" y="22"/>
                    <a:pt x="96" y="22"/>
                  </a:cubicBezTo>
                  <a:cubicBezTo>
                    <a:pt x="96" y="39"/>
                    <a:pt x="96" y="39"/>
                    <a:pt x="96" y="39"/>
                  </a:cubicBezTo>
                  <a:cubicBezTo>
                    <a:pt x="84" y="39"/>
                    <a:pt x="84" y="39"/>
                    <a:pt x="84" y="39"/>
                  </a:cubicBezTo>
                  <a:lnTo>
                    <a:pt x="84" y="22"/>
                  </a:lnTo>
                  <a:close/>
                  <a:moveTo>
                    <a:pt x="81" y="6"/>
                  </a:moveTo>
                  <a:cubicBezTo>
                    <a:pt x="99" y="6"/>
                    <a:pt x="99" y="6"/>
                    <a:pt x="99" y="6"/>
                  </a:cubicBezTo>
                  <a:cubicBezTo>
                    <a:pt x="99" y="16"/>
                    <a:pt x="99" y="16"/>
                    <a:pt x="99" y="16"/>
                  </a:cubicBezTo>
                  <a:cubicBezTo>
                    <a:pt x="81" y="16"/>
                    <a:pt x="81" y="16"/>
                    <a:pt x="81" y="16"/>
                  </a:cubicBezTo>
                  <a:lnTo>
                    <a:pt x="81" y="6"/>
                  </a:lnTo>
                  <a:close/>
                  <a:moveTo>
                    <a:pt x="84" y="44"/>
                  </a:moveTo>
                  <a:cubicBezTo>
                    <a:pt x="96" y="44"/>
                    <a:pt x="96" y="44"/>
                    <a:pt x="96" y="44"/>
                  </a:cubicBezTo>
                  <a:cubicBezTo>
                    <a:pt x="96" y="61"/>
                    <a:pt x="96" y="61"/>
                    <a:pt x="96" y="61"/>
                  </a:cubicBezTo>
                  <a:cubicBezTo>
                    <a:pt x="84" y="61"/>
                    <a:pt x="84" y="61"/>
                    <a:pt x="84" y="61"/>
                  </a:cubicBezTo>
                  <a:lnTo>
                    <a:pt x="84" y="44"/>
                  </a:lnTo>
                  <a:close/>
                  <a:moveTo>
                    <a:pt x="47" y="22"/>
                  </a:moveTo>
                  <a:cubicBezTo>
                    <a:pt x="58" y="22"/>
                    <a:pt x="58" y="22"/>
                    <a:pt x="58" y="22"/>
                  </a:cubicBezTo>
                  <a:cubicBezTo>
                    <a:pt x="58" y="39"/>
                    <a:pt x="58" y="39"/>
                    <a:pt x="58" y="39"/>
                  </a:cubicBezTo>
                  <a:cubicBezTo>
                    <a:pt x="47" y="39"/>
                    <a:pt x="47" y="39"/>
                    <a:pt x="47" y="39"/>
                  </a:cubicBezTo>
                  <a:lnTo>
                    <a:pt x="47" y="22"/>
                  </a:lnTo>
                  <a:close/>
                  <a:moveTo>
                    <a:pt x="43" y="6"/>
                  </a:moveTo>
                  <a:cubicBezTo>
                    <a:pt x="62" y="6"/>
                    <a:pt x="62" y="6"/>
                    <a:pt x="62" y="6"/>
                  </a:cubicBezTo>
                  <a:cubicBezTo>
                    <a:pt x="62" y="16"/>
                    <a:pt x="62" y="16"/>
                    <a:pt x="62" y="16"/>
                  </a:cubicBezTo>
                  <a:cubicBezTo>
                    <a:pt x="43" y="16"/>
                    <a:pt x="43" y="16"/>
                    <a:pt x="43" y="16"/>
                  </a:cubicBezTo>
                  <a:lnTo>
                    <a:pt x="43" y="6"/>
                  </a:lnTo>
                  <a:close/>
                  <a:moveTo>
                    <a:pt x="47" y="44"/>
                  </a:moveTo>
                  <a:cubicBezTo>
                    <a:pt x="58" y="44"/>
                    <a:pt x="58" y="44"/>
                    <a:pt x="58" y="44"/>
                  </a:cubicBezTo>
                  <a:cubicBezTo>
                    <a:pt x="58" y="61"/>
                    <a:pt x="58" y="61"/>
                    <a:pt x="58" y="61"/>
                  </a:cubicBezTo>
                  <a:cubicBezTo>
                    <a:pt x="47" y="61"/>
                    <a:pt x="47" y="61"/>
                    <a:pt x="47" y="61"/>
                  </a:cubicBezTo>
                  <a:lnTo>
                    <a:pt x="47" y="44"/>
                  </a:lnTo>
                  <a:close/>
                  <a:moveTo>
                    <a:pt x="21" y="39"/>
                  </a:moveTo>
                  <a:cubicBezTo>
                    <a:pt x="9" y="39"/>
                    <a:pt x="9" y="39"/>
                    <a:pt x="9" y="39"/>
                  </a:cubicBezTo>
                  <a:cubicBezTo>
                    <a:pt x="9" y="22"/>
                    <a:pt x="9" y="22"/>
                    <a:pt x="9" y="22"/>
                  </a:cubicBezTo>
                  <a:cubicBezTo>
                    <a:pt x="21" y="22"/>
                    <a:pt x="21" y="22"/>
                    <a:pt x="21" y="22"/>
                  </a:cubicBezTo>
                  <a:lnTo>
                    <a:pt x="21" y="39"/>
                  </a:lnTo>
                  <a:close/>
                  <a:moveTo>
                    <a:pt x="9" y="44"/>
                  </a:moveTo>
                  <a:cubicBezTo>
                    <a:pt x="21" y="44"/>
                    <a:pt x="21" y="44"/>
                    <a:pt x="21" y="44"/>
                  </a:cubicBezTo>
                  <a:cubicBezTo>
                    <a:pt x="21" y="61"/>
                    <a:pt x="21" y="61"/>
                    <a:pt x="21" y="61"/>
                  </a:cubicBezTo>
                  <a:cubicBezTo>
                    <a:pt x="9" y="61"/>
                    <a:pt x="9" y="61"/>
                    <a:pt x="9" y="61"/>
                  </a:cubicBezTo>
                  <a:lnTo>
                    <a:pt x="9" y="44"/>
                  </a:lnTo>
                  <a:close/>
                  <a:moveTo>
                    <a:pt x="6" y="6"/>
                  </a:moveTo>
                  <a:cubicBezTo>
                    <a:pt x="24" y="6"/>
                    <a:pt x="24" y="6"/>
                    <a:pt x="24" y="6"/>
                  </a:cubicBezTo>
                  <a:cubicBezTo>
                    <a:pt x="24" y="16"/>
                    <a:pt x="24" y="16"/>
                    <a:pt x="24" y="16"/>
                  </a:cubicBezTo>
                  <a:cubicBezTo>
                    <a:pt x="6" y="16"/>
                    <a:pt x="6" y="16"/>
                    <a:pt x="6" y="16"/>
                  </a:cubicBezTo>
                  <a:lnTo>
                    <a:pt x="6" y="6"/>
                  </a:lnTo>
                  <a:close/>
                  <a:moveTo>
                    <a:pt x="24" y="110"/>
                  </a:moveTo>
                  <a:cubicBezTo>
                    <a:pt x="24" y="116"/>
                    <a:pt x="24" y="116"/>
                    <a:pt x="24" y="116"/>
                  </a:cubicBezTo>
                  <a:cubicBezTo>
                    <a:pt x="6" y="116"/>
                    <a:pt x="6" y="116"/>
                    <a:pt x="6" y="116"/>
                  </a:cubicBezTo>
                  <a:cubicBezTo>
                    <a:pt x="6" y="110"/>
                    <a:pt x="6" y="110"/>
                    <a:pt x="6" y="110"/>
                  </a:cubicBezTo>
                  <a:lnTo>
                    <a:pt x="24" y="110"/>
                  </a:lnTo>
                  <a:close/>
                  <a:moveTo>
                    <a:pt x="137" y="116"/>
                  </a:moveTo>
                  <a:cubicBezTo>
                    <a:pt x="119" y="116"/>
                    <a:pt x="119" y="116"/>
                    <a:pt x="119" y="116"/>
                  </a:cubicBezTo>
                  <a:cubicBezTo>
                    <a:pt x="119" y="110"/>
                    <a:pt x="119" y="110"/>
                    <a:pt x="119" y="110"/>
                  </a:cubicBezTo>
                  <a:cubicBezTo>
                    <a:pt x="137" y="110"/>
                    <a:pt x="137" y="110"/>
                    <a:pt x="137" y="110"/>
                  </a:cubicBezTo>
                  <a:lnTo>
                    <a:pt x="137" y="116"/>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77" name="Google Shape;877;p52"/>
            <p:cNvSpPr/>
            <p:nvPr/>
          </p:nvSpPr>
          <p:spPr>
            <a:xfrm>
              <a:off x="7339445" y="3545850"/>
              <a:ext cx="138718" cy="55047"/>
            </a:xfrm>
            <a:custGeom>
              <a:avLst/>
              <a:gdLst/>
              <a:ahLst/>
              <a:cxnLst/>
              <a:rect l="l" t="t" r="r" b="b"/>
              <a:pathLst>
                <a:path w="53" h="21" extrusionOk="0">
                  <a:moveTo>
                    <a:pt x="53" y="13"/>
                  </a:moveTo>
                  <a:cubicBezTo>
                    <a:pt x="53" y="9"/>
                    <a:pt x="53" y="9"/>
                    <a:pt x="53" y="9"/>
                  </a:cubicBezTo>
                  <a:cubicBezTo>
                    <a:pt x="53" y="4"/>
                    <a:pt x="49" y="0"/>
                    <a:pt x="44" y="0"/>
                  </a:cubicBezTo>
                  <a:cubicBezTo>
                    <a:pt x="9" y="0"/>
                    <a:pt x="9" y="0"/>
                    <a:pt x="9" y="0"/>
                  </a:cubicBezTo>
                  <a:cubicBezTo>
                    <a:pt x="4" y="0"/>
                    <a:pt x="0" y="4"/>
                    <a:pt x="0" y="9"/>
                  </a:cubicBezTo>
                  <a:cubicBezTo>
                    <a:pt x="0" y="13"/>
                    <a:pt x="0" y="13"/>
                    <a:pt x="0" y="13"/>
                  </a:cubicBezTo>
                  <a:cubicBezTo>
                    <a:pt x="0" y="17"/>
                    <a:pt x="4" y="21"/>
                    <a:pt x="9" y="21"/>
                  </a:cubicBezTo>
                  <a:cubicBezTo>
                    <a:pt x="44" y="21"/>
                    <a:pt x="44" y="21"/>
                    <a:pt x="44" y="21"/>
                  </a:cubicBezTo>
                  <a:cubicBezTo>
                    <a:pt x="49" y="21"/>
                    <a:pt x="53" y="17"/>
                    <a:pt x="53" y="13"/>
                  </a:cubicBezTo>
                  <a:close/>
                  <a:moveTo>
                    <a:pt x="6" y="13"/>
                  </a:moveTo>
                  <a:cubicBezTo>
                    <a:pt x="6" y="9"/>
                    <a:pt x="6" y="9"/>
                    <a:pt x="6" y="9"/>
                  </a:cubicBezTo>
                  <a:cubicBezTo>
                    <a:pt x="6" y="7"/>
                    <a:pt x="7" y="6"/>
                    <a:pt x="9" y="6"/>
                  </a:cubicBezTo>
                  <a:cubicBezTo>
                    <a:pt x="44" y="6"/>
                    <a:pt x="44" y="6"/>
                    <a:pt x="44" y="6"/>
                  </a:cubicBezTo>
                  <a:cubicBezTo>
                    <a:pt x="46" y="6"/>
                    <a:pt x="47" y="7"/>
                    <a:pt x="47" y="9"/>
                  </a:cubicBezTo>
                  <a:cubicBezTo>
                    <a:pt x="47" y="13"/>
                    <a:pt x="47" y="13"/>
                    <a:pt x="47" y="13"/>
                  </a:cubicBezTo>
                  <a:cubicBezTo>
                    <a:pt x="47" y="14"/>
                    <a:pt x="46" y="15"/>
                    <a:pt x="44" y="15"/>
                  </a:cubicBezTo>
                  <a:cubicBezTo>
                    <a:pt x="9" y="15"/>
                    <a:pt x="9" y="15"/>
                    <a:pt x="9" y="15"/>
                  </a:cubicBezTo>
                  <a:cubicBezTo>
                    <a:pt x="7" y="15"/>
                    <a:pt x="6" y="14"/>
                    <a:pt x="6" y="1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78" name="Google Shape;878;p52"/>
            <p:cNvSpPr/>
            <p:nvPr/>
          </p:nvSpPr>
          <p:spPr>
            <a:xfrm>
              <a:off x="7402198" y="3624016"/>
              <a:ext cx="13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79" name="Google Shape;879;p52"/>
          <p:cNvGrpSpPr/>
          <p:nvPr/>
        </p:nvGrpSpPr>
        <p:grpSpPr>
          <a:xfrm>
            <a:off x="6357744" y="3263808"/>
            <a:ext cx="364186" cy="362036"/>
            <a:chOff x="6404748" y="3323461"/>
            <a:chExt cx="373218" cy="371015"/>
          </a:xfrm>
        </p:grpSpPr>
        <p:sp>
          <p:nvSpPr>
            <p:cNvPr id="880" name="Google Shape;880;p52"/>
            <p:cNvSpPr/>
            <p:nvPr/>
          </p:nvSpPr>
          <p:spPr>
            <a:xfrm>
              <a:off x="6477410" y="3393921"/>
              <a:ext cx="300556" cy="300555"/>
            </a:xfrm>
            <a:custGeom>
              <a:avLst/>
              <a:gdLst/>
              <a:ahLst/>
              <a:cxnLst/>
              <a:rect l="l" t="t" r="r" b="b"/>
              <a:pathLst>
                <a:path w="115" h="115" extrusionOk="0">
                  <a:moveTo>
                    <a:pt x="114" y="22"/>
                  </a:moveTo>
                  <a:cubicBezTo>
                    <a:pt x="93" y="1"/>
                    <a:pt x="93" y="1"/>
                    <a:pt x="93" y="1"/>
                  </a:cubicBezTo>
                  <a:cubicBezTo>
                    <a:pt x="92" y="0"/>
                    <a:pt x="91" y="0"/>
                    <a:pt x="89" y="1"/>
                  </a:cubicBezTo>
                  <a:cubicBezTo>
                    <a:pt x="88" y="2"/>
                    <a:pt x="88" y="4"/>
                    <a:pt x="89" y="5"/>
                  </a:cubicBezTo>
                  <a:cubicBezTo>
                    <a:pt x="93" y="8"/>
                    <a:pt x="93" y="8"/>
                    <a:pt x="93" y="8"/>
                  </a:cubicBezTo>
                  <a:cubicBezTo>
                    <a:pt x="81" y="20"/>
                    <a:pt x="81" y="20"/>
                    <a:pt x="81" y="20"/>
                  </a:cubicBezTo>
                  <a:cubicBezTo>
                    <a:pt x="78" y="18"/>
                    <a:pt x="75" y="19"/>
                    <a:pt x="73" y="21"/>
                  </a:cubicBezTo>
                  <a:cubicBezTo>
                    <a:pt x="20" y="74"/>
                    <a:pt x="20" y="74"/>
                    <a:pt x="20" y="74"/>
                  </a:cubicBezTo>
                  <a:cubicBezTo>
                    <a:pt x="18" y="75"/>
                    <a:pt x="18" y="78"/>
                    <a:pt x="18" y="80"/>
                  </a:cubicBezTo>
                  <a:cubicBezTo>
                    <a:pt x="15" y="84"/>
                    <a:pt x="15" y="84"/>
                    <a:pt x="15" y="84"/>
                  </a:cubicBezTo>
                  <a:cubicBezTo>
                    <a:pt x="13" y="85"/>
                    <a:pt x="12" y="87"/>
                    <a:pt x="12" y="90"/>
                  </a:cubicBezTo>
                  <a:cubicBezTo>
                    <a:pt x="12" y="92"/>
                    <a:pt x="13" y="94"/>
                    <a:pt x="15" y="96"/>
                  </a:cubicBezTo>
                  <a:cubicBezTo>
                    <a:pt x="15" y="96"/>
                    <a:pt x="15" y="96"/>
                    <a:pt x="15" y="96"/>
                  </a:cubicBezTo>
                  <a:cubicBezTo>
                    <a:pt x="1" y="110"/>
                    <a:pt x="1" y="110"/>
                    <a:pt x="1" y="110"/>
                  </a:cubicBezTo>
                  <a:cubicBezTo>
                    <a:pt x="0" y="111"/>
                    <a:pt x="0" y="113"/>
                    <a:pt x="1" y="114"/>
                  </a:cubicBezTo>
                  <a:cubicBezTo>
                    <a:pt x="2" y="114"/>
                    <a:pt x="2" y="115"/>
                    <a:pt x="3" y="115"/>
                  </a:cubicBezTo>
                  <a:cubicBezTo>
                    <a:pt x="4" y="115"/>
                    <a:pt x="4" y="114"/>
                    <a:pt x="5" y="114"/>
                  </a:cubicBezTo>
                  <a:cubicBezTo>
                    <a:pt x="19" y="100"/>
                    <a:pt x="19" y="100"/>
                    <a:pt x="19" y="100"/>
                  </a:cubicBezTo>
                  <a:cubicBezTo>
                    <a:pt x="19" y="100"/>
                    <a:pt x="19" y="100"/>
                    <a:pt x="19" y="100"/>
                  </a:cubicBezTo>
                  <a:cubicBezTo>
                    <a:pt x="21" y="102"/>
                    <a:pt x="23" y="102"/>
                    <a:pt x="25" y="102"/>
                  </a:cubicBezTo>
                  <a:cubicBezTo>
                    <a:pt x="27" y="102"/>
                    <a:pt x="30" y="102"/>
                    <a:pt x="31" y="100"/>
                  </a:cubicBezTo>
                  <a:cubicBezTo>
                    <a:pt x="35" y="97"/>
                    <a:pt x="35" y="97"/>
                    <a:pt x="35" y="97"/>
                  </a:cubicBezTo>
                  <a:cubicBezTo>
                    <a:pt x="35" y="97"/>
                    <a:pt x="36" y="97"/>
                    <a:pt x="36" y="97"/>
                  </a:cubicBezTo>
                  <a:cubicBezTo>
                    <a:pt x="38" y="97"/>
                    <a:pt x="40" y="96"/>
                    <a:pt x="41" y="95"/>
                  </a:cubicBezTo>
                  <a:cubicBezTo>
                    <a:pt x="94" y="42"/>
                    <a:pt x="94" y="42"/>
                    <a:pt x="94" y="42"/>
                  </a:cubicBezTo>
                  <a:cubicBezTo>
                    <a:pt x="96" y="40"/>
                    <a:pt x="97" y="37"/>
                    <a:pt x="95" y="34"/>
                  </a:cubicBezTo>
                  <a:cubicBezTo>
                    <a:pt x="107" y="22"/>
                    <a:pt x="107" y="22"/>
                    <a:pt x="107" y="22"/>
                  </a:cubicBezTo>
                  <a:cubicBezTo>
                    <a:pt x="110" y="25"/>
                    <a:pt x="110" y="25"/>
                    <a:pt x="110" y="25"/>
                  </a:cubicBezTo>
                  <a:cubicBezTo>
                    <a:pt x="111" y="26"/>
                    <a:pt x="111" y="26"/>
                    <a:pt x="112" y="26"/>
                  </a:cubicBezTo>
                  <a:cubicBezTo>
                    <a:pt x="113" y="26"/>
                    <a:pt x="114" y="26"/>
                    <a:pt x="114" y="25"/>
                  </a:cubicBezTo>
                  <a:cubicBezTo>
                    <a:pt x="115" y="24"/>
                    <a:pt x="115" y="23"/>
                    <a:pt x="114" y="22"/>
                  </a:cubicBezTo>
                  <a:close/>
                  <a:moveTo>
                    <a:pt x="23" y="96"/>
                  </a:moveTo>
                  <a:cubicBezTo>
                    <a:pt x="19" y="92"/>
                    <a:pt x="19" y="92"/>
                    <a:pt x="19" y="92"/>
                  </a:cubicBezTo>
                  <a:cubicBezTo>
                    <a:pt x="18" y="91"/>
                    <a:pt x="18" y="90"/>
                    <a:pt x="18" y="90"/>
                  </a:cubicBezTo>
                  <a:cubicBezTo>
                    <a:pt x="18" y="89"/>
                    <a:pt x="18" y="88"/>
                    <a:pt x="19" y="88"/>
                  </a:cubicBezTo>
                  <a:cubicBezTo>
                    <a:pt x="22" y="85"/>
                    <a:pt x="22" y="85"/>
                    <a:pt x="22" y="85"/>
                  </a:cubicBezTo>
                  <a:cubicBezTo>
                    <a:pt x="30" y="93"/>
                    <a:pt x="30" y="93"/>
                    <a:pt x="30" y="93"/>
                  </a:cubicBezTo>
                  <a:cubicBezTo>
                    <a:pt x="27" y="96"/>
                    <a:pt x="27" y="96"/>
                    <a:pt x="27" y="96"/>
                  </a:cubicBezTo>
                  <a:cubicBezTo>
                    <a:pt x="26" y="97"/>
                    <a:pt x="24" y="97"/>
                    <a:pt x="23" y="96"/>
                  </a:cubicBezTo>
                  <a:close/>
                  <a:moveTo>
                    <a:pt x="90" y="38"/>
                  </a:moveTo>
                  <a:cubicBezTo>
                    <a:pt x="37" y="91"/>
                    <a:pt x="37" y="91"/>
                    <a:pt x="37" y="91"/>
                  </a:cubicBezTo>
                  <a:cubicBezTo>
                    <a:pt x="37" y="91"/>
                    <a:pt x="36" y="91"/>
                    <a:pt x="35" y="91"/>
                  </a:cubicBezTo>
                  <a:cubicBezTo>
                    <a:pt x="24" y="80"/>
                    <a:pt x="24" y="80"/>
                    <a:pt x="24" y="80"/>
                  </a:cubicBezTo>
                  <a:cubicBezTo>
                    <a:pt x="24" y="79"/>
                    <a:pt x="24" y="79"/>
                    <a:pt x="24" y="79"/>
                  </a:cubicBezTo>
                  <a:cubicBezTo>
                    <a:pt x="24" y="78"/>
                    <a:pt x="24" y="78"/>
                    <a:pt x="24" y="77"/>
                  </a:cubicBezTo>
                  <a:cubicBezTo>
                    <a:pt x="31" y="71"/>
                    <a:pt x="31" y="71"/>
                    <a:pt x="31" y="71"/>
                  </a:cubicBezTo>
                  <a:cubicBezTo>
                    <a:pt x="37" y="78"/>
                    <a:pt x="37" y="78"/>
                    <a:pt x="37" y="78"/>
                  </a:cubicBezTo>
                  <a:cubicBezTo>
                    <a:pt x="38" y="78"/>
                    <a:pt x="38" y="79"/>
                    <a:pt x="39" y="79"/>
                  </a:cubicBezTo>
                  <a:cubicBezTo>
                    <a:pt x="40" y="79"/>
                    <a:pt x="41" y="78"/>
                    <a:pt x="41" y="78"/>
                  </a:cubicBezTo>
                  <a:cubicBezTo>
                    <a:pt x="42" y="77"/>
                    <a:pt x="42" y="75"/>
                    <a:pt x="41" y="74"/>
                  </a:cubicBezTo>
                  <a:cubicBezTo>
                    <a:pt x="35" y="67"/>
                    <a:pt x="35" y="67"/>
                    <a:pt x="35" y="67"/>
                  </a:cubicBezTo>
                  <a:cubicBezTo>
                    <a:pt x="40" y="62"/>
                    <a:pt x="40" y="62"/>
                    <a:pt x="40" y="62"/>
                  </a:cubicBezTo>
                  <a:cubicBezTo>
                    <a:pt x="42" y="65"/>
                    <a:pt x="42" y="65"/>
                    <a:pt x="42" y="65"/>
                  </a:cubicBezTo>
                  <a:cubicBezTo>
                    <a:pt x="43" y="65"/>
                    <a:pt x="43" y="66"/>
                    <a:pt x="44" y="66"/>
                  </a:cubicBezTo>
                  <a:cubicBezTo>
                    <a:pt x="45" y="66"/>
                    <a:pt x="46" y="65"/>
                    <a:pt x="46" y="65"/>
                  </a:cubicBezTo>
                  <a:cubicBezTo>
                    <a:pt x="47" y="64"/>
                    <a:pt x="47" y="62"/>
                    <a:pt x="46" y="61"/>
                  </a:cubicBezTo>
                  <a:cubicBezTo>
                    <a:pt x="44" y="58"/>
                    <a:pt x="44" y="58"/>
                    <a:pt x="44" y="58"/>
                  </a:cubicBezTo>
                  <a:cubicBezTo>
                    <a:pt x="48" y="53"/>
                    <a:pt x="48" y="53"/>
                    <a:pt x="48" y="53"/>
                  </a:cubicBezTo>
                  <a:cubicBezTo>
                    <a:pt x="55" y="60"/>
                    <a:pt x="55" y="60"/>
                    <a:pt x="55" y="60"/>
                  </a:cubicBezTo>
                  <a:cubicBezTo>
                    <a:pt x="56" y="60"/>
                    <a:pt x="56" y="61"/>
                    <a:pt x="57" y="61"/>
                  </a:cubicBezTo>
                  <a:cubicBezTo>
                    <a:pt x="58" y="61"/>
                    <a:pt x="59" y="60"/>
                    <a:pt x="59" y="60"/>
                  </a:cubicBezTo>
                  <a:cubicBezTo>
                    <a:pt x="60" y="59"/>
                    <a:pt x="60" y="57"/>
                    <a:pt x="59" y="56"/>
                  </a:cubicBezTo>
                  <a:cubicBezTo>
                    <a:pt x="52" y="49"/>
                    <a:pt x="52" y="49"/>
                    <a:pt x="52" y="49"/>
                  </a:cubicBezTo>
                  <a:cubicBezTo>
                    <a:pt x="57" y="44"/>
                    <a:pt x="57" y="44"/>
                    <a:pt x="57" y="44"/>
                  </a:cubicBezTo>
                  <a:cubicBezTo>
                    <a:pt x="60" y="47"/>
                    <a:pt x="60" y="47"/>
                    <a:pt x="60" y="47"/>
                  </a:cubicBezTo>
                  <a:cubicBezTo>
                    <a:pt x="61" y="47"/>
                    <a:pt x="61" y="48"/>
                    <a:pt x="62" y="48"/>
                  </a:cubicBezTo>
                  <a:cubicBezTo>
                    <a:pt x="63" y="48"/>
                    <a:pt x="63" y="47"/>
                    <a:pt x="64" y="47"/>
                  </a:cubicBezTo>
                  <a:cubicBezTo>
                    <a:pt x="65" y="46"/>
                    <a:pt x="65" y="44"/>
                    <a:pt x="64" y="43"/>
                  </a:cubicBezTo>
                  <a:cubicBezTo>
                    <a:pt x="61" y="40"/>
                    <a:pt x="61" y="40"/>
                    <a:pt x="61" y="40"/>
                  </a:cubicBezTo>
                  <a:cubicBezTo>
                    <a:pt x="66" y="35"/>
                    <a:pt x="66" y="35"/>
                    <a:pt x="66" y="35"/>
                  </a:cubicBezTo>
                  <a:cubicBezTo>
                    <a:pt x="73" y="42"/>
                    <a:pt x="73" y="42"/>
                    <a:pt x="73" y="42"/>
                  </a:cubicBezTo>
                  <a:cubicBezTo>
                    <a:pt x="74" y="43"/>
                    <a:pt x="74" y="43"/>
                    <a:pt x="75" y="43"/>
                  </a:cubicBezTo>
                  <a:cubicBezTo>
                    <a:pt x="76" y="43"/>
                    <a:pt x="76" y="43"/>
                    <a:pt x="77" y="42"/>
                  </a:cubicBezTo>
                  <a:cubicBezTo>
                    <a:pt x="78" y="41"/>
                    <a:pt x="78" y="39"/>
                    <a:pt x="77" y="38"/>
                  </a:cubicBezTo>
                  <a:cubicBezTo>
                    <a:pt x="70" y="31"/>
                    <a:pt x="70" y="31"/>
                    <a:pt x="70" y="31"/>
                  </a:cubicBezTo>
                  <a:cubicBezTo>
                    <a:pt x="77" y="25"/>
                    <a:pt x="77" y="25"/>
                    <a:pt x="77" y="25"/>
                  </a:cubicBezTo>
                  <a:cubicBezTo>
                    <a:pt x="77" y="25"/>
                    <a:pt x="77" y="25"/>
                    <a:pt x="78" y="25"/>
                  </a:cubicBezTo>
                  <a:cubicBezTo>
                    <a:pt x="78" y="25"/>
                    <a:pt x="79" y="25"/>
                    <a:pt x="79" y="25"/>
                  </a:cubicBezTo>
                  <a:cubicBezTo>
                    <a:pt x="90" y="36"/>
                    <a:pt x="90" y="36"/>
                    <a:pt x="90" y="36"/>
                  </a:cubicBezTo>
                  <a:cubicBezTo>
                    <a:pt x="91" y="37"/>
                    <a:pt x="91" y="38"/>
                    <a:pt x="90" y="38"/>
                  </a:cubicBezTo>
                  <a:close/>
                  <a:moveTo>
                    <a:pt x="91" y="30"/>
                  </a:moveTo>
                  <a:cubicBezTo>
                    <a:pt x="85" y="23"/>
                    <a:pt x="85" y="23"/>
                    <a:pt x="85" y="23"/>
                  </a:cubicBezTo>
                  <a:cubicBezTo>
                    <a:pt x="97" y="12"/>
                    <a:pt x="97" y="12"/>
                    <a:pt x="97" y="12"/>
                  </a:cubicBezTo>
                  <a:cubicBezTo>
                    <a:pt x="103" y="18"/>
                    <a:pt x="103" y="18"/>
                    <a:pt x="103" y="18"/>
                  </a:cubicBezTo>
                  <a:lnTo>
                    <a:pt x="91" y="30"/>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81" name="Google Shape;881;p52"/>
            <p:cNvSpPr/>
            <p:nvPr/>
          </p:nvSpPr>
          <p:spPr>
            <a:xfrm>
              <a:off x="6448786" y="3380710"/>
              <a:ext cx="83671" cy="55047"/>
            </a:xfrm>
            <a:custGeom>
              <a:avLst/>
              <a:gdLst/>
              <a:ahLst/>
              <a:cxnLst/>
              <a:rect l="l" t="t" r="r" b="b"/>
              <a:pathLst>
                <a:path w="32" h="21" extrusionOk="0">
                  <a:moveTo>
                    <a:pt x="13" y="15"/>
                  </a:moveTo>
                  <a:cubicBezTo>
                    <a:pt x="5" y="7"/>
                    <a:pt x="5" y="7"/>
                    <a:pt x="5" y="7"/>
                  </a:cubicBezTo>
                  <a:cubicBezTo>
                    <a:pt x="4" y="6"/>
                    <a:pt x="2" y="6"/>
                    <a:pt x="1" y="7"/>
                  </a:cubicBezTo>
                  <a:cubicBezTo>
                    <a:pt x="0" y="8"/>
                    <a:pt x="0" y="10"/>
                    <a:pt x="1" y="11"/>
                  </a:cubicBezTo>
                  <a:cubicBezTo>
                    <a:pt x="11" y="20"/>
                    <a:pt x="11" y="20"/>
                    <a:pt x="11" y="20"/>
                  </a:cubicBezTo>
                  <a:cubicBezTo>
                    <a:pt x="12" y="21"/>
                    <a:pt x="12" y="21"/>
                    <a:pt x="13" y="21"/>
                  </a:cubicBezTo>
                  <a:cubicBezTo>
                    <a:pt x="14" y="21"/>
                    <a:pt x="14" y="21"/>
                    <a:pt x="15" y="20"/>
                  </a:cubicBezTo>
                  <a:cubicBezTo>
                    <a:pt x="31" y="5"/>
                    <a:pt x="31" y="5"/>
                    <a:pt x="31" y="5"/>
                  </a:cubicBezTo>
                  <a:cubicBezTo>
                    <a:pt x="32" y="4"/>
                    <a:pt x="32" y="2"/>
                    <a:pt x="31" y="1"/>
                  </a:cubicBezTo>
                  <a:cubicBezTo>
                    <a:pt x="30" y="0"/>
                    <a:pt x="29" y="0"/>
                    <a:pt x="27" y="1"/>
                  </a:cubicBezTo>
                  <a:lnTo>
                    <a:pt x="13" y="15"/>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82" name="Google Shape;882;p52"/>
            <p:cNvSpPr/>
            <p:nvPr/>
          </p:nvSpPr>
          <p:spPr>
            <a:xfrm>
              <a:off x="6404748" y="3323461"/>
              <a:ext cx="172847" cy="169544"/>
            </a:xfrm>
            <a:custGeom>
              <a:avLst/>
              <a:gdLst/>
              <a:ahLst/>
              <a:cxnLst/>
              <a:rect l="l" t="t" r="r" b="b"/>
              <a:pathLst>
                <a:path w="66" h="65" extrusionOk="0">
                  <a:moveTo>
                    <a:pt x="66" y="55"/>
                  </a:moveTo>
                  <a:cubicBezTo>
                    <a:pt x="62" y="47"/>
                    <a:pt x="62" y="47"/>
                    <a:pt x="62" y="47"/>
                  </a:cubicBezTo>
                  <a:cubicBezTo>
                    <a:pt x="65" y="41"/>
                    <a:pt x="66" y="35"/>
                    <a:pt x="65" y="29"/>
                  </a:cubicBezTo>
                  <a:cubicBezTo>
                    <a:pt x="65" y="26"/>
                    <a:pt x="64" y="23"/>
                    <a:pt x="63" y="21"/>
                  </a:cubicBezTo>
                  <a:cubicBezTo>
                    <a:pt x="62" y="19"/>
                    <a:pt x="61" y="19"/>
                    <a:pt x="59" y="19"/>
                  </a:cubicBezTo>
                  <a:cubicBezTo>
                    <a:pt x="58" y="20"/>
                    <a:pt x="57" y="21"/>
                    <a:pt x="58" y="23"/>
                  </a:cubicBezTo>
                  <a:cubicBezTo>
                    <a:pt x="59" y="25"/>
                    <a:pt x="59" y="27"/>
                    <a:pt x="60" y="30"/>
                  </a:cubicBezTo>
                  <a:cubicBezTo>
                    <a:pt x="60" y="35"/>
                    <a:pt x="59" y="41"/>
                    <a:pt x="57" y="46"/>
                  </a:cubicBezTo>
                  <a:cubicBezTo>
                    <a:pt x="56" y="46"/>
                    <a:pt x="56" y="47"/>
                    <a:pt x="57" y="48"/>
                  </a:cubicBezTo>
                  <a:cubicBezTo>
                    <a:pt x="61" y="57"/>
                    <a:pt x="61" y="57"/>
                    <a:pt x="61" y="57"/>
                  </a:cubicBezTo>
                  <a:cubicBezTo>
                    <a:pt x="61" y="57"/>
                    <a:pt x="61" y="57"/>
                    <a:pt x="60" y="58"/>
                  </a:cubicBezTo>
                  <a:cubicBezTo>
                    <a:pt x="60" y="58"/>
                    <a:pt x="60" y="58"/>
                    <a:pt x="60" y="58"/>
                  </a:cubicBezTo>
                  <a:cubicBezTo>
                    <a:pt x="50" y="55"/>
                    <a:pt x="50" y="55"/>
                    <a:pt x="50" y="55"/>
                  </a:cubicBezTo>
                  <a:cubicBezTo>
                    <a:pt x="49" y="55"/>
                    <a:pt x="48" y="55"/>
                    <a:pt x="48" y="55"/>
                  </a:cubicBezTo>
                  <a:cubicBezTo>
                    <a:pt x="44" y="58"/>
                    <a:pt x="40" y="59"/>
                    <a:pt x="35" y="60"/>
                  </a:cubicBezTo>
                  <a:cubicBezTo>
                    <a:pt x="28" y="60"/>
                    <a:pt x="21" y="58"/>
                    <a:pt x="16" y="54"/>
                  </a:cubicBezTo>
                  <a:cubicBezTo>
                    <a:pt x="11" y="49"/>
                    <a:pt x="7" y="43"/>
                    <a:pt x="6" y="36"/>
                  </a:cubicBezTo>
                  <a:cubicBezTo>
                    <a:pt x="5" y="29"/>
                    <a:pt x="8" y="22"/>
                    <a:pt x="12" y="16"/>
                  </a:cubicBezTo>
                  <a:cubicBezTo>
                    <a:pt x="17" y="10"/>
                    <a:pt x="23" y="7"/>
                    <a:pt x="31" y="6"/>
                  </a:cubicBezTo>
                  <a:cubicBezTo>
                    <a:pt x="34" y="6"/>
                    <a:pt x="38" y="6"/>
                    <a:pt x="42" y="8"/>
                  </a:cubicBezTo>
                  <a:cubicBezTo>
                    <a:pt x="43" y="8"/>
                    <a:pt x="45" y="7"/>
                    <a:pt x="45" y="6"/>
                  </a:cubicBezTo>
                  <a:cubicBezTo>
                    <a:pt x="46" y="4"/>
                    <a:pt x="45" y="3"/>
                    <a:pt x="44" y="2"/>
                  </a:cubicBezTo>
                  <a:cubicBezTo>
                    <a:pt x="39" y="1"/>
                    <a:pt x="35" y="0"/>
                    <a:pt x="30" y="1"/>
                  </a:cubicBezTo>
                  <a:cubicBezTo>
                    <a:pt x="21" y="1"/>
                    <a:pt x="13" y="6"/>
                    <a:pt x="8" y="12"/>
                  </a:cubicBezTo>
                  <a:cubicBezTo>
                    <a:pt x="2" y="19"/>
                    <a:pt x="0" y="28"/>
                    <a:pt x="1" y="37"/>
                  </a:cubicBezTo>
                  <a:cubicBezTo>
                    <a:pt x="2" y="45"/>
                    <a:pt x="6" y="53"/>
                    <a:pt x="12" y="58"/>
                  </a:cubicBezTo>
                  <a:cubicBezTo>
                    <a:pt x="18" y="63"/>
                    <a:pt x="25" y="65"/>
                    <a:pt x="33" y="65"/>
                  </a:cubicBezTo>
                  <a:cubicBezTo>
                    <a:pt x="34" y="65"/>
                    <a:pt x="35" y="65"/>
                    <a:pt x="35" y="65"/>
                  </a:cubicBezTo>
                  <a:cubicBezTo>
                    <a:pt x="40" y="65"/>
                    <a:pt x="45" y="63"/>
                    <a:pt x="50" y="61"/>
                  </a:cubicBezTo>
                  <a:cubicBezTo>
                    <a:pt x="59" y="63"/>
                    <a:pt x="59" y="63"/>
                    <a:pt x="59" y="63"/>
                  </a:cubicBezTo>
                  <a:cubicBezTo>
                    <a:pt x="61" y="64"/>
                    <a:pt x="63" y="63"/>
                    <a:pt x="65" y="61"/>
                  </a:cubicBezTo>
                  <a:cubicBezTo>
                    <a:pt x="66" y="60"/>
                    <a:pt x="66" y="57"/>
                    <a:pt x="66" y="5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83" name="Google Shape;883;p52"/>
            <p:cNvSpPr/>
            <p:nvPr/>
          </p:nvSpPr>
          <p:spPr>
            <a:xfrm>
              <a:off x="6537962" y="3346581"/>
              <a:ext cx="13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84" name="Google Shape;884;p52"/>
          <p:cNvGrpSpPr/>
          <p:nvPr/>
        </p:nvGrpSpPr>
        <p:grpSpPr>
          <a:xfrm>
            <a:off x="5563841" y="3263808"/>
            <a:ext cx="356666" cy="362036"/>
            <a:chOff x="5626385" y="3323461"/>
            <a:chExt cx="365511" cy="371015"/>
          </a:xfrm>
        </p:grpSpPr>
        <p:sp>
          <p:nvSpPr>
            <p:cNvPr id="885" name="Google Shape;885;p52"/>
            <p:cNvSpPr/>
            <p:nvPr/>
          </p:nvSpPr>
          <p:spPr>
            <a:xfrm>
              <a:off x="5626385" y="3323461"/>
              <a:ext cx="365511" cy="371015"/>
            </a:xfrm>
            <a:custGeom>
              <a:avLst/>
              <a:gdLst/>
              <a:ahLst/>
              <a:cxnLst/>
              <a:rect l="l" t="t" r="r" b="b"/>
              <a:pathLst>
                <a:path w="140" h="142" extrusionOk="0">
                  <a:moveTo>
                    <a:pt x="82" y="14"/>
                  </a:moveTo>
                  <a:cubicBezTo>
                    <a:pt x="58" y="14"/>
                    <a:pt x="38" y="28"/>
                    <a:pt x="29" y="48"/>
                  </a:cubicBezTo>
                  <a:cubicBezTo>
                    <a:pt x="17" y="48"/>
                    <a:pt x="17" y="48"/>
                    <a:pt x="17" y="48"/>
                  </a:cubicBezTo>
                  <a:cubicBezTo>
                    <a:pt x="17" y="5"/>
                    <a:pt x="17" y="5"/>
                    <a:pt x="17" y="5"/>
                  </a:cubicBezTo>
                  <a:cubicBezTo>
                    <a:pt x="17" y="2"/>
                    <a:pt x="15" y="0"/>
                    <a:pt x="12" y="0"/>
                  </a:cubicBezTo>
                  <a:cubicBezTo>
                    <a:pt x="3" y="0"/>
                    <a:pt x="3" y="0"/>
                    <a:pt x="3" y="0"/>
                  </a:cubicBezTo>
                  <a:cubicBezTo>
                    <a:pt x="2" y="0"/>
                    <a:pt x="0" y="1"/>
                    <a:pt x="0" y="3"/>
                  </a:cubicBezTo>
                  <a:cubicBezTo>
                    <a:pt x="0" y="29"/>
                    <a:pt x="0" y="29"/>
                    <a:pt x="0" y="29"/>
                  </a:cubicBezTo>
                  <a:cubicBezTo>
                    <a:pt x="0" y="30"/>
                    <a:pt x="1" y="30"/>
                    <a:pt x="1" y="31"/>
                  </a:cubicBezTo>
                  <a:cubicBezTo>
                    <a:pt x="3" y="33"/>
                    <a:pt x="6" y="31"/>
                    <a:pt x="6" y="29"/>
                  </a:cubicBezTo>
                  <a:cubicBezTo>
                    <a:pt x="6" y="6"/>
                    <a:pt x="6" y="6"/>
                    <a:pt x="6" y="6"/>
                  </a:cubicBezTo>
                  <a:cubicBezTo>
                    <a:pt x="12" y="6"/>
                    <a:pt x="12" y="6"/>
                    <a:pt x="12" y="6"/>
                  </a:cubicBezTo>
                  <a:cubicBezTo>
                    <a:pt x="12" y="137"/>
                    <a:pt x="12" y="137"/>
                    <a:pt x="12" y="137"/>
                  </a:cubicBezTo>
                  <a:cubicBezTo>
                    <a:pt x="6" y="137"/>
                    <a:pt x="6" y="137"/>
                    <a:pt x="6" y="137"/>
                  </a:cubicBezTo>
                  <a:cubicBezTo>
                    <a:pt x="6" y="54"/>
                    <a:pt x="6" y="54"/>
                    <a:pt x="6" y="54"/>
                  </a:cubicBezTo>
                  <a:cubicBezTo>
                    <a:pt x="6" y="53"/>
                    <a:pt x="5" y="51"/>
                    <a:pt x="4" y="51"/>
                  </a:cubicBezTo>
                  <a:cubicBezTo>
                    <a:pt x="2" y="51"/>
                    <a:pt x="0" y="52"/>
                    <a:pt x="0" y="54"/>
                  </a:cubicBezTo>
                  <a:cubicBezTo>
                    <a:pt x="0" y="137"/>
                    <a:pt x="0" y="137"/>
                    <a:pt x="0" y="137"/>
                  </a:cubicBezTo>
                  <a:cubicBezTo>
                    <a:pt x="0" y="140"/>
                    <a:pt x="3" y="142"/>
                    <a:pt x="6" y="142"/>
                  </a:cubicBezTo>
                  <a:cubicBezTo>
                    <a:pt x="12" y="142"/>
                    <a:pt x="12" y="142"/>
                    <a:pt x="12" y="142"/>
                  </a:cubicBezTo>
                  <a:cubicBezTo>
                    <a:pt x="15" y="142"/>
                    <a:pt x="17" y="140"/>
                    <a:pt x="17" y="137"/>
                  </a:cubicBezTo>
                  <a:cubicBezTo>
                    <a:pt x="17" y="94"/>
                    <a:pt x="17" y="94"/>
                    <a:pt x="17" y="94"/>
                  </a:cubicBezTo>
                  <a:cubicBezTo>
                    <a:pt x="29" y="94"/>
                    <a:pt x="29" y="94"/>
                    <a:pt x="29" y="94"/>
                  </a:cubicBezTo>
                  <a:cubicBezTo>
                    <a:pt x="38" y="115"/>
                    <a:pt x="60" y="130"/>
                    <a:pt x="84" y="128"/>
                  </a:cubicBezTo>
                  <a:cubicBezTo>
                    <a:pt x="114" y="127"/>
                    <a:pt x="138" y="103"/>
                    <a:pt x="139" y="73"/>
                  </a:cubicBezTo>
                  <a:cubicBezTo>
                    <a:pt x="140" y="41"/>
                    <a:pt x="114" y="14"/>
                    <a:pt x="82" y="14"/>
                  </a:cubicBezTo>
                  <a:close/>
                  <a:moveTo>
                    <a:pt x="17" y="88"/>
                  </a:moveTo>
                  <a:cubicBezTo>
                    <a:pt x="17" y="53"/>
                    <a:pt x="17" y="53"/>
                    <a:pt x="17" y="53"/>
                  </a:cubicBezTo>
                  <a:cubicBezTo>
                    <a:pt x="27" y="53"/>
                    <a:pt x="27" y="53"/>
                    <a:pt x="27" y="53"/>
                  </a:cubicBezTo>
                  <a:cubicBezTo>
                    <a:pt x="25" y="59"/>
                    <a:pt x="24" y="65"/>
                    <a:pt x="24" y="71"/>
                  </a:cubicBezTo>
                  <a:cubicBezTo>
                    <a:pt x="24" y="77"/>
                    <a:pt x="25" y="83"/>
                    <a:pt x="27" y="88"/>
                  </a:cubicBezTo>
                  <a:lnTo>
                    <a:pt x="17" y="88"/>
                  </a:lnTo>
                  <a:close/>
                  <a:moveTo>
                    <a:pt x="82" y="123"/>
                  </a:moveTo>
                  <a:cubicBezTo>
                    <a:pt x="53" y="123"/>
                    <a:pt x="30" y="100"/>
                    <a:pt x="30" y="71"/>
                  </a:cubicBezTo>
                  <a:cubicBezTo>
                    <a:pt x="30" y="43"/>
                    <a:pt x="53" y="19"/>
                    <a:pt x="82" y="19"/>
                  </a:cubicBezTo>
                  <a:cubicBezTo>
                    <a:pt x="110" y="19"/>
                    <a:pt x="134" y="43"/>
                    <a:pt x="134" y="71"/>
                  </a:cubicBezTo>
                  <a:cubicBezTo>
                    <a:pt x="134" y="100"/>
                    <a:pt x="110" y="123"/>
                    <a:pt x="82" y="12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86" name="Google Shape;886;p52"/>
            <p:cNvSpPr/>
            <p:nvPr/>
          </p:nvSpPr>
          <p:spPr>
            <a:xfrm>
              <a:off x="5746387" y="3414839"/>
              <a:ext cx="188260" cy="188260"/>
            </a:xfrm>
            <a:custGeom>
              <a:avLst/>
              <a:gdLst/>
              <a:ahLst/>
              <a:cxnLst/>
              <a:rect l="l" t="t" r="r" b="b"/>
              <a:pathLst>
                <a:path w="72" h="72" extrusionOk="0">
                  <a:moveTo>
                    <a:pt x="66" y="24"/>
                  </a:moveTo>
                  <a:cubicBezTo>
                    <a:pt x="48" y="24"/>
                    <a:pt x="48" y="24"/>
                    <a:pt x="48" y="24"/>
                  </a:cubicBezTo>
                  <a:cubicBezTo>
                    <a:pt x="48" y="6"/>
                    <a:pt x="48" y="6"/>
                    <a:pt x="48" y="6"/>
                  </a:cubicBezTo>
                  <a:cubicBezTo>
                    <a:pt x="48" y="3"/>
                    <a:pt x="45" y="0"/>
                    <a:pt x="42" y="0"/>
                  </a:cubicBezTo>
                  <a:cubicBezTo>
                    <a:pt x="29" y="0"/>
                    <a:pt x="29" y="0"/>
                    <a:pt x="29" y="0"/>
                  </a:cubicBezTo>
                  <a:cubicBezTo>
                    <a:pt x="26" y="0"/>
                    <a:pt x="23" y="3"/>
                    <a:pt x="23" y="6"/>
                  </a:cubicBezTo>
                  <a:cubicBezTo>
                    <a:pt x="23" y="24"/>
                    <a:pt x="23" y="24"/>
                    <a:pt x="23" y="24"/>
                  </a:cubicBezTo>
                  <a:cubicBezTo>
                    <a:pt x="5" y="24"/>
                    <a:pt x="5" y="24"/>
                    <a:pt x="5" y="24"/>
                  </a:cubicBezTo>
                  <a:cubicBezTo>
                    <a:pt x="2" y="24"/>
                    <a:pt x="0" y="27"/>
                    <a:pt x="0" y="30"/>
                  </a:cubicBezTo>
                  <a:cubicBezTo>
                    <a:pt x="0" y="43"/>
                    <a:pt x="0" y="43"/>
                    <a:pt x="0" y="43"/>
                  </a:cubicBezTo>
                  <a:cubicBezTo>
                    <a:pt x="0" y="46"/>
                    <a:pt x="2" y="49"/>
                    <a:pt x="5" y="49"/>
                  </a:cubicBezTo>
                  <a:cubicBezTo>
                    <a:pt x="23" y="49"/>
                    <a:pt x="23" y="49"/>
                    <a:pt x="23" y="49"/>
                  </a:cubicBezTo>
                  <a:cubicBezTo>
                    <a:pt x="23" y="67"/>
                    <a:pt x="23" y="67"/>
                    <a:pt x="23" y="67"/>
                  </a:cubicBezTo>
                  <a:cubicBezTo>
                    <a:pt x="23" y="70"/>
                    <a:pt x="26" y="72"/>
                    <a:pt x="29" y="72"/>
                  </a:cubicBezTo>
                  <a:cubicBezTo>
                    <a:pt x="42" y="72"/>
                    <a:pt x="42" y="72"/>
                    <a:pt x="42" y="72"/>
                  </a:cubicBezTo>
                  <a:cubicBezTo>
                    <a:pt x="45" y="72"/>
                    <a:pt x="48" y="70"/>
                    <a:pt x="48" y="67"/>
                  </a:cubicBezTo>
                  <a:cubicBezTo>
                    <a:pt x="48" y="49"/>
                    <a:pt x="48" y="49"/>
                    <a:pt x="48" y="49"/>
                  </a:cubicBezTo>
                  <a:cubicBezTo>
                    <a:pt x="66" y="49"/>
                    <a:pt x="66" y="49"/>
                    <a:pt x="66" y="49"/>
                  </a:cubicBezTo>
                  <a:cubicBezTo>
                    <a:pt x="69" y="49"/>
                    <a:pt x="72" y="46"/>
                    <a:pt x="72" y="43"/>
                  </a:cubicBezTo>
                  <a:cubicBezTo>
                    <a:pt x="72" y="30"/>
                    <a:pt x="72" y="30"/>
                    <a:pt x="72" y="30"/>
                  </a:cubicBezTo>
                  <a:cubicBezTo>
                    <a:pt x="72" y="27"/>
                    <a:pt x="69" y="24"/>
                    <a:pt x="66" y="24"/>
                  </a:cubicBezTo>
                  <a:close/>
                  <a:moveTo>
                    <a:pt x="66" y="43"/>
                  </a:moveTo>
                  <a:cubicBezTo>
                    <a:pt x="45" y="43"/>
                    <a:pt x="45" y="43"/>
                    <a:pt x="45" y="43"/>
                  </a:cubicBezTo>
                  <a:cubicBezTo>
                    <a:pt x="44" y="43"/>
                    <a:pt x="42" y="44"/>
                    <a:pt x="42" y="46"/>
                  </a:cubicBezTo>
                  <a:cubicBezTo>
                    <a:pt x="42" y="67"/>
                    <a:pt x="42" y="67"/>
                    <a:pt x="42" y="67"/>
                  </a:cubicBezTo>
                  <a:cubicBezTo>
                    <a:pt x="29" y="67"/>
                    <a:pt x="29" y="67"/>
                    <a:pt x="29" y="67"/>
                  </a:cubicBezTo>
                  <a:cubicBezTo>
                    <a:pt x="29" y="46"/>
                    <a:pt x="29" y="46"/>
                    <a:pt x="29" y="46"/>
                  </a:cubicBezTo>
                  <a:cubicBezTo>
                    <a:pt x="29" y="44"/>
                    <a:pt x="28" y="43"/>
                    <a:pt x="26" y="43"/>
                  </a:cubicBezTo>
                  <a:cubicBezTo>
                    <a:pt x="5" y="43"/>
                    <a:pt x="5" y="43"/>
                    <a:pt x="5" y="43"/>
                  </a:cubicBezTo>
                  <a:cubicBezTo>
                    <a:pt x="5" y="30"/>
                    <a:pt x="5" y="30"/>
                    <a:pt x="5" y="30"/>
                  </a:cubicBezTo>
                  <a:cubicBezTo>
                    <a:pt x="26" y="30"/>
                    <a:pt x="26" y="30"/>
                    <a:pt x="26" y="30"/>
                  </a:cubicBezTo>
                  <a:cubicBezTo>
                    <a:pt x="28" y="30"/>
                    <a:pt x="29" y="28"/>
                    <a:pt x="29" y="27"/>
                  </a:cubicBezTo>
                  <a:cubicBezTo>
                    <a:pt x="29" y="6"/>
                    <a:pt x="29" y="6"/>
                    <a:pt x="29" y="6"/>
                  </a:cubicBezTo>
                  <a:cubicBezTo>
                    <a:pt x="42" y="6"/>
                    <a:pt x="42" y="6"/>
                    <a:pt x="42" y="6"/>
                  </a:cubicBezTo>
                  <a:cubicBezTo>
                    <a:pt x="42" y="27"/>
                    <a:pt x="42" y="27"/>
                    <a:pt x="42" y="27"/>
                  </a:cubicBezTo>
                  <a:cubicBezTo>
                    <a:pt x="42" y="28"/>
                    <a:pt x="44" y="30"/>
                    <a:pt x="45" y="30"/>
                  </a:cubicBezTo>
                  <a:cubicBezTo>
                    <a:pt x="66" y="30"/>
                    <a:pt x="66" y="30"/>
                    <a:pt x="66" y="30"/>
                  </a:cubicBezTo>
                  <a:lnTo>
                    <a:pt x="66" y="43"/>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87" name="Google Shape;887;p52"/>
            <p:cNvSpPr/>
            <p:nvPr/>
          </p:nvSpPr>
          <p:spPr>
            <a:xfrm>
              <a:off x="5626385" y="3424747"/>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88" name="Google Shape;888;p52"/>
          <p:cNvGrpSpPr/>
          <p:nvPr/>
        </p:nvGrpSpPr>
        <p:grpSpPr>
          <a:xfrm>
            <a:off x="4766712" y="3263808"/>
            <a:ext cx="365261" cy="362036"/>
            <a:chOff x="4732423" y="3323461"/>
            <a:chExt cx="374319" cy="371015"/>
          </a:xfrm>
        </p:grpSpPr>
        <p:sp>
          <p:nvSpPr>
            <p:cNvPr id="889" name="Google Shape;889;p52"/>
            <p:cNvSpPr/>
            <p:nvPr/>
          </p:nvSpPr>
          <p:spPr>
            <a:xfrm>
              <a:off x="4819397" y="3407132"/>
              <a:ext cx="287345" cy="287344"/>
            </a:xfrm>
            <a:custGeom>
              <a:avLst/>
              <a:gdLst/>
              <a:ahLst/>
              <a:cxnLst/>
              <a:rect l="l" t="t" r="r" b="b"/>
              <a:pathLst>
                <a:path w="110" h="110" extrusionOk="0">
                  <a:moveTo>
                    <a:pt x="108" y="2"/>
                  </a:moveTo>
                  <a:cubicBezTo>
                    <a:pt x="107" y="0"/>
                    <a:pt x="105" y="0"/>
                    <a:pt x="103" y="0"/>
                  </a:cubicBezTo>
                  <a:cubicBezTo>
                    <a:pt x="90" y="4"/>
                    <a:pt x="90" y="4"/>
                    <a:pt x="90" y="4"/>
                  </a:cubicBezTo>
                  <a:cubicBezTo>
                    <a:pt x="85" y="5"/>
                    <a:pt x="81" y="9"/>
                    <a:pt x="80" y="14"/>
                  </a:cubicBezTo>
                  <a:cubicBezTo>
                    <a:pt x="79" y="18"/>
                    <a:pt x="80" y="21"/>
                    <a:pt x="82" y="25"/>
                  </a:cubicBezTo>
                  <a:cubicBezTo>
                    <a:pt x="75" y="31"/>
                    <a:pt x="75" y="31"/>
                    <a:pt x="75" y="31"/>
                  </a:cubicBezTo>
                  <a:cubicBezTo>
                    <a:pt x="75" y="29"/>
                    <a:pt x="75" y="28"/>
                    <a:pt x="74" y="26"/>
                  </a:cubicBezTo>
                  <a:cubicBezTo>
                    <a:pt x="67" y="14"/>
                    <a:pt x="67" y="14"/>
                    <a:pt x="67" y="14"/>
                  </a:cubicBezTo>
                  <a:cubicBezTo>
                    <a:pt x="66" y="12"/>
                    <a:pt x="64" y="11"/>
                    <a:pt x="62" y="11"/>
                  </a:cubicBezTo>
                  <a:cubicBezTo>
                    <a:pt x="60" y="11"/>
                    <a:pt x="58" y="12"/>
                    <a:pt x="57" y="14"/>
                  </a:cubicBezTo>
                  <a:cubicBezTo>
                    <a:pt x="50" y="26"/>
                    <a:pt x="50" y="26"/>
                    <a:pt x="50" y="26"/>
                  </a:cubicBezTo>
                  <a:cubicBezTo>
                    <a:pt x="48" y="30"/>
                    <a:pt x="48" y="36"/>
                    <a:pt x="50" y="40"/>
                  </a:cubicBezTo>
                  <a:cubicBezTo>
                    <a:pt x="52" y="43"/>
                    <a:pt x="56" y="46"/>
                    <a:pt x="60" y="46"/>
                  </a:cubicBezTo>
                  <a:cubicBezTo>
                    <a:pt x="52" y="55"/>
                    <a:pt x="52" y="55"/>
                    <a:pt x="52" y="55"/>
                  </a:cubicBezTo>
                  <a:cubicBezTo>
                    <a:pt x="51" y="53"/>
                    <a:pt x="51" y="51"/>
                    <a:pt x="50" y="50"/>
                  </a:cubicBezTo>
                  <a:cubicBezTo>
                    <a:pt x="43" y="38"/>
                    <a:pt x="43" y="38"/>
                    <a:pt x="43" y="38"/>
                  </a:cubicBezTo>
                  <a:cubicBezTo>
                    <a:pt x="42" y="36"/>
                    <a:pt x="40" y="35"/>
                    <a:pt x="38" y="35"/>
                  </a:cubicBezTo>
                  <a:cubicBezTo>
                    <a:pt x="36" y="35"/>
                    <a:pt x="34" y="36"/>
                    <a:pt x="33" y="38"/>
                  </a:cubicBezTo>
                  <a:cubicBezTo>
                    <a:pt x="26" y="50"/>
                    <a:pt x="26" y="50"/>
                    <a:pt x="26" y="50"/>
                  </a:cubicBezTo>
                  <a:cubicBezTo>
                    <a:pt x="24" y="54"/>
                    <a:pt x="24" y="59"/>
                    <a:pt x="26" y="64"/>
                  </a:cubicBezTo>
                  <a:cubicBezTo>
                    <a:pt x="28" y="67"/>
                    <a:pt x="32" y="70"/>
                    <a:pt x="36" y="70"/>
                  </a:cubicBezTo>
                  <a:cubicBezTo>
                    <a:pt x="28" y="79"/>
                    <a:pt x="28" y="79"/>
                    <a:pt x="28" y="79"/>
                  </a:cubicBezTo>
                  <a:cubicBezTo>
                    <a:pt x="28" y="77"/>
                    <a:pt x="27" y="75"/>
                    <a:pt x="26" y="74"/>
                  </a:cubicBezTo>
                  <a:cubicBezTo>
                    <a:pt x="19" y="62"/>
                    <a:pt x="19" y="62"/>
                    <a:pt x="19" y="62"/>
                  </a:cubicBezTo>
                  <a:cubicBezTo>
                    <a:pt x="18" y="60"/>
                    <a:pt x="16" y="59"/>
                    <a:pt x="14" y="59"/>
                  </a:cubicBezTo>
                  <a:cubicBezTo>
                    <a:pt x="12" y="59"/>
                    <a:pt x="10" y="60"/>
                    <a:pt x="9" y="62"/>
                  </a:cubicBezTo>
                  <a:cubicBezTo>
                    <a:pt x="2" y="74"/>
                    <a:pt x="2" y="74"/>
                    <a:pt x="2" y="74"/>
                  </a:cubicBezTo>
                  <a:cubicBezTo>
                    <a:pt x="0" y="78"/>
                    <a:pt x="0" y="83"/>
                    <a:pt x="2" y="87"/>
                  </a:cubicBezTo>
                  <a:cubicBezTo>
                    <a:pt x="5" y="91"/>
                    <a:pt x="8" y="93"/>
                    <a:pt x="12" y="94"/>
                  </a:cubicBezTo>
                  <a:cubicBezTo>
                    <a:pt x="7" y="99"/>
                    <a:pt x="7" y="99"/>
                    <a:pt x="7" y="99"/>
                  </a:cubicBezTo>
                  <a:cubicBezTo>
                    <a:pt x="6" y="100"/>
                    <a:pt x="6" y="102"/>
                    <a:pt x="7" y="103"/>
                  </a:cubicBezTo>
                  <a:cubicBezTo>
                    <a:pt x="8" y="104"/>
                    <a:pt x="8" y="104"/>
                    <a:pt x="9" y="104"/>
                  </a:cubicBezTo>
                  <a:cubicBezTo>
                    <a:pt x="10" y="104"/>
                    <a:pt x="10" y="104"/>
                    <a:pt x="11" y="103"/>
                  </a:cubicBezTo>
                  <a:cubicBezTo>
                    <a:pt x="16" y="98"/>
                    <a:pt x="16" y="98"/>
                    <a:pt x="16" y="98"/>
                  </a:cubicBezTo>
                  <a:cubicBezTo>
                    <a:pt x="17" y="102"/>
                    <a:pt x="19" y="106"/>
                    <a:pt x="23" y="108"/>
                  </a:cubicBezTo>
                  <a:cubicBezTo>
                    <a:pt x="25" y="109"/>
                    <a:pt x="27" y="110"/>
                    <a:pt x="30" y="110"/>
                  </a:cubicBezTo>
                  <a:cubicBezTo>
                    <a:pt x="32" y="110"/>
                    <a:pt x="34" y="109"/>
                    <a:pt x="36" y="108"/>
                  </a:cubicBezTo>
                  <a:cubicBezTo>
                    <a:pt x="48" y="101"/>
                    <a:pt x="48" y="101"/>
                    <a:pt x="48" y="101"/>
                  </a:cubicBezTo>
                  <a:cubicBezTo>
                    <a:pt x="50" y="100"/>
                    <a:pt x="51" y="98"/>
                    <a:pt x="51" y="96"/>
                  </a:cubicBezTo>
                  <a:cubicBezTo>
                    <a:pt x="51" y="94"/>
                    <a:pt x="50" y="92"/>
                    <a:pt x="48" y="91"/>
                  </a:cubicBezTo>
                  <a:cubicBezTo>
                    <a:pt x="36" y="84"/>
                    <a:pt x="36" y="84"/>
                    <a:pt x="36" y="84"/>
                  </a:cubicBezTo>
                  <a:cubicBezTo>
                    <a:pt x="35" y="83"/>
                    <a:pt x="33" y="83"/>
                    <a:pt x="32" y="82"/>
                  </a:cubicBezTo>
                  <a:cubicBezTo>
                    <a:pt x="40" y="74"/>
                    <a:pt x="40" y="74"/>
                    <a:pt x="40" y="74"/>
                  </a:cubicBezTo>
                  <a:cubicBezTo>
                    <a:pt x="41" y="78"/>
                    <a:pt x="43" y="82"/>
                    <a:pt x="47" y="84"/>
                  </a:cubicBezTo>
                  <a:cubicBezTo>
                    <a:pt x="49" y="85"/>
                    <a:pt x="51" y="86"/>
                    <a:pt x="53" y="86"/>
                  </a:cubicBezTo>
                  <a:cubicBezTo>
                    <a:pt x="56" y="86"/>
                    <a:pt x="58" y="85"/>
                    <a:pt x="60" y="84"/>
                  </a:cubicBezTo>
                  <a:cubicBezTo>
                    <a:pt x="72" y="77"/>
                    <a:pt x="72" y="77"/>
                    <a:pt x="72" y="77"/>
                  </a:cubicBezTo>
                  <a:cubicBezTo>
                    <a:pt x="74" y="76"/>
                    <a:pt x="75" y="74"/>
                    <a:pt x="75" y="72"/>
                  </a:cubicBezTo>
                  <a:cubicBezTo>
                    <a:pt x="75" y="70"/>
                    <a:pt x="74" y="68"/>
                    <a:pt x="72" y="67"/>
                  </a:cubicBezTo>
                  <a:cubicBezTo>
                    <a:pt x="60" y="60"/>
                    <a:pt x="60" y="60"/>
                    <a:pt x="60" y="60"/>
                  </a:cubicBezTo>
                  <a:cubicBezTo>
                    <a:pt x="59" y="59"/>
                    <a:pt x="57" y="59"/>
                    <a:pt x="56" y="59"/>
                  </a:cubicBezTo>
                  <a:cubicBezTo>
                    <a:pt x="64" y="50"/>
                    <a:pt x="64" y="50"/>
                    <a:pt x="64" y="50"/>
                  </a:cubicBezTo>
                  <a:cubicBezTo>
                    <a:pt x="64" y="54"/>
                    <a:pt x="67" y="58"/>
                    <a:pt x="71" y="60"/>
                  </a:cubicBezTo>
                  <a:cubicBezTo>
                    <a:pt x="73" y="61"/>
                    <a:pt x="75" y="62"/>
                    <a:pt x="77" y="62"/>
                  </a:cubicBezTo>
                  <a:cubicBezTo>
                    <a:pt x="80" y="62"/>
                    <a:pt x="82" y="61"/>
                    <a:pt x="84" y="60"/>
                  </a:cubicBezTo>
                  <a:cubicBezTo>
                    <a:pt x="96" y="53"/>
                    <a:pt x="96" y="53"/>
                    <a:pt x="96" y="53"/>
                  </a:cubicBezTo>
                  <a:cubicBezTo>
                    <a:pt x="98" y="52"/>
                    <a:pt x="99" y="50"/>
                    <a:pt x="99" y="48"/>
                  </a:cubicBezTo>
                  <a:cubicBezTo>
                    <a:pt x="99" y="46"/>
                    <a:pt x="98" y="44"/>
                    <a:pt x="96" y="43"/>
                  </a:cubicBezTo>
                  <a:cubicBezTo>
                    <a:pt x="84" y="36"/>
                    <a:pt x="84" y="36"/>
                    <a:pt x="84" y="36"/>
                  </a:cubicBezTo>
                  <a:cubicBezTo>
                    <a:pt x="83" y="36"/>
                    <a:pt x="81" y="35"/>
                    <a:pt x="79" y="35"/>
                  </a:cubicBezTo>
                  <a:cubicBezTo>
                    <a:pt x="86" y="29"/>
                    <a:pt x="86" y="29"/>
                    <a:pt x="86" y="29"/>
                  </a:cubicBezTo>
                  <a:cubicBezTo>
                    <a:pt x="88" y="30"/>
                    <a:pt x="90" y="31"/>
                    <a:pt x="93" y="31"/>
                  </a:cubicBezTo>
                  <a:cubicBezTo>
                    <a:pt x="94" y="31"/>
                    <a:pt x="95" y="31"/>
                    <a:pt x="97" y="30"/>
                  </a:cubicBezTo>
                  <a:cubicBezTo>
                    <a:pt x="101" y="29"/>
                    <a:pt x="105" y="26"/>
                    <a:pt x="106" y="21"/>
                  </a:cubicBezTo>
                  <a:cubicBezTo>
                    <a:pt x="110" y="7"/>
                    <a:pt x="110" y="7"/>
                    <a:pt x="110" y="7"/>
                  </a:cubicBezTo>
                  <a:cubicBezTo>
                    <a:pt x="110" y="5"/>
                    <a:pt x="110" y="3"/>
                    <a:pt x="108" y="2"/>
                  </a:cubicBezTo>
                  <a:close/>
                  <a:moveTo>
                    <a:pt x="55" y="37"/>
                  </a:moveTo>
                  <a:cubicBezTo>
                    <a:pt x="54" y="34"/>
                    <a:pt x="54" y="31"/>
                    <a:pt x="55" y="29"/>
                  </a:cubicBezTo>
                  <a:cubicBezTo>
                    <a:pt x="62" y="17"/>
                    <a:pt x="62" y="17"/>
                    <a:pt x="62" y="17"/>
                  </a:cubicBezTo>
                  <a:cubicBezTo>
                    <a:pt x="62" y="17"/>
                    <a:pt x="62" y="17"/>
                    <a:pt x="62" y="17"/>
                  </a:cubicBezTo>
                  <a:cubicBezTo>
                    <a:pt x="62" y="17"/>
                    <a:pt x="62" y="17"/>
                    <a:pt x="62" y="17"/>
                  </a:cubicBezTo>
                  <a:cubicBezTo>
                    <a:pt x="69" y="29"/>
                    <a:pt x="69" y="29"/>
                    <a:pt x="69" y="29"/>
                  </a:cubicBezTo>
                  <a:cubicBezTo>
                    <a:pt x="70" y="31"/>
                    <a:pt x="70" y="34"/>
                    <a:pt x="69" y="37"/>
                  </a:cubicBezTo>
                  <a:cubicBezTo>
                    <a:pt x="69" y="37"/>
                    <a:pt x="68" y="38"/>
                    <a:pt x="68" y="39"/>
                  </a:cubicBezTo>
                  <a:cubicBezTo>
                    <a:pt x="67" y="40"/>
                    <a:pt x="66" y="40"/>
                    <a:pt x="65" y="41"/>
                  </a:cubicBezTo>
                  <a:cubicBezTo>
                    <a:pt x="65" y="32"/>
                    <a:pt x="65" y="32"/>
                    <a:pt x="65" y="32"/>
                  </a:cubicBezTo>
                  <a:cubicBezTo>
                    <a:pt x="65" y="30"/>
                    <a:pt x="64" y="29"/>
                    <a:pt x="62" y="29"/>
                  </a:cubicBezTo>
                  <a:cubicBezTo>
                    <a:pt x="61" y="29"/>
                    <a:pt x="59" y="30"/>
                    <a:pt x="59" y="32"/>
                  </a:cubicBezTo>
                  <a:cubicBezTo>
                    <a:pt x="59" y="41"/>
                    <a:pt x="59" y="41"/>
                    <a:pt x="59" y="41"/>
                  </a:cubicBezTo>
                  <a:cubicBezTo>
                    <a:pt x="57" y="40"/>
                    <a:pt x="56" y="39"/>
                    <a:pt x="55" y="37"/>
                  </a:cubicBezTo>
                  <a:close/>
                  <a:moveTo>
                    <a:pt x="31" y="61"/>
                  </a:moveTo>
                  <a:cubicBezTo>
                    <a:pt x="30" y="58"/>
                    <a:pt x="30" y="55"/>
                    <a:pt x="31" y="53"/>
                  </a:cubicBezTo>
                  <a:cubicBezTo>
                    <a:pt x="38" y="41"/>
                    <a:pt x="38" y="41"/>
                    <a:pt x="38" y="41"/>
                  </a:cubicBezTo>
                  <a:cubicBezTo>
                    <a:pt x="38" y="41"/>
                    <a:pt x="38" y="41"/>
                    <a:pt x="38" y="41"/>
                  </a:cubicBezTo>
                  <a:cubicBezTo>
                    <a:pt x="38" y="41"/>
                    <a:pt x="38" y="41"/>
                    <a:pt x="38" y="41"/>
                  </a:cubicBezTo>
                  <a:cubicBezTo>
                    <a:pt x="45" y="53"/>
                    <a:pt x="45" y="53"/>
                    <a:pt x="45" y="53"/>
                  </a:cubicBezTo>
                  <a:cubicBezTo>
                    <a:pt x="46" y="55"/>
                    <a:pt x="46" y="58"/>
                    <a:pt x="45" y="61"/>
                  </a:cubicBezTo>
                  <a:cubicBezTo>
                    <a:pt x="45" y="61"/>
                    <a:pt x="44" y="62"/>
                    <a:pt x="44" y="63"/>
                  </a:cubicBezTo>
                  <a:cubicBezTo>
                    <a:pt x="43" y="63"/>
                    <a:pt x="42" y="64"/>
                    <a:pt x="41" y="64"/>
                  </a:cubicBezTo>
                  <a:cubicBezTo>
                    <a:pt x="41" y="56"/>
                    <a:pt x="41" y="56"/>
                    <a:pt x="41" y="56"/>
                  </a:cubicBezTo>
                  <a:cubicBezTo>
                    <a:pt x="41" y="54"/>
                    <a:pt x="40" y="53"/>
                    <a:pt x="38" y="53"/>
                  </a:cubicBezTo>
                  <a:cubicBezTo>
                    <a:pt x="37" y="52"/>
                    <a:pt x="35" y="54"/>
                    <a:pt x="35" y="55"/>
                  </a:cubicBezTo>
                  <a:cubicBezTo>
                    <a:pt x="35" y="64"/>
                    <a:pt x="35" y="64"/>
                    <a:pt x="35" y="64"/>
                  </a:cubicBezTo>
                  <a:cubicBezTo>
                    <a:pt x="34" y="64"/>
                    <a:pt x="32" y="62"/>
                    <a:pt x="31" y="61"/>
                  </a:cubicBezTo>
                  <a:close/>
                  <a:moveTo>
                    <a:pt x="7" y="85"/>
                  </a:moveTo>
                  <a:cubicBezTo>
                    <a:pt x="6" y="82"/>
                    <a:pt x="6" y="79"/>
                    <a:pt x="7" y="77"/>
                  </a:cubicBezTo>
                  <a:cubicBezTo>
                    <a:pt x="14" y="65"/>
                    <a:pt x="14" y="65"/>
                    <a:pt x="14" y="65"/>
                  </a:cubicBezTo>
                  <a:cubicBezTo>
                    <a:pt x="14" y="65"/>
                    <a:pt x="14" y="65"/>
                    <a:pt x="14" y="65"/>
                  </a:cubicBezTo>
                  <a:cubicBezTo>
                    <a:pt x="14" y="65"/>
                    <a:pt x="14" y="65"/>
                    <a:pt x="14" y="65"/>
                  </a:cubicBezTo>
                  <a:cubicBezTo>
                    <a:pt x="21" y="77"/>
                    <a:pt x="21" y="77"/>
                    <a:pt x="21" y="77"/>
                  </a:cubicBezTo>
                  <a:cubicBezTo>
                    <a:pt x="23" y="79"/>
                    <a:pt x="23" y="82"/>
                    <a:pt x="21" y="85"/>
                  </a:cubicBezTo>
                  <a:cubicBezTo>
                    <a:pt x="21" y="85"/>
                    <a:pt x="21" y="86"/>
                    <a:pt x="20" y="86"/>
                  </a:cubicBezTo>
                  <a:cubicBezTo>
                    <a:pt x="19" y="87"/>
                    <a:pt x="18" y="88"/>
                    <a:pt x="17" y="88"/>
                  </a:cubicBezTo>
                  <a:cubicBezTo>
                    <a:pt x="17" y="79"/>
                    <a:pt x="17" y="79"/>
                    <a:pt x="17" y="79"/>
                  </a:cubicBezTo>
                  <a:cubicBezTo>
                    <a:pt x="17" y="78"/>
                    <a:pt x="16" y="77"/>
                    <a:pt x="15" y="77"/>
                  </a:cubicBezTo>
                  <a:cubicBezTo>
                    <a:pt x="13" y="76"/>
                    <a:pt x="12" y="78"/>
                    <a:pt x="12" y="79"/>
                  </a:cubicBezTo>
                  <a:cubicBezTo>
                    <a:pt x="12" y="88"/>
                    <a:pt x="12" y="88"/>
                    <a:pt x="12" y="88"/>
                  </a:cubicBezTo>
                  <a:cubicBezTo>
                    <a:pt x="10" y="88"/>
                    <a:pt x="8" y="86"/>
                    <a:pt x="7" y="85"/>
                  </a:cubicBezTo>
                  <a:close/>
                  <a:moveTo>
                    <a:pt x="46" y="96"/>
                  </a:moveTo>
                  <a:cubicBezTo>
                    <a:pt x="46" y="96"/>
                    <a:pt x="46" y="96"/>
                    <a:pt x="46" y="96"/>
                  </a:cubicBezTo>
                  <a:cubicBezTo>
                    <a:pt x="46" y="96"/>
                    <a:pt x="46" y="96"/>
                    <a:pt x="46" y="96"/>
                  </a:cubicBezTo>
                  <a:cubicBezTo>
                    <a:pt x="34" y="103"/>
                    <a:pt x="34" y="103"/>
                    <a:pt x="34" y="103"/>
                  </a:cubicBezTo>
                  <a:cubicBezTo>
                    <a:pt x="31" y="104"/>
                    <a:pt x="28" y="104"/>
                    <a:pt x="26" y="103"/>
                  </a:cubicBezTo>
                  <a:cubicBezTo>
                    <a:pt x="24" y="102"/>
                    <a:pt x="23" y="101"/>
                    <a:pt x="22" y="99"/>
                  </a:cubicBezTo>
                  <a:cubicBezTo>
                    <a:pt x="31" y="99"/>
                    <a:pt x="31" y="99"/>
                    <a:pt x="31" y="99"/>
                  </a:cubicBezTo>
                  <a:cubicBezTo>
                    <a:pt x="32" y="99"/>
                    <a:pt x="34" y="98"/>
                    <a:pt x="34" y="96"/>
                  </a:cubicBezTo>
                  <a:cubicBezTo>
                    <a:pt x="34" y="95"/>
                    <a:pt x="33" y="93"/>
                    <a:pt x="31" y="93"/>
                  </a:cubicBezTo>
                  <a:cubicBezTo>
                    <a:pt x="22" y="93"/>
                    <a:pt x="22" y="93"/>
                    <a:pt x="22" y="93"/>
                  </a:cubicBezTo>
                  <a:cubicBezTo>
                    <a:pt x="22" y="92"/>
                    <a:pt x="23" y="91"/>
                    <a:pt x="24" y="90"/>
                  </a:cubicBezTo>
                  <a:cubicBezTo>
                    <a:pt x="24" y="90"/>
                    <a:pt x="25" y="90"/>
                    <a:pt x="26" y="89"/>
                  </a:cubicBezTo>
                  <a:cubicBezTo>
                    <a:pt x="27" y="88"/>
                    <a:pt x="28" y="88"/>
                    <a:pt x="30" y="88"/>
                  </a:cubicBezTo>
                  <a:cubicBezTo>
                    <a:pt x="31" y="88"/>
                    <a:pt x="32" y="88"/>
                    <a:pt x="34" y="89"/>
                  </a:cubicBezTo>
                  <a:lnTo>
                    <a:pt x="46" y="96"/>
                  </a:lnTo>
                  <a:close/>
                  <a:moveTo>
                    <a:pt x="69" y="72"/>
                  </a:moveTo>
                  <a:cubicBezTo>
                    <a:pt x="69" y="72"/>
                    <a:pt x="70" y="72"/>
                    <a:pt x="70" y="72"/>
                  </a:cubicBezTo>
                  <a:cubicBezTo>
                    <a:pt x="70" y="72"/>
                    <a:pt x="69" y="72"/>
                    <a:pt x="69" y="72"/>
                  </a:cubicBezTo>
                  <a:cubicBezTo>
                    <a:pt x="58" y="79"/>
                    <a:pt x="58" y="79"/>
                    <a:pt x="58" y="79"/>
                  </a:cubicBezTo>
                  <a:cubicBezTo>
                    <a:pt x="55" y="81"/>
                    <a:pt x="52" y="81"/>
                    <a:pt x="49" y="79"/>
                  </a:cubicBezTo>
                  <a:cubicBezTo>
                    <a:pt x="48" y="78"/>
                    <a:pt x="47" y="77"/>
                    <a:pt x="46" y="75"/>
                  </a:cubicBezTo>
                  <a:cubicBezTo>
                    <a:pt x="55" y="75"/>
                    <a:pt x="55" y="75"/>
                    <a:pt x="55" y="75"/>
                  </a:cubicBezTo>
                  <a:cubicBezTo>
                    <a:pt x="56" y="75"/>
                    <a:pt x="57" y="74"/>
                    <a:pt x="58" y="73"/>
                  </a:cubicBezTo>
                  <a:cubicBezTo>
                    <a:pt x="58" y="71"/>
                    <a:pt x="57" y="69"/>
                    <a:pt x="55" y="69"/>
                  </a:cubicBezTo>
                  <a:cubicBezTo>
                    <a:pt x="46" y="69"/>
                    <a:pt x="46" y="69"/>
                    <a:pt x="46" y="69"/>
                  </a:cubicBezTo>
                  <a:cubicBezTo>
                    <a:pt x="46" y="68"/>
                    <a:pt x="47" y="67"/>
                    <a:pt x="48" y="67"/>
                  </a:cubicBezTo>
                  <a:cubicBezTo>
                    <a:pt x="48" y="66"/>
                    <a:pt x="49" y="66"/>
                    <a:pt x="49" y="65"/>
                  </a:cubicBezTo>
                  <a:cubicBezTo>
                    <a:pt x="51" y="64"/>
                    <a:pt x="52" y="64"/>
                    <a:pt x="54" y="64"/>
                  </a:cubicBezTo>
                  <a:cubicBezTo>
                    <a:pt x="55" y="64"/>
                    <a:pt x="56" y="64"/>
                    <a:pt x="58" y="65"/>
                  </a:cubicBezTo>
                  <a:lnTo>
                    <a:pt x="69" y="72"/>
                  </a:lnTo>
                  <a:close/>
                  <a:moveTo>
                    <a:pt x="93" y="48"/>
                  </a:moveTo>
                  <a:cubicBezTo>
                    <a:pt x="93" y="48"/>
                    <a:pt x="93" y="48"/>
                    <a:pt x="93" y="48"/>
                  </a:cubicBezTo>
                  <a:cubicBezTo>
                    <a:pt x="93" y="48"/>
                    <a:pt x="93" y="48"/>
                    <a:pt x="93" y="48"/>
                  </a:cubicBezTo>
                  <a:cubicBezTo>
                    <a:pt x="81" y="55"/>
                    <a:pt x="81" y="55"/>
                    <a:pt x="81" y="55"/>
                  </a:cubicBezTo>
                  <a:cubicBezTo>
                    <a:pt x="79" y="57"/>
                    <a:pt x="76" y="57"/>
                    <a:pt x="73" y="55"/>
                  </a:cubicBezTo>
                  <a:cubicBezTo>
                    <a:pt x="72" y="54"/>
                    <a:pt x="70" y="53"/>
                    <a:pt x="70" y="51"/>
                  </a:cubicBezTo>
                  <a:cubicBezTo>
                    <a:pt x="79" y="51"/>
                    <a:pt x="79" y="51"/>
                    <a:pt x="79" y="51"/>
                  </a:cubicBezTo>
                  <a:cubicBezTo>
                    <a:pt x="80" y="51"/>
                    <a:pt x="81" y="50"/>
                    <a:pt x="81" y="49"/>
                  </a:cubicBezTo>
                  <a:cubicBezTo>
                    <a:pt x="82" y="47"/>
                    <a:pt x="80" y="45"/>
                    <a:pt x="79" y="45"/>
                  </a:cubicBezTo>
                  <a:cubicBezTo>
                    <a:pt x="70" y="45"/>
                    <a:pt x="70" y="45"/>
                    <a:pt x="70" y="45"/>
                  </a:cubicBezTo>
                  <a:cubicBezTo>
                    <a:pt x="70" y="44"/>
                    <a:pt x="71" y="43"/>
                    <a:pt x="72" y="43"/>
                  </a:cubicBezTo>
                  <a:cubicBezTo>
                    <a:pt x="72" y="42"/>
                    <a:pt x="73" y="42"/>
                    <a:pt x="73" y="41"/>
                  </a:cubicBezTo>
                  <a:cubicBezTo>
                    <a:pt x="75" y="41"/>
                    <a:pt x="76" y="40"/>
                    <a:pt x="77" y="40"/>
                  </a:cubicBezTo>
                  <a:cubicBezTo>
                    <a:pt x="79" y="40"/>
                    <a:pt x="80" y="41"/>
                    <a:pt x="81" y="41"/>
                  </a:cubicBezTo>
                  <a:lnTo>
                    <a:pt x="93" y="48"/>
                  </a:lnTo>
                  <a:close/>
                  <a:moveTo>
                    <a:pt x="104" y="6"/>
                  </a:moveTo>
                  <a:cubicBezTo>
                    <a:pt x="101" y="19"/>
                    <a:pt x="101" y="19"/>
                    <a:pt x="101" y="19"/>
                  </a:cubicBezTo>
                  <a:cubicBezTo>
                    <a:pt x="100" y="22"/>
                    <a:pt x="98" y="24"/>
                    <a:pt x="95" y="25"/>
                  </a:cubicBezTo>
                  <a:cubicBezTo>
                    <a:pt x="93" y="26"/>
                    <a:pt x="91" y="25"/>
                    <a:pt x="90" y="25"/>
                  </a:cubicBezTo>
                  <a:cubicBezTo>
                    <a:pt x="96" y="18"/>
                    <a:pt x="96" y="18"/>
                    <a:pt x="96" y="18"/>
                  </a:cubicBezTo>
                  <a:cubicBezTo>
                    <a:pt x="97" y="17"/>
                    <a:pt x="97" y="15"/>
                    <a:pt x="96" y="14"/>
                  </a:cubicBezTo>
                  <a:cubicBezTo>
                    <a:pt x="95" y="13"/>
                    <a:pt x="93" y="13"/>
                    <a:pt x="92" y="14"/>
                  </a:cubicBezTo>
                  <a:cubicBezTo>
                    <a:pt x="86" y="21"/>
                    <a:pt x="86" y="21"/>
                    <a:pt x="86" y="21"/>
                  </a:cubicBezTo>
                  <a:cubicBezTo>
                    <a:pt x="85" y="19"/>
                    <a:pt x="85" y="17"/>
                    <a:pt x="85" y="15"/>
                  </a:cubicBezTo>
                  <a:cubicBezTo>
                    <a:pt x="86" y="12"/>
                    <a:pt x="88" y="10"/>
                    <a:pt x="91" y="9"/>
                  </a:cubicBezTo>
                  <a:cubicBezTo>
                    <a:pt x="104" y="6"/>
                    <a:pt x="104" y="6"/>
                    <a:pt x="104" y="6"/>
                  </a:cubicBezTo>
                  <a:cubicBezTo>
                    <a:pt x="104" y="6"/>
                    <a:pt x="104" y="6"/>
                    <a:pt x="104" y="6"/>
                  </a:cubicBezTo>
                  <a:cubicBezTo>
                    <a:pt x="104" y="6"/>
                    <a:pt x="104" y="6"/>
                    <a:pt x="104" y="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90" name="Google Shape;890;p52"/>
            <p:cNvSpPr/>
            <p:nvPr/>
          </p:nvSpPr>
          <p:spPr>
            <a:xfrm>
              <a:off x="4732423" y="3323461"/>
              <a:ext cx="175049" cy="171746"/>
            </a:xfrm>
            <a:custGeom>
              <a:avLst/>
              <a:gdLst/>
              <a:ahLst/>
              <a:cxnLst/>
              <a:rect l="l" t="t" r="r" b="b"/>
              <a:pathLst>
                <a:path w="67" h="66" extrusionOk="0">
                  <a:moveTo>
                    <a:pt x="50" y="61"/>
                  </a:moveTo>
                  <a:cubicBezTo>
                    <a:pt x="59" y="63"/>
                    <a:pt x="59" y="63"/>
                    <a:pt x="59" y="63"/>
                  </a:cubicBezTo>
                  <a:cubicBezTo>
                    <a:pt x="61" y="64"/>
                    <a:pt x="63" y="63"/>
                    <a:pt x="65" y="61"/>
                  </a:cubicBezTo>
                  <a:cubicBezTo>
                    <a:pt x="66" y="60"/>
                    <a:pt x="67" y="57"/>
                    <a:pt x="66" y="55"/>
                  </a:cubicBezTo>
                  <a:cubicBezTo>
                    <a:pt x="62" y="47"/>
                    <a:pt x="62" y="47"/>
                    <a:pt x="62" y="47"/>
                  </a:cubicBezTo>
                  <a:cubicBezTo>
                    <a:pt x="65" y="42"/>
                    <a:pt x="66" y="35"/>
                    <a:pt x="65" y="29"/>
                  </a:cubicBezTo>
                  <a:cubicBezTo>
                    <a:pt x="65" y="26"/>
                    <a:pt x="64" y="23"/>
                    <a:pt x="63" y="21"/>
                  </a:cubicBezTo>
                  <a:cubicBezTo>
                    <a:pt x="63" y="19"/>
                    <a:pt x="61" y="19"/>
                    <a:pt x="59" y="19"/>
                  </a:cubicBezTo>
                  <a:cubicBezTo>
                    <a:pt x="58" y="20"/>
                    <a:pt x="57" y="21"/>
                    <a:pt x="58" y="23"/>
                  </a:cubicBezTo>
                  <a:cubicBezTo>
                    <a:pt x="59" y="25"/>
                    <a:pt x="60" y="28"/>
                    <a:pt x="60" y="30"/>
                  </a:cubicBezTo>
                  <a:cubicBezTo>
                    <a:pt x="60" y="35"/>
                    <a:pt x="59" y="41"/>
                    <a:pt x="57" y="46"/>
                  </a:cubicBezTo>
                  <a:cubicBezTo>
                    <a:pt x="56" y="46"/>
                    <a:pt x="56" y="47"/>
                    <a:pt x="57" y="48"/>
                  </a:cubicBezTo>
                  <a:cubicBezTo>
                    <a:pt x="61" y="57"/>
                    <a:pt x="61" y="57"/>
                    <a:pt x="61" y="57"/>
                  </a:cubicBezTo>
                  <a:cubicBezTo>
                    <a:pt x="61" y="58"/>
                    <a:pt x="61" y="58"/>
                    <a:pt x="61" y="58"/>
                  </a:cubicBezTo>
                  <a:cubicBezTo>
                    <a:pt x="61" y="58"/>
                    <a:pt x="60" y="58"/>
                    <a:pt x="60" y="58"/>
                  </a:cubicBezTo>
                  <a:cubicBezTo>
                    <a:pt x="50" y="55"/>
                    <a:pt x="50" y="55"/>
                    <a:pt x="50" y="55"/>
                  </a:cubicBezTo>
                  <a:cubicBezTo>
                    <a:pt x="49" y="55"/>
                    <a:pt x="48" y="55"/>
                    <a:pt x="48" y="56"/>
                  </a:cubicBezTo>
                  <a:cubicBezTo>
                    <a:pt x="44" y="58"/>
                    <a:pt x="40" y="60"/>
                    <a:pt x="35" y="60"/>
                  </a:cubicBezTo>
                  <a:cubicBezTo>
                    <a:pt x="28" y="60"/>
                    <a:pt x="21" y="58"/>
                    <a:pt x="16" y="54"/>
                  </a:cubicBezTo>
                  <a:cubicBezTo>
                    <a:pt x="11" y="49"/>
                    <a:pt x="7" y="43"/>
                    <a:pt x="6" y="36"/>
                  </a:cubicBezTo>
                  <a:cubicBezTo>
                    <a:pt x="6" y="29"/>
                    <a:pt x="8" y="22"/>
                    <a:pt x="12" y="16"/>
                  </a:cubicBezTo>
                  <a:cubicBezTo>
                    <a:pt x="17" y="10"/>
                    <a:pt x="23" y="7"/>
                    <a:pt x="31" y="6"/>
                  </a:cubicBezTo>
                  <a:cubicBezTo>
                    <a:pt x="34" y="6"/>
                    <a:pt x="38" y="6"/>
                    <a:pt x="42" y="8"/>
                  </a:cubicBezTo>
                  <a:cubicBezTo>
                    <a:pt x="43" y="8"/>
                    <a:pt x="45" y="7"/>
                    <a:pt x="45" y="6"/>
                  </a:cubicBezTo>
                  <a:cubicBezTo>
                    <a:pt x="46" y="4"/>
                    <a:pt x="45" y="3"/>
                    <a:pt x="44" y="2"/>
                  </a:cubicBezTo>
                  <a:cubicBezTo>
                    <a:pt x="39" y="1"/>
                    <a:pt x="35" y="0"/>
                    <a:pt x="30" y="1"/>
                  </a:cubicBezTo>
                  <a:cubicBezTo>
                    <a:pt x="21" y="2"/>
                    <a:pt x="13" y="6"/>
                    <a:pt x="8" y="13"/>
                  </a:cubicBezTo>
                  <a:cubicBezTo>
                    <a:pt x="2" y="19"/>
                    <a:pt x="0" y="28"/>
                    <a:pt x="1" y="37"/>
                  </a:cubicBezTo>
                  <a:cubicBezTo>
                    <a:pt x="2" y="45"/>
                    <a:pt x="6" y="53"/>
                    <a:pt x="12" y="58"/>
                  </a:cubicBezTo>
                  <a:cubicBezTo>
                    <a:pt x="18" y="63"/>
                    <a:pt x="26" y="66"/>
                    <a:pt x="33" y="66"/>
                  </a:cubicBezTo>
                  <a:cubicBezTo>
                    <a:pt x="34" y="66"/>
                    <a:pt x="35" y="66"/>
                    <a:pt x="35" y="65"/>
                  </a:cubicBezTo>
                  <a:cubicBezTo>
                    <a:pt x="41" y="65"/>
                    <a:pt x="45" y="64"/>
                    <a:pt x="50" y="6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91" name="Google Shape;891;p52"/>
            <p:cNvSpPr/>
            <p:nvPr/>
          </p:nvSpPr>
          <p:spPr>
            <a:xfrm>
              <a:off x="4766552" y="3356489"/>
              <a:ext cx="106791" cy="107892"/>
            </a:xfrm>
            <a:custGeom>
              <a:avLst/>
              <a:gdLst/>
              <a:ahLst/>
              <a:cxnLst/>
              <a:rect l="l" t="t" r="r" b="b"/>
              <a:pathLst>
                <a:path w="41" h="41" extrusionOk="0">
                  <a:moveTo>
                    <a:pt x="29" y="4"/>
                  </a:moveTo>
                  <a:cubicBezTo>
                    <a:pt x="29" y="2"/>
                    <a:pt x="27" y="0"/>
                    <a:pt x="24" y="0"/>
                  </a:cubicBezTo>
                  <a:cubicBezTo>
                    <a:pt x="16" y="0"/>
                    <a:pt x="16" y="0"/>
                    <a:pt x="16" y="0"/>
                  </a:cubicBezTo>
                  <a:cubicBezTo>
                    <a:pt x="14" y="0"/>
                    <a:pt x="12" y="2"/>
                    <a:pt x="12" y="4"/>
                  </a:cubicBezTo>
                  <a:cubicBezTo>
                    <a:pt x="12" y="12"/>
                    <a:pt x="12" y="12"/>
                    <a:pt x="12" y="12"/>
                  </a:cubicBezTo>
                  <a:cubicBezTo>
                    <a:pt x="4" y="12"/>
                    <a:pt x="4" y="12"/>
                    <a:pt x="4" y="12"/>
                  </a:cubicBezTo>
                  <a:cubicBezTo>
                    <a:pt x="2" y="12"/>
                    <a:pt x="0" y="14"/>
                    <a:pt x="0" y="16"/>
                  </a:cubicBezTo>
                  <a:cubicBezTo>
                    <a:pt x="0" y="24"/>
                    <a:pt x="0" y="24"/>
                    <a:pt x="0" y="24"/>
                  </a:cubicBezTo>
                  <a:cubicBezTo>
                    <a:pt x="0" y="27"/>
                    <a:pt x="2" y="29"/>
                    <a:pt x="4" y="29"/>
                  </a:cubicBezTo>
                  <a:cubicBezTo>
                    <a:pt x="12" y="29"/>
                    <a:pt x="12" y="29"/>
                    <a:pt x="12" y="29"/>
                  </a:cubicBezTo>
                  <a:cubicBezTo>
                    <a:pt x="12" y="36"/>
                    <a:pt x="12" y="36"/>
                    <a:pt x="12" y="36"/>
                  </a:cubicBezTo>
                  <a:cubicBezTo>
                    <a:pt x="12" y="39"/>
                    <a:pt x="14" y="41"/>
                    <a:pt x="16" y="41"/>
                  </a:cubicBezTo>
                  <a:cubicBezTo>
                    <a:pt x="24" y="41"/>
                    <a:pt x="24" y="41"/>
                    <a:pt x="24" y="41"/>
                  </a:cubicBezTo>
                  <a:cubicBezTo>
                    <a:pt x="27" y="41"/>
                    <a:pt x="29" y="39"/>
                    <a:pt x="29" y="36"/>
                  </a:cubicBezTo>
                  <a:cubicBezTo>
                    <a:pt x="29" y="29"/>
                    <a:pt x="29" y="29"/>
                    <a:pt x="29" y="29"/>
                  </a:cubicBezTo>
                  <a:cubicBezTo>
                    <a:pt x="36" y="29"/>
                    <a:pt x="36" y="29"/>
                    <a:pt x="36" y="29"/>
                  </a:cubicBezTo>
                  <a:cubicBezTo>
                    <a:pt x="39" y="29"/>
                    <a:pt x="41" y="27"/>
                    <a:pt x="41" y="24"/>
                  </a:cubicBezTo>
                  <a:cubicBezTo>
                    <a:pt x="41" y="16"/>
                    <a:pt x="41" y="16"/>
                    <a:pt x="41" y="16"/>
                  </a:cubicBezTo>
                  <a:cubicBezTo>
                    <a:pt x="41" y="14"/>
                    <a:pt x="39" y="12"/>
                    <a:pt x="36" y="12"/>
                  </a:cubicBezTo>
                  <a:cubicBezTo>
                    <a:pt x="29" y="12"/>
                    <a:pt x="29" y="12"/>
                    <a:pt x="29" y="12"/>
                  </a:cubicBezTo>
                  <a:lnTo>
                    <a:pt x="29" y="4"/>
                  </a:lnTo>
                  <a:close/>
                  <a:moveTo>
                    <a:pt x="35" y="17"/>
                  </a:moveTo>
                  <a:cubicBezTo>
                    <a:pt x="35" y="23"/>
                    <a:pt x="35" y="23"/>
                    <a:pt x="35" y="23"/>
                  </a:cubicBezTo>
                  <a:cubicBezTo>
                    <a:pt x="26" y="23"/>
                    <a:pt x="26" y="23"/>
                    <a:pt x="26" y="23"/>
                  </a:cubicBezTo>
                  <a:cubicBezTo>
                    <a:pt x="25" y="23"/>
                    <a:pt x="23" y="24"/>
                    <a:pt x="23" y="26"/>
                  </a:cubicBezTo>
                  <a:cubicBezTo>
                    <a:pt x="23" y="35"/>
                    <a:pt x="23" y="35"/>
                    <a:pt x="23" y="35"/>
                  </a:cubicBezTo>
                  <a:cubicBezTo>
                    <a:pt x="17" y="35"/>
                    <a:pt x="17" y="35"/>
                    <a:pt x="17" y="35"/>
                  </a:cubicBezTo>
                  <a:cubicBezTo>
                    <a:pt x="17" y="26"/>
                    <a:pt x="17" y="26"/>
                    <a:pt x="17" y="26"/>
                  </a:cubicBezTo>
                  <a:cubicBezTo>
                    <a:pt x="17" y="24"/>
                    <a:pt x="16" y="23"/>
                    <a:pt x="15" y="23"/>
                  </a:cubicBezTo>
                  <a:cubicBezTo>
                    <a:pt x="5" y="23"/>
                    <a:pt x="5" y="23"/>
                    <a:pt x="5" y="23"/>
                  </a:cubicBezTo>
                  <a:cubicBezTo>
                    <a:pt x="5" y="17"/>
                    <a:pt x="5" y="17"/>
                    <a:pt x="5" y="17"/>
                  </a:cubicBezTo>
                  <a:cubicBezTo>
                    <a:pt x="15" y="17"/>
                    <a:pt x="15" y="17"/>
                    <a:pt x="15" y="17"/>
                  </a:cubicBezTo>
                  <a:cubicBezTo>
                    <a:pt x="16" y="17"/>
                    <a:pt x="17" y="16"/>
                    <a:pt x="17" y="14"/>
                  </a:cubicBezTo>
                  <a:cubicBezTo>
                    <a:pt x="17" y="5"/>
                    <a:pt x="17" y="5"/>
                    <a:pt x="17" y="5"/>
                  </a:cubicBezTo>
                  <a:cubicBezTo>
                    <a:pt x="23" y="5"/>
                    <a:pt x="23" y="5"/>
                    <a:pt x="23" y="5"/>
                  </a:cubicBezTo>
                  <a:cubicBezTo>
                    <a:pt x="23" y="14"/>
                    <a:pt x="23" y="14"/>
                    <a:pt x="23" y="14"/>
                  </a:cubicBezTo>
                  <a:cubicBezTo>
                    <a:pt x="23" y="16"/>
                    <a:pt x="25" y="17"/>
                    <a:pt x="26" y="17"/>
                  </a:cubicBezTo>
                  <a:cubicBezTo>
                    <a:pt x="35" y="17"/>
                    <a:pt x="35" y="17"/>
                    <a:pt x="35" y="1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92" name="Google Shape;892;p52"/>
            <p:cNvSpPr/>
            <p:nvPr/>
          </p:nvSpPr>
          <p:spPr>
            <a:xfrm>
              <a:off x="4865637" y="3346581"/>
              <a:ext cx="13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93" name="Google Shape;893;p52"/>
          <p:cNvGrpSpPr/>
          <p:nvPr/>
        </p:nvGrpSpPr>
        <p:grpSpPr>
          <a:xfrm>
            <a:off x="3266995" y="3263808"/>
            <a:ext cx="226676" cy="362036"/>
            <a:chOff x="3173495" y="3323461"/>
            <a:chExt cx="232298" cy="371015"/>
          </a:xfrm>
        </p:grpSpPr>
        <p:sp>
          <p:nvSpPr>
            <p:cNvPr id="894" name="Google Shape;894;p52"/>
            <p:cNvSpPr/>
            <p:nvPr/>
          </p:nvSpPr>
          <p:spPr>
            <a:xfrm>
              <a:off x="3173495" y="3323461"/>
              <a:ext cx="232298" cy="371015"/>
            </a:xfrm>
            <a:custGeom>
              <a:avLst/>
              <a:gdLst/>
              <a:ahLst/>
              <a:cxnLst/>
              <a:rect l="l" t="t" r="r" b="b"/>
              <a:pathLst>
                <a:path w="89" h="142" extrusionOk="0">
                  <a:moveTo>
                    <a:pt x="75" y="0"/>
                  </a:moveTo>
                  <a:cubicBezTo>
                    <a:pt x="14" y="0"/>
                    <a:pt x="14" y="0"/>
                    <a:pt x="14" y="0"/>
                  </a:cubicBezTo>
                  <a:cubicBezTo>
                    <a:pt x="6" y="0"/>
                    <a:pt x="0" y="6"/>
                    <a:pt x="0" y="14"/>
                  </a:cubicBezTo>
                  <a:cubicBezTo>
                    <a:pt x="0" y="94"/>
                    <a:pt x="0" y="94"/>
                    <a:pt x="0" y="94"/>
                  </a:cubicBezTo>
                  <a:cubicBezTo>
                    <a:pt x="0" y="102"/>
                    <a:pt x="6" y="108"/>
                    <a:pt x="14" y="108"/>
                  </a:cubicBezTo>
                  <a:cubicBezTo>
                    <a:pt x="37" y="108"/>
                    <a:pt x="37" y="108"/>
                    <a:pt x="37" y="108"/>
                  </a:cubicBezTo>
                  <a:cubicBezTo>
                    <a:pt x="37" y="113"/>
                    <a:pt x="37" y="113"/>
                    <a:pt x="37" y="113"/>
                  </a:cubicBezTo>
                  <a:cubicBezTo>
                    <a:pt x="37" y="116"/>
                    <a:pt x="39" y="118"/>
                    <a:pt x="42" y="118"/>
                  </a:cubicBezTo>
                  <a:cubicBezTo>
                    <a:pt x="42" y="118"/>
                    <a:pt x="42" y="118"/>
                    <a:pt x="42" y="118"/>
                  </a:cubicBezTo>
                  <a:cubicBezTo>
                    <a:pt x="44" y="132"/>
                    <a:pt x="55" y="142"/>
                    <a:pt x="68" y="142"/>
                  </a:cubicBezTo>
                  <a:cubicBezTo>
                    <a:pt x="75" y="142"/>
                    <a:pt x="75" y="142"/>
                    <a:pt x="75" y="142"/>
                  </a:cubicBezTo>
                  <a:cubicBezTo>
                    <a:pt x="77" y="142"/>
                    <a:pt x="78" y="141"/>
                    <a:pt x="78" y="140"/>
                  </a:cubicBezTo>
                  <a:cubicBezTo>
                    <a:pt x="78" y="138"/>
                    <a:pt x="77" y="137"/>
                    <a:pt x="75" y="137"/>
                  </a:cubicBezTo>
                  <a:cubicBezTo>
                    <a:pt x="68" y="137"/>
                    <a:pt x="68" y="137"/>
                    <a:pt x="68" y="137"/>
                  </a:cubicBezTo>
                  <a:cubicBezTo>
                    <a:pt x="57" y="137"/>
                    <a:pt x="49" y="129"/>
                    <a:pt x="48" y="118"/>
                  </a:cubicBezTo>
                  <a:cubicBezTo>
                    <a:pt x="51" y="118"/>
                    <a:pt x="53" y="116"/>
                    <a:pt x="53" y="113"/>
                  </a:cubicBezTo>
                  <a:cubicBezTo>
                    <a:pt x="53" y="108"/>
                    <a:pt x="53" y="108"/>
                    <a:pt x="53" y="108"/>
                  </a:cubicBezTo>
                  <a:cubicBezTo>
                    <a:pt x="75" y="108"/>
                    <a:pt x="75" y="108"/>
                    <a:pt x="75" y="108"/>
                  </a:cubicBezTo>
                  <a:cubicBezTo>
                    <a:pt x="83" y="108"/>
                    <a:pt x="89" y="102"/>
                    <a:pt x="89" y="94"/>
                  </a:cubicBezTo>
                  <a:cubicBezTo>
                    <a:pt x="89" y="14"/>
                    <a:pt x="89" y="14"/>
                    <a:pt x="89" y="14"/>
                  </a:cubicBezTo>
                  <a:cubicBezTo>
                    <a:pt x="89" y="6"/>
                    <a:pt x="83" y="0"/>
                    <a:pt x="75" y="0"/>
                  </a:cubicBezTo>
                  <a:close/>
                  <a:moveTo>
                    <a:pt x="84" y="94"/>
                  </a:moveTo>
                  <a:cubicBezTo>
                    <a:pt x="84" y="99"/>
                    <a:pt x="80" y="103"/>
                    <a:pt x="75" y="103"/>
                  </a:cubicBezTo>
                  <a:cubicBezTo>
                    <a:pt x="50" y="103"/>
                    <a:pt x="50" y="103"/>
                    <a:pt x="50" y="103"/>
                  </a:cubicBezTo>
                  <a:cubicBezTo>
                    <a:pt x="49" y="103"/>
                    <a:pt x="48" y="104"/>
                    <a:pt x="48" y="106"/>
                  </a:cubicBezTo>
                  <a:cubicBezTo>
                    <a:pt x="48" y="113"/>
                    <a:pt x="48" y="113"/>
                    <a:pt x="48" y="113"/>
                  </a:cubicBezTo>
                  <a:cubicBezTo>
                    <a:pt x="42" y="113"/>
                    <a:pt x="42" y="113"/>
                    <a:pt x="42" y="113"/>
                  </a:cubicBezTo>
                  <a:cubicBezTo>
                    <a:pt x="42" y="106"/>
                    <a:pt x="42" y="106"/>
                    <a:pt x="42" y="106"/>
                  </a:cubicBezTo>
                  <a:cubicBezTo>
                    <a:pt x="42" y="104"/>
                    <a:pt x="41" y="103"/>
                    <a:pt x="39" y="103"/>
                  </a:cubicBezTo>
                  <a:cubicBezTo>
                    <a:pt x="14" y="103"/>
                    <a:pt x="14" y="103"/>
                    <a:pt x="14" y="103"/>
                  </a:cubicBezTo>
                  <a:cubicBezTo>
                    <a:pt x="9" y="103"/>
                    <a:pt x="6" y="99"/>
                    <a:pt x="6" y="94"/>
                  </a:cubicBezTo>
                  <a:cubicBezTo>
                    <a:pt x="6" y="14"/>
                    <a:pt x="6" y="14"/>
                    <a:pt x="6" y="14"/>
                  </a:cubicBezTo>
                  <a:cubicBezTo>
                    <a:pt x="6" y="9"/>
                    <a:pt x="9" y="5"/>
                    <a:pt x="14" y="5"/>
                  </a:cubicBezTo>
                  <a:cubicBezTo>
                    <a:pt x="75" y="5"/>
                    <a:pt x="75" y="5"/>
                    <a:pt x="75" y="5"/>
                  </a:cubicBezTo>
                  <a:cubicBezTo>
                    <a:pt x="80" y="5"/>
                    <a:pt x="84" y="9"/>
                    <a:pt x="84" y="14"/>
                  </a:cubicBezTo>
                  <a:cubicBezTo>
                    <a:pt x="84" y="94"/>
                    <a:pt x="84" y="94"/>
                    <a:pt x="84" y="94"/>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95" name="Google Shape;895;p52"/>
            <p:cNvSpPr/>
            <p:nvPr/>
          </p:nvSpPr>
          <p:spPr>
            <a:xfrm>
              <a:off x="3202119" y="3472087"/>
              <a:ext cx="175049" cy="104589"/>
            </a:xfrm>
            <a:custGeom>
              <a:avLst/>
              <a:gdLst/>
              <a:ahLst/>
              <a:cxnLst/>
              <a:rect l="l" t="t" r="r" b="b"/>
              <a:pathLst>
                <a:path w="67" h="40" extrusionOk="0">
                  <a:moveTo>
                    <a:pt x="59" y="0"/>
                  </a:moveTo>
                  <a:cubicBezTo>
                    <a:pt x="9" y="0"/>
                    <a:pt x="9" y="0"/>
                    <a:pt x="9" y="0"/>
                  </a:cubicBezTo>
                  <a:cubicBezTo>
                    <a:pt x="4" y="0"/>
                    <a:pt x="0" y="4"/>
                    <a:pt x="0" y="8"/>
                  </a:cubicBezTo>
                  <a:cubicBezTo>
                    <a:pt x="0" y="37"/>
                    <a:pt x="0" y="37"/>
                    <a:pt x="0" y="37"/>
                  </a:cubicBezTo>
                  <a:cubicBezTo>
                    <a:pt x="0" y="39"/>
                    <a:pt x="2" y="40"/>
                    <a:pt x="3" y="40"/>
                  </a:cubicBezTo>
                  <a:cubicBezTo>
                    <a:pt x="22" y="40"/>
                    <a:pt x="22" y="40"/>
                    <a:pt x="22" y="40"/>
                  </a:cubicBezTo>
                  <a:cubicBezTo>
                    <a:pt x="22" y="40"/>
                    <a:pt x="23" y="40"/>
                    <a:pt x="23" y="40"/>
                  </a:cubicBezTo>
                  <a:cubicBezTo>
                    <a:pt x="25" y="38"/>
                    <a:pt x="24" y="35"/>
                    <a:pt x="21" y="35"/>
                  </a:cubicBezTo>
                  <a:cubicBezTo>
                    <a:pt x="9" y="35"/>
                    <a:pt x="9" y="35"/>
                    <a:pt x="9" y="35"/>
                  </a:cubicBezTo>
                  <a:cubicBezTo>
                    <a:pt x="7" y="35"/>
                    <a:pt x="6" y="33"/>
                    <a:pt x="6" y="32"/>
                  </a:cubicBezTo>
                  <a:cubicBezTo>
                    <a:pt x="6" y="8"/>
                    <a:pt x="6" y="8"/>
                    <a:pt x="6" y="8"/>
                  </a:cubicBezTo>
                  <a:cubicBezTo>
                    <a:pt x="6" y="7"/>
                    <a:pt x="7" y="6"/>
                    <a:pt x="9" y="6"/>
                  </a:cubicBezTo>
                  <a:cubicBezTo>
                    <a:pt x="59" y="6"/>
                    <a:pt x="59" y="6"/>
                    <a:pt x="59" y="6"/>
                  </a:cubicBezTo>
                  <a:cubicBezTo>
                    <a:pt x="60" y="6"/>
                    <a:pt x="62" y="7"/>
                    <a:pt x="62" y="8"/>
                  </a:cubicBezTo>
                  <a:cubicBezTo>
                    <a:pt x="62" y="32"/>
                    <a:pt x="62" y="32"/>
                    <a:pt x="62" y="32"/>
                  </a:cubicBezTo>
                  <a:cubicBezTo>
                    <a:pt x="62" y="33"/>
                    <a:pt x="60" y="35"/>
                    <a:pt x="59" y="35"/>
                  </a:cubicBezTo>
                  <a:cubicBezTo>
                    <a:pt x="46" y="35"/>
                    <a:pt x="46" y="35"/>
                    <a:pt x="46" y="35"/>
                  </a:cubicBezTo>
                  <a:cubicBezTo>
                    <a:pt x="45" y="35"/>
                    <a:pt x="44" y="36"/>
                    <a:pt x="44" y="37"/>
                  </a:cubicBezTo>
                  <a:cubicBezTo>
                    <a:pt x="43" y="39"/>
                    <a:pt x="45" y="40"/>
                    <a:pt x="46" y="40"/>
                  </a:cubicBezTo>
                  <a:cubicBezTo>
                    <a:pt x="59" y="40"/>
                    <a:pt x="59" y="40"/>
                    <a:pt x="59" y="40"/>
                  </a:cubicBezTo>
                  <a:cubicBezTo>
                    <a:pt x="64" y="40"/>
                    <a:pt x="67" y="37"/>
                    <a:pt x="67" y="32"/>
                  </a:cubicBezTo>
                  <a:cubicBezTo>
                    <a:pt x="67" y="8"/>
                    <a:pt x="67" y="8"/>
                    <a:pt x="67" y="8"/>
                  </a:cubicBezTo>
                  <a:cubicBezTo>
                    <a:pt x="67" y="4"/>
                    <a:pt x="64" y="0"/>
                    <a:pt x="59"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96" name="Google Shape;896;p52"/>
            <p:cNvSpPr/>
            <p:nvPr/>
          </p:nvSpPr>
          <p:spPr>
            <a:xfrm>
              <a:off x="3248359" y="3356489"/>
              <a:ext cx="81469" cy="96882"/>
            </a:xfrm>
            <a:custGeom>
              <a:avLst/>
              <a:gdLst/>
              <a:ahLst/>
              <a:cxnLst/>
              <a:rect l="l" t="t" r="r" b="b"/>
              <a:pathLst>
                <a:path w="31" h="37" extrusionOk="0">
                  <a:moveTo>
                    <a:pt x="16" y="37"/>
                  </a:moveTo>
                  <a:cubicBezTo>
                    <a:pt x="21" y="37"/>
                    <a:pt x="26" y="34"/>
                    <a:pt x="29" y="29"/>
                  </a:cubicBezTo>
                  <a:cubicBezTo>
                    <a:pt x="31" y="25"/>
                    <a:pt x="31" y="19"/>
                    <a:pt x="29" y="14"/>
                  </a:cubicBezTo>
                  <a:cubicBezTo>
                    <a:pt x="22" y="3"/>
                    <a:pt x="22" y="3"/>
                    <a:pt x="22" y="3"/>
                  </a:cubicBezTo>
                  <a:cubicBezTo>
                    <a:pt x="21" y="1"/>
                    <a:pt x="19" y="0"/>
                    <a:pt x="16" y="0"/>
                  </a:cubicBezTo>
                  <a:cubicBezTo>
                    <a:pt x="13" y="0"/>
                    <a:pt x="11" y="1"/>
                    <a:pt x="9" y="3"/>
                  </a:cubicBezTo>
                  <a:cubicBezTo>
                    <a:pt x="3" y="14"/>
                    <a:pt x="3" y="14"/>
                    <a:pt x="3" y="14"/>
                  </a:cubicBezTo>
                  <a:cubicBezTo>
                    <a:pt x="0" y="19"/>
                    <a:pt x="0" y="25"/>
                    <a:pt x="3" y="29"/>
                  </a:cubicBezTo>
                  <a:cubicBezTo>
                    <a:pt x="6" y="34"/>
                    <a:pt x="10" y="37"/>
                    <a:pt x="16" y="37"/>
                  </a:cubicBezTo>
                  <a:close/>
                  <a:moveTo>
                    <a:pt x="8" y="17"/>
                  </a:moveTo>
                  <a:cubicBezTo>
                    <a:pt x="14" y="6"/>
                    <a:pt x="14" y="6"/>
                    <a:pt x="14" y="6"/>
                  </a:cubicBezTo>
                  <a:cubicBezTo>
                    <a:pt x="15" y="5"/>
                    <a:pt x="15" y="5"/>
                    <a:pt x="16" y="5"/>
                  </a:cubicBezTo>
                  <a:cubicBezTo>
                    <a:pt x="16" y="5"/>
                    <a:pt x="17" y="5"/>
                    <a:pt x="17" y="6"/>
                  </a:cubicBezTo>
                  <a:cubicBezTo>
                    <a:pt x="24" y="17"/>
                    <a:pt x="24" y="17"/>
                    <a:pt x="24" y="17"/>
                  </a:cubicBezTo>
                  <a:cubicBezTo>
                    <a:pt x="25" y="20"/>
                    <a:pt x="25" y="24"/>
                    <a:pt x="24" y="26"/>
                  </a:cubicBezTo>
                  <a:cubicBezTo>
                    <a:pt x="22" y="29"/>
                    <a:pt x="19" y="31"/>
                    <a:pt x="16" y="31"/>
                  </a:cubicBezTo>
                  <a:cubicBezTo>
                    <a:pt x="12" y="31"/>
                    <a:pt x="9" y="29"/>
                    <a:pt x="8" y="26"/>
                  </a:cubicBezTo>
                  <a:cubicBezTo>
                    <a:pt x="6" y="24"/>
                    <a:pt x="6" y="20"/>
                    <a:pt x="8" y="1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897" name="Google Shape;897;p52"/>
            <p:cNvSpPr/>
            <p:nvPr/>
          </p:nvSpPr>
          <p:spPr>
            <a:xfrm>
              <a:off x="3282488" y="3563465"/>
              <a:ext cx="16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898" name="Google Shape;898;p52"/>
          <p:cNvGrpSpPr/>
          <p:nvPr/>
        </p:nvGrpSpPr>
        <p:grpSpPr>
          <a:xfrm>
            <a:off x="3975496" y="3263808"/>
            <a:ext cx="365260" cy="362036"/>
            <a:chOff x="4011309" y="3323461"/>
            <a:chExt cx="374319" cy="371015"/>
          </a:xfrm>
        </p:grpSpPr>
        <p:sp>
          <p:nvSpPr>
            <p:cNvPr id="899" name="Google Shape;899;p52"/>
            <p:cNvSpPr/>
            <p:nvPr/>
          </p:nvSpPr>
          <p:spPr>
            <a:xfrm>
              <a:off x="4069659" y="3380710"/>
              <a:ext cx="315969" cy="313766"/>
            </a:xfrm>
            <a:custGeom>
              <a:avLst/>
              <a:gdLst/>
              <a:ahLst/>
              <a:cxnLst/>
              <a:rect l="l" t="t" r="r" b="b"/>
              <a:pathLst>
                <a:path w="121" h="120" extrusionOk="0">
                  <a:moveTo>
                    <a:pt x="119" y="21"/>
                  </a:moveTo>
                  <a:cubicBezTo>
                    <a:pt x="101" y="2"/>
                    <a:pt x="101" y="2"/>
                    <a:pt x="101" y="2"/>
                  </a:cubicBezTo>
                  <a:cubicBezTo>
                    <a:pt x="99" y="0"/>
                    <a:pt x="95" y="0"/>
                    <a:pt x="93" y="2"/>
                  </a:cubicBezTo>
                  <a:cubicBezTo>
                    <a:pt x="82" y="13"/>
                    <a:pt x="82" y="13"/>
                    <a:pt x="82" y="13"/>
                  </a:cubicBezTo>
                  <a:cubicBezTo>
                    <a:pt x="81" y="14"/>
                    <a:pt x="80" y="15"/>
                    <a:pt x="80" y="17"/>
                  </a:cubicBezTo>
                  <a:cubicBezTo>
                    <a:pt x="80" y="18"/>
                    <a:pt x="81" y="19"/>
                    <a:pt x="81" y="20"/>
                  </a:cubicBezTo>
                  <a:cubicBezTo>
                    <a:pt x="6" y="96"/>
                    <a:pt x="6" y="96"/>
                    <a:pt x="6" y="96"/>
                  </a:cubicBezTo>
                  <a:cubicBezTo>
                    <a:pt x="0" y="101"/>
                    <a:pt x="0" y="110"/>
                    <a:pt x="6" y="116"/>
                  </a:cubicBezTo>
                  <a:cubicBezTo>
                    <a:pt x="8" y="118"/>
                    <a:pt x="12" y="120"/>
                    <a:pt x="16" y="120"/>
                  </a:cubicBezTo>
                  <a:cubicBezTo>
                    <a:pt x="20" y="120"/>
                    <a:pt x="23" y="118"/>
                    <a:pt x="26" y="116"/>
                  </a:cubicBezTo>
                  <a:cubicBezTo>
                    <a:pt x="101" y="40"/>
                    <a:pt x="101" y="40"/>
                    <a:pt x="101" y="40"/>
                  </a:cubicBezTo>
                  <a:cubicBezTo>
                    <a:pt x="102" y="41"/>
                    <a:pt x="103" y="41"/>
                    <a:pt x="105" y="41"/>
                  </a:cubicBezTo>
                  <a:cubicBezTo>
                    <a:pt x="106" y="41"/>
                    <a:pt x="107" y="41"/>
                    <a:pt x="108" y="39"/>
                  </a:cubicBezTo>
                  <a:cubicBezTo>
                    <a:pt x="119" y="29"/>
                    <a:pt x="119" y="29"/>
                    <a:pt x="119" y="29"/>
                  </a:cubicBezTo>
                  <a:cubicBezTo>
                    <a:pt x="120" y="28"/>
                    <a:pt x="121" y="26"/>
                    <a:pt x="121" y="25"/>
                  </a:cubicBezTo>
                  <a:cubicBezTo>
                    <a:pt x="121" y="23"/>
                    <a:pt x="120" y="22"/>
                    <a:pt x="119" y="21"/>
                  </a:cubicBezTo>
                  <a:close/>
                  <a:moveTo>
                    <a:pt x="80" y="53"/>
                  </a:moveTo>
                  <a:cubicBezTo>
                    <a:pt x="68" y="41"/>
                    <a:pt x="68" y="41"/>
                    <a:pt x="68" y="41"/>
                  </a:cubicBezTo>
                  <a:cubicBezTo>
                    <a:pt x="85" y="24"/>
                    <a:pt x="85" y="24"/>
                    <a:pt x="85" y="24"/>
                  </a:cubicBezTo>
                  <a:cubicBezTo>
                    <a:pt x="97" y="36"/>
                    <a:pt x="97" y="36"/>
                    <a:pt x="97" y="36"/>
                  </a:cubicBezTo>
                  <a:lnTo>
                    <a:pt x="80" y="53"/>
                  </a:lnTo>
                  <a:close/>
                  <a:moveTo>
                    <a:pt x="22" y="112"/>
                  </a:moveTo>
                  <a:cubicBezTo>
                    <a:pt x="20" y="113"/>
                    <a:pt x="18" y="114"/>
                    <a:pt x="16" y="114"/>
                  </a:cubicBezTo>
                  <a:cubicBezTo>
                    <a:pt x="13" y="114"/>
                    <a:pt x="11" y="113"/>
                    <a:pt x="10" y="112"/>
                  </a:cubicBezTo>
                  <a:cubicBezTo>
                    <a:pt x="6" y="108"/>
                    <a:pt x="6" y="103"/>
                    <a:pt x="10" y="100"/>
                  </a:cubicBezTo>
                  <a:cubicBezTo>
                    <a:pt x="64" y="45"/>
                    <a:pt x="64" y="45"/>
                    <a:pt x="64" y="45"/>
                  </a:cubicBezTo>
                  <a:cubicBezTo>
                    <a:pt x="76" y="57"/>
                    <a:pt x="76" y="57"/>
                    <a:pt x="76" y="57"/>
                  </a:cubicBezTo>
                  <a:lnTo>
                    <a:pt x="22" y="112"/>
                  </a:lnTo>
                  <a:close/>
                  <a:moveTo>
                    <a:pt x="105" y="36"/>
                  </a:moveTo>
                  <a:cubicBezTo>
                    <a:pt x="86" y="17"/>
                    <a:pt x="86" y="17"/>
                    <a:pt x="86" y="17"/>
                  </a:cubicBezTo>
                  <a:cubicBezTo>
                    <a:pt x="97" y="6"/>
                    <a:pt x="97" y="6"/>
                    <a:pt x="97" y="6"/>
                  </a:cubicBezTo>
                  <a:cubicBezTo>
                    <a:pt x="115" y="25"/>
                    <a:pt x="115" y="25"/>
                    <a:pt x="115" y="25"/>
                  </a:cubicBezTo>
                  <a:lnTo>
                    <a:pt x="105" y="36"/>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00" name="Google Shape;900;p52"/>
            <p:cNvSpPr/>
            <p:nvPr/>
          </p:nvSpPr>
          <p:spPr>
            <a:xfrm>
              <a:off x="4011309" y="3323461"/>
              <a:ext cx="175049" cy="169544"/>
            </a:xfrm>
            <a:custGeom>
              <a:avLst/>
              <a:gdLst/>
              <a:ahLst/>
              <a:cxnLst/>
              <a:rect l="l" t="t" r="r" b="b"/>
              <a:pathLst>
                <a:path w="67" h="65" extrusionOk="0">
                  <a:moveTo>
                    <a:pt x="35" y="65"/>
                  </a:moveTo>
                  <a:cubicBezTo>
                    <a:pt x="41" y="65"/>
                    <a:pt x="45" y="63"/>
                    <a:pt x="50" y="61"/>
                  </a:cubicBezTo>
                  <a:cubicBezTo>
                    <a:pt x="59" y="63"/>
                    <a:pt x="59" y="63"/>
                    <a:pt x="59" y="63"/>
                  </a:cubicBezTo>
                  <a:cubicBezTo>
                    <a:pt x="61" y="63"/>
                    <a:pt x="63" y="63"/>
                    <a:pt x="65" y="61"/>
                  </a:cubicBezTo>
                  <a:cubicBezTo>
                    <a:pt x="66" y="59"/>
                    <a:pt x="67" y="57"/>
                    <a:pt x="66" y="55"/>
                  </a:cubicBezTo>
                  <a:cubicBezTo>
                    <a:pt x="62" y="47"/>
                    <a:pt x="62" y="47"/>
                    <a:pt x="62" y="47"/>
                  </a:cubicBezTo>
                  <a:cubicBezTo>
                    <a:pt x="65" y="41"/>
                    <a:pt x="66" y="35"/>
                    <a:pt x="65" y="29"/>
                  </a:cubicBezTo>
                  <a:cubicBezTo>
                    <a:pt x="65" y="26"/>
                    <a:pt x="64" y="23"/>
                    <a:pt x="63" y="20"/>
                  </a:cubicBezTo>
                  <a:cubicBezTo>
                    <a:pt x="62" y="19"/>
                    <a:pt x="61" y="18"/>
                    <a:pt x="59" y="19"/>
                  </a:cubicBezTo>
                  <a:cubicBezTo>
                    <a:pt x="58" y="20"/>
                    <a:pt x="57" y="21"/>
                    <a:pt x="58" y="23"/>
                  </a:cubicBezTo>
                  <a:cubicBezTo>
                    <a:pt x="59" y="25"/>
                    <a:pt x="59" y="27"/>
                    <a:pt x="60" y="30"/>
                  </a:cubicBezTo>
                  <a:cubicBezTo>
                    <a:pt x="60" y="35"/>
                    <a:pt x="59" y="41"/>
                    <a:pt x="57" y="45"/>
                  </a:cubicBezTo>
                  <a:cubicBezTo>
                    <a:pt x="56" y="46"/>
                    <a:pt x="56" y="47"/>
                    <a:pt x="57" y="48"/>
                  </a:cubicBezTo>
                  <a:cubicBezTo>
                    <a:pt x="61" y="57"/>
                    <a:pt x="61" y="57"/>
                    <a:pt x="61" y="57"/>
                  </a:cubicBezTo>
                  <a:cubicBezTo>
                    <a:pt x="61" y="57"/>
                    <a:pt x="61" y="57"/>
                    <a:pt x="61" y="57"/>
                  </a:cubicBezTo>
                  <a:cubicBezTo>
                    <a:pt x="60" y="57"/>
                    <a:pt x="60" y="57"/>
                    <a:pt x="60" y="57"/>
                  </a:cubicBezTo>
                  <a:cubicBezTo>
                    <a:pt x="50" y="55"/>
                    <a:pt x="50" y="55"/>
                    <a:pt x="50" y="55"/>
                  </a:cubicBezTo>
                  <a:cubicBezTo>
                    <a:pt x="49" y="55"/>
                    <a:pt x="48" y="55"/>
                    <a:pt x="48" y="55"/>
                  </a:cubicBezTo>
                  <a:cubicBezTo>
                    <a:pt x="44" y="58"/>
                    <a:pt x="40" y="59"/>
                    <a:pt x="35" y="60"/>
                  </a:cubicBezTo>
                  <a:cubicBezTo>
                    <a:pt x="28" y="60"/>
                    <a:pt x="21" y="58"/>
                    <a:pt x="16" y="54"/>
                  </a:cubicBezTo>
                  <a:cubicBezTo>
                    <a:pt x="11" y="49"/>
                    <a:pt x="7" y="43"/>
                    <a:pt x="6" y="36"/>
                  </a:cubicBezTo>
                  <a:cubicBezTo>
                    <a:pt x="6" y="29"/>
                    <a:pt x="8" y="22"/>
                    <a:pt x="12" y="16"/>
                  </a:cubicBezTo>
                  <a:cubicBezTo>
                    <a:pt x="17" y="10"/>
                    <a:pt x="23" y="7"/>
                    <a:pt x="31" y="6"/>
                  </a:cubicBezTo>
                  <a:cubicBezTo>
                    <a:pt x="34" y="6"/>
                    <a:pt x="38" y="6"/>
                    <a:pt x="42" y="7"/>
                  </a:cubicBezTo>
                  <a:cubicBezTo>
                    <a:pt x="43" y="8"/>
                    <a:pt x="45" y="7"/>
                    <a:pt x="45" y="6"/>
                  </a:cubicBezTo>
                  <a:cubicBezTo>
                    <a:pt x="46" y="4"/>
                    <a:pt x="45" y="3"/>
                    <a:pt x="44" y="2"/>
                  </a:cubicBezTo>
                  <a:cubicBezTo>
                    <a:pt x="39" y="1"/>
                    <a:pt x="35" y="0"/>
                    <a:pt x="30" y="0"/>
                  </a:cubicBezTo>
                  <a:cubicBezTo>
                    <a:pt x="21" y="1"/>
                    <a:pt x="13" y="5"/>
                    <a:pt x="8" y="12"/>
                  </a:cubicBezTo>
                  <a:cubicBezTo>
                    <a:pt x="2" y="19"/>
                    <a:pt x="0" y="28"/>
                    <a:pt x="1" y="37"/>
                  </a:cubicBezTo>
                  <a:cubicBezTo>
                    <a:pt x="2" y="45"/>
                    <a:pt x="6" y="52"/>
                    <a:pt x="12" y="58"/>
                  </a:cubicBezTo>
                  <a:cubicBezTo>
                    <a:pt x="18" y="63"/>
                    <a:pt x="26" y="65"/>
                    <a:pt x="33" y="65"/>
                  </a:cubicBezTo>
                  <a:cubicBezTo>
                    <a:pt x="34" y="65"/>
                    <a:pt x="35" y="65"/>
                    <a:pt x="35" y="6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01" name="Google Shape;901;p52"/>
            <p:cNvSpPr/>
            <p:nvPr/>
          </p:nvSpPr>
          <p:spPr>
            <a:xfrm>
              <a:off x="4048741" y="3359792"/>
              <a:ext cx="99084" cy="99084"/>
            </a:xfrm>
            <a:custGeom>
              <a:avLst/>
              <a:gdLst/>
              <a:ahLst/>
              <a:cxnLst/>
              <a:rect l="l" t="t" r="r" b="b"/>
              <a:pathLst>
                <a:path w="38" h="38" extrusionOk="0">
                  <a:moveTo>
                    <a:pt x="2" y="30"/>
                  </a:moveTo>
                  <a:cubicBezTo>
                    <a:pt x="8" y="36"/>
                    <a:pt x="8" y="36"/>
                    <a:pt x="8" y="36"/>
                  </a:cubicBezTo>
                  <a:cubicBezTo>
                    <a:pt x="9" y="37"/>
                    <a:pt x="10" y="37"/>
                    <a:pt x="11" y="37"/>
                  </a:cubicBezTo>
                  <a:cubicBezTo>
                    <a:pt x="12" y="37"/>
                    <a:pt x="13" y="37"/>
                    <a:pt x="14" y="36"/>
                  </a:cubicBezTo>
                  <a:cubicBezTo>
                    <a:pt x="19" y="31"/>
                    <a:pt x="19" y="31"/>
                    <a:pt x="19" y="31"/>
                  </a:cubicBezTo>
                  <a:cubicBezTo>
                    <a:pt x="25" y="36"/>
                    <a:pt x="25" y="36"/>
                    <a:pt x="25" y="36"/>
                  </a:cubicBezTo>
                  <a:cubicBezTo>
                    <a:pt x="26" y="38"/>
                    <a:pt x="29" y="38"/>
                    <a:pt x="31" y="36"/>
                  </a:cubicBezTo>
                  <a:cubicBezTo>
                    <a:pt x="37" y="30"/>
                    <a:pt x="37" y="30"/>
                    <a:pt x="37" y="30"/>
                  </a:cubicBezTo>
                  <a:cubicBezTo>
                    <a:pt x="38" y="29"/>
                    <a:pt x="38" y="26"/>
                    <a:pt x="37" y="24"/>
                  </a:cubicBezTo>
                  <a:cubicBezTo>
                    <a:pt x="37" y="24"/>
                    <a:pt x="37" y="24"/>
                    <a:pt x="37" y="24"/>
                  </a:cubicBezTo>
                  <a:cubicBezTo>
                    <a:pt x="31" y="19"/>
                    <a:pt x="31" y="19"/>
                    <a:pt x="31" y="19"/>
                  </a:cubicBezTo>
                  <a:cubicBezTo>
                    <a:pt x="37" y="14"/>
                    <a:pt x="37" y="14"/>
                    <a:pt x="37" y="14"/>
                  </a:cubicBezTo>
                  <a:cubicBezTo>
                    <a:pt x="38" y="12"/>
                    <a:pt x="38" y="9"/>
                    <a:pt x="37" y="7"/>
                  </a:cubicBezTo>
                  <a:cubicBezTo>
                    <a:pt x="31" y="2"/>
                    <a:pt x="31" y="2"/>
                    <a:pt x="31" y="2"/>
                  </a:cubicBezTo>
                  <a:cubicBezTo>
                    <a:pt x="29" y="0"/>
                    <a:pt x="26" y="0"/>
                    <a:pt x="25" y="2"/>
                  </a:cubicBezTo>
                  <a:cubicBezTo>
                    <a:pt x="19" y="7"/>
                    <a:pt x="19" y="7"/>
                    <a:pt x="19" y="7"/>
                  </a:cubicBezTo>
                  <a:cubicBezTo>
                    <a:pt x="14" y="2"/>
                    <a:pt x="14" y="2"/>
                    <a:pt x="14" y="2"/>
                  </a:cubicBezTo>
                  <a:cubicBezTo>
                    <a:pt x="13" y="1"/>
                    <a:pt x="12" y="0"/>
                    <a:pt x="11" y="0"/>
                  </a:cubicBezTo>
                  <a:cubicBezTo>
                    <a:pt x="10" y="0"/>
                    <a:pt x="9" y="1"/>
                    <a:pt x="8" y="2"/>
                  </a:cubicBezTo>
                  <a:cubicBezTo>
                    <a:pt x="2" y="7"/>
                    <a:pt x="2" y="7"/>
                    <a:pt x="2" y="7"/>
                  </a:cubicBezTo>
                  <a:cubicBezTo>
                    <a:pt x="0" y="9"/>
                    <a:pt x="0" y="12"/>
                    <a:pt x="2" y="14"/>
                  </a:cubicBezTo>
                  <a:cubicBezTo>
                    <a:pt x="7" y="19"/>
                    <a:pt x="7" y="19"/>
                    <a:pt x="7" y="19"/>
                  </a:cubicBezTo>
                  <a:cubicBezTo>
                    <a:pt x="2" y="24"/>
                    <a:pt x="2" y="24"/>
                    <a:pt x="2" y="24"/>
                  </a:cubicBezTo>
                  <a:cubicBezTo>
                    <a:pt x="0" y="26"/>
                    <a:pt x="0" y="29"/>
                    <a:pt x="2" y="30"/>
                  </a:cubicBezTo>
                  <a:close/>
                  <a:moveTo>
                    <a:pt x="13" y="21"/>
                  </a:moveTo>
                  <a:cubicBezTo>
                    <a:pt x="14" y="20"/>
                    <a:pt x="14" y="18"/>
                    <a:pt x="13" y="17"/>
                  </a:cubicBezTo>
                  <a:cubicBezTo>
                    <a:pt x="7" y="10"/>
                    <a:pt x="7" y="10"/>
                    <a:pt x="7" y="10"/>
                  </a:cubicBezTo>
                  <a:cubicBezTo>
                    <a:pt x="11" y="6"/>
                    <a:pt x="11" y="6"/>
                    <a:pt x="11" y="6"/>
                  </a:cubicBezTo>
                  <a:cubicBezTo>
                    <a:pt x="17" y="13"/>
                    <a:pt x="17" y="13"/>
                    <a:pt x="17" y="13"/>
                  </a:cubicBezTo>
                  <a:cubicBezTo>
                    <a:pt x="18" y="14"/>
                    <a:pt x="20" y="14"/>
                    <a:pt x="21" y="13"/>
                  </a:cubicBezTo>
                  <a:cubicBezTo>
                    <a:pt x="28" y="6"/>
                    <a:pt x="28" y="6"/>
                    <a:pt x="28" y="6"/>
                  </a:cubicBezTo>
                  <a:cubicBezTo>
                    <a:pt x="32" y="10"/>
                    <a:pt x="32" y="10"/>
                    <a:pt x="32" y="10"/>
                  </a:cubicBezTo>
                  <a:cubicBezTo>
                    <a:pt x="25" y="17"/>
                    <a:pt x="25" y="17"/>
                    <a:pt x="25" y="17"/>
                  </a:cubicBezTo>
                  <a:cubicBezTo>
                    <a:pt x="24" y="18"/>
                    <a:pt x="24" y="20"/>
                    <a:pt x="25" y="21"/>
                  </a:cubicBezTo>
                  <a:cubicBezTo>
                    <a:pt x="32" y="27"/>
                    <a:pt x="32" y="27"/>
                    <a:pt x="32" y="27"/>
                  </a:cubicBezTo>
                  <a:cubicBezTo>
                    <a:pt x="28" y="31"/>
                    <a:pt x="28" y="31"/>
                    <a:pt x="28" y="31"/>
                  </a:cubicBezTo>
                  <a:cubicBezTo>
                    <a:pt x="21" y="25"/>
                    <a:pt x="21" y="25"/>
                    <a:pt x="21" y="25"/>
                  </a:cubicBezTo>
                  <a:cubicBezTo>
                    <a:pt x="21" y="24"/>
                    <a:pt x="20" y="24"/>
                    <a:pt x="19" y="24"/>
                  </a:cubicBezTo>
                  <a:cubicBezTo>
                    <a:pt x="19" y="24"/>
                    <a:pt x="18" y="24"/>
                    <a:pt x="17" y="25"/>
                  </a:cubicBezTo>
                  <a:cubicBezTo>
                    <a:pt x="11" y="31"/>
                    <a:pt x="11" y="31"/>
                    <a:pt x="11" y="31"/>
                  </a:cubicBezTo>
                  <a:cubicBezTo>
                    <a:pt x="7" y="27"/>
                    <a:pt x="7" y="27"/>
                    <a:pt x="7" y="27"/>
                  </a:cubicBezTo>
                  <a:lnTo>
                    <a:pt x="13" y="21"/>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02" name="Google Shape;902;p52"/>
            <p:cNvSpPr/>
            <p:nvPr/>
          </p:nvSpPr>
          <p:spPr>
            <a:xfrm>
              <a:off x="4144522" y="3344379"/>
              <a:ext cx="13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03" name="Google Shape;903;p52"/>
          <p:cNvGrpSpPr/>
          <p:nvPr/>
        </p:nvGrpSpPr>
        <p:grpSpPr>
          <a:xfrm>
            <a:off x="881524" y="2599896"/>
            <a:ext cx="228825" cy="362036"/>
            <a:chOff x="791065" y="2643084"/>
            <a:chExt cx="234500" cy="371015"/>
          </a:xfrm>
        </p:grpSpPr>
        <p:sp>
          <p:nvSpPr>
            <p:cNvPr id="904" name="Google Shape;904;p52"/>
            <p:cNvSpPr/>
            <p:nvPr/>
          </p:nvSpPr>
          <p:spPr>
            <a:xfrm>
              <a:off x="791065" y="2643084"/>
              <a:ext cx="234500" cy="371015"/>
            </a:xfrm>
            <a:custGeom>
              <a:avLst/>
              <a:gdLst/>
              <a:ahLst/>
              <a:cxnLst/>
              <a:rect l="l" t="t" r="r" b="b"/>
              <a:pathLst>
                <a:path w="90" h="142" extrusionOk="0">
                  <a:moveTo>
                    <a:pt x="74" y="32"/>
                  </a:moveTo>
                  <a:cubicBezTo>
                    <a:pt x="74" y="21"/>
                    <a:pt x="74" y="21"/>
                    <a:pt x="74" y="21"/>
                  </a:cubicBezTo>
                  <a:cubicBezTo>
                    <a:pt x="77" y="21"/>
                    <a:pt x="79" y="19"/>
                    <a:pt x="79" y="16"/>
                  </a:cubicBezTo>
                  <a:cubicBezTo>
                    <a:pt x="79" y="5"/>
                    <a:pt x="79" y="5"/>
                    <a:pt x="79" y="5"/>
                  </a:cubicBezTo>
                  <a:cubicBezTo>
                    <a:pt x="79" y="2"/>
                    <a:pt x="77" y="0"/>
                    <a:pt x="74" y="0"/>
                  </a:cubicBezTo>
                  <a:cubicBezTo>
                    <a:pt x="16" y="0"/>
                    <a:pt x="16" y="0"/>
                    <a:pt x="16" y="0"/>
                  </a:cubicBezTo>
                  <a:cubicBezTo>
                    <a:pt x="13" y="0"/>
                    <a:pt x="10" y="2"/>
                    <a:pt x="10" y="5"/>
                  </a:cubicBezTo>
                  <a:cubicBezTo>
                    <a:pt x="10" y="16"/>
                    <a:pt x="10" y="16"/>
                    <a:pt x="10" y="16"/>
                  </a:cubicBezTo>
                  <a:cubicBezTo>
                    <a:pt x="10" y="19"/>
                    <a:pt x="13" y="21"/>
                    <a:pt x="16" y="21"/>
                  </a:cubicBezTo>
                  <a:cubicBezTo>
                    <a:pt x="16" y="32"/>
                    <a:pt x="16" y="32"/>
                    <a:pt x="16" y="32"/>
                  </a:cubicBezTo>
                  <a:cubicBezTo>
                    <a:pt x="7" y="33"/>
                    <a:pt x="0" y="40"/>
                    <a:pt x="0" y="49"/>
                  </a:cubicBezTo>
                  <a:cubicBezTo>
                    <a:pt x="0" y="131"/>
                    <a:pt x="0" y="131"/>
                    <a:pt x="0" y="131"/>
                  </a:cubicBezTo>
                  <a:cubicBezTo>
                    <a:pt x="0" y="137"/>
                    <a:pt x="5" y="142"/>
                    <a:pt x="11" y="142"/>
                  </a:cubicBezTo>
                  <a:cubicBezTo>
                    <a:pt x="79" y="142"/>
                    <a:pt x="79" y="142"/>
                    <a:pt x="79" y="142"/>
                  </a:cubicBezTo>
                  <a:cubicBezTo>
                    <a:pt x="85" y="142"/>
                    <a:pt x="90" y="137"/>
                    <a:pt x="90" y="131"/>
                  </a:cubicBezTo>
                  <a:cubicBezTo>
                    <a:pt x="90" y="49"/>
                    <a:pt x="90" y="49"/>
                    <a:pt x="90" y="49"/>
                  </a:cubicBezTo>
                  <a:cubicBezTo>
                    <a:pt x="90" y="40"/>
                    <a:pt x="83" y="33"/>
                    <a:pt x="74" y="32"/>
                  </a:cubicBezTo>
                  <a:close/>
                  <a:moveTo>
                    <a:pt x="21" y="21"/>
                  </a:moveTo>
                  <a:cubicBezTo>
                    <a:pt x="68" y="21"/>
                    <a:pt x="68" y="21"/>
                    <a:pt x="68" y="21"/>
                  </a:cubicBezTo>
                  <a:cubicBezTo>
                    <a:pt x="68" y="32"/>
                    <a:pt x="68" y="32"/>
                    <a:pt x="68" y="32"/>
                  </a:cubicBezTo>
                  <a:cubicBezTo>
                    <a:pt x="21" y="32"/>
                    <a:pt x="21" y="32"/>
                    <a:pt x="21" y="32"/>
                  </a:cubicBezTo>
                  <a:lnTo>
                    <a:pt x="21" y="21"/>
                  </a:lnTo>
                  <a:close/>
                  <a:moveTo>
                    <a:pt x="16" y="5"/>
                  </a:moveTo>
                  <a:cubicBezTo>
                    <a:pt x="74" y="5"/>
                    <a:pt x="74" y="5"/>
                    <a:pt x="74" y="5"/>
                  </a:cubicBezTo>
                  <a:cubicBezTo>
                    <a:pt x="74" y="16"/>
                    <a:pt x="74" y="16"/>
                    <a:pt x="74" y="16"/>
                  </a:cubicBezTo>
                  <a:cubicBezTo>
                    <a:pt x="16" y="16"/>
                    <a:pt x="16" y="16"/>
                    <a:pt x="16" y="16"/>
                  </a:cubicBezTo>
                  <a:lnTo>
                    <a:pt x="16" y="5"/>
                  </a:lnTo>
                  <a:close/>
                  <a:moveTo>
                    <a:pt x="18" y="37"/>
                  </a:moveTo>
                  <a:cubicBezTo>
                    <a:pt x="72" y="37"/>
                    <a:pt x="72" y="37"/>
                    <a:pt x="72" y="37"/>
                  </a:cubicBezTo>
                  <a:cubicBezTo>
                    <a:pt x="78" y="37"/>
                    <a:pt x="83" y="42"/>
                    <a:pt x="84" y="48"/>
                  </a:cubicBezTo>
                  <a:cubicBezTo>
                    <a:pt x="57" y="48"/>
                    <a:pt x="57" y="48"/>
                    <a:pt x="57" y="48"/>
                  </a:cubicBezTo>
                  <a:cubicBezTo>
                    <a:pt x="56" y="48"/>
                    <a:pt x="55" y="49"/>
                    <a:pt x="55" y="50"/>
                  </a:cubicBezTo>
                  <a:cubicBezTo>
                    <a:pt x="54" y="52"/>
                    <a:pt x="55" y="54"/>
                    <a:pt x="57" y="54"/>
                  </a:cubicBezTo>
                  <a:cubicBezTo>
                    <a:pt x="84" y="54"/>
                    <a:pt x="84" y="54"/>
                    <a:pt x="84" y="54"/>
                  </a:cubicBezTo>
                  <a:cubicBezTo>
                    <a:pt x="84" y="120"/>
                    <a:pt x="84" y="120"/>
                    <a:pt x="84" y="120"/>
                  </a:cubicBezTo>
                  <a:cubicBezTo>
                    <a:pt x="5" y="120"/>
                    <a:pt x="5" y="120"/>
                    <a:pt x="5" y="120"/>
                  </a:cubicBezTo>
                  <a:cubicBezTo>
                    <a:pt x="5" y="54"/>
                    <a:pt x="5" y="54"/>
                    <a:pt x="5" y="54"/>
                  </a:cubicBezTo>
                  <a:cubicBezTo>
                    <a:pt x="32" y="54"/>
                    <a:pt x="32" y="54"/>
                    <a:pt x="32" y="54"/>
                  </a:cubicBezTo>
                  <a:cubicBezTo>
                    <a:pt x="33" y="54"/>
                    <a:pt x="35" y="53"/>
                    <a:pt x="35" y="51"/>
                  </a:cubicBezTo>
                  <a:cubicBezTo>
                    <a:pt x="35" y="50"/>
                    <a:pt x="34" y="48"/>
                    <a:pt x="32" y="48"/>
                  </a:cubicBezTo>
                  <a:cubicBezTo>
                    <a:pt x="6" y="48"/>
                    <a:pt x="6" y="48"/>
                    <a:pt x="6" y="48"/>
                  </a:cubicBezTo>
                  <a:cubicBezTo>
                    <a:pt x="6" y="42"/>
                    <a:pt x="12" y="37"/>
                    <a:pt x="18" y="37"/>
                  </a:cubicBezTo>
                  <a:close/>
                  <a:moveTo>
                    <a:pt x="78" y="137"/>
                  </a:moveTo>
                  <a:cubicBezTo>
                    <a:pt x="11" y="137"/>
                    <a:pt x="11" y="137"/>
                    <a:pt x="11" y="137"/>
                  </a:cubicBezTo>
                  <a:cubicBezTo>
                    <a:pt x="8" y="137"/>
                    <a:pt x="5" y="134"/>
                    <a:pt x="5" y="131"/>
                  </a:cubicBezTo>
                  <a:cubicBezTo>
                    <a:pt x="5" y="126"/>
                    <a:pt x="5" y="126"/>
                    <a:pt x="5" y="126"/>
                  </a:cubicBezTo>
                  <a:cubicBezTo>
                    <a:pt x="84" y="126"/>
                    <a:pt x="84" y="126"/>
                    <a:pt x="84" y="126"/>
                  </a:cubicBezTo>
                  <a:cubicBezTo>
                    <a:pt x="84" y="131"/>
                    <a:pt x="84" y="131"/>
                    <a:pt x="84" y="131"/>
                  </a:cubicBezTo>
                  <a:cubicBezTo>
                    <a:pt x="84" y="134"/>
                    <a:pt x="81" y="137"/>
                    <a:pt x="78" y="13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05" name="Google Shape;905;p52"/>
            <p:cNvSpPr/>
            <p:nvPr/>
          </p:nvSpPr>
          <p:spPr>
            <a:xfrm>
              <a:off x="835102" y="2802719"/>
              <a:ext cx="143122" cy="143121"/>
            </a:xfrm>
            <a:custGeom>
              <a:avLst/>
              <a:gdLst/>
              <a:ahLst/>
              <a:cxnLst/>
              <a:rect l="l" t="t" r="r" b="b"/>
              <a:pathLst>
                <a:path w="55" h="55" extrusionOk="0">
                  <a:moveTo>
                    <a:pt x="12" y="25"/>
                  </a:moveTo>
                  <a:cubicBezTo>
                    <a:pt x="12" y="26"/>
                    <a:pt x="12" y="26"/>
                    <a:pt x="12" y="26"/>
                  </a:cubicBezTo>
                  <a:cubicBezTo>
                    <a:pt x="7" y="25"/>
                    <a:pt x="7" y="25"/>
                    <a:pt x="7" y="25"/>
                  </a:cubicBezTo>
                  <a:cubicBezTo>
                    <a:pt x="5" y="24"/>
                    <a:pt x="3" y="25"/>
                    <a:pt x="2" y="26"/>
                  </a:cubicBezTo>
                  <a:cubicBezTo>
                    <a:pt x="1" y="28"/>
                    <a:pt x="0" y="30"/>
                    <a:pt x="1" y="32"/>
                  </a:cubicBezTo>
                  <a:cubicBezTo>
                    <a:pt x="4" y="45"/>
                    <a:pt x="4" y="45"/>
                    <a:pt x="4" y="45"/>
                  </a:cubicBezTo>
                  <a:cubicBezTo>
                    <a:pt x="5" y="50"/>
                    <a:pt x="9" y="53"/>
                    <a:pt x="14" y="54"/>
                  </a:cubicBezTo>
                  <a:cubicBezTo>
                    <a:pt x="15" y="55"/>
                    <a:pt x="16" y="55"/>
                    <a:pt x="17" y="55"/>
                  </a:cubicBezTo>
                  <a:cubicBezTo>
                    <a:pt x="21" y="55"/>
                    <a:pt x="24" y="53"/>
                    <a:pt x="27" y="51"/>
                  </a:cubicBezTo>
                  <a:cubicBezTo>
                    <a:pt x="27" y="50"/>
                    <a:pt x="27" y="50"/>
                    <a:pt x="28" y="50"/>
                  </a:cubicBezTo>
                  <a:cubicBezTo>
                    <a:pt x="28" y="50"/>
                    <a:pt x="28" y="50"/>
                    <a:pt x="29" y="51"/>
                  </a:cubicBezTo>
                  <a:cubicBezTo>
                    <a:pt x="31" y="53"/>
                    <a:pt x="35" y="55"/>
                    <a:pt x="38" y="55"/>
                  </a:cubicBezTo>
                  <a:cubicBezTo>
                    <a:pt x="40" y="55"/>
                    <a:pt x="41" y="55"/>
                    <a:pt x="42" y="54"/>
                  </a:cubicBezTo>
                  <a:cubicBezTo>
                    <a:pt x="47" y="53"/>
                    <a:pt x="50" y="50"/>
                    <a:pt x="51" y="45"/>
                  </a:cubicBezTo>
                  <a:cubicBezTo>
                    <a:pt x="55" y="32"/>
                    <a:pt x="55" y="32"/>
                    <a:pt x="55" y="32"/>
                  </a:cubicBezTo>
                  <a:cubicBezTo>
                    <a:pt x="55" y="30"/>
                    <a:pt x="55" y="28"/>
                    <a:pt x="53" y="26"/>
                  </a:cubicBezTo>
                  <a:cubicBezTo>
                    <a:pt x="52" y="25"/>
                    <a:pt x="50" y="24"/>
                    <a:pt x="48" y="25"/>
                  </a:cubicBezTo>
                  <a:cubicBezTo>
                    <a:pt x="43" y="26"/>
                    <a:pt x="43" y="26"/>
                    <a:pt x="43" y="26"/>
                  </a:cubicBezTo>
                  <a:cubicBezTo>
                    <a:pt x="43" y="26"/>
                    <a:pt x="43" y="26"/>
                    <a:pt x="43" y="25"/>
                  </a:cubicBezTo>
                  <a:cubicBezTo>
                    <a:pt x="43" y="23"/>
                    <a:pt x="43" y="20"/>
                    <a:pt x="41" y="18"/>
                  </a:cubicBezTo>
                  <a:cubicBezTo>
                    <a:pt x="33" y="3"/>
                    <a:pt x="33" y="3"/>
                    <a:pt x="33" y="3"/>
                  </a:cubicBezTo>
                  <a:cubicBezTo>
                    <a:pt x="32" y="2"/>
                    <a:pt x="30" y="0"/>
                    <a:pt x="28" y="0"/>
                  </a:cubicBezTo>
                  <a:cubicBezTo>
                    <a:pt x="25" y="0"/>
                    <a:pt x="23" y="2"/>
                    <a:pt x="22" y="3"/>
                  </a:cubicBezTo>
                  <a:cubicBezTo>
                    <a:pt x="14" y="18"/>
                    <a:pt x="14" y="18"/>
                    <a:pt x="14" y="18"/>
                  </a:cubicBezTo>
                  <a:cubicBezTo>
                    <a:pt x="13" y="20"/>
                    <a:pt x="12" y="23"/>
                    <a:pt x="12" y="25"/>
                  </a:cubicBezTo>
                  <a:close/>
                  <a:moveTo>
                    <a:pt x="15" y="49"/>
                  </a:moveTo>
                  <a:cubicBezTo>
                    <a:pt x="12" y="48"/>
                    <a:pt x="10" y="46"/>
                    <a:pt x="9" y="43"/>
                  </a:cubicBezTo>
                  <a:cubicBezTo>
                    <a:pt x="6" y="30"/>
                    <a:pt x="6" y="30"/>
                    <a:pt x="6" y="30"/>
                  </a:cubicBezTo>
                  <a:cubicBezTo>
                    <a:pt x="6" y="30"/>
                    <a:pt x="6" y="30"/>
                    <a:pt x="6" y="30"/>
                  </a:cubicBezTo>
                  <a:cubicBezTo>
                    <a:pt x="6" y="30"/>
                    <a:pt x="6" y="30"/>
                    <a:pt x="6" y="30"/>
                  </a:cubicBezTo>
                  <a:cubicBezTo>
                    <a:pt x="6" y="30"/>
                    <a:pt x="6" y="30"/>
                    <a:pt x="6" y="30"/>
                  </a:cubicBezTo>
                  <a:cubicBezTo>
                    <a:pt x="19" y="34"/>
                    <a:pt x="19" y="34"/>
                    <a:pt x="19" y="34"/>
                  </a:cubicBezTo>
                  <a:cubicBezTo>
                    <a:pt x="22" y="34"/>
                    <a:pt x="24" y="36"/>
                    <a:pt x="25" y="39"/>
                  </a:cubicBezTo>
                  <a:cubicBezTo>
                    <a:pt x="25" y="40"/>
                    <a:pt x="25" y="41"/>
                    <a:pt x="25" y="41"/>
                  </a:cubicBezTo>
                  <a:cubicBezTo>
                    <a:pt x="25" y="41"/>
                    <a:pt x="25" y="41"/>
                    <a:pt x="25" y="41"/>
                  </a:cubicBezTo>
                  <a:cubicBezTo>
                    <a:pt x="25" y="43"/>
                    <a:pt x="25" y="44"/>
                    <a:pt x="24" y="45"/>
                  </a:cubicBezTo>
                  <a:cubicBezTo>
                    <a:pt x="18" y="38"/>
                    <a:pt x="18" y="38"/>
                    <a:pt x="18" y="38"/>
                  </a:cubicBezTo>
                  <a:cubicBezTo>
                    <a:pt x="17" y="37"/>
                    <a:pt x="15" y="37"/>
                    <a:pt x="14" y="38"/>
                  </a:cubicBezTo>
                  <a:cubicBezTo>
                    <a:pt x="13" y="39"/>
                    <a:pt x="13" y="41"/>
                    <a:pt x="14" y="42"/>
                  </a:cubicBezTo>
                  <a:cubicBezTo>
                    <a:pt x="20" y="48"/>
                    <a:pt x="20" y="48"/>
                    <a:pt x="20" y="48"/>
                  </a:cubicBezTo>
                  <a:cubicBezTo>
                    <a:pt x="19" y="49"/>
                    <a:pt x="17" y="49"/>
                    <a:pt x="15" y="49"/>
                  </a:cubicBezTo>
                  <a:close/>
                  <a:moveTo>
                    <a:pt x="50" y="30"/>
                  </a:moveTo>
                  <a:cubicBezTo>
                    <a:pt x="50" y="30"/>
                    <a:pt x="50" y="30"/>
                    <a:pt x="50" y="30"/>
                  </a:cubicBezTo>
                  <a:cubicBezTo>
                    <a:pt x="50" y="30"/>
                    <a:pt x="50" y="30"/>
                    <a:pt x="50" y="30"/>
                  </a:cubicBezTo>
                  <a:cubicBezTo>
                    <a:pt x="46" y="43"/>
                    <a:pt x="46" y="43"/>
                    <a:pt x="46" y="43"/>
                  </a:cubicBezTo>
                  <a:cubicBezTo>
                    <a:pt x="45" y="46"/>
                    <a:pt x="43" y="48"/>
                    <a:pt x="40" y="49"/>
                  </a:cubicBezTo>
                  <a:cubicBezTo>
                    <a:pt x="39" y="49"/>
                    <a:pt x="37" y="49"/>
                    <a:pt x="35" y="49"/>
                  </a:cubicBezTo>
                  <a:cubicBezTo>
                    <a:pt x="41" y="42"/>
                    <a:pt x="41" y="42"/>
                    <a:pt x="41" y="42"/>
                  </a:cubicBezTo>
                  <a:cubicBezTo>
                    <a:pt x="42" y="41"/>
                    <a:pt x="42" y="40"/>
                    <a:pt x="41" y="38"/>
                  </a:cubicBezTo>
                  <a:cubicBezTo>
                    <a:pt x="40" y="37"/>
                    <a:pt x="38" y="37"/>
                    <a:pt x="37" y="38"/>
                  </a:cubicBezTo>
                  <a:cubicBezTo>
                    <a:pt x="31" y="45"/>
                    <a:pt x="31" y="45"/>
                    <a:pt x="31" y="45"/>
                  </a:cubicBezTo>
                  <a:cubicBezTo>
                    <a:pt x="31" y="44"/>
                    <a:pt x="31" y="43"/>
                    <a:pt x="31" y="41"/>
                  </a:cubicBezTo>
                  <a:cubicBezTo>
                    <a:pt x="31" y="41"/>
                    <a:pt x="31" y="41"/>
                    <a:pt x="31" y="41"/>
                  </a:cubicBezTo>
                  <a:cubicBezTo>
                    <a:pt x="31" y="41"/>
                    <a:pt x="31" y="40"/>
                    <a:pt x="31" y="39"/>
                  </a:cubicBezTo>
                  <a:cubicBezTo>
                    <a:pt x="32" y="37"/>
                    <a:pt x="34" y="34"/>
                    <a:pt x="36" y="34"/>
                  </a:cubicBezTo>
                  <a:lnTo>
                    <a:pt x="50" y="30"/>
                  </a:lnTo>
                  <a:close/>
                  <a:moveTo>
                    <a:pt x="19" y="20"/>
                  </a:moveTo>
                  <a:cubicBezTo>
                    <a:pt x="27" y="6"/>
                    <a:pt x="27" y="6"/>
                    <a:pt x="27" y="6"/>
                  </a:cubicBezTo>
                  <a:cubicBezTo>
                    <a:pt x="27" y="6"/>
                    <a:pt x="27" y="6"/>
                    <a:pt x="28" y="6"/>
                  </a:cubicBezTo>
                  <a:cubicBezTo>
                    <a:pt x="28" y="6"/>
                    <a:pt x="28" y="6"/>
                    <a:pt x="28" y="6"/>
                  </a:cubicBezTo>
                  <a:cubicBezTo>
                    <a:pt x="36" y="20"/>
                    <a:pt x="36" y="20"/>
                    <a:pt x="36" y="20"/>
                  </a:cubicBezTo>
                  <a:cubicBezTo>
                    <a:pt x="37" y="22"/>
                    <a:pt x="38" y="24"/>
                    <a:pt x="38" y="25"/>
                  </a:cubicBezTo>
                  <a:cubicBezTo>
                    <a:pt x="38" y="26"/>
                    <a:pt x="38" y="27"/>
                    <a:pt x="37" y="28"/>
                  </a:cubicBezTo>
                  <a:cubicBezTo>
                    <a:pt x="35" y="28"/>
                    <a:pt x="35" y="28"/>
                    <a:pt x="35" y="28"/>
                  </a:cubicBezTo>
                  <a:cubicBezTo>
                    <a:pt x="33" y="29"/>
                    <a:pt x="32" y="29"/>
                    <a:pt x="30" y="30"/>
                  </a:cubicBezTo>
                  <a:cubicBezTo>
                    <a:pt x="30" y="24"/>
                    <a:pt x="30" y="24"/>
                    <a:pt x="30" y="24"/>
                  </a:cubicBezTo>
                  <a:cubicBezTo>
                    <a:pt x="30" y="22"/>
                    <a:pt x="29" y="21"/>
                    <a:pt x="28" y="21"/>
                  </a:cubicBezTo>
                  <a:cubicBezTo>
                    <a:pt x="26" y="21"/>
                    <a:pt x="25" y="22"/>
                    <a:pt x="25" y="24"/>
                  </a:cubicBezTo>
                  <a:cubicBezTo>
                    <a:pt x="25" y="30"/>
                    <a:pt x="25" y="30"/>
                    <a:pt x="25" y="30"/>
                  </a:cubicBezTo>
                  <a:cubicBezTo>
                    <a:pt x="24" y="29"/>
                    <a:pt x="22" y="29"/>
                    <a:pt x="20" y="28"/>
                  </a:cubicBezTo>
                  <a:cubicBezTo>
                    <a:pt x="18" y="28"/>
                    <a:pt x="18" y="28"/>
                    <a:pt x="18" y="28"/>
                  </a:cubicBezTo>
                  <a:cubicBezTo>
                    <a:pt x="18" y="27"/>
                    <a:pt x="18" y="26"/>
                    <a:pt x="18" y="25"/>
                  </a:cubicBezTo>
                  <a:cubicBezTo>
                    <a:pt x="18" y="24"/>
                    <a:pt x="18" y="22"/>
                    <a:pt x="19" y="2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06" name="Google Shape;906;p52"/>
            <p:cNvSpPr/>
            <p:nvPr/>
          </p:nvSpPr>
          <p:spPr>
            <a:xfrm>
              <a:off x="900058" y="2768590"/>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07" name="Google Shape;907;p52"/>
          <p:cNvGrpSpPr/>
          <p:nvPr/>
        </p:nvGrpSpPr>
        <p:grpSpPr>
          <a:xfrm>
            <a:off x="2376942" y="3263808"/>
            <a:ext cx="362038" cy="362036"/>
            <a:chOff x="2300451" y="3323461"/>
            <a:chExt cx="371016" cy="371015"/>
          </a:xfrm>
        </p:grpSpPr>
        <p:sp>
          <p:nvSpPr>
            <p:cNvPr id="908" name="Google Shape;908;p52"/>
            <p:cNvSpPr/>
            <p:nvPr/>
          </p:nvSpPr>
          <p:spPr>
            <a:xfrm>
              <a:off x="2300451" y="3323461"/>
              <a:ext cx="371016" cy="371015"/>
            </a:xfrm>
            <a:custGeom>
              <a:avLst/>
              <a:gdLst/>
              <a:ahLst/>
              <a:cxnLst/>
              <a:rect l="l" t="t" r="r" b="b"/>
              <a:pathLst>
                <a:path w="142" h="142" extrusionOk="0">
                  <a:moveTo>
                    <a:pt x="134" y="58"/>
                  </a:moveTo>
                  <a:cubicBezTo>
                    <a:pt x="124" y="58"/>
                    <a:pt x="124" y="58"/>
                    <a:pt x="124" y="58"/>
                  </a:cubicBezTo>
                  <a:cubicBezTo>
                    <a:pt x="123" y="53"/>
                    <a:pt x="121" y="47"/>
                    <a:pt x="118" y="42"/>
                  </a:cubicBezTo>
                  <a:cubicBezTo>
                    <a:pt x="124" y="36"/>
                    <a:pt x="124" y="36"/>
                    <a:pt x="124" y="36"/>
                  </a:cubicBezTo>
                  <a:cubicBezTo>
                    <a:pt x="126" y="34"/>
                    <a:pt x="127" y="32"/>
                    <a:pt x="127" y="30"/>
                  </a:cubicBezTo>
                  <a:cubicBezTo>
                    <a:pt x="127" y="28"/>
                    <a:pt x="126" y="26"/>
                    <a:pt x="124" y="24"/>
                  </a:cubicBezTo>
                  <a:cubicBezTo>
                    <a:pt x="118" y="18"/>
                    <a:pt x="118" y="18"/>
                    <a:pt x="118" y="18"/>
                  </a:cubicBezTo>
                  <a:cubicBezTo>
                    <a:pt x="115" y="14"/>
                    <a:pt x="109" y="14"/>
                    <a:pt x="106" y="18"/>
                  </a:cubicBezTo>
                  <a:cubicBezTo>
                    <a:pt x="100" y="24"/>
                    <a:pt x="100" y="24"/>
                    <a:pt x="100" y="24"/>
                  </a:cubicBezTo>
                  <a:cubicBezTo>
                    <a:pt x="95" y="21"/>
                    <a:pt x="89" y="19"/>
                    <a:pt x="84" y="17"/>
                  </a:cubicBezTo>
                  <a:cubicBezTo>
                    <a:pt x="84" y="8"/>
                    <a:pt x="84" y="8"/>
                    <a:pt x="84" y="8"/>
                  </a:cubicBezTo>
                  <a:cubicBezTo>
                    <a:pt x="84" y="4"/>
                    <a:pt x="80" y="0"/>
                    <a:pt x="76" y="0"/>
                  </a:cubicBezTo>
                  <a:cubicBezTo>
                    <a:pt x="66" y="0"/>
                    <a:pt x="66" y="0"/>
                    <a:pt x="66" y="0"/>
                  </a:cubicBezTo>
                  <a:cubicBezTo>
                    <a:pt x="62" y="0"/>
                    <a:pt x="58" y="4"/>
                    <a:pt x="58" y="8"/>
                  </a:cubicBezTo>
                  <a:cubicBezTo>
                    <a:pt x="58" y="18"/>
                    <a:pt x="58" y="18"/>
                    <a:pt x="58" y="18"/>
                  </a:cubicBezTo>
                  <a:cubicBezTo>
                    <a:pt x="52" y="19"/>
                    <a:pt x="47" y="21"/>
                    <a:pt x="42" y="24"/>
                  </a:cubicBezTo>
                  <a:cubicBezTo>
                    <a:pt x="36" y="18"/>
                    <a:pt x="36" y="18"/>
                    <a:pt x="36" y="18"/>
                  </a:cubicBezTo>
                  <a:cubicBezTo>
                    <a:pt x="34" y="16"/>
                    <a:pt x="32" y="15"/>
                    <a:pt x="30" y="15"/>
                  </a:cubicBezTo>
                  <a:cubicBezTo>
                    <a:pt x="27" y="15"/>
                    <a:pt x="25" y="16"/>
                    <a:pt x="24" y="18"/>
                  </a:cubicBezTo>
                  <a:cubicBezTo>
                    <a:pt x="17" y="24"/>
                    <a:pt x="17" y="24"/>
                    <a:pt x="17" y="24"/>
                  </a:cubicBezTo>
                  <a:cubicBezTo>
                    <a:pt x="14" y="28"/>
                    <a:pt x="14" y="33"/>
                    <a:pt x="17" y="36"/>
                  </a:cubicBezTo>
                  <a:cubicBezTo>
                    <a:pt x="24" y="43"/>
                    <a:pt x="24" y="43"/>
                    <a:pt x="24" y="43"/>
                  </a:cubicBezTo>
                  <a:cubicBezTo>
                    <a:pt x="21" y="47"/>
                    <a:pt x="18" y="53"/>
                    <a:pt x="17" y="58"/>
                  </a:cubicBezTo>
                  <a:cubicBezTo>
                    <a:pt x="8" y="58"/>
                    <a:pt x="8" y="58"/>
                    <a:pt x="8" y="58"/>
                  </a:cubicBezTo>
                  <a:cubicBezTo>
                    <a:pt x="3" y="58"/>
                    <a:pt x="0" y="62"/>
                    <a:pt x="0" y="67"/>
                  </a:cubicBezTo>
                  <a:cubicBezTo>
                    <a:pt x="0" y="76"/>
                    <a:pt x="0" y="76"/>
                    <a:pt x="0" y="76"/>
                  </a:cubicBezTo>
                  <a:cubicBezTo>
                    <a:pt x="0" y="80"/>
                    <a:pt x="3" y="84"/>
                    <a:pt x="8" y="84"/>
                  </a:cubicBezTo>
                  <a:cubicBezTo>
                    <a:pt x="17" y="84"/>
                    <a:pt x="17" y="84"/>
                    <a:pt x="17" y="84"/>
                  </a:cubicBezTo>
                  <a:cubicBezTo>
                    <a:pt x="19" y="90"/>
                    <a:pt x="21" y="95"/>
                    <a:pt x="24" y="100"/>
                  </a:cubicBezTo>
                  <a:cubicBezTo>
                    <a:pt x="18" y="106"/>
                    <a:pt x="18" y="106"/>
                    <a:pt x="18" y="106"/>
                  </a:cubicBezTo>
                  <a:cubicBezTo>
                    <a:pt x="14" y="110"/>
                    <a:pt x="14" y="115"/>
                    <a:pt x="18" y="118"/>
                  </a:cubicBezTo>
                  <a:cubicBezTo>
                    <a:pt x="24" y="125"/>
                    <a:pt x="24" y="125"/>
                    <a:pt x="24" y="125"/>
                  </a:cubicBezTo>
                  <a:cubicBezTo>
                    <a:pt x="27" y="128"/>
                    <a:pt x="33" y="128"/>
                    <a:pt x="36" y="125"/>
                  </a:cubicBezTo>
                  <a:cubicBezTo>
                    <a:pt x="42" y="118"/>
                    <a:pt x="42" y="118"/>
                    <a:pt x="42" y="118"/>
                  </a:cubicBezTo>
                  <a:cubicBezTo>
                    <a:pt x="47" y="121"/>
                    <a:pt x="52" y="124"/>
                    <a:pt x="58" y="125"/>
                  </a:cubicBezTo>
                  <a:cubicBezTo>
                    <a:pt x="58" y="134"/>
                    <a:pt x="58" y="134"/>
                    <a:pt x="58" y="134"/>
                  </a:cubicBezTo>
                  <a:cubicBezTo>
                    <a:pt x="58" y="139"/>
                    <a:pt x="62" y="142"/>
                    <a:pt x="66" y="142"/>
                  </a:cubicBezTo>
                  <a:cubicBezTo>
                    <a:pt x="76" y="142"/>
                    <a:pt x="76" y="142"/>
                    <a:pt x="76" y="142"/>
                  </a:cubicBezTo>
                  <a:cubicBezTo>
                    <a:pt x="80" y="142"/>
                    <a:pt x="84" y="139"/>
                    <a:pt x="84" y="134"/>
                  </a:cubicBezTo>
                  <a:cubicBezTo>
                    <a:pt x="84" y="125"/>
                    <a:pt x="84" y="125"/>
                    <a:pt x="84" y="125"/>
                  </a:cubicBezTo>
                  <a:cubicBezTo>
                    <a:pt x="89" y="123"/>
                    <a:pt x="95" y="121"/>
                    <a:pt x="100" y="118"/>
                  </a:cubicBezTo>
                  <a:cubicBezTo>
                    <a:pt x="106" y="125"/>
                    <a:pt x="106" y="125"/>
                    <a:pt x="106" y="125"/>
                  </a:cubicBezTo>
                  <a:cubicBezTo>
                    <a:pt x="108" y="126"/>
                    <a:pt x="110" y="127"/>
                    <a:pt x="112" y="127"/>
                  </a:cubicBezTo>
                  <a:cubicBezTo>
                    <a:pt x="114" y="127"/>
                    <a:pt x="116" y="126"/>
                    <a:pt x="118" y="125"/>
                  </a:cubicBezTo>
                  <a:cubicBezTo>
                    <a:pt x="124" y="118"/>
                    <a:pt x="124" y="118"/>
                    <a:pt x="124" y="118"/>
                  </a:cubicBezTo>
                  <a:cubicBezTo>
                    <a:pt x="128" y="115"/>
                    <a:pt x="128" y="110"/>
                    <a:pt x="124" y="106"/>
                  </a:cubicBezTo>
                  <a:cubicBezTo>
                    <a:pt x="118" y="100"/>
                    <a:pt x="118" y="100"/>
                    <a:pt x="118" y="100"/>
                  </a:cubicBezTo>
                  <a:cubicBezTo>
                    <a:pt x="121" y="95"/>
                    <a:pt x="123" y="90"/>
                    <a:pt x="125" y="84"/>
                  </a:cubicBezTo>
                  <a:cubicBezTo>
                    <a:pt x="134" y="84"/>
                    <a:pt x="134" y="84"/>
                    <a:pt x="134" y="84"/>
                  </a:cubicBezTo>
                  <a:cubicBezTo>
                    <a:pt x="138" y="84"/>
                    <a:pt x="142" y="80"/>
                    <a:pt x="142" y="76"/>
                  </a:cubicBezTo>
                  <a:cubicBezTo>
                    <a:pt x="142" y="67"/>
                    <a:pt x="142" y="67"/>
                    <a:pt x="142" y="67"/>
                  </a:cubicBezTo>
                  <a:cubicBezTo>
                    <a:pt x="142" y="62"/>
                    <a:pt x="138" y="58"/>
                    <a:pt x="134" y="58"/>
                  </a:cubicBezTo>
                  <a:close/>
                  <a:moveTo>
                    <a:pt x="136" y="76"/>
                  </a:moveTo>
                  <a:cubicBezTo>
                    <a:pt x="136" y="77"/>
                    <a:pt x="135" y="79"/>
                    <a:pt x="134" y="79"/>
                  </a:cubicBezTo>
                  <a:cubicBezTo>
                    <a:pt x="122" y="79"/>
                    <a:pt x="122" y="79"/>
                    <a:pt x="122" y="79"/>
                  </a:cubicBezTo>
                  <a:cubicBezTo>
                    <a:pt x="121" y="79"/>
                    <a:pt x="120" y="80"/>
                    <a:pt x="119" y="81"/>
                  </a:cubicBezTo>
                  <a:cubicBezTo>
                    <a:pt x="118" y="87"/>
                    <a:pt x="116" y="93"/>
                    <a:pt x="112" y="99"/>
                  </a:cubicBezTo>
                  <a:cubicBezTo>
                    <a:pt x="111" y="100"/>
                    <a:pt x="111" y="101"/>
                    <a:pt x="112" y="102"/>
                  </a:cubicBezTo>
                  <a:cubicBezTo>
                    <a:pt x="120" y="110"/>
                    <a:pt x="120" y="110"/>
                    <a:pt x="120" y="110"/>
                  </a:cubicBezTo>
                  <a:cubicBezTo>
                    <a:pt x="121" y="111"/>
                    <a:pt x="121" y="113"/>
                    <a:pt x="120" y="114"/>
                  </a:cubicBezTo>
                  <a:cubicBezTo>
                    <a:pt x="114" y="121"/>
                    <a:pt x="114" y="121"/>
                    <a:pt x="114" y="121"/>
                  </a:cubicBezTo>
                  <a:cubicBezTo>
                    <a:pt x="113" y="121"/>
                    <a:pt x="113" y="122"/>
                    <a:pt x="112" y="122"/>
                  </a:cubicBezTo>
                  <a:cubicBezTo>
                    <a:pt x="111" y="122"/>
                    <a:pt x="110" y="121"/>
                    <a:pt x="110" y="121"/>
                  </a:cubicBezTo>
                  <a:cubicBezTo>
                    <a:pt x="102" y="113"/>
                    <a:pt x="102" y="113"/>
                    <a:pt x="102" y="113"/>
                  </a:cubicBezTo>
                  <a:cubicBezTo>
                    <a:pt x="101" y="112"/>
                    <a:pt x="99" y="112"/>
                    <a:pt x="98" y="112"/>
                  </a:cubicBezTo>
                  <a:cubicBezTo>
                    <a:pt x="93" y="116"/>
                    <a:pt x="87" y="119"/>
                    <a:pt x="81" y="120"/>
                  </a:cubicBezTo>
                  <a:cubicBezTo>
                    <a:pt x="79" y="120"/>
                    <a:pt x="78" y="121"/>
                    <a:pt x="78" y="123"/>
                  </a:cubicBezTo>
                  <a:cubicBezTo>
                    <a:pt x="78" y="134"/>
                    <a:pt x="78" y="134"/>
                    <a:pt x="78" y="134"/>
                  </a:cubicBezTo>
                  <a:cubicBezTo>
                    <a:pt x="78" y="136"/>
                    <a:pt x="77" y="137"/>
                    <a:pt x="76" y="137"/>
                  </a:cubicBezTo>
                  <a:cubicBezTo>
                    <a:pt x="66" y="137"/>
                    <a:pt x="66" y="137"/>
                    <a:pt x="66" y="137"/>
                  </a:cubicBezTo>
                  <a:cubicBezTo>
                    <a:pt x="65" y="137"/>
                    <a:pt x="64" y="136"/>
                    <a:pt x="64" y="134"/>
                  </a:cubicBezTo>
                  <a:cubicBezTo>
                    <a:pt x="64" y="122"/>
                    <a:pt x="64" y="122"/>
                    <a:pt x="64" y="122"/>
                  </a:cubicBezTo>
                  <a:cubicBezTo>
                    <a:pt x="64" y="121"/>
                    <a:pt x="63" y="120"/>
                    <a:pt x="61" y="120"/>
                  </a:cubicBezTo>
                  <a:cubicBezTo>
                    <a:pt x="55" y="118"/>
                    <a:pt x="49" y="116"/>
                    <a:pt x="43" y="112"/>
                  </a:cubicBezTo>
                  <a:cubicBezTo>
                    <a:pt x="43" y="112"/>
                    <a:pt x="42" y="112"/>
                    <a:pt x="42" y="112"/>
                  </a:cubicBezTo>
                  <a:cubicBezTo>
                    <a:pt x="41" y="112"/>
                    <a:pt x="40" y="112"/>
                    <a:pt x="40" y="113"/>
                  </a:cubicBezTo>
                  <a:cubicBezTo>
                    <a:pt x="32" y="121"/>
                    <a:pt x="32" y="121"/>
                    <a:pt x="32" y="121"/>
                  </a:cubicBezTo>
                  <a:cubicBezTo>
                    <a:pt x="31" y="122"/>
                    <a:pt x="29" y="122"/>
                    <a:pt x="28" y="121"/>
                  </a:cubicBezTo>
                  <a:cubicBezTo>
                    <a:pt x="21" y="114"/>
                    <a:pt x="21" y="114"/>
                    <a:pt x="21" y="114"/>
                  </a:cubicBezTo>
                  <a:cubicBezTo>
                    <a:pt x="20" y="113"/>
                    <a:pt x="20" y="111"/>
                    <a:pt x="21" y="110"/>
                  </a:cubicBezTo>
                  <a:cubicBezTo>
                    <a:pt x="29" y="102"/>
                    <a:pt x="29" y="102"/>
                    <a:pt x="29" y="102"/>
                  </a:cubicBezTo>
                  <a:cubicBezTo>
                    <a:pt x="30" y="101"/>
                    <a:pt x="30" y="100"/>
                    <a:pt x="30" y="99"/>
                  </a:cubicBezTo>
                  <a:cubicBezTo>
                    <a:pt x="26" y="93"/>
                    <a:pt x="23" y="87"/>
                    <a:pt x="22" y="81"/>
                  </a:cubicBezTo>
                  <a:cubicBezTo>
                    <a:pt x="22" y="80"/>
                    <a:pt x="21" y="79"/>
                    <a:pt x="19" y="79"/>
                  </a:cubicBezTo>
                  <a:cubicBezTo>
                    <a:pt x="8" y="79"/>
                    <a:pt x="8" y="79"/>
                    <a:pt x="8" y="79"/>
                  </a:cubicBezTo>
                  <a:cubicBezTo>
                    <a:pt x="6" y="79"/>
                    <a:pt x="5" y="77"/>
                    <a:pt x="5" y="76"/>
                  </a:cubicBezTo>
                  <a:cubicBezTo>
                    <a:pt x="5" y="67"/>
                    <a:pt x="5" y="67"/>
                    <a:pt x="5" y="67"/>
                  </a:cubicBezTo>
                  <a:cubicBezTo>
                    <a:pt x="5" y="65"/>
                    <a:pt x="6" y="64"/>
                    <a:pt x="8" y="64"/>
                  </a:cubicBezTo>
                  <a:cubicBezTo>
                    <a:pt x="20" y="64"/>
                    <a:pt x="20" y="64"/>
                    <a:pt x="20" y="64"/>
                  </a:cubicBezTo>
                  <a:cubicBezTo>
                    <a:pt x="21" y="64"/>
                    <a:pt x="22" y="63"/>
                    <a:pt x="23" y="62"/>
                  </a:cubicBezTo>
                  <a:cubicBezTo>
                    <a:pt x="24" y="55"/>
                    <a:pt x="26" y="49"/>
                    <a:pt x="30" y="44"/>
                  </a:cubicBezTo>
                  <a:cubicBezTo>
                    <a:pt x="31" y="43"/>
                    <a:pt x="31" y="41"/>
                    <a:pt x="30" y="40"/>
                  </a:cubicBezTo>
                  <a:cubicBezTo>
                    <a:pt x="22" y="32"/>
                    <a:pt x="22" y="32"/>
                    <a:pt x="22" y="32"/>
                  </a:cubicBezTo>
                  <a:cubicBezTo>
                    <a:pt x="21" y="31"/>
                    <a:pt x="21" y="29"/>
                    <a:pt x="22" y="28"/>
                  </a:cubicBezTo>
                  <a:cubicBezTo>
                    <a:pt x="28" y="21"/>
                    <a:pt x="28" y="21"/>
                    <a:pt x="28" y="21"/>
                  </a:cubicBezTo>
                  <a:cubicBezTo>
                    <a:pt x="29" y="21"/>
                    <a:pt x="29" y="21"/>
                    <a:pt x="30" y="21"/>
                  </a:cubicBezTo>
                  <a:cubicBezTo>
                    <a:pt x="31" y="21"/>
                    <a:pt x="32" y="21"/>
                    <a:pt x="32" y="21"/>
                  </a:cubicBezTo>
                  <a:cubicBezTo>
                    <a:pt x="40" y="30"/>
                    <a:pt x="40" y="30"/>
                    <a:pt x="40" y="30"/>
                  </a:cubicBezTo>
                  <a:cubicBezTo>
                    <a:pt x="41" y="30"/>
                    <a:pt x="42" y="31"/>
                    <a:pt x="44" y="30"/>
                  </a:cubicBezTo>
                  <a:cubicBezTo>
                    <a:pt x="49" y="26"/>
                    <a:pt x="55" y="24"/>
                    <a:pt x="61" y="22"/>
                  </a:cubicBezTo>
                  <a:cubicBezTo>
                    <a:pt x="63" y="22"/>
                    <a:pt x="64" y="21"/>
                    <a:pt x="64" y="20"/>
                  </a:cubicBezTo>
                  <a:cubicBezTo>
                    <a:pt x="64" y="8"/>
                    <a:pt x="64" y="8"/>
                    <a:pt x="64" y="8"/>
                  </a:cubicBezTo>
                  <a:cubicBezTo>
                    <a:pt x="64" y="7"/>
                    <a:pt x="65" y="5"/>
                    <a:pt x="66" y="5"/>
                  </a:cubicBezTo>
                  <a:cubicBezTo>
                    <a:pt x="76" y="5"/>
                    <a:pt x="76" y="5"/>
                    <a:pt x="76" y="5"/>
                  </a:cubicBezTo>
                  <a:cubicBezTo>
                    <a:pt x="77" y="5"/>
                    <a:pt x="78" y="7"/>
                    <a:pt x="78" y="8"/>
                  </a:cubicBezTo>
                  <a:cubicBezTo>
                    <a:pt x="78" y="20"/>
                    <a:pt x="78" y="20"/>
                    <a:pt x="78" y="20"/>
                  </a:cubicBezTo>
                  <a:cubicBezTo>
                    <a:pt x="78" y="21"/>
                    <a:pt x="79" y="23"/>
                    <a:pt x="81" y="23"/>
                  </a:cubicBezTo>
                  <a:cubicBezTo>
                    <a:pt x="87" y="24"/>
                    <a:pt x="93" y="27"/>
                    <a:pt x="98" y="30"/>
                  </a:cubicBezTo>
                  <a:cubicBezTo>
                    <a:pt x="100" y="31"/>
                    <a:pt x="101" y="31"/>
                    <a:pt x="102" y="30"/>
                  </a:cubicBezTo>
                  <a:cubicBezTo>
                    <a:pt x="110" y="22"/>
                    <a:pt x="110" y="22"/>
                    <a:pt x="110" y="22"/>
                  </a:cubicBezTo>
                  <a:cubicBezTo>
                    <a:pt x="111" y="21"/>
                    <a:pt x="113" y="21"/>
                    <a:pt x="114" y="22"/>
                  </a:cubicBezTo>
                  <a:cubicBezTo>
                    <a:pt x="120" y="28"/>
                    <a:pt x="120" y="28"/>
                    <a:pt x="120" y="28"/>
                  </a:cubicBezTo>
                  <a:cubicBezTo>
                    <a:pt x="121" y="29"/>
                    <a:pt x="121" y="29"/>
                    <a:pt x="121" y="30"/>
                  </a:cubicBezTo>
                  <a:cubicBezTo>
                    <a:pt x="121" y="31"/>
                    <a:pt x="121" y="32"/>
                    <a:pt x="121" y="32"/>
                  </a:cubicBezTo>
                  <a:cubicBezTo>
                    <a:pt x="113" y="40"/>
                    <a:pt x="113" y="40"/>
                    <a:pt x="113" y="40"/>
                  </a:cubicBezTo>
                  <a:cubicBezTo>
                    <a:pt x="112" y="41"/>
                    <a:pt x="111" y="43"/>
                    <a:pt x="112" y="44"/>
                  </a:cubicBezTo>
                  <a:cubicBezTo>
                    <a:pt x="116" y="49"/>
                    <a:pt x="118" y="55"/>
                    <a:pt x="120" y="62"/>
                  </a:cubicBezTo>
                  <a:cubicBezTo>
                    <a:pt x="120" y="63"/>
                    <a:pt x="121" y="64"/>
                    <a:pt x="122" y="64"/>
                  </a:cubicBezTo>
                  <a:cubicBezTo>
                    <a:pt x="134" y="64"/>
                    <a:pt x="134" y="64"/>
                    <a:pt x="134" y="64"/>
                  </a:cubicBezTo>
                  <a:cubicBezTo>
                    <a:pt x="135" y="64"/>
                    <a:pt x="136" y="65"/>
                    <a:pt x="136" y="67"/>
                  </a:cubicBezTo>
                  <a:lnTo>
                    <a:pt x="136" y="76"/>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09" name="Google Shape;909;p52"/>
            <p:cNvSpPr/>
            <p:nvPr/>
          </p:nvSpPr>
          <p:spPr>
            <a:xfrm>
              <a:off x="2376416" y="3399425"/>
              <a:ext cx="219087" cy="219086"/>
            </a:xfrm>
            <a:custGeom>
              <a:avLst/>
              <a:gdLst/>
              <a:ahLst/>
              <a:cxnLst/>
              <a:rect l="l" t="t" r="r" b="b"/>
              <a:pathLst>
                <a:path w="84" h="84" extrusionOk="0">
                  <a:moveTo>
                    <a:pt x="69" y="14"/>
                  </a:moveTo>
                  <a:cubicBezTo>
                    <a:pt x="68" y="15"/>
                    <a:pt x="68" y="17"/>
                    <a:pt x="69" y="18"/>
                  </a:cubicBezTo>
                  <a:cubicBezTo>
                    <a:pt x="75" y="25"/>
                    <a:pt x="78" y="33"/>
                    <a:pt x="78" y="42"/>
                  </a:cubicBezTo>
                  <a:cubicBezTo>
                    <a:pt x="78" y="62"/>
                    <a:pt x="62" y="78"/>
                    <a:pt x="42" y="78"/>
                  </a:cubicBezTo>
                  <a:cubicBezTo>
                    <a:pt x="22" y="78"/>
                    <a:pt x="6" y="62"/>
                    <a:pt x="6" y="42"/>
                  </a:cubicBezTo>
                  <a:cubicBezTo>
                    <a:pt x="6" y="22"/>
                    <a:pt x="22" y="6"/>
                    <a:pt x="42" y="6"/>
                  </a:cubicBezTo>
                  <a:cubicBezTo>
                    <a:pt x="44" y="6"/>
                    <a:pt x="47" y="6"/>
                    <a:pt x="49" y="7"/>
                  </a:cubicBezTo>
                  <a:cubicBezTo>
                    <a:pt x="51" y="7"/>
                    <a:pt x="52" y="6"/>
                    <a:pt x="52" y="5"/>
                  </a:cubicBezTo>
                  <a:cubicBezTo>
                    <a:pt x="53" y="3"/>
                    <a:pt x="52" y="2"/>
                    <a:pt x="50" y="1"/>
                  </a:cubicBezTo>
                  <a:cubicBezTo>
                    <a:pt x="47" y="1"/>
                    <a:pt x="45" y="0"/>
                    <a:pt x="42" y="0"/>
                  </a:cubicBezTo>
                  <a:cubicBezTo>
                    <a:pt x="19" y="0"/>
                    <a:pt x="0" y="19"/>
                    <a:pt x="0" y="42"/>
                  </a:cubicBezTo>
                  <a:cubicBezTo>
                    <a:pt x="0" y="65"/>
                    <a:pt x="19" y="84"/>
                    <a:pt x="42" y="84"/>
                  </a:cubicBezTo>
                  <a:cubicBezTo>
                    <a:pt x="65" y="84"/>
                    <a:pt x="84" y="65"/>
                    <a:pt x="84" y="42"/>
                  </a:cubicBezTo>
                  <a:cubicBezTo>
                    <a:pt x="84" y="32"/>
                    <a:pt x="80" y="22"/>
                    <a:pt x="73" y="14"/>
                  </a:cubicBezTo>
                  <a:cubicBezTo>
                    <a:pt x="72" y="13"/>
                    <a:pt x="70" y="13"/>
                    <a:pt x="69" y="14"/>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10" name="Google Shape;910;p52"/>
            <p:cNvSpPr/>
            <p:nvPr/>
          </p:nvSpPr>
          <p:spPr>
            <a:xfrm>
              <a:off x="2423756" y="3445665"/>
              <a:ext cx="125507" cy="123305"/>
            </a:xfrm>
            <a:custGeom>
              <a:avLst/>
              <a:gdLst/>
              <a:ahLst/>
              <a:cxnLst/>
              <a:rect l="l" t="t" r="r" b="b"/>
              <a:pathLst>
                <a:path w="48" h="47" extrusionOk="0">
                  <a:moveTo>
                    <a:pt x="14" y="47"/>
                  </a:moveTo>
                  <a:cubicBezTo>
                    <a:pt x="17" y="47"/>
                    <a:pt x="21" y="46"/>
                    <a:pt x="23" y="43"/>
                  </a:cubicBezTo>
                  <a:cubicBezTo>
                    <a:pt x="43" y="24"/>
                    <a:pt x="43" y="24"/>
                    <a:pt x="43" y="24"/>
                  </a:cubicBezTo>
                  <a:cubicBezTo>
                    <a:pt x="48" y="18"/>
                    <a:pt x="48" y="10"/>
                    <a:pt x="43" y="5"/>
                  </a:cubicBezTo>
                  <a:cubicBezTo>
                    <a:pt x="38" y="0"/>
                    <a:pt x="30" y="0"/>
                    <a:pt x="24" y="5"/>
                  </a:cubicBezTo>
                  <a:cubicBezTo>
                    <a:pt x="5" y="25"/>
                    <a:pt x="5" y="25"/>
                    <a:pt x="5" y="25"/>
                  </a:cubicBezTo>
                  <a:cubicBezTo>
                    <a:pt x="0" y="30"/>
                    <a:pt x="0" y="38"/>
                    <a:pt x="5" y="43"/>
                  </a:cubicBezTo>
                  <a:cubicBezTo>
                    <a:pt x="7" y="46"/>
                    <a:pt x="11" y="47"/>
                    <a:pt x="14" y="47"/>
                  </a:cubicBezTo>
                  <a:close/>
                  <a:moveTo>
                    <a:pt x="28" y="9"/>
                  </a:moveTo>
                  <a:cubicBezTo>
                    <a:pt x="31" y="6"/>
                    <a:pt x="36" y="6"/>
                    <a:pt x="39" y="9"/>
                  </a:cubicBezTo>
                  <a:cubicBezTo>
                    <a:pt x="42" y="12"/>
                    <a:pt x="42" y="17"/>
                    <a:pt x="39" y="20"/>
                  </a:cubicBezTo>
                  <a:cubicBezTo>
                    <a:pt x="31" y="27"/>
                    <a:pt x="31" y="27"/>
                    <a:pt x="31" y="27"/>
                  </a:cubicBezTo>
                  <a:cubicBezTo>
                    <a:pt x="21" y="17"/>
                    <a:pt x="21" y="17"/>
                    <a:pt x="21" y="17"/>
                  </a:cubicBezTo>
                  <a:lnTo>
                    <a:pt x="28" y="9"/>
                  </a:lnTo>
                  <a:close/>
                  <a:moveTo>
                    <a:pt x="9" y="29"/>
                  </a:moveTo>
                  <a:cubicBezTo>
                    <a:pt x="17" y="21"/>
                    <a:pt x="17" y="21"/>
                    <a:pt x="17" y="21"/>
                  </a:cubicBezTo>
                  <a:cubicBezTo>
                    <a:pt x="27" y="31"/>
                    <a:pt x="27" y="31"/>
                    <a:pt x="27" y="31"/>
                  </a:cubicBezTo>
                  <a:cubicBezTo>
                    <a:pt x="19" y="39"/>
                    <a:pt x="19" y="39"/>
                    <a:pt x="19" y="39"/>
                  </a:cubicBezTo>
                  <a:cubicBezTo>
                    <a:pt x="16" y="42"/>
                    <a:pt x="12" y="42"/>
                    <a:pt x="9" y="39"/>
                  </a:cubicBezTo>
                  <a:cubicBezTo>
                    <a:pt x="6" y="36"/>
                    <a:pt x="6" y="32"/>
                    <a:pt x="9" y="2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11" name="Google Shape;911;p52"/>
            <p:cNvSpPr/>
            <p:nvPr/>
          </p:nvSpPr>
          <p:spPr>
            <a:xfrm>
              <a:off x="2528345" y="3414839"/>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12" name="Google Shape;912;p52"/>
          <p:cNvGrpSpPr/>
          <p:nvPr/>
        </p:nvGrpSpPr>
        <p:grpSpPr>
          <a:xfrm>
            <a:off x="1643200" y="3263808"/>
            <a:ext cx="290059" cy="362036"/>
            <a:chOff x="1584841" y="3323461"/>
            <a:chExt cx="297253" cy="371015"/>
          </a:xfrm>
        </p:grpSpPr>
        <p:sp>
          <p:nvSpPr>
            <p:cNvPr id="913" name="Google Shape;913;p52"/>
            <p:cNvSpPr/>
            <p:nvPr/>
          </p:nvSpPr>
          <p:spPr>
            <a:xfrm>
              <a:off x="1584841" y="3323461"/>
              <a:ext cx="297253" cy="371015"/>
            </a:xfrm>
            <a:custGeom>
              <a:avLst/>
              <a:gdLst/>
              <a:ahLst/>
              <a:cxnLst/>
              <a:rect l="l" t="t" r="r" b="b"/>
              <a:pathLst>
                <a:path w="114" h="142" extrusionOk="0">
                  <a:moveTo>
                    <a:pt x="113" y="24"/>
                  </a:moveTo>
                  <a:cubicBezTo>
                    <a:pt x="90" y="1"/>
                    <a:pt x="90" y="1"/>
                    <a:pt x="90" y="1"/>
                  </a:cubicBezTo>
                  <a:cubicBezTo>
                    <a:pt x="89" y="0"/>
                    <a:pt x="88" y="0"/>
                    <a:pt x="88" y="0"/>
                  </a:cubicBezTo>
                  <a:cubicBezTo>
                    <a:pt x="8" y="0"/>
                    <a:pt x="8" y="0"/>
                    <a:pt x="8" y="0"/>
                  </a:cubicBezTo>
                  <a:cubicBezTo>
                    <a:pt x="4" y="0"/>
                    <a:pt x="0" y="4"/>
                    <a:pt x="0" y="8"/>
                  </a:cubicBezTo>
                  <a:cubicBezTo>
                    <a:pt x="0" y="134"/>
                    <a:pt x="0" y="134"/>
                    <a:pt x="0" y="134"/>
                  </a:cubicBezTo>
                  <a:cubicBezTo>
                    <a:pt x="0" y="139"/>
                    <a:pt x="4" y="142"/>
                    <a:pt x="8" y="142"/>
                  </a:cubicBezTo>
                  <a:cubicBezTo>
                    <a:pt x="105" y="142"/>
                    <a:pt x="105" y="142"/>
                    <a:pt x="105" y="142"/>
                  </a:cubicBezTo>
                  <a:cubicBezTo>
                    <a:pt x="110" y="142"/>
                    <a:pt x="114" y="139"/>
                    <a:pt x="114" y="134"/>
                  </a:cubicBezTo>
                  <a:cubicBezTo>
                    <a:pt x="114" y="26"/>
                    <a:pt x="114" y="26"/>
                    <a:pt x="114" y="26"/>
                  </a:cubicBezTo>
                  <a:cubicBezTo>
                    <a:pt x="114" y="25"/>
                    <a:pt x="113" y="24"/>
                    <a:pt x="113" y="24"/>
                  </a:cubicBezTo>
                  <a:close/>
                  <a:moveTo>
                    <a:pt x="106" y="25"/>
                  </a:moveTo>
                  <a:cubicBezTo>
                    <a:pt x="91" y="25"/>
                    <a:pt x="91" y="25"/>
                    <a:pt x="91" y="25"/>
                  </a:cubicBezTo>
                  <a:cubicBezTo>
                    <a:pt x="90" y="25"/>
                    <a:pt x="88" y="24"/>
                    <a:pt x="88" y="22"/>
                  </a:cubicBezTo>
                  <a:cubicBezTo>
                    <a:pt x="88" y="7"/>
                    <a:pt x="88" y="7"/>
                    <a:pt x="88" y="7"/>
                  </a:cubicBezTo>
                  <a:lnTo>
                    <a:pt x="106" y="25"/>
                  </a:lnTo>
                  <a:close/>
                  <a:moveTo>
                    <a:pt x="105" y="137"/>
                  </a:moveTo>
                  <a:cubicBezTo>
                    <a:pt x="8" y="137"/>
                    <a:pt x="8" y="137"/>
                    <a:pt x="8" y="137"/>
                  </a:cubicBezTo>
                  <a:cubicBezTo>
                    <a:pt x="7" y="137"/>
                    <a:pt x="5" y="136"/>
                    <a:pt x="5" y="134"/>
                  </a:cubicBezTo>
                  <a:cubicBezTo>
                    <a:pt x="5" y="8"/>
                    <a:pt x="5" y="8"/>
                    <a:pt x="5" y="8"/>
                  </a:cubicBezTo>
                  <a:cubicBezTo>
                    <a:pt x="5" y="7"/>
                    <a:pt x="7" y="5"/>
                    <a:pt x="8" y="5"/>
                  </a:cubicBezTo>
                  <a:cubicBezTo>
                    <a:pt x="83" y="5"/>
                    <a:pt x="83" y="5"/>
                    <a:pt x="83" y="5"/>
                  </a:cubicBezTo>
                  <a:cubicBezTo>
                    <a:pt x="83" y="22"/>
                    <a:pt x="83" y="22"/>
                    <a:pt x="83" y="22"/>
                  </a:cubicBezTo>
                  <a:cubicBezTo>
                    <a:pt x="83" y="27"/>
                    <a:pt x="87" y="31"/>
                    <a:pt x="91" y="31"/>
                  </a:cubicBezTo>
                  <a:cubicBezTo>
                    <a:pt x="108" y="31"/>
                    <a:pt x="108" y="31"/>
                    <a:pt x="108" y="31"/>
                  </a:cubicBezTo>
                  <a:cubicBezTo>
                    <a:pt x="108" y="134"/>
                    <a:pt x="108" y="134"/>
                    <a:pt x="108" y="134"/>
                  </a:cubicBezTo>
                  <a:cubicBezTo>
                    <a:pt x="108" y="136"/>
                    <a:pt x="107" y="137"/>
                    <a:pt x="105" y="13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14" name="Google Shape;914;p52"/>
            <p:cNvSpPr/>
            <p:nvPr/>
          </p:nvSpPr>
          <p:spPr>
            <a:xfrm>
              <a:off x="1670714" y="3369700"/>
              <a:ext cx="125507" cy="123305"/>
            </a:xfrm>
            <a:custGeom>
              <a:avLst/>
              <a:gdLst/>
              <a:ahLst/>
              <a:cxnLst/>
              <a:rect l="l" t="t" r="r" b="b"/>
              <a:pathLst>
                <a:path w="48" h="47" extrusionOk="0">
                  <a:moveTo>
                    <a:pt x="5" y="32"/>
                  </a:moveTo>
                  <a:cubicBezTo>
                    <a:pt x="15" y="32"/>
                    <a:pt x="15" y="32"/>
                    <a:pt x="15" y="32"/>
                  </a:cubicBezTo>
                  <a:cubicBezTo>
                    <a:pt x="15" y="43"/>
                    <a:pt x="15" y="43"/>
                    <a:pt x="15" y="43"/>
                  </a:cubicBezTo>
                  <a:cubicBezTo>
                    <a:pt x="15" y="45"/>
                    <a:pt x="17" y="47"/>
                    <a:pt x="20" y="47"/>
                  </a:cubicBezTo>
                  <a:cubicBezTo>
                    <a:pt x="28" y="47"/>
                    <a:pt x="28" y="47"/>
                    <a:pt x="28" y="47"/>
                  </a:cubicBezTo>
                  <a:cubicBezTo>
                    <a:pt x="31" y="47"/>
                    <a:pt x="33" y="45"/>
                    <a:pt x="33" y="43"/>
                  </a:cubicBezTo>
                  <a:cubicBezTo>
                    <a:pt x="33" y="32"/>
                    <a:pt x="33" y="32"/>
                    <a:pt x="33" y="32"/>
                  </a:cubicBezTo>
                  <a:cubicBezTo>
                    <a:pt x="43" y="32"/>
                    <a:pt x="43" y="32"/>
                    <a:pt x="43" y="32"/>
                  </a:cubicBezTo>
                  <a:cubicBezTo>
                    <a:pt x="46" y="32"/>
                    <a:pt x="48" y="30"/>
                    <a:pt x="48" y="28"/>
                  </a:cubicBezTo>
                  <a:cubicBezTo>
                    <a:pt x="48" y="19"/>
                    <a:pt x="48" y="19"/>
                    <a:pt x="48" y="19"/>
                  </a:cubicBezTo>
                  <a:cubicBezTo>
                    <a:pt x="48" y="17"/>
                    <a:pt x="46" y="15"/>
                    <a:pt x="43" y="15"/>
                  </a:cubicBezTo>
                  <a:cubicBezTo>
                    <a:pt x="33" y="15"/>
                    <a:pt x="33" y="15"/>
                    <a:pt x="33" y="15"/>
                  </a:cubicBezTo>
                  <a:cubicBezTo>
                    <a:pt x="33" y="4"/>
                    <a:pt x="33" y="4"/>
                    <a:pt x="33" y="4"/>
                  </a:cubicBezTo>
                  <a:cubicBezTo>
                    <a:pt x="33" y="2"/>
                    <a:pt x="31" y="0"/>
                    <a:pt x="28" y="0"/>
                  </a:cubicBezTo>
                  <a:cubicBezTo>
                    <a:pt x="20" y="0"/>
                    <a:pt x="20" y="0"/>
                    <a:pt x="20" y="0"/>
                  </a:cubicBezTo>
                  <a:cubicBezTo>
                    <a:pt x="17" y="0"/>
                    <a:pt x="15" y="2"/>
                    <a:pt x="15" y="4"/>
                  </a:cubicBezTo>
                  <a:cubicBezTo>
                    <a:pt x="15" y="15"/>
                    <a:pt x="15" y="15"/>
                    <a:pt x="15" y="15"/>
                  </a:cubicBezTo>
                  <a:cubicBezTo>
                    <a:pt x="5" y="15"/>
                    <a:pt x="5" y="15"/>
                    <a:pt x="5" y="15"/>
                  </a:cubicBezTo>
                  <a:cubicBezTo>
                    <a:pt x="2" y="15"/>
                    <a:pt x="0" y="17"/>
                    <a:pt x="0" y="19"/>
                  </a:cubicBezTo>
                  <a:cubicBezTo>
                    <a:pt x="0" y="28"/>
                    <a:pt x="0" y="28"/>
                    <a:pt x="0" y="28"/>
                  </a:cubicBezTo>
                  <a:cubicBezTo>
                    <a:pt x="0" y="30"/>
                    <a:pt x="2" y="32"/>
                    <a:pt x="5" y="32"/>
                  </a:cubicBezTo>
                  <a:close/>
                  <a:moveTo>
                    <a:pt x="6" y="20"/>
                  </a:moveTo>
                  <a:cubicBezTo>
                    <a:pt x="18" y="20"/>
                    <a:pt x="18" y="20"/>
                    <a:pt x="18" y="20"/>
                  </a:cubicBezTo>
                  <a:cubicBezTo>
                    <a:pt x="19" y="20"/>
                    <a:pt x="21" y="19"/>
                    <a:pt x="21" y="18"/>
                  </a:cubicBezTo>
                  <a:cubicBezTo>
                    <a:pt x="21" y="5"/>
                    <a:pt x="21" y="5"/>
                    <a:pt x="21" y="5"/>
                  </a:cubicBezTo>
                  <a:cubicBezTo>
                    <a:pt x="27" y="5"/>
                    <a:pt x="27" y="5"/>
                    <a:pt x="27" y="5"/>
                  </a:cubicBezTo>
                  <a:cubicBezTo>
                    <a:pt x="27" y="18"/>
                    <a:pt x="27" y="18"/>
                    <a:pt x="27" y="18"/>
                  </a:cubicBezTo>
                  <a:cubicBezTo>
                    <a:pt x="27" y="19"/>
                    <a:pt x="28" y="20"/>
                    <a:pt x="30" y="20"/>
                  </a:cubicBezTo>
                  <a:cubicBezTo>
                    <a:pt x="42" y="20"/>
                    <a:pt x="42" y="20"/>
                    <a:pt x="42" y="20"/>
                  </a:cubicBezTo>
                  <a:cubicBezTo>
                    <a:pt x="42" y="27"/>
                    <a:pt x="42" y="27"/>
                    <a:pt x="42" y="27"/>
                  </a:cubicBezTo>
                  <a:cubicBezTo>
                    <a:pt x="30" y="27"/>
                    <a:pt x="30" y="27"/>
                    <a:pt x="30" y="27"/>
                  </a:cubicBezTo>
                  <a:cubicBezTo>
                    <a:pt x="28" y="27"/>
                    <a:pt x="27" y="28"/>
                    <a:pt x="27" y="29"/>
                  </a:cubicBezTo>
                  <a:cubicBezTo>
                    <a:pt x="27" y="42"/>
                    <a:pt x="27" y="42"/>
                    <a:pt x="27" y="42"/>
                  </a:cubicBezTo>
                  <a:cubicBezTo>
                    <a:pt x="21" y="42"/>
                    <a:pt x="21" y="42"/>
                    <a:pt x="21" y="42"/>
                  </a:cubicBezTo>
                  <a:cubicBezTo>
                    <a:pt x="21" y="29"/>
                    <a:pt x="21" y="29"/>
                    <a:pt x="21" y="29"/>
                  </a:cubicBezTo>
                  <a:cubicBezTo>
                    <a:pt x="21" y="28"/>
                    <a:pt x="19" y="27"/>
                    <a:pt x="18" y="27"/>
                  </a:cubicBezTo>
                  <a:cubicBezTo>
                    <a:pt x="6" y="27"/>
                    <a:pt x="6" y="27"/>
                    <a:pt x="6" y="27"/>
                  </a:cubicBezTo>
                  <a:lnTo>
                    <a:pt x="6" y="20"/>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15" name="Google Shape;915;p52"/>
            <p:cNvSpPr/>
            <p:nvPr/>
          </p:nvSpPr>
          <p:spPr>
            <a:xfrm>
              <a:off x="1634383" y="3521629"/>
              <a:ext cx="198169" cy="13211"/>
            </a:xfrm>
            <a:custGeom>
              <a:avLst/>
              <a:gdLst/>
              <a:ahLst/>
              <a:cxnLst/>
              <a:rect l="l" t="t" r="r" b="b"/>
              <a:pathLst>
                <a:path w="76" h="5" extrusionOk="0">
                  <a:moveTo>
                    <a:pt x="3" y="5"/>
                  </a:moveTo>
                  <a:cubicBezTo>
                    <a:pt x="73" y="5"/>
                    <a:pt x="73" y="5"/>
                    <a:pt x="73" y="5"/>
                  </a:cubicBezTo>
                  <a:cubicBezTo>
                    <a:pt x="74" y="5"/>
                    <a:pt x="76" y="4"/>
                    <a:pt x="76" y="3"/>
                  </a:cubicBezTo>
                  <a:cubicBezTo>
                    <a:pt x="76" y="1"/>
                    <a:pt x="75" y="0"/>
                    <a:pt x="73" y="0"/>
                  </a:cubicBezTo>
                  <a:cubicBezTo>
                    <a:pt x="3" y="0"/>
                    <a:pt x="3" y="0"/>
                    <a:pt x="3" y="0"/>
                  </a:cubicBezTo>
                  <a:cubicBezTo>
                    <a:pt x="1" y="0"/>
                    <a:pt x="0" y="1"/>
                    <a:pt x="0" y="2"/>
                  </a:cubicBezTo>
                  <a:cubicBezTo>
                    <a:pt x="0" y="4"/>
                    <a:pt x="1" y="5"/>
                    <a:pt x="3"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16" name="Google Shape;916;p52"/>
            <p:cNvSpPr/>
            <p:nvPr/>
          </p:nvSpPr>
          <p:spPr>
            <a:xfrm>
              <a:off x="1634383" y="3557960"/>
              <a:ext cx="198169" cy="16514"/>
            </a:xfrm>
            <a:custGeom>
              <a:avLst/>
              <a:gdLst/>
              <a:ahLst/>
              <a:cxnLst/>
              <a:rect l="l" t="t" r="r" b="b"/>
              <a:pathLst>
                <a:path w="76" h="6" extrusionOk="0">
                  <a:moveTo>
                    <a:pt x="3" y="6"/>
                  </a:moveTo>
                  <a:cubicBezTo>
                    <a:pt x="73" y="6"/>
                    <a:pt x="73" y="6"/>
                    <a:pt x="73" y="6"/>
                  </a:cubicBezTo>
                  <a:cubicBezTo>
                    <a:pt x="74" y="6"/>
                    <a:pt x="76" y="5"/>
                    <a:pt x="76" y="4"/>
                  </a:cubicBezTo>
                  <a:cubicBezTo>
                    <a:pt x="76" y="2"/>
                    <a:pt x="75" y="0"/>
                    <a:pt x="73" y="0"/>
                  </a:cubicBezTo>
                  <a:cubicBezTo>
                    <a:pt x="3" y="0"/>
                    <a:pt x="3" y="0"/>
                    <a:pt x="3" y="0"/>
                  </a:cubicBezTo>
                  <a:cubicBezTo>
                    <a:pt x="1" y="0"/>
                    <a:pt x="0" y="1"/>
                    <a:pt x="0" y="3"/>
                  </a:cubicBezTo>
                  <a:cubicBezTo>
                    <a:pt x="0" y="4"/>
                    <a:pt x="1" y="6"/>
                    <a:pt x="3" y="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17" name="Google Shape;917;p52"/>
            <p:cNvSpPr/>
            <p:nvPr/>
          </p:nvSpPr>
          <p:spPr>
            <a:xfrm>
              <a:off x="1634383" y="3597594"/>
              <a:ext cx="198169" cy="13211"/>
            </a:xfrm>
            <a:custGeom>
              <a:avLst/>
              <a:gdLst/>
              <a:ahLst/>
              <a:cxnLst/>
              <a:rect l="l" t="t" r="r" b="b"/>
              <a:pathLst>
                <a:path w="76" h="5" extrusionOk="0">
                  <a:moveTo>
                    <a:pt x="3" y="5"/>
                  </a:moveTo>
                  <a:cubicBezTo>
                    <a:pt x="73" y="5"/>
                    <a:pt x="73" y="5"/>
                    <a:pt x="73" y="5"/>
                  </a:cubicBezTo>
                  <a:cubicBezTo>
                    <a:pt x="74" y="5"/>
                    <a:pt x="76" y="4"/>
                    <a:pt x="76" y="3"/>
                  </a:cubicBezTo>
                  <a:cubicBezTo>
                    <a:pt x="76" y="1"/>
                    <a:pt x="75" y="0"/>
                    <a:pt x="73" y="0"/>
                  </a:cubicBezTo>
                  <a:cubicBezTo>
                    <a:pt x="3" y="0"/>
                    <a:pt x="3" y="0"/>
                    <a:pt x="3" y="0"/>
                  </a:cubicBezTo>
                  <a:cubicBezTo>
                    <a:pt x="1" y="0"/>
                    <a:pt x="0" y="0"/>
                    <a:pt x="0" y="2"/>
                  </a:cubicBezTo>
                  <a:cubicBezTo>
                    <a:pt x="0" y="4"/>
                    <a:pt x="1" y="5"/>
                    <a:pt x="3"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18" name="Google Shape;918;p52"/>
            <p:cNvSpPr/>
            <p:nvPr/>
          </p:nvSpPr>
          <p:spPr>
            <a:xfrm>
              <a:off x="1634383" y="3633924"/>
              <a:ext cx="165141" cy="13211"/>
            </a:xfrm>
            <a:custGeom>
              <a:avLst/>
              <a:gdLst/>
              <a:ahLst/>
              <a:cxnLst/>
              <a:rect l="l" t="t" r="r" b="b"/>
              <a:pathLst>
                <a:path w="63" h="5" extrusionOk="0">
                  <a:moveTo>
                    <a:pt x="60" y="0"/>
                  </a:moveTo>
                  <a:cubicBezTo>
                    <a:pt x="3" y="0"/>
                    <a:pt x="3" y="0"/>
                    <a:pt x="3" y="0"/>
                  </a:cubicBezTo>
                  <a:cubicBezTo>
                    <a:pt x="1" y="0"/>
                    <a:pt x="0" y="1"/>
                    <a:pt x="0" y="2"/>
                  </a:cubicBezTo>
                  <a:cubicBezTo>
                    <a:pt x="0" y="4"/>
                    <a:pt x="1" y="5"/>
                    <a:pt x="3" y="5"/>
                  </a:cubicBezTo>
                  <a:cubicBezTo>
                    <a:pt x="60" y="5"/>
                    <a:pt x="60" y="5"/>
                    <a:pt x="60" y="5"/>
                  </a:cubicBezTo>
                  <a:cubicBezTo>
                    <a:pt x="62" y="5"/>
                    <a:pt x="63" y="4"/>
                    <a:pt x="63" y="3"/>
                  </a:cubicBezTo>
                  <a:cubicBezTo>
                    <a:pt x="63" y="1"/>
                    <a:pt x="62" y="0"/>
                    <a:pt x="60"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19" name="Google Shape;919;p52"/>
            <p:cNvSpPr/>
            <p:nvPr/>
          </p:nvSpPr>
          <p:spPr>
            <a:xfrm>
              <a:off x="1817139" y="3633924"/>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20" name="Google Shape;920;p52"/>
          <p:cNvGrpSpPr/>
          <p:nvPr/>
        </p:nvGrpSpPr>
        <p:grpSpPr>
          <a:xfrm>
            <a:off x="7122643" y="2689063"/>
            <a:ext cx="362038" cy="306173"/>
            <a:chOff x="7190818" y="2734461"/>
            <a:chExt cx="371016" cy="313766"/>
          </a:xfrm>
        </p:grpSpPr>
        <p:sp>
          <p:nvSpPr>
            <p:cNvPr id="921" name="Google Shape;921;p52"/>
            <p:cNvSpPr/>
            <p:nvPr/>
          </p:nvSpPr>
          <p:spPr>
            <a:xfrm>
              <a:off x="7190818" y="2734461"/>
              <a:ext cx="371016" cy="313766"/>
            </a:xfrm>
            <a:custGeom>
              <a:avLst/>
              <a:gdLst/>
              <a:ahLst/>
              <a:cxnLst/>
              <a:rect l="l" t="t" r="r" b="b"/>
              <a:pathLst>
                <a:path w="142" h="120" extrusionOk="0">
                  <a:moveTo>
                    <a:pt x="139" y="57"/>
                  </a:moveTo>
                  <a:cubicBezTo>
                    <a:pt x="133" y="57"/>
                    <a:pt x="133" y="57"/>
                    <a:pt x="133" y="57"/>
                  </a:cubicBezTo>
                  <a:cubicBezTo>
                    <a:pt x="139" y="43"/>
                    <a:pt x="137" y="26"/>
                    <a:pt x="126" y="14"/>
                  </a:cubicBezTo>
                  <a:cubicBezTo>
                    <a:pt x="126" y="13"/>
                    <a:pt x="125" y="13"/>
                    <a:pt x="125" y="12"/>
                  </a:cubicBezTo>
                  <a:cubicBezTo>
                    <a:pt x="117" y="4"/>
                    <a:pt x="105" y="0"/>
                    <a:pt x="94" y="1"/>
                  </a:cubicBezTo>
                  <a:cubicBezTo>
                    <a:pt x="85" y="1"/>
                    <a:pt x="77" y="5"/>
                    <a:pt x="71" y="10"/>
                  </a:cubicBezTo>
                  <a:cubicBezTo>
                    <a:pt x="64" y="5"/>
                    <a:pt x="56" y="1"/>
                    <a:pt x="48" y="1"/>
                  </a:cubicBezTo>
                  <a:cubicBezTo>
                    <a:pt x="36" y="0"/>
                    <a:pt x="25" y="4"/>
                    <a:pt x="16" y="12"/>
                  </a:cubicBezTo>
                  <a:cubicBezTo>
                    <a:pt x="16" y="13"/>
                    <a:pt x="16" y="13"/>
                    <a:pt x="15" y="14"/>
                  </a:cubicBezTo>
                  <a:cubicBezTo>
                    <a:pt x="4" y="26"/>
                    <a:pt x="2" y="43"/>
                    <a:pt x="8" y="57"/>
                  </a:cubicBezTo>
                  <a:cubicBezTo>
                    <a:pt x="3" y="57"/>
                    <a:pt x="3" y="57"/>
                    <a:pt x="3" y="57"/>
                  </a:cubicBezTo>
                  <a:cubicBezTo>
                    <a:pt x="1" y="57"/>
                    <a:pt x="0" y="58"/>
                    <a:pt x="0" y="59"/>
                  </a:cubicBezTo>
                  <a:cubicBezTo>
                    <a:pt x="0" y="61"/>
                    <a:pt x="1" y="63"/>
                    <a:pt x="3" y="63"/>
                  </a:cubicBezTo>
                  <a:cubicBezTo>
                    <a:pt x="12" y="63"/>
                    <a:pt x="12" y="63"/>
                    <a:pt x="12" y="63"/>
                  </a:cubicBezTo>
                  <a:cubicBezTo>
                    <a:pt x="12" y="63"/>
                    <a:pt x="15" y="67"/>
                    <a:pt x="16" y="69"/>
                  </a:cubicBezTo>
                  <a:cubicBezTo>
                    <a:pt x="65" y="117"/>
                    <a:pt x="65" y="117"/>
                    <a:pt x="65" y="117"/>
                  </a:cubicBezTo>
                  <a:cubicBezTo>
                    <a:pt x="67" y="119"/>
                    <a:pt x="69" y="120"/>
                    <a:pt x="71" y="120"/>
                  </a:cubicBezTo>
                  <a:cubicBezTo>
                    <a:pt x="73" y="120"/>
                    <a:pt x="75" y="119"/>
                    <a:pt x="76" y="117"/>
                  </a:cubicBezTo>
                  <a:cubicBezTo>
                    <a:pt x="94" y="99"/>
                    <a:pt x="94" y="99"/>
                    <a:pt x="94" y="99"/>
                  </a:cubicBezTo>
                  <a:cubicBezTo>
                    <a:pt x="95" y="98"/>
                    <a:pt x="95" y="96"/>
                    <a:pt x="94" y="95"/>
                  </a:cubicBezTo>
                  <a:cubicBezTo>
                    <a:pt x="93" y="94"/>
                    <a:pt x="92" y="94"/>
                    <a:pt x="90" y="95"/>
                  </a:cubicBezTo>
                  <a:cubicBezTo>
                    <a:pt x="72" y="113"/>
                    <a:pt x="72" y="113"/>
                    <a:pt x="72" y="113"/>
                  </a:cubicBezTo>
                  <a:cubicBezTo>
                    <a:pt x="71" y="114"/>
                    <a:pt x="70" y="114"/>
                    <a:pt x="69" y="113"/>
                  </a:cubicBezTo>
                  <a:cubicBezTo>
                    <a:pt x="20" y="65"/>
                    <a:pt x="20" y="65"/>
                    <a:pt x="20" y="65"/>
                  </a:cubicBezTo>
                  <a:cubicBezTo>
                    <a:pt x="20" y="64"/>
                    <a:pt x="19" y="63"/>
                    <a:pt x="19" y="63"/>
                  </a:cubicBezTo>
                  <a:cubicBezTo>
                    <a:pt x="36" y="63"/>
                    <a:pt x="36" y="63"/>
                    <a:pt x="36" y="63"/>
                  </a:cubicBezTo>
                  <a:cubicBezTo>
                    <a:pt x="37" y="63"/>
                    <a:pt x="38" y="62"/>
                    <a:pt x="39" y="61"/>
                  </a:cubicBezTo>
                  <a:cubicBezTo>
                    <a:pt x="53" y="34"/>
                    <a:pt x="53" y="34"/>
                    <a:pt x="53" y="34"/>
                  </a:cubicBezTo>
                  <a:cubicBezTo>
                    <a:pt x="71" y="88"/>
                    <a:pt x="71" y="88"/>
                    <a:pt x="71" y="88"/>
                  </a:cubicBezTo>
                  <a:cubicBezTo>
                    <a:pt x="71" y="91"/>
                    <a:pt x="73" y="92"/>
                    <a:pt x="76" y="92"/>
                  </a:cubicBezTo>
                  <a:cubicBezTo>
                    <a:pt x="76" y="92"/>
                    <a:pt x="76" y="92"/>
                    <a:pt x="76" y="92"/>
                  </a:cubicBezTo>
                  <a:cubicBezTo>
                    <a:pt x="78" y="92"/>
                    <a:pt x="80" y="91"/>
                    <a:pt x="81" y="89"/>
                  </a:cubicBezTo>
                  <a:cubicBezTo>
                    <a:pt x="99" y="44"/>
                    <a:pt x="99" y="44"/>
                    <a:pt x="99" y="44"/>
                  </a:cubicBezTo>
                  <a:cubicBezTo>
                    <a:pt x="107" y="61"/>
                    <a:pt x="107" y="61"/>
                    <a:pt x="107" y="61"/>
                  </a:cubicBezTo>
                  <a:cubicBezTo>
                    <a:pt x="107" y="62"/>
                    <a:pt x="109" y="63"/>
                    <a:pt x="109" y="63"/>
                  </a:cubicBezTo>
                  <a:cubicBezTo>
                    <a:pt x="123" y="63"/>
                    <a:pt x="123" y="63"/>
                    <a:pt x="123" y="63"/>
                  </a:cubicBezTo>
                  <a:cubicBezTo>
                    <a:pt x="122" y="63"/>
                    <a:pt x="121" y="64"/>
                    <a:pt x="121" y="64"/>
                  </a:cubicBezTo>
                  <a:cubicBezTo>
                    <a:pt x="108" y="77"/>
                    <a:pt x="108" y="77"/>
                    <a:pt x="108" y="77"/>
                  </a:cubicBezTo>
                  <a:cubicBezTo>
                    <a:pt x="107" y="78"/>
                    <a:pt x="107" y="80"/>
                    <a:pt x="108" y="81"/>
                  </a:cubicBezTo>
                  <a:cubicBezTo>
                    <a:pt x="109" y="82"/>
                    <a:pt x="111" y="82"/>
                    <a:pt x="112" y="81"/>
                  </a:cubicBezTo>
                  <a:cubicBezTo>
                    <a:pt x="125" y="68"/>
                    <a:pt x="125" y="68"/>
                    <a:pt x="125" y="68"/>
                  </a:cubicBezTo>
                  <a:cubicBezTo>
                    <a:pt x="127" y="67"/>
                    <a:pt x="128" y="65"/>
                    <a:pt x="130" y="63"/>
                  </a:cubicBezTo>
                  <a:cubicBezTo>
                    <a:pt x="139" y="63"/>
                    <a:pt x="139" y="63"/>
                    <a:pt x="139" y="63"/>
                  </a:cubicBezTo>
                  <a:cubicBezTo>
                    <a:pt x="140" y="63"/>
                    <a:pt x="142" y="62"/>
                    <a:pt x="142" y="60"/>
                  </a:cubicBezTo>
                  <a:cubicBezTo>
                    <a:pt x="142" y="59"/>
                    <a:pt x="141" y="57"/>
                    <a:pt x="139" y="57"/>
                  </a:cubicBezTo>
                  <a:close/>
                  <a:moveTo>
                    <a:pt x="111" y="57"/>
                  </a:moveTo>
                  <a:cubicBezTo>
                    <a:pt x="104" y="41"/>
                    <a:pt x="104" y="41"/>
                    <a:pt x="104" y="41"/>
                  </a:cubicBezTo>
                  <a:cubicBezTo>
                    <a:pt x="103" y="39"/>
                    <a:pt x="101" y="38"/>
                    <a:pt x="99" y="38"/>
                  </a:cubicBezTo>
                  <a:cubicBezTo>
                    <a:pt x="97" y="38"/>
                    <a:pt x="95" y="39"/>
                    <a:pt x="94" y="41"/>
                  </a:cubicBezTo>
                  <a:cubicBezTo>
                    <a:pt x="76" y="87"/>
                    <a:pt x="76" y="87"/>
                    <a:pt x="76" y="87"/>
                  </a:cubicBezTo>
                  <a:cubicBezTo>
                    <a:pt x="58" y="32"/>
                    <a:pt x="58" y="32"/>
                    <a:pt x="58" y="32"/>
                  </a:cubicBezTo>
                  <a:cubicBezTo>
                    <a:pt x="58" y="30"/>
                    <a:pt x="56" y="28"/>
                    <a:pt x="53" y="28"/>
                  </a:cubicBezTo>
                  <a:cubicBezTo>
                    <a:pt x="51" y="28"/>
                    <a:pt x="49" y="29"/>
                    <a:pt x="48" y="31"/>
                  </a:cubicBezTo>
                  <a:cubicBezTo>
                    <a:pt x="35" y="57"/>
                    <a:pt x="35" y="57"/>
                    <a:pt x="35" y="57"/>
                  </a:cubicBezTo>
                  <a:cubicBezTo>
                    <a:pt x="15" y="57"/>
                    <a:pt x="15" y="57"/>
                    <a:pt x="15" y="57"/>
                  </a:cubicBezTo>
                  <a:cubicBezTo>
                    <a:pt x="8" y="45"/>
                    <a:pt x="9" y="28"/>
                    <a:pt x="19" y="17"/>
                  </a:cubicBezTo>
                  <a:cubicBezTo>
                    <a:pt x="20" y="17"/>
                    <a:pt x="20" y="16"/>
                    <a:pt x="20" y="16"/>
                  </a:cubicBezTo>
                  <a:cubicBezTo>
                    <a:pt x="27" y="9"/>
                    <a:pt x="37" y="5"/>
                    <a:pt x="47" y="6"/>
                  </a:cubicBezTo>
                  <a:cubicBezTo>
                    <a:pt x="55" y="7"/>
                    <a:pt x="63" y="10"/>
                    <a:pt x="69" y="16"/>
                  </a:cubicBezTo>
                  <a:cubicBezTo>
                    <a:pt x="69" y="16"/>
                    <a:pt x="69" y="16"/>
                    <a:pt x="69" y="17"/>
                  </a:cubicBezTo>
                  <a:cubicBezTo>
                    <a:pt x="70" y="17"/>
                    <a:pt x="72" y="17"/>
                    <a:pt x="73" y="16"/>
                  </a:cubicBezTo>
                  <a:cubicBezTo>
                    <a:pt x="78" y="10"/>
                    <a:pt x="86" y="7"/>
                    <a:pt x="94" y="6"/>
                  </a:cubicBezTo>
                  <a:cubicBezTo>
                    <a:pt x="104" y="5"/>
                    <a:pt x="114" y="9"/>
                    <a:pt x="121" y="16"/>
                  </a:cubicBezTo>
                  <a:cubicBezTo>
                    <a:pt x="121" y="16"/>
                    <a:pt x="122" y="17"/>
                    <a:pt x="122" y="17"/>
                  </a:cubicBezTo>
                  <a:cubicBezTo>
                    <a:pt x="132" y="28"/>
                    <a:pt x="134" y="45"/>
                    <a:pt x="127" y="57"/>
                  </a:cubicBezTo>
                  <a:lnTo>
                    <a:pt x="111" y="57"/>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22" name="Google Shape;922;p52"/>
            <p:cNvSpPr/>
            <p:nvPr/>
          </p:nvSpPr>
          <p:spPr>
            <a:xfrm>
              <a:off x="7447337" y="2956850"/>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23" name="Google Shape;923;p52"/>
          <p:cNvGrpSpPr/>
          <p:nvPr/>
        </p:nvGrpSpPr>
        <p:grpSpPr>
          <a:xfrm>
            <a:off x="6406090" y="2661131"/>
            <a:ext cx="267499" cy="362036"/>
            <a:chOff x="6517044" y="2705837"/>
            <a:chExt cx="274133" cy="371015"/>
          </a:xfrm>
        </p:grpSpPr>
        <p:sp>
          <p:nvSpPr>
            <p:cNvPr id="924" name="Google Shape;924;p52"/>
            <p:cNvSpPr/>
            <p:nvPr/>
          </p:nvSpPr>
          <p:spPr>
            <a:xfrm>
              <a:off x="6517044" y="2705837"/>
              <a:ext cx="274133" cy="371015"/>
            </a:xfrm>
            <a:custGeom>
              <a:avLst/>
              <a:gdLst/>
              <a:ahLst/>
              <a:cxnLst/>
              <a:rect l="l" t="t" r="r" b="b"/>
              <a:pathLst>
                <a:path w="105" h="142" extrusionOk="0">
                  <a:moveTo>
                    <a:pt x="96" y="25"/>
                  </a:moveTo>
                  <a:cubicBezTo>
                    <a:pt x="87" y="9"/>
                    <a:pt x="71" y="0"/>
                    <a:pt x="53" y="0"/>
                  </a:cubicBezTo>
                  <a:cubicBezTo>
                    <a:pt x="35" y="0"/>
                    <a:pt x="18" y="9"/>
                    <a:pt x="9" y="25"/>
                  </a:cubicBezTo>
                  <a:cubicBezTo>
                    <a:pt x="0" y="41"/>
                    <a:pt x="0" y="60"/>
                    <a:pt x="9" y="75"/>
                  </a:cubicBezTo>
                  <a:cubicBezTo>
                    <a:pt x="45" y="138"/>
                    <a:pt x="45" y="138"/>
                    <a:pt x="45" y="138"/>
                  </a:cubicBezTo>
                  <a:cubicBezTo>
                    <a:pt x="47" y="141"/>
                    <a:pt x="50" y="142"/>
                    <a:pt x="53" y="142"/>
                  </a:cubicBezTo>
                  <a:cubicBezTo>
                    <a:pt x="56" y="142"/>
                    <a:pt x="59" y="141"/>
                    <a:pt x="60" y="138"/>
                  </a:cubicBezTo>
                  <a:cubicBezTo>
                    <a:pt x="75" y="112"/>
                    <a:pt x="75" y="112"/>
                    <a:pt x="75" y="112"/>
                  </a:cubicBezTo>
                  <a:cubicBezTo>
                    <a:pt x="76" y="111"/>
                    <a:pt x="75" y="109"/>
                    <a:pt x="74" y="108"/>
                  </a:cubicBezTo>
                  <a:cubicBezTo>
                    <a:pt x="73" y="108"/>
                    <a:pt x="71" y="108"/>
                    <a:pt x="70" y="109"/>
                  </a:cubicBezTo>
                  <a:cubicBezTo>
                    <a:pt x="55" y="135"/>
                    <a:pt x="55" y="135"/>
                    <a:pt x="55" y="135"/>
                  </a:cubicBezTo>
                  <a:cubicBezTo>
                    <a:pt x="55" y="137"/>
                    <a:pt x="53" y="137"/>
                    <a:pt x="53" y="137"/>
                  </a:cubicBezTo>
                  <a:cubicBezTo>
                    <a:pt x="52" y="137"/>
                    <a:pt x="51" y="137"/>
                    <a:pt x="50" y="135"/>
                  </a:cubicBezTo>
                  <a:cubicBezTo>
                    <a:pt x="14" y="73"/>
                    <a:pt x="14" y="73"/>
                    <a:pt x="14" y="73"/>
                  </a:cubicBezTo>
                  <a:cubicBezTo>
                    <a:pt x="6" y="59"/>
                    <a:pt x="6" y="42"/>
                    <a:pt x="14" y="28"/>
                  </a:cubicBezTo>
                  <a:cubicBezTo>
                    <a:pt x="22" y="14"/>
                    <a:pt x="37" y="5"/>
                    <a:pt x="53" y="5"/>
                  </a:cubicBezTo>
                  <a:cubicBezTo>
                    <a:pt x="69" y="5"/>
                    <a:pt x="83" y="14"/>
                    <a:pt x="92" y="28"/>
                  </a:cubicBezTo>
                  <a:cubicBezTo>
                    <a:pt x="100" y="42"/>
                    <a:pt x="100" y="59"/>
                    <a:pt x="92" y="73"/>
                  </a:cubicBezTo>
                  <a:cubicBezTo>
                    <a:pt x="83" y="88"/>
                    <a:pt x="83" y="88"/>
                    <a:pt x="83" y="88"/>
                  </a:cubicBezTo>
                  <a:cubicBezTo>
                    <a:pt x="82" y="89"/>
                    <a:pt x="83" y="91"/>
                    <a:pt x="84" y="92"/>
                  </a:cubicBezTo>
                  <a:cubicBezTo>
                    <a:pt x="85" y="92"/>
                    <a:pt x="87" y="92"/>
                    <a:pt x="88" y="91"/>
                  </a:cubicBezTo>
                  <a:cubicBezTo>
                    <a:pt x="96" y="75"/>
                    <a:pt x="96" y="75"/>
                    <a:pt x="96" y="75"/>
                  </a:cubicBezTo>
                  <a:cubicBezTo>
                    <a:pt x="105" y="60"/>
                    <a:pt x="105" y="41"/>
                    <a:pt x="96" y="2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25" name="Google Shape;925;p52"/>
            <p:cNvSpPr/>
            <p:nvPr/>
          </p:nvSpPr>
          <p:spPr>
            <a:xfrm>
              <a:off x="6600715" y="2781802"/>
              <a:ext cx="106791" cy="106790"/>
            </a:xfrm>
            <a:custGeom>
              <a:avLst/>
              <a:gdLst/>
              <a:ahLst/>
              <a:cxnLst/>
              <a:rect l="l" t="t" r="r" b="b"/>
              <a:pathLst>
                <a:path w="41" h="41" extrusionOk="0">
                  <a:moveTo>
                    <a:pt x="37" y="12"/>
                  </a:moveTo>
                  <a:cubicBezTo>
                    <a:pt x="29" y="12"/>
                    <a:pt x="29" y="12"/>
                    <a:pt x="29" y="12"/>
                  </a:cubicBezTo>
                  <a:cubicBezTo>
                    <a:pt x="29" y="5"/>
                    <a:pt x="29" y="5"/>
                    <a:pt x="29" y="5"/>
                  </a:cubicBezTo>
                  <a:cubicBezTo>
                    <a:pt x="29" y="2"/>
                    <a:pt x="27" y="0"/>
                    <a:pt x="25" y="0"/>
                  </a:cubicBezTo>
                  <a:cubicBezTo>
                    <a:pt x="17" y="0"/>
                    <a:pt x="17" y="0"/>
                    <a:pt x="17" y="0"/>
                  </a:cubicBezTo>
                  <a:cubicBezTo>
                    <a:pt x="14" y="0"/>
                    <a:pt x="12" y="2"/>
                    <a:pt x="12" y="5"/>
                  </a:cubicBezTo>
                  <a:cubicBezTo>
                    <a:pt x="12" y="12"/>
                    <a:pt x="12" y="12"/>
                    <a:pt x="12" y="12"/>
                  </a:cubicBezTo>
                  <a:cubicBezTo>
                    <a:pt x="5" y="12"/>
                    <a:pt x="5" y="12"/>
                    <a:pt x="5" y="12"/>
                  </a:cubicBezTo>
                  <a:cubicBezTo>
                    <a:pt x="2" y="12"/>
                    <a:pt x="0" y="14"/>
                    <a:pt x="0" y="17"/>
                  </a:cubicBezTo>
                  <a:cubicBezTo>
                    <a:pt x="0" y="25"/>
                    <a:pt x="0" y="25"/>
                    <a:pt x="0" y="25"/>
                  </a:cubicBezTo>
                  <a:cubicBezTo>
                    <a:pt x="0" y="27"/>
                    <a:pt x="2" y="29"/>
                    <a:pt x="5" y="29"/>
                  </a:cubicBezTo>
                  <a:cubicBezTo>
                    <a:pt x="12" y="29"/>
                    <a:pt x="12" y="29"/>
                    <a:pt x="12" y="29"/>
                  </a:cubicBezTo>
                  <a:cubicBezTo>
                    <a:pt x="12" y="37"/>
                    <a:pt x="12" y="37"/>
                    <a:pt x="12" y="37"/>
                  </a:cubicBezTo>
                  <a:cubicBezTo>
                    <a:pt x="12" y="39"/>
                    <a:pt x="14" y="41"/>
                    <a:pt x="17" y="41"/>
                  </a:cubicBezTo>
                  <a:cubicBezTo>
                    <a:pt x="25" y="41"/>
                    <a:pt x="25" y="41"/>
                    <a:pt x="25" y="41"/>
                  </a:cubicBezTo>
                  <a:cubicBezTo>
                    <a:pt x="27" y="41"/>
                    <a:pt x="29" y="39"/>
                    <a:pt x="29" y="37"/>
                  </a:cubicBezTo>
                  <a:cubicBezTo>
                    <a:pt x="29" y="29"/>
                    <a:pt x="29" y="29"/>
                    <a:pt x="29" y="29"/>
                  </a:cubicBezTo>
                  <a:cubicBezTo>
                    <a:pt x="37" y="29"/>
                    <a:pt x="37" y="29"/>
                    <a:pt x="37" y="29"/>
                  </a:cubicBezTo>
                  <a:cubicBezTo>
                    <a:pt x="39" y="29"/>
                    <a:pt x="41" y="27"/>
                    <a:pt x="41" y="25"/>
                  </a:cubicBezTo>
                  <a:cubicBezTo>
                    <a:pt x="41" y="17"/>
                    <a:pt x="41" y="17"/>
                    <a:pt x="41" y="17"/>
                  </a:cubicBezTo>
                  <a:cubicBezTo>
                    <a:pt x="41" y="14"/>
                    <a:pt x="39" y="12"/>
                    <a:pt x="37" y="12"/>
                  </a:cubicBezTo>
                  <a:close/>
                  <a:moveTo>
                    <a:pt x="36" y="24"/>
                  </a:moveTo>
                  <a:cubicBezTo>
                    <a:pt x="27" y="24"/>
                    <a:pt x="27" y="24"/>
                    <a:pt x="27" y="24"/>
                  </a:cubicBezTo>
                  <a:cubicBezTo>
                    <a:pt x="25" y="24"/>
                    <a:pt x="24" y="25"/>
                    <a:pt x="24" y="26"/>
                  </a:cubicBezTo>
                  <a:cubicBezTo>
                    <a:pt x="24" y="36"/>
                    <a:pt x="24" y="36"/>
                    <a:pt x="24" y="36"/>
                  </a:cubicBezTo>
                  <a:cubicBezTo>
                    <a:pt x="18" y="36"/>
                    <a:pt x="18" y="36"/>
                    <a:pt x="18" y="36"/>
                  </a:cubicBezTo>
                  <a:cubicBezTo>
                    <a:pt x="18" y="26"/>
                    <a:pt x="18" y="26"/>
                    <a:pt x="18" y="26"/>
                  </a:cubicBezTo>
                  <a:cubicBezTo>
                    <a:pt x="18" y="25"/>
                    <a:pt x="17" y="24"/>
                    <a:pt x="15" y="24"/>
                  </a:cubicBezTo>
                  <a:cubicBezTo>
                    <a:pt x="6" y="24"/>
                    <a:pt x="6" y="24"/>
                    <a:pt x="6" y="24"/>
                  </a:cubicBezTo>
                  <a:cubicBezTo>
                    <a:pt x="6" y="18"/>
                    <a:pt x="6" y="18"/>
                    <a:pt x="6" y="18"/>
                  </a:cubicBezTo>
                  <a:cubicBezTo>
                    <a:pt x="15" y="18"/>
                    <a:pt x="15" y="18"/>
                    <a:pt x="15" y="18"/>
                  </a:cubicBezTo>
                  <a:cubicBezTo>
                    <a:pt x="17" y="18"/>
                    <a:pt x="18" y="17"/>
                    <a:pt x="18" y="15"/>
                  </a:cubicBezTo>
                  <a:cubicBezTo>
                    <a:pt x="18" y="6"/>
                    <a:pt x="18" y="6"/>
                    <a:pt x="18" y="6"/>
                  </a:cubicBezTo>
                  <a:cubicBezTo>
                    <a:pt x="24" y="6"/>
                    <a:pt x="24" y="6"/>
                    <a:pt x="24" y="6"/>
                  </a:cubicBezTo>
                  <a:cubicBezTo>
                    <a:pt x="24" y="15"/>
                    <a:pt x="24" y="15"/>
                    <a:pt x="24" y="15"/>
                  </a:cubicBezTo>
                  <a:cubicBezTo>
                    <a:pt x="24" y="17"/>
                    <a:pt x="25" y="18"/>
                    <a:pt x="27" y="18"/>
                  </a:cubicBezTo>
                  <a:cubicBezTo>
                    <a:pt x="36" y="18"/>
                    <a:pt x="36" y="18"/>
                    <a:pt x="36" y="18"/>
                  </a:cubicBezTo>
                  <a:lnTo>
                    <a:pt x="36" y="24"/>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26" name="Google Shape;926;p52"/>
            <p:cNvSpPr/>
            <p:nvPr/>
          </p:nvSpPr>
          <p:spPr>
            <a:xfrm>
              <a:off x="6566586" y="2747673"/>
              <a:ext cx="177251" cy="177251"/>
            </a:xfrm>
            <a:custGeom>
              <a:avLst/>
              <a:gdLst/>
              <a:ahLst/>
              <a:cxnLst/>
              <a:rect l="l" t="t" r="r" b="b"/>
              <a:pathLst>
                <a:path w="68" h="68" extrusionOk="0">
                  <a:moveTo>
                    <a:pt x="68" y="34"/>
                  </a:moveTo>
                  <a:cubicBezTo>
                    <a:pt x="68" y="15"/>
                    <a:pt x="53" y="0"/>
                    <a:pt x="34" y="0"/>
                  </a:cubicBezTo>
                  <a:cubicBezTo>
                    <a:pt x="15" y="0"/>
                    <a:pt x="0" y="15"/>
                    <a:pt x="0" y="34"/>
                  </a:cubicBezTo>
                  <a:cubicBezTo>
                    <a:pt x="0" y="52"/>
                    <a:pt x="15" y="68"/>
                    <a:pt x="34" y="68"/>
                  </a:cubicBezTo>
                  <a:cubicBezTo>
                    <a:pt x="53" y="68"/>
                    <a:pt x="68" y="52"/>
                    <a:pt x="68" y="34"/>
                  </a:cubicBezTo>
                  <a:close/>
                  <a:moveTo>
                    <a:pt x="34" y="62"/>
                  </a:moveTo>
                  <a:cubicBezTo>
                    <a:pt x="18" y="62"/>
                    <a:pt x="5" y="49"/>
                    <a:pt x="5" y="34"/>
                  </a:cubicBezTo>
                  <a:cubicBezTo>
                    <a:pt x="5" y="18"/>
                    <a:pt x="18" y="5"/>
                    <a:pt x="34" y="5"/>
                  </a:cubicBezTo>
                  <a:cubicBezTo>
                    <a:pt x="49" y="5"/>
                    <a:pt x="62" y="18"/>
                    <a:pt x="62" y="34"/>
                  </a:cubicBezTo>
                  <a:cubicBezTo>
                    <a:pt x="62" y="49"/>
                    <a:pt x="49" y="62"/>
                    <a:pt x="34" y="6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27" name="Google Shape;927;p52"/>
            <p:cNvSpPr/>
            <p:nvPr/>
          </p:nvSpPr>
          <p:spPr>
            <a:xfrm>
              <a:off x="6715213" y="2959052"/>
              <a:ext cx="16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28" name="Google Shape;928;p52"/>
          <p:cNvGrpSpPr/>
          <p:nvPr/>
        </p:nvGrpSpPr>
        <p:grpSpPr>
          <a:xfrm>
            <a:off x="5618488" y="2661131"/>
            <a:ext cx="247370" cy="362036"/>
            <a:chOff x="5639596" y="2705837"/>
            <a:chExt cx="253505" cy="371015"/>
          </a:xfrm>
        </p:grpSpPr>
        <p:sp>
          <p:nvSpPr>
            <p:cNvPr id="929" name="Google Shape;929;p52"/>
            <p:cNvSpPr/>
            <p:nvPr/>
          </p:nvSpPr>
          <p:spPr>
            <a:xfrm>
              <a:off x="5639596" y="2705837"/>
              <a:ext cx="253216" cy="371015"/>
            </a:xfrm>
            <a:custGeom>
              <a:avLst/>
              <a:gdLst/>
              <a:ahLst/>
              <a:cxnLst/>
              <a:rect l="l" t="t" r="r" b="b"/>
              <a:pathLst>
                <a:path w="97" h="142" extrusionOk="0">
                  <a:moveTo>
                    <a:pt x="95" y="112"/>
                  </a:moveTo>
                  <a:cubicBezTo>
                    <a:pt x="93" y="112"/>
                    <a:pt x="92" y="113"/>
                    <a:pt x="92" y="115"/>
                  </a:cubicBezTo>
                  <a:cubicBezTo>
                    <a:pt x="92" y="128"/>
                    <a:pt x="92" y="128"/>
                    <a:pt x="92" y="128"/>
                  </a:cubicBezTo>
                  <a:cubicBezTo>
                    <a:pt x="92" y="133"/>
                    <a:pt x="88" y="137"/>
                    <a:pt x="83" y="137"/>
                  </a:cubicBezTo>
                  <a:cubicBezTo>
                    <a:pt x="14" y="137"/>
                    <a:pt x="14" y="137"/>
                    <a:pt x="14" y="137"/>
                  </a:cubicBezTo>
                  <a:cubicBezTo>
                    <a:pt x="10" y="137"/>
                    <a:pt x="6" y="133"/>
                    <a:pt x="6" y="128"/>
                  </a:cubicBezTo>
                  <a:cubicBezTo>
                    <a:pt x="6" y="14"/>
                    <a:pt x="6" y="14"/>
                    <a:pt x="6" y="14"/>
                  </a:cubicBezTo>
                  <a:cubicBezTo>
                    <a:pt x="6" y="9"/>
                    <a:pt x="10" y="5"/>
                    <a:pt x="14" y="5"/>
                  </a:cubicBezTo>
                  <a:cubicBezTo>
                    <a:pt x="89" y="5"/>
                    <a:pt x="89" y="5"/>
                    <a:pt x="89" y="5"/>
                  </a:cubicBezTo>
                  <a:cubicBezTo>
                    <a:pt x="90" y="5"/>
                    <a:pt x="92" y="7"/>
                    <a:pt x="92" y="8"/>
                  </a:cubicBezTo>
                  <a:cubicBezTo>
                    <a:pt x="92" y="91"/>
                    <a:pt x="92" y="91"/>
                    <a:pt x="92" y="91"/>
                  </a:cubicBezTo>
                  <a:cubicBezTo>
                    <a:pt x="92" y="91"/>
                    <a:pt x="92" y="91"/>
                    <a:pt x="92" y="92"/>
                  </a:cubicBezTo>
                  <a:cubicBezTo>
                    <a:pt x="94" y="94"/>
                    <a:pt x="97" y="92"/>
                    <a:pt x="97" y="90"/>
                  </a:cubicBezTo>
                  <a:cubicBezTo>
                    <a:pt x="97" y="14"/>
                    <a:pt x="97" y="14"/>
                    <a:pt x="97" y="14"/>
                  </a:cubicBezTo>
                  <a:cubicBezTo>
                    <a:pt x="97" y="6"/>
                    <a:pt x="91" y="0"/>
                    <a:pt x="83" y="0"/>
                  </a:cubicBezTo>
                  <a:cubicBezTo>
                    <a:pt x="14" y="0"/>
                    <a:pt x="14" y="0"/>
                    <a:pt x="14" y="0"/>
                  </a:cubicBezTo>
                  <a:cubicBezTo>
                    <a:pt x="6" y="0"/>
                    <a:pt x="0" y="6"/>
                    <a:pt x="0" y="14"/>
                  </a:cubicBezTo>
                  <a:cubicBezTo>
                    <a:pt x="0" y="128"/>
                    <a:pt x="0" y="128"/>
                    <a:pt x="0" y="128"/>
                  </a:cubicBezTo>
                  <a:cubicBezTo>
                    <a:pt x="0" y="136"/>
                    <a:pt x="6" y="142"/>
                    <a:pt x="14" y="142"/>
                  </a:cubicBezTo>
                  <a:cubicBezTo>
                    <a:pt x="83" y="142"/>
                    <a:pt x="83" y="142"/>
                    <a:pt x="83" y="142"/>
                  </a:cubicBezTo>
                  <a:cubicBezTo>
                    <a:pt x="91" y="142"/>
                    <a:pt x="97" y="136"/>
                    <a:pt x="97" y="128"/>
                  </a:cubicBezTo>
                  <a:cubicBezTo>
                    <a:pt x="97" y="115"/>
                    <a:pt x="97" y="115"/>
                    <a:pt x="97" y="115"/>
                  </a:cubicBezTo>
                  <a:cubicBezTo>
                    <a:pt x="97" y="113"/>
                    <a:pt x="96" y="112"/>
                    <a:pt x="95" y="1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30" name="Google Shape;930;p52"/>
            <p:cNvSpPr/>
            <p:nvPr/>
          </p:nvSpPr>
          <p:spPr>
            <a:xfrm>
              <a:off x="5673726" y="2734461"/>
              <a:ext cx="64955" cy="64955"/>
            </a:xfrm>
            <a:custGeom>
              <a:avLst/>
              <a:gdLst/>
              <a:ahLst/>
              <a:cxnLst/>
              <a:rect l="l" t="t" r="r" b="b"/>
              <a:pathLst>
                <a:path w="25" h="25" extrusionOk="0">
                  <a:moveTo>
                    <a:pt x="12" y="0"/>
                  </a:moveTo>
                  <a:cubicBezTo>
                    <a:pt x="5" y="0"/>
                    <a:pt x="0" y="6"/>
                    <a:pt x="0" y="13"/>
                  </a:cubicBezTo>
                  <a:cubicBezTo>
                    <a:pt x="0" y="20"/>
                    <a:pt x="5" y="25"/>
                    <a:pt x="12" y="25"/>
                  </a:cubicBezTo>
                  <a:cubicBezTo>
                    <a:pt x="19" y="25"/>
                    <a:pt x="25" y="20"/>
                    <a:pt x="25" y="13"/>
                  </a:cubicBezTo>
                  <a:cubicBezTo>
                    <a:pt x="25" y="6"/>
                    <a:pt x="19" y="0"/>
                    <a:pt x="12" y="0"/>
                  </a:cubicBezTo>
                  <a:close/>
                  <a:moveTo>
                    <a:pt x="12" y="20"/>
                  </a:moveTo>
                  <a:cubicBezTo>
                    <a:pt x="8" y="20"/>
                    <a:pt x="5" y="17"/>
                    <a:pt x="5" y="13"/>
                  </a:cubicBezTo>
                  <a:cubicBezTo>
                    <a:pt x="5" y="9"/>
                    <a:pt x="8" y="6"/>
                    <a:pt x="12" y="6"/>
                  </a:cubicBezTo>
                  <a:cubicBezTo>
                    <a:pt x="16" y="6"/>
                    <a:pt x="19" y="9"/>
                    <a:pt x="19" y="13"/>
                  </a:cubicBezTo>
                  <a:cubicBezTo>
                    <a:pt x="19" y="17"/>
                    <a:pt x="16" y="20"/>
                    <a:pt x="12" y="2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31" name="Google Shape;931;p52"/>
            <p:cNvSpPr/>
            <p:nvPr/>
          </p:nvSpPr>
          <p:spPr>
            <a:xfrm>
              <a:off x="5795930" y="2734461"/>
              <a:ext cx="64955" cy="64955"/>
            </a:xfrm>
            <a:custGeom>
              <a:avLst/>
              <a:gdLst/>
              <a:ahLst/>
              <a:cxnLst/>
              <a:rect l="l" t="t" r="r" b="b"/>
              <a:pathLst>
                <a:path w="25" h="25" extrusionOk="0">
                  <a:moveTo>
                    <a:pt x="12" y="0"/>
                  </a:moveTo>
                  <a:cubicBezTo>
                    <a:pt x="5" y="0"/>
                    <a:pt x="0" y="6"/>
                    <a:pt x="0" y="13"/>
                  </a:cubicBezTo>
                  <a:cubicBezTo>
                    <a:pt x="0" y="20"/>
                    <a:pt x="5" y="25"/>
                    <a:pt x="12" y="25"/>
                  </a:cubicBezTo>
                  <a:cubicBezTo>
                    <a:pt x="19" y="25"/>
                    <a:pt x="25" y="20"/>
                    <a:pt x="25" y="13"/>
                  </a:cubicBezTo>
                  <a:cubicBezTo>
                    <a:pt x="25" y="6"/>
                    <a:pt x="19" y="0"/>
                    <a:pt x="12" y="0"/>
                  </a:cubicBezTo>
                  <a:close/>
                  <a:moveTo>
                    <a:pt x="12" y="20"/>
                  </a:moveTo>
                  <a:cubicBezTo>
                    <a:pt x="9" y="20"/>
                    <a:pt x="5" y="17"/>
                    <a:pt x="5" y="13"/>
                  </a:cubicBezTo>
                  <a:cubicBezTo>
                    <a:pt x="5" y="9"/>
                    <a:pt x="9" y="6"/>
                    <a:pt x="12" y="6"/>
                  </a:cubicBezTo>
                  <a:cubicBezTo>
                    <a:pt x="16" y="6"/>
                    <a:pt x="19" y="9"/>
                    <a:pt x="19" y="13"/>
                  </a:cubicBezTo>
                  <a:cubicBezTo>
                    <a:pt x="19" y="17"/>
                    <a:pt x="16" y="20"/>
                    <a:pt x="12" y="2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32" name="Google Shape;932;p52"/>
            <p:cNvSpPr/>
            <p:nvPr/>
          </p:nvSpPr>
          <p:spPr>
            <a:xfrm>
              <a:off x="5673726" y="2818132"/>
              <a:ext cx="64955" cy="64955"/>
            </a:xfrm>
            <a:custGeom>
              <a:avLst/>
              <a:gdLst/>
              <a:ahLst/>
              <a:cxnLst/>
              <a:rect l="l" t="t" r="r" b="b"/>
              <a:pathLst>
                <a:path w="25" h="25" extrusionOk="0">
                  <a:moveTo>
                    <a:pt x="12" y="0"/>
                  </a:moveTo>
                  <a:cubicBezTo>
                    <a:pt x="5" y="0"/>
                    <a:pt x="0" y="6"/>
                    <a:pt x="0" y="12"/>
                  </a:cubicBezTo>
                  <a:cubicBezTo>
                    <a:pt x="0" y="19"/>
                    <a:pt x="5" y="25"/>
                    <a:pt x="12" y="25"/>
                  </a:cubicBezTo>
                  <a:cubicBezTo>
                    <a:pt x="19" y="25"/>
                    <a:pt x="25" y="19"/>
                    <a:pt x="25" y="12"/>
                  </a:cubicBezTo>
                  <a:cubicBezTo>
                    <a:pt x="25" y="6"/>
                    <a:pt x="19" y="0"/>
                    <a:pt x="12" y="0"/>
                  </a:cubicBezTo>
                  <a:close/>
                  <a:moveTo>
                    <a:pt x="12" y="19"/>
                  </a:moveTo>
                  <a:cubicBezTo>
                    <a:pt x="8" y="19"/>
                    <a:pt x="5" y="16"/>
                    <a:pt x="5" y="12"/>
                  </a:cubicBezTo>
                  <a:cubicBezTo>
                    <a:pt x="5" y="9"/>
                    <a:pt x="8" y="5"/>
                    <a:pt x="12" y="5"/>
                  </a:cubicBezTo>
                  <a:cubicBezTo>
                    <a:pt x="16" y="5"/>
                    <a:pt x="19" y="9"/>
                    <a:pt x="19" y="12"/>
                  </a:cubicBezTo>
                  <a:cubicBezTo>
                    <a:pt x="19" y="16"/>
                    <a:pt x="16" y="19"/>
                    <a:pt x="12" y="1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33" name="Google Shape;933;p52"/>
            <p:cNvSpPr/>
            <p:nvPr/>
          </p:nvSpPr>
          <p:spPr>
            <a:xfrm>
              <a:off x="5795930" y="2818132"/>
              <a:ext cx="64955" cy="64955"/>
            </a:xfrm>
            <a:custGeom>
              <a:avLst/>
              <a:gdLst/>
              <a:ahLst/>
              <a:cxnLst/>
              <a:rect l="l" t="t" r="r" b="b"/>
              <a:pathLst>
                <a:path w="25" h="25" extrusionOk="0">
                  <a:moveTo>
                    <a:pt x="12" y="0"/>
                  </a:moveTo>
                  <a:cubicBezTo>
                    <a:pt x="5" y="0"/>
                    <a:pt x="0" y="6"/>
                    <a:pt x="0" y="12"/>
                  </a:cubicBezTo>
                  <a:cubicBezTo>
                    <a:pt x="0" y="19"/>
                    <a:pt x="5" y="25"/>
                    <a:pt x="12" y="25"/>
                  </a:cubicBezTo>
                  <a:cubicBezTo>
                    <a:pt x="19" y="25"/>
                    <a:pt x="25" y="19"/>
                    <a:pt x="25" y="12"/>
                  </a:cubicBezTo>
                  <a:cubicBezTo>
                    <a:pt x="25" y="6"/>
                    <a:pt x="19" y="0"/>
                    <a:pt x="12" y="0"/>
                  </a:cubicBezTo>
                  <a:close/>
                  <a:moveTo>
                    <a:pt x="12" y="19"/>
                  </a:moveTo>
                  <a:cubicBezTo>
                    <a:pt x="9" y="19"/>
                    <a:pt x="5" y="16"/>
                    <a:pt x="5" y="12"/>
                  </a:cubicBezTo>
                  <a:cubicBezTo>
                    <a:pt x="5" y="9"/>
                    <a:pt x="9" y="5"/>
                    <a:pt x="12" y="5"/>
                  </a:cubicBezTo>
                  <a:cubicBezTo>
                    <a:pt x="16" y="5"/>
                    <a:pt x="19" y="9"/>
                    <a:pt x="19" y="12"/>
                  </a:cubicBezTo>
                  <a:cubicBezTo>
                    <a:pt x="19" y="16"/>
                    <a:pt x="16" y="19"/>
                    <a:pt x="12" y="1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34" name="Google Shape;934;p52"/>
            <p:cNvSpPr/>
            <p:nvPr/>
          </p:nvSpPr>
          <p:spPr>
            <a:xfrm>
              <a:off x="5673726" y="2899602"/>
              <a:ext cx="64955" cy="64955"/>
            </a:xfrm>
            <a:custGeom>
              <a:avLst/>
              <a:gdLst/>
              <a:ahLst/>
              <a:cxnLst/>
              <a:rect l="l" t="t" r="r" b="b"/>
              <a:pathLst>
                <a:path w="25" h="25" extrusionOk="0">
                  <a:moveTo>
                    <a:pt x="12" y="0"/>
                  </a:moveTo>
                  <a:cubicBezTo>
                    <a:pt x="5" y="0"/>
                    <a:pt x="0" y="6"/>
                    <a:pt x="0" y="13"/>
                  </a:cubicBezTo>
                  <a:cubicBezTo>
                    <a:pt x="0" y="20"/>
                    <a:pt x="5" y="25"/>
                    <a:pt x="12" y="25"/>
                  </a:cubicBezTo>
                  <a:cubicBezTo>
                    <a:pt x="19" y="25"/>
                    <a:pt x="25" y="20"/>
                    <a:pt x="25" y="13"/>
                  </a:cubicBezTo>
                  <a:cubicBezTo>
                    <a:pt x="25" y="6"/>
                    <a:pt x="19" y="0"/>
                    <a:pt x="12" y="0"/>
                  </a:cubicBezTo>
                  <a:close/>
                  <a:moveTo>
                    <a:pt x="12" y="20"/>
                  </a:moveTo>
                  <a:cubicBezTo>
                    <a:pt x="8" y="20"/>
                    <a:pt x="5" y="17"/>
                    <a:pt x="5" y="13"/>
                  </a:cubicBezTo>
                  <a:cubicBezTo>
                    <a:pt x="5" y="9"/>
                    <a:pt x="8" y="6"/>
                    <a:pt x="12" y="6"/>
                  </a:cubicBezTo>
                  <a:cubicBezTo>
                    <a:pt x="16" y="6"/>
                    <a:pt x="19" y="9"/>
                    <a:pt x="19" y="13"/>
                  </a:cubicBezTo>
                  <a:cubicBezTo>
                    <a:pt x="19" y="17"/>
                    <a:pt x="16" y="20"/>
                    <a:pt x="12" y="2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35" name="Google Shape;935;p52"/>
            <p:cNvSpPr/>
            <p:nvPr/>
          </p:nvSpPr>
          <p:spPr>
            <a:xfrm>
              <a:off x="5795930" y="2899602"/>
              <a:ext cx="64955" cy="64955"/>
            </a:xfrm>
            <a:custGeom>
              <a:avLst/>
              <a:gdLst/>
              <a:ahLst/>
              <a:cxnLst/>
              <a:rect l="l" t="t" r="r" b="b"/>
              <a:pathLst>
                <a:path w="25" h="25" extrusionOk="0">
                  <a:moveTo>
                    <a:pt x="12" y="0"/>
                  </a:moveTo>
                  <a:cubicBezTo>
                    <a:pt x="5" y="0"/>
                    <a:pt x="0" y="6"/>
                    <a:pt x="0" y="13"/>
                  </a:cubicBezTo>
                  <a:cubicBezTo>
                    <a:pt x="0" y="20"/>
                    <a:pt x="5" y="25"/>
                    <a:pt x="12" y="25"/>
                  </a:cubicBezTo>
                  <a:cubicBezTo>
                    <a:pt x="19" y="25"/>
                    <a:pt x="25" y="20"/>
                    <a:pt x="25" y="13"/>
                  </a:cubicBezTo>
                  <a:cubicBezTo>
                    <a:pt x="25" y="6"/>
                    <a:pt x="19" y="0"/>
                    <a:pt x="12" y="0"/>
                  </a:cubicBezTo>
                  <a:close/>
                  <a:moveTo>
                    <a:pt x="12" y="20"/>
                  </a:moveTo>
                  <a:cubicBezTo>
                    <a:pt x="9" y="20"/>
                    <a:pt x="5" y="17"/>
                    <a:pt x="5" y="13"/>
                  </a:cubicBezTo>
                  <a:cubicBezTo>
                    <a:pt x="5" y="9"/>
                    <a:pt x="9" y="6"/>
                    <a:pt x="12" y="6"/>
                  </a:cubicBezTo>
                  <a:cubicBezTo>
                    <a:pt x="16" y="6"/>
                    <a:pt x="19" y="9"/>
                    <a:pt x="19" y="13"/>
                  </a:cubicBezTo>
                  <a:cubicBezTo>
                    <a:pt x="19" y="17"/>
                    <a:pt x="16" y="20"/>
                    <a:pt x="12" y="2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36" name="Google Shape;936;p52"/>
            <p:cNvSpPr/>
            <p:nvPr/>
          </p:nvSpPr>
          <p:spPr>
            <a:xfrm>
              <a:off x="5673726" y="2983273"/>
              <a:ext cx="64955" cy="64955"/>
            </a:xfrm>
            <a:custGeom>
              <a:avLst/>
              <a:gdLst/>
              <a:ahLst/>
              <a:cxnLst/>
              <a:rect l="l" t="t" r="r" b="b"/>
              <a:pathLst>
                <a:path w="25" h="25" extrusionOk="0">
                  <a:moveTo>
                    <a:pt x="12" y="0"/>
                  </a:moveTo>
                  <a:cubicBezTo>
                    <a:pt x="5" y="0"/>
                    <a:pt x="0" y="5"/>
                    <a:pt x="0" y="12"/>
                  </a:cubicBezTo>
                  <a:cubicBezTo>
                    <a:pt x="0" y="19"/>
                    <a:pt x="5" y="25"/>
                    <a:pt x="12" y="25"/>
                  </a:cubicBezTo>
                  <a:cubicBezTo>
                    <a:pt x="19" y="25"/>
                    <a:pt x="25" y="19"/>
                    <a:pt x="25" y="12"/>
                  </a:cubicBezTo>
                  <a:cubicBezTo>
                    <a:pt x="25" y="5"/>
                    <a:pt x="19" y="0"/>
                    <a:pt x="12" y="0"/>
                  </a:cubicBezTo>
                  <a:close/>
                  <a:moveTo>
                    <a:pt x="12" y="19"/>
                  </a:moveTo>
                  <a:cubicBezTo>
                    <a:pt x="8" y="19"/>
                    <a:pt x="5" y="16"/>
                    <a:pt x="5" y="12"/>
                  </a:cubicBezTo>
                  <a:cubicBezTo>
                    <a:pt x="5" y="9"/>
                    <a:pt x="8" y="5"/>
                    <a:pt x="12" y="5"/>
                  </a:cubicBezTo>
                  <a:cubicBezTo>
                    <a:pt x="16" y="5"/>
                    <a:pt x="19" y="9"/>
                    <a:pt x="19" y="12"/>
                  </a:cubicBezTo>
                  <a:cubicBezTo>
                    <a:pt x="19" y="16"/>
                    <a:pt x="16" y="19"/>
                    <a:pt x="12" y="1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37" name="Google Shape;937;p52"/>
            <p:cNvSpPr/>
            <p:nvPr/>
          </p:nvSpPr>
          <p:spPr>
            <a:xfrm>
              <a:off x="5795930" y="2983273"/>
              <a:ext cx="64955" cy="64955"/>
            </a:xfrm>
            <a:custGeom>
              <a:avLst/>
              <a:gdLst/>
              <a:ahLst/>
              <a:cxnLst/>
              <a:rect l="l" t="t" r="r" b="b"/>
              <a:pathLst>
                <a:path w="25" h="25" extrusionOk="0">
                  <a:moveTo>
                    <a:pt x="12" y="0"/>
                  </a:moveTo>
                  <a:cubicBezTo>
                    <a:pt x="5" y="0"/>
                    <a:pt x="0" y="5"/>
                    <a:pt x="0" y="12"/>
                  </a:cubicBezTo>
                  <a:cubicBezTo>
                    <a:pt x="0" y="19"/>
                    <a:pt x="5" y="25"/>
                    <a:pt x="12" y="25"/>
                  </a:cubicBezTo>
                  <a:cubicBezTo>
                    <a:pt x="19" y="25"/>
                    <a:pt x="25" y="19"/>
                    <a:pt x="25" y="12"/>
                  </a:cubicBezTo>
                  <a:cubicBezTo>
                    <a:pt x="25" y="5"/>
                    <a:pt x="19" y="0"/>
                    <a:pt x="12" y="0"/>
                  </a:cubicBezTo>
                  <a:close/>
                  <a:moveTo>
                    <a:pt x="12" y="19"/>
                  </a:moveTo>
                  <a:cubicBezTo>
                    <a:pt x="9" y="19"/>
                    <a:pt x="5" y="16"/>
                    <a:pt x="5" y="12"/>
                  </a:cubicBezTo>
                  <a:cubicBezTo>
                    <a:pt x="5" y="9"/>
                    <a:pt x="9" y="5"/>
                    <a:pt x="12" y="5"/>
                  </a:cubicBezTo>
                  <a:cubicBezTo>
                    <a:pt x="16" y="5"/>
                    <a:pt x="19" y="9"/>
                    <a:pt x="19" y="12"/>
                  </a:cubicBezTo>
                  <a:cubicBezTo>
                    <a:pt x="19" y="16"/>
                    <a:pt x="16" y="19"/>
                    <a:pt x="12" y="1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38" name="Google Shape;938;p52"/>
            <p:cNvSpPr/>
            <p:nvPr/>
          </p:nvSpPr>
          <p:spPr>
            <a:xfrm>
              <a:off x="5759599" y="2760884"/>
              <a:ext cx="15413" cy="264224"/>
            </a:xfrm>
            <a:custGeom>
              <a:avLst/>
              <a:gdLst/>
              <a:ahLst/>
              <a:cxnLst/>
              <a:rect l="l" t="t" r="r" b="b"/>
              <a:pathLst>
                <a:path w="6" h="101" extrusionOk="0">
                  <a:moveTo>
                    <a:pt x="0" y="3"/>
                  </a:moveTo>
                  <a:cubicBezTo>
                    <a:pt x="0" y="98"/>
                    <a:pt x="0" y="98"/>
                    <a:pt x="0" y="98"/>
                  </a:cubicBezTo>
                  <a:cubicBezTo>
                    <a:pt x="0" y="99"/>
                    <a:pt x="1" y="100"/>
                    <a:pt x="2" y="100"/>
                  </a:cubicBezTo>
                  <a:cubicBezTo>
                    <a:pt x="4" y="101"/>
                    <a:pt x="6" y="99"/>
                    <a:pt x="6" y="98"/>
                  </a:cubicBezTo>
                  <a:cubicBezTo>
                    <a:pt x="6" y="3"/>
                    <a:pt x="6" y="3"/>
                    <a:pt x="6" y="3"/>
                  </a:cubicBezTo>
                  <a:cubicBezTo>
                    <a:pt x="6" y="1"/>
                    <a:pt x="5" y="0"/>
                    <a:pt x="3" y="0"/>
                  </a:cubicBezTo>
                  <a:cubicBezTo>
                    <a:pt x="2" y="0"/>
                    <a:pt x="0" y="1"/>
                    <a:pt x="0" y="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39" name="Google Shape;939;p52"/>
            <p:cNvSpPr/>
            <p:nvPr/>
          </p:nvSpPr>
          <p:spPr>
            <a:xfrm>
              <a:off x="5879601" y="2966758"/>
              <a:ext cx="13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40" name="Google Shape;940;p52"/>
          <p:cNvGrpSpPr/>
          <p:nvPr/>
        </p:nvGrpSpPr>
        <p:grpSpPr>
          <a:xfrm>
            <a:off x="4861161" y="2661131"/>
            <a:ext cx="176367" cy="362036"/>
            <a:chOff x="4892059" y="2705837"/>
            <a:chExt cx="180741" cy="371015"/>
          </a:xfrm>
        </p:grpSpPr>
        <p:sp>
          <p:nvSpPr>
            <p:cNvPr id="941" name="Google Shape;941;p52"/>
            <p:cNvSpPr/>
            <p:nvPr/>
          </p:nvSpPr>
          <p:spPr>
            <a:xfrm>
              <a:off x="4892059" y="2705837"/>
              <a:ext cx="180554" cy="371015"/>
            </a:xfrm>
            <a:custGeom>
              <a:avLst/>
              <a:gdLst/>
              <a:ahLst/>
              <a:cxnLst/>
              <a:rect l="l" t="t" r="r" b="b"/>
              <a:pathLst>
                <a:path w="69" h="142" extrusionOk="0">
                  <a:moveTo>
                    <a:pt x="69" y="58"/>
                  </a:moveTo>
                  <a:cubicBezTo>
                    <a:pt x="69" y="49"/>
                    <a:pt x="63" y="42"/>
                    <a:pt x="55" y="40"/>
                  </a:cubicBezTo>
                  <a:cubicBezTo>
                    <a:pt x="55" y="34"/>
                    <a:pt x="55" y="34"/>
                    <a:pt x="55" y="34"/>
                  </a:cubicBezTo>
                  <a:cubicBezTo>
                    <a:pt x="55" y="30"/>
                    <a:pt x="52" y="26"/>
                    <a:pt x="48" y="26"/>
                  </a:cubicBezTo>
                  <a:cubicBezTo>
                    <a:pt x="48" y="13"/>
                    <a:pt x="48" y="13"/>
                    <a:pt x="48" y="13"/>
                  </a:cubicBezTo>
                  <a:cubicBezTo>
                    <a:pt x="48" y="9"/>
                    <a:pt x="46" y="6"/>
                    <a:pt x="44" y="4"/>
                  </a:cubicBezTo>
                  <a:cubicBezTo>
                    <a:pt x="41" y="1"/>
                    <a:pt x="38" y="0"/>
                    <a:pt x="35" y="0"/>
                  </a:cubicBezTo>
                  <a:cubicBezTo>
                    <a:pt x="28" y="0"/>
                    <a:pt x="22" y="6"/>
                    <a:pt x="22" y="13"/>
                  </a:cubicBezTo>
                  <a:cubicBezTo>
                    <a:pt x="22" y="26"/>
                    <a:pt x="22" y="26"/>
                    <a:pt x="22" y="26"/>
                  </a:cubicBezTo>
                  <a:cubicBezTo>
                    <a:pt x="18" y="26"/>
                    <a:pt x="15" y="30"/>
                    <a:pt x="15" y="34"/>
                  </a:cubicBezTo>
                  <a:cubicBezTo>
                    <a:pt x="15" y="40"/>
                    <a:pt x="15" y="40"/>
                    <a:pt x="15" y="40"/>
                  </a:cubicBezTo>
                  <a:cubicBezTo>
                    <a:pt x="7" y="42"/>
                    <a:pt x="0" y="49"/>
                    <a:pt x="0" y="58"/>
                  </a:cubicBezTo>
                  <a:cubicBezTo>
                    <a:pt x="0" y="131"/>
                    <a:pt x="0" y="131"/>
                    <a:pt x="0" y="131"/>
                  </a:cubicBezTo>
                  <a:cubicBezTo>
                    <a:pt x="0" y="137"/>
                    <a:pt x="5" y="142"/>
                    <a:pt x="12" y="142"/>
                  </a:cubicBezTo>
                  <a:cubicBezTo>
                    <a:pt x="66" y="142"/>
                    <a:pt x="66" y="142"/>
                    <a:pt x="66" y="142"/>
                  </a:cubicBezTo>
                  <a:cubicBezTo>
                    <a:pt x="67" y="142"/>
                    <a:pt x="69" y="141"/>
                    <a:pt x="69" y="140"/>
                  </a:cubicBezTo>
                  <a:cubicBezTo>
                    <a:pt x="69" y="119"/>
                    <a:pt x="69" y="119"/>
                    <a:pt x="69" y="119"/>
                  </a:cubicBezTo>
                  <a:cubicBezTo>
                    <a:pt x="69" y="118"/>
                    <a:pt x="69" y="118"/>
                    <a:pt x="68" y="118"/>
                  </a:cubicBezTo>
                  <a:cubicBezTo>
                    <a:pt x="66" y="116"/>
                    <a:pt x="63" y="117"/>
                    <a:pt x="63" y="120"/>
                  </a:cubicBezTo>
                  <a:cubicBezTo>
                    <a:pt x="63" y="131"/>
                    <a:pt x="63" y="131"/>
                    <a:pt x="63" y="131"/>
                  </a:cubicBezTo>
                  <a:cubicBezTo>
                    <a:pt x="63" y="134"/>
                    <a:pt x="61" y="137"/>
                    <a:pt x="58" y="137"/>
                  </a:cubicBezTo>
                  <a:cubicBezTo>
                    <a:pt x="12" y="137"/>
                    <a:pt x="12" y="137"/>
                    <a:pt x="12" y="137"/>
                  </a:cubicBezTo>
                  <a:cubicBezTo>
                    <a:pt x="9" y="137"/>
                    <a:pt x="6" y="134"/>
                    <a:pt x="6" y="131"/>
                  </a:cubicBezTo>
                  <a:cubicBezTo>
                    <a:pt x="6" y="76"/>
                    <a:pt x="6" y="76"/>
                    <a:pt x="6" y="76"/>
                  </a:cubicBezTo>
                  <a:cubicBezTo>
                    <a:pt x="22" y="76"/>
                    <a:pt x="22" y="76"/>
                    <a:pt x="22" y="76"/>
                  </a:cubicBezTo>
                  <a:cubicBezTo>
                    <a:pt x="22" y="96"/>
                    <a:pt x="22" y="96"/>
                    <a:pt x="22" y="96"/>
                  </a:cubicBezTo>
                  <a:cubicBezTo>
                    <a:pt x="22" y="100"/>
                    <a:pt x="23" y="104"/>
                    <a:pt x="26" y="106"/>
                  </a:cubicBezTo>
                  <a:cubicBezTo>
                    <a:pt x="26" y="114"/>
                    <a:pt x="26" y="114"/>
                    <a:pt x="26" y="114"/>
                  </a:cubicBezTo>
                  <a:cubicBezTo>
                    <a:pt x="26" y="118"/>
                    <a:pt x="29" y="122"/>
                    <a:pt x="34" y="123"/>
                  </a:cubicBezTo>
                  <a:cubicBezTo>
                    <a:pt x="39" y="123"/>
                    <a:pt x="43" y="119"/>
                    <a:pt x="43" y="114"/>
                  </a:cubicBezTo>
                  <a:cubicBezTo>
                    <a:pt x="43" y="106"/>
                    <a:pt x="43" y="106"/>
                    <a:pt x="43" y="106"/>
                  </a:cubicBezTo>
                  <a:cubicBezTo>
                    <a:pt x="46" y="104"/>
                    <a:pt x="48" y="100"/>
                    <a:pt x="48" y="96"/>
                  </a:cubicBezTo>
                  <a:cubicBezTo>
                    <a:pt x="48" y="76"/>
                    <a:pt x="48" y="76"/>
                    <a:pt x="48" y="76"/>
                  </a:cubicBezTo>
                  <a:cubicBezTo>
                    <a:pt x="63" y="76"/>
                    <a:pt x="63" y="76"/>
                    <a:pt x="63" y="76"/>
                  </a:cubicBezTo>
                  <a:cubicBezTo>
                    <a:pt x="63" y="95"/>
                    <a:pt x="63" y="95"/>
                    <a:pt x="63" y="95"/>
                  </a:cubicBezTo>
                  <a:cubicBezTo>
                    <a:pt x="63" y="96"/>
                    <a:pt x="64" y="97"/>
                    <a:pt x="65" y="97"/>
                  </a:cubicBezTo>
                  <a:cubicBezTo>
                    <a:pt x="67" y="98"/>
                    <a:pt x="69" y="96"/>
                    <a:pt x="69" y="95"/>
                  </a:cubicBezTo>
                  <a:cubicBezTo>
                    <a:pt x="69" y="58"/>
                    <a:pt x="69" y="58"/>
                    <a:pt x="69" y="58"/>
                  </a:cubicBezTo>
                  <a:close/>
                  <a:moveTo>
                    <a:pt x="35" y="5"/>
                  </a:moveTo>
                  <a:cubicBezTo>
                    <a:pt x="37" y="5"/>
                    <a:pt x="38" y="6"/>
                    <a:pt x="40" y="8"/>
                  </a:cubicBezTo>
                  <a:cubicBezTo>
                    <a:pt x="41" y="9"/>
                    <a:pt x="42" y="11"/>
                    <a:pt x="42" y="13"/>
                  </a:cubicBezTo>
                  <a:cubicBezTo>
                    <a:pt x="42" y="26"/>
                    <a:pt x="42" y="26"/>
                    <a:pt x="42" y="26"/>
                  </a:cubicBezTo>
                  <a:cubicBezTo>
                    <a:pt x="27" y="26"/>
                    <a:pt x="27" y="26"/>
                    <a:pt x="27" y="26"/>
                  </a:cubicBezTo>
                  <a:cubicBezTo>
                    <a:pt x="27" y="13"/>
                    <a:pt x="27" y="13"/>
                    <a:pt x="27" y="13"/>
                  </a:cubicBezTo>
                  <a:cubicBezTo>
                    <a:pt x="27" y="9"/>
                    <a:pt x="31" y="5"/>
                    <a:pt x="35" y="5"/>
                  </a:cubicBezTo>
                  <a:close/>
                  <a:moveTo>
                    <a:pt x="23" y="31"/>
                  </a:moveTo>
                  <a:cubicBezTo>
                    <a:pt x="46" y="31"/>
                    <a:pt x="46" y="31"/>
                    <a:pt x="46" y="31"/>
                  </a:cubicBezTo>
                  <a:cubicBezTo>
                    <a:pt x="48" y="31"/>
                    <a:pt x="49" y="32"/>
                    <a:pt x="49" y="34"/>
                  </a:cubicBezTo>
                  <a:cubicBezTo>
                    <a:pt x="49" y="40"/>
                    <a:pt x="49" y="40"/>
                    <a:pt x="49" y="40"/>
                  </a:cubicBezTo>
                  <a:cubicBezTo>
                    <a:pt x="20" y="40"/>
                    <a:pt x="20" y="40"/>
                    <a:pt x="20" y="40"/>
                  </a:cubicBezTo>
                  <a:cubicBezTo>
                    <a:pt x="20" y="34"/>
                    <a:pt x="20" y="34"/>
                    <a:pt x="20" y="34"/>
                  </a:cubicBezTo>
                  <a:cubicBezTo>
                    <a:pt x="20" y="32"/>
                    <a:pt x="21" y="31"/>
                    <a:pt x="23" y="31"/>
                  </a:cubicBezTo>
                  <a:close/>
                  <a:moveTo>
                    <a:pt x="42" y="70"/>
                  </a:moveTo>
                  <a:cubicBezTo>
                    <a:pt x="27" y="70"/>
                    <a:pt x="27" y="70"/>
                    <a:pt x="27" y="70"/>
                  </a:cubicBezTo>
                  <a:cubicBezTo>
                    <a:pt x="27" y="46"/>
                    <a:pt x="27" y="46"/>
                    <a:pt x="27" y="46"/>
                  </a:cubicBezTo>
                  <a:cubicBezTo>
                    <a:pt x="42" y="46"/>
                    <a:pt x="42" y="46"/>
                    <a:pt x="42" y="46"/>
                  </a:cubicBezTo>
                  <a:lnTo>
                    <a:pt x="42" y="70"/>
                  </a:lnTo>
                  <a:close/>
                  <a:moveTo>
                    <a:pt x="6" y="70"/>
                  </a:moveTo>
                  <a:cubicBezTo>
                    <a:pt x="6" y="58"/>
                    <a:pt x="6" y="58"/>
                    <a:pt x="6" y="58"/>
                  </a:cubicBezTo>
                  <a:cubicBezTo>
                    <a:pt x="6" y="51"/>
                    <a:pt x="12" y="46"/>
                    <a:pt x="18" y="46"/>
                  </a:cubicBezTo>
                  <a:cubicBezTo>
                    <a:pt x="22" y="46"/>
                    <a:pt x="22" y="46"/>
                    <a:pt x="22" y="46"/>
                  </a:cubicBezTo>
                  <a:cubicBezTo>
                    <a:pt x="22" y="70"/>
                    <a:pt x="22" y="70"/>
                    <a:pt x="22" y="70"/>
                  </a:cubicBezTo>
                  <a:lnTo>
                    <a:pt x="6" y="70"/>
                  </a:lnTo>
                  <a:close/>
                  <a:moveTo>
                    <a:pt x="42" y="96"/>
                  </a:moveTo>
                  <a:cubicBezTo>
                    <a:pt x="42" y="99"/>
                    <a:pt x="41" y="101"/>
                    <a:pt x="39" y="103"/>
                  </a:cubicBezTo>
                  <a:cubicBezTo>
                    <a:pt x="38" y="104"/>
                    <a:pt x="38" y="104"/>
                    <a:pt x="38" y="105"/>
                  </a:cubicBezTo>
                  <a:cubicBezTo>
                    <a:pt x="38" y="114"/>
                    <a:pt x="38" y="114"/>
                    <a:pt x="38" y="114"/>
                  </a:cubicBezTo>
                  <a:cubicBezTo>
                    <a:pt x="38" y="116"/>
                    <a:pt x="37" y="117"/>
                    <a:pt x="35" y="117"/>
                  </a:cubicBezTo>
                  <a:cubicBezTo>
                    <a:pt x="33" y="118"/>
                    <a:pt x="32" y="116"/>
                    <a:pt x="32" y="114"/>
                  </a:cubicBezTo>
                  <a:cubicBezTo>
                    <a:pt x="32" y="105"/>
                    <a:pt x="32" y="105"/>
                    <a:pt x="32" y="105"/>
                  </a:cubicBezTo>
                  <a:cubicBezTo>
                    <a:pt x="32" y="104"/>
                    <a:pt x="31" y="104"/>
                    <a:pt x="31" y="103"/>
                  </a:cubicBezTo>
                  <a:cubicBezTo>
                    <a:pt x="29" y="101"/>
                    <a:pt x="27" y="99"/>
                    <a:pt x="27" y="96"/>
                  </a:cubicBezTo>
                  <a:cubicBezTo>
                    <a:pt x="27" y="76"/>
                    <a:pt x="27" y="76"/>
                    <a:pt x="27" y="76"/>
                  </a:cubicBezTo>
                  <a:cubicBezTo>
                    <a:pt x="42" y="76"/>
                    <a:pt x="42" y="76"/>
                    <a:pt x="42" y="76"/>
                  </a:cubicBezTo>
                  <a:lnTo>
                    <a:pt x="42" y="96"/>
                  </a:lnTo>
                  <a:close/>
                  <a:moveTo>
                    <a:pt x="48" y="70"/>
                  </a:moveTo>
                  <a:cubicBezTo>
                    <a:pt x="48" y="46"/>
                    <a:pt x="48" y="46"/>
                    <a:pt x="48" y="46"/>
                  </a:cubicBezTo>
                  <a:cubicBezTo>
                    <a:pt x="51" y="46"/>
                    <a:pt x="51" y="46"/>
                    <a:pt x="51" y="46"/>
                  </a:cubicBezTo>
                  <a:cubicBezTo>
                    <a:pt x="58" y="46"/>
                    <a:pt x="63" y="51"/>
                    <a:pt x="63" y="58"/>
                  </a:cubicBezTo>
                  <a:cubicBezTo>
                    <a:pt x="63" y="70"/>
                    <a:pt x="63" y="70"/>
                    <a:pt x="63" y="70"/>
                  </a:cubicBezTo>
                  <a:lnTo>
                    <a:pt x="48" y="70"/>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42" name="Google Shape;942;p52"/>
            <p:cNvSpPr/>
            <p:nvPr/>
          </p:nvSpPr>
          <p:spPr>
            <a:xfrm>
              <a:off x="5057200" y="2977768"/>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43" name="Google Shape;943;p52"/>
          <p:cNvGrpSpPr/>
          <p:nvPr/>
        </p:nvGrpSpPr>
        <p:grpSpPr>
          <a:xfrm>
            <a:off x="3977107" y="2661131"/>
            <a:ext cx="362038" cy="362036"/>
            <a:chOff x="4003602" y="2705837"/>
            <a:chExt cx="371016" cy="371015"/>
          </a:xfrm>
        </p:grpSpPr>
        <p:sp>
          <p:nvSpPr>
            <p:cNvPr id="944" name="Google Shape;944;p52"/>
            <p:cNvSpPr/>
            <p:nvPr/>
          </p:nvSpPr>
          <p:spPr>
            <a:xfrm>
              <a:off x="4050943" y="2755379"/>
              <a:ext cx="135415" cy="133213"/>
            </a:xfrm>
            <a:custGeom>
              <a:avLst/>
              <a:gdLst/>
              <a:ahLst/>
              <a:cxnLst/>
              <a:rect l="l" t="t" r="r" b="b"/>
              <a:pathLst>
                <a:path w="52" h="51" extrusionOk="0">
                  <a:moveTo>
                    <a:pt x="52" y="14"/>
                  </a:moveTo>
                  <a:cubicBezTo>
                    <a:pt x="52" y="11"/>
                    <a:pt x="51" y="7"/>
                    <a:pt x="48" y="5"/>
                  </a:cubicBezTo>
                  <a:cubicBezTo>
                    <a:pt x="48" y="4"/>
                    <a:pt x="48" y="4"/>
                    <a:pt x="48" y="4"/>
                  </a:cubicBezTo>
                  <a:cubicBezTo>
                    <a:pt x="45" y="2"/>
                    <a:pt x="42" y="0"/>
                    <a:pt x="39" y="0"/>
                  </a:cubicBezTo>
                  <a:cubicBezTo>
                    <a:pt x="35" y="0"/>
                    <a:pt x="31" y="1"/>
                    <a:pt x="28" y="4"/>
                  </a:cubicBezTo>
                  <a:cubicBezTo>
                    <a:pt x="5" y="27"/>
                    <a:pt x="5" y="27"/>
                    <a:pt x="5" y="27"/>
                  </a:cubicBezTo>
                  <a:cubicBezTo>
                    <a:pt x="0" y="32"/>
                    <a:pt x="0" y="41"/>
                    <a:pt x="5" y="46"/>
                  </a:cubicBezTo>
                  <a:cubicBezTo>
                    <a:pt x="6" y="47"/>
                    <a:pt x="6" y="47"/>
                    <a:pt x="6" y="47"/>
                  </a:cubicBezTo>
                  <a:cubicBezTo>
                    <a:pt x="6" y="47"/>
                    <a:pt x="6" y="47"/>
                    <a:pt x="6" y="47"/>
                  </a:cubicBezTo>
                  <a:cubicBezTo>
                    <a:pt x="8" y="49"/>
                    <a:pt x="12" y="51"/>
                    <a:pt x="16" y="51"/>
                  </a:cubicBezTo>
                  <a:cubicBezTo>
                    <a:pt x="19" y="51"/>
                    <a:pt x="23" y="49"/>
                    <a:pt x="25" y="47"/>
                  </a:cubicBezTo>
                  <a:cubicBezTo>
                    <a:pt x="48" y="24"/>
                    <a:pt x="48" y="24"/>
                    <a:pt x="48" y="24"/>
                  </a:cubicBezTo>
                  <a:cubicBezTo>
                    <a:pt x="51" y="22"/>
                    <a:pt x="52" y="18"/>
                    <a:pt x="52" y="14"/>
                  </a:cubicBezTo>
                  <a:close/>
                  <a:moveTo>
                    <a:pt x="21" y="43"/>
                  </a:moveTo>
                  <a:cubicBezTo>
                    <a:pt x="18" y="46"/>
                    <a:pt x="13" y="46"/>
                    <a:pt x="10" y="43"/>
                  </a:cubicBezTo>
                  <a:cubicBezTo>
                    <a:pt x="9" y="42"/>
                    <a:pt x="9" y="42"/>
                    <a:pt x="9" y="42"/>
                  </a:cubicBezTo>
                  <a:cubicBezTo>
                    <a:pt x="6" y="39"/>
                    <a:pt x="6" y="34"/>
                    <a:pt x="9" y="31"/>
                  </a:cubicBezTo>
                  <a:cubicBezTo>
                    <a:pt x="18" y="21"/>
                    <a:pt x="18" y="21"/>
                    <a:pt x="18" y="21"/>
                  </a:cubicBezTo>
                  <a:cubicBezTo>
                    <a:pt x="31" y="34"/>
                    <a:pt x="31" y="34"/>
                    <a:pt x="31" y="34"/>
                  </a:cubicBezTo>
                  <a:lnTo>
                    <a:pt x="21" y="43"/>
                  </a:lnTo>
                  <a:close/>
                  <a:moveTo>
                    <a:pt x="44" y="20"/>
                  </a:moveTo>
                  <a:cubicBezTo>
                    <a:pt x="35" y="30"/>
                    <a:pt x="35" y="30"/>
                    <a:pt x="35" y="30"/>
                  </a:cubicBezTo>
                  <a:cubicBezTo>
                    <a:pt x="22" y="17"/>
                    <a:pt x="22" y="17"/>
                    <a:pt x="22" y="17"/>
                  </a:cubicBezTo>
                  <a:cubicBezTo>
                    <a:pt x="32" y="8"/>
                    <a:pt x="32" y="8"/>
                    <a:pt x="32" y="8"/>
                  </a:cubicBezTo>
                  <a:cubicBezTo>
                    <a:pt x="33" y="6"/>
                    <a:pt x="35" y="6"/>
                    <a:pt x="38" y="6"/>
                  </a:cubicBezTo>
                  <a:cubicBezTo>
                    <a:pt x="40" y="6"/>
                    <a:pt x="42" y="6"/>
                    <a:pt x="43" y="8"/>
                  </a:cubicBezTo>
                  <a:cubicBezTo>
                    <a:pt x="44" y="8"/>
                    <a:pt x="44" y="8"/>
                    <a:pt x="44" y="8"/>
                  </a:cubicBezTo>
                  <a:cubicBezTo>
                    <a:pt x="45" y="10"/>
                    <a:pt x="46" y="12"/>
                    <a:pt x="46" y="14"/>
                  </a:cubicBezTo>
                  <a:cubicBezTo>
                    <a:pt x="46" y="17"/>
                    <a:pt x="45" y="19"/>
                    <a:pt x="44" y="2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45" name="Google Shape;945;p52"/>
            <p:cNvSpPr/>
            <p:nvPr/>
          </p:nvSpPr>
          <p:spPr>
            <a:xfrm>
              <a:off x="4003602" y="2705837"/>
              <a:ext cx="371016" cy="371015"/>
            </a:xfrm>
            <a:custGeom>
              <a:avLst/>
              <a:gdLst/>
              <a:ahLst/>
              <a:cxnLst/>
              <a:rect l="l" t="t" r="r" b="b"/>
              <a:pathLst>
                <a:path w="142" h="142" extrusionOk="0">
                  <a:moveTo>
                    <a:pt x="134" y="74"/>
                  </a:moveTo>
                  <a:cubicBezTo>
                    <a:pt x="134" y="72"/>
                    <a:pt x="132" y="72"/>
                    <a:pt x="131" y="73"/>
                  </a:cubicBezTo>
                  <a:cubicBezTo>
                    <a:pt x="129" y="74"/>
                    <a:pt x="129" y="75"/>
                    <a:pt x="130" y="77"/>
                  </a:cubicBezTo>
                  <a:cubicBezTo>
                    <a:pt x="134" y="83"/>
                    <a:pt x="136" y="90"/>
                    <a:pt x="136" y="98"/>
                  </a:cubicBezTo>
                  <a:cubicBezTo>
                    <a:pt x="136" y="119"/>
                    <a:pt x="119" y="137"/>
                    <a:pt x="97" y="137"/>
                  </a:cubicBezTo>
                  <a:cubicBezTo>
                    <a:pt x="76" y="137"/>
                    <a:pt x="58" y="119"/>
                    <a:pt x="58" y="98"/>
                  </a:cubicBezTo>
                  <a:cubicBezTo>
                    <a:pt x="58" y="76"/>
                    <a:pt x="76" y="59"/>
                    <a:pt x="97" y="59"/>
                  </a:cubicBezTo>
                  <a:cubicBezTo>
                    <a:pt x="102" y="59"/>
                    <a:pt x="107" y="60"/>
                    <a:pt x="112" y="62"/>
                  </a:cubicBezTo>
                  <a:cubicBezTo>
                    <a:pt x="113" y="62"/>
                    <a:pt x="115" y="62"/>
                    <a:pt x="116" y="60"/>
                  </a:cubicBezTo>
                  <a:cubicBezTo>
                    <a:pt x="116" y="59"/>
                    <a:pt x="115" y="57"/>
                    <a:pt x="114" y="57"/>
                  </a:cubicBezTo>
                  <a:cubicBezTo>
                    <a:pt x="109" y="54"/>
                    <a:pt x="103" y="53"/>
                    <a:pt x="97" y="53"/>
                  </a:cubicBezTo>
                  <a:cubicBezTo>
                    <a:pt x="94" y="53"/>
                    <a:pt x="91" y="54"/>
                    <a:pt x="88" y="54"/>
                  </a:cubicBezTo>
                  <a:cubicBezTo>
                    <a:pt x="89" y="51"/>
                    <a:pt x="89" y="48"/>
                    <a:pt x="89" y="44"/>
                  </a:cubicBezTo>
                  <a:cubicBezTo>
                    <a:pt x="89" y="20"/>
                    <a:pt x="69" y="0"/>
                    <a:pt x="44" y="0"/>
                  </a:cubicBezTo>
                  <a:cubicBezTo>
                    <a:pt x="20" y="0"/>
                    <a:pt x="0" y="20"/>
                    <a:pt x="0" y="44"/>
                  </a:cubicBezTo>
                  <a:cubicBezTo>
                    <a:pt x="0" y="69"/>
                    <a:pt x="20" y="89"/>
                    <a:pt x="44" y="89"/>
                  </a:cubicBezTo>
                  <a:cubicBezTo>
                    <a:pt x="48" y="89"/>
                    <a:pt x="51" y="89"/>
                    <a:pt x="54" y="88"/>
                  </a:cubicBezTo>
                  <a:cubicBezTo>
                    <a:pt x="53" y="91"/>
                    <a:pt x="53" y="94"/>
                    <a:pt x="53" y="98"/>
                  </a:cubicBezTo>
                  <a:cubicBezTo>
                    <a:pt x="53" y="122"/>
                    <a:pt x="73" y="142"/>
                    <a:pt x="97" y="142"/>
                  </a:cubicBezTo>
                  <a:cubicBezTo>
                    <a:pt x="122" y="142"/>
                    <a:pt x="142" y="122"/>
                    <a:pt x="142" y="98"/>
                  </a:cubicBezTo>
                  <a:cubicBezTo>
                    <a:pt x="142" y="89"/>
                    <a:pt x="139" y="81"/>
                    <a:pt x="134" y="74"/>
                  </a:cubicBezTo>
                  <a:close/>
                  <a:moveTo>
                    <a:pt x="44" y="83"/>
                  </a:moveTo>
                  <a:cubicBezTo>
                    <a:pt x="23" y="83"/>
                    <a:pt x="6" y="66"/>
                    <a:pt x="6" y="44"/>
                  </a:cubicBezTo>
                  <a:cubicBezTo>
                    <a:pt x="6" y="23"/>
                    <a:pt x="23" y="5"/>
                    <a:pt x="44" y="5"/>
                  </a:cubicBezTo>
                  <a:cubicBezTo>
                    <a:pt x="66" y="5"/>
                    <a:pt x="83" y="23"/>
                    <a:pt x="83" y="44"/>
                  </a:cubicBezTo>
                  <a:cubicBezTo>
                    <a:pt x="83" y="48"/>
                    <a:pt x="83" y="52"/>
                    <a:pt x="82" y="56"/>
                  </a:cubicBezTo>
                  <a:cubicBezTo>
                    <a:pt x="70" y="61"/>
                    <a:pt x="60" y="70"/>
                    <a:pt x="56" y="82"/>
                  </a:cubicBezTo>
                  <a:cubicBezTo>
                    <a:pt x="52" y="83"/>
                    <a:pt x="48" y="83"/>
                    <a:pt x="44" y="8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46" name="Google Shape;946;p52"/>
            <p:cNvSpPr/>
            <p:nvPr/>
          </p:nvSpPr>
          <p:spPr>
            <a:xfrm>
              <a:off x="4170945" y="2875381"/>
              <a:ext cx="172847" cy="172847"/>
            </a:xfrm>
            <a:custGeom>
              <a:avLst/>
              <a:gdLst/>
              <a:ahLst/>
              <a:cxnLst/>
              <a:rect l="l" t="t" r="r" b="b"/>
              <a:pathLst>
                <a:path w="66" h="66" extrusionOk="0">
                  <a:moveTo>
                    <a:pt x="0" y="33"/>
                  </a:moveTo>
                  <a:cubicBezTo>
                    <a:pt x="0" y="51"/>
                    <a:pt x="15" y="66"/>
                    <a:pt x="33" y="66"/>
                  </a:cubicBezTo>
                  <a:cubicBezTo>
                    <a:pt x="51" y="66"/>
                    <a:pt x="66" y="51"/>
                    <a:pt x="66" y="33"/>
                  </a:cubicBezTo>
                  <a:cubicBezTo>
                    <a:pt x="66" y="15"/>
                    <a:pt x="51" y="0"/>
                    <a:pt x="33" y="0"/>
                  </a:cubicBezTo>
                  <a:cubicBezTo>
                    <a:pt x="15" y="0"/>
                    <a:pt x="0" y="15"/>
                    <a:pt x="0" y="33"/>
                  </a:cubicBezTo>
                  <a:close/>
                  <a:moveTo>
                    <a:pt x="49" y="17"/>
                  </a:moveTo>
                  <a:cubicBezTo>
                    <a:pt x="49" y="18"/>
                    <a:pt x="50" y="18"/>
                    <a:pt x="51" y="18"/>
                  </a:cubicBezTo>
                  <a:cubicBezTo>
                    <a:pt x="51" y="18"/>
                    <a:pt x="52" y="18"/>
                    <a:pt x="53" y="17"/>
                  </a:cubicBezTo>
                  <a:cubicBezTo>
                    <a:pt x="54" y="16"/>
                    <a:pt x="54" y="16"/>
                    <a:pt x="54" y="16"/>
                  </a:cubicBezTo>
                  <a:cubicBezTo>
                    <a:pt x="58" y="20"/>
                    <a:pt x="60" y="25"/>
                    <a:pt x="60" y="30"/>
                  </a:cubicBezTo>
                  <a:cubicBezTo>
                    <a:pt x="58" y="30"/>
                    <a:pt x="58" y="30"/>
                    <a:pt x="58" y="30"/>
                  </a:cubicBezTo>
                  <a:cubicBezTo>
                    <a:pt x="57" y="30"/>
                    <a:pt x="55" y="31"/>
                    <a:pt x="55" y="32"/>
                  </a:cubicBezTo>
                  <a:cubicBezTo>
                    <a:pt x="55" y="34"/>
                    <a:pt x="56" y="36"/>
                    <a:pt x="58" y="36"/>
                  </a:cubicBezTo>
                  <a:cubicBezTo>
                    <a:pt x="60" y="36"/>
                    <a:pt x="60" y="36"/>
                    <a:pt x="60" y="36"/>
                  </a:cubicBezTo>
                  <a:cubicBezTo>
                    <a:pt x="60" y="41"/>
                    <a:pt x="58" y="46"/>
                    <a:pt x="54" y="50"/>
                  </a:cubicBezTo>
                  <a:cubicBezTo>
                    <a:pt x="53" y="49"/>
                    <a:pt x="53" y="49"/>
                    <a:pt x="53" y="49"/>
                  </a:cubicBezTo>
                  <a:cubicBezTo>
                    <a:pt x="52" y="48"/>
                    <a:pt x="50" y="47"/>
                    <a:pt x="49" y="48"/>
                  </a:cubicBezTo>
                  <a:cubicBezTo>
                    <a:pt x="48" y="49"/>
                    <a:pt x="48" y="51"/>
                    <a:pt x="49" y="52"/>
                  </a:cubicBezTo>
                  <a:cubicBezTo>
                    <a:pt x="50" y="54"/>
                    <a:pt x="50" y="54"/>
                    <a:pt x="50" y="54"/>
                  </a:cubicBezTo>
                  <a:cubicBezTo>
                    <a:pt x="46" y="57"/>
                    <a:pt x="41" y="60"/>
                    <a:pt x="36" y="60"/>
                  </a:cubicBezTo>
                  <a:cubicBezTo>
                    <a:pt x="36" y="58"/>
                    <a:pt x="36" y="58"/>
                    <a:pt x="36" y="58"/>
                  </a:cubicBezTo>
                  <a:cubicBezTo>
                    <a:pt x="36" y="56"/>
                    <a:pt x="35" y="55"/>
                    <a:pt x="33" y="55"/>
                  </a:cubicBezTo>
                  <a:cubicBezTo>
                    <a:pt x="32" y="55"/>
                    <a:pt x="30" y="56"/>
                    <a:pt x="30" y="58"/>
                  </a:cubicBezTo>
                  <a:cubicBezTo>
                    <a:pt x="30" y="60"/>
                    <a:pt x="30" y="60"/>
                    <a:pt x="30" y="60"/>
                  </a:cubicBezTo>
                  <a:cubicBezTo>
                    <a:pt x="25" y="60"/>
                    <a:pt x="20" y="57"/>
                    <a:pt x="16" y="54"/>
                  </a:cubicBezTo>
                  <a:cubicBezTo>
                    <a:pt x="17" y="52"/>
                    <a:pt x="17" y="52"/>
                    <a:pt x="17" y="52"/>
                  </a:cubicBezTo>
                  <a:cubicBezTo>
                    <a:pt x="18" y="51"/>
                    <a:pt x="19" y="50"/>
                    <a:pt x="18" y="49"/>
                  </a:cubicBezTo>
                  <a:cubicBezTo>
                    <a:pt x="17" y="47"/>
                    <a:pt x="15" y="47"/>
                    <a:pt x="14" y="48"/>
                  </a:cubicBezTo>
                  <a:cubicBezTo>
                    <a:pt x="12" y="50"/>
                    <a:pt x="12" y="50"/>
                    <a:pt x="12" y="50"/>
                  </a:cubicBezTo>
                  <a:cubicBezTo>
                    <a:pt x="9" y="46"/>
                    <a:pt x="6" y="41"/>
                    <a:pt x="6" y="36"/>
                  </a:cubicBezTo>
                  <a:cubicBezTo>
                    <a:pt x="8" y="36"/>
                    <a:pt x="8" y="36"/>
                    <a:pt x="8" y="36"/>
                  </a:cubicBezTo>
                  <a:cubicBezTo>
                    <a:pt x="9" y="36"/>
                    <a:pt x="11" y="35"/>
                    <a:pt x="11" y="33"/>
                  </a:cubicBezTo>
                  <a:cubicBezTo>
                    <a:pt x="11" y="32"/>
                    <a:pt x="10" y="30"/>
                    <a:pt x="8" y="30"/>
                  </a:cubicBezTo>
                  <a:cubicBezTo>
                    <a:pt x="6" y="30"/>
                    <a:pt x="6" y="30"/>
                    <a:pt x="6" y="30"/>
                  </a:cubicBezTo>
                  <a:cubicBezTo>
                    <a:pt x="6" y="25"/>
                    <a:pt x="9" y="20"/>
                    <a:pt x="12" y="16"/>
                  </a:cubicBezTo>
                  <a:cubicBezTo>
                    <a:pt x="14" y="17"/>
                    <a:pt x="14" y="17"/>
                    <a:pt x="14" y="17"/>
                  </a:cubicBezTo>
                  <a:cubicBezTo>
                    <a:pt x="14" y="18"/>
                    <a:pt x="15" y="18"/>
                    <a:pt x="15" y="18"/>
                  </a:cubicBezTo>
                  <a:cubicBezTo>
                    <a:pt x="16" y="18"/>
                    <a:pt x="17" y="18"/>
                    <a:pt x="18" y="17"/>
                  </a:cubicBezTo>
                  <a:cubicBezTo>
                    <a:pt x="19" y="16"/>
                    <a:pt x="18" y="14"/>
                    <a:pt x="17" y="13"/>
                  </a:cubicBezTo>
                  <a:cubicBezTo>
                    <a:pt x="16" y="12"/>
                    <a:pt x="16" y="12"/>
                    <a:pt x="16" y="12"/>
                  </a:cubicBezTo>
                  <a:cubicBezTo>
                    <a:pt x="20" y="8"/>
                    <a:pt x="25" y="6"/>
                    <a:pt x="30" y="6"/>
                  </a:cubicBezTo>
                  <a:cubicBezTo>
                    <a:pt x="30" y="8"/>
                    <a:pt x="30" y="8"/>
                    <a:pt x="30" y="8"/>
                  </a:cubicBezTo>
                  <a:cubicBezTo>
                    <a:pt x="30" y="9"/>
                    <a:pt x="31" y="11"/>
                    <a:pt x="33" y="11"/>
                  </a:cubicBezTo>
                  <a:cubicBezTo>
                    <a:pt x="34" y="11"/>
                    <a:pt x="36" y="10"/>
                    <a:pt x="36" y="8"/>
                  </a:cubicBezTo>
                  <a:cubicBezTo>
                    <a:pt x="36" y="6"/>
                    <a:pt x="36" y="6"/>
                    <a:pt x="36" y="6"/>
                  </a:cubicBezTo>
                  <a:cubicBezTo>
                    <a:pt x="41" y="6"/>
                    <a:pt x="46" y="8"/>
                    <a:pt x="50" y="12"/>
                  </a:cubicBezTo>
                  <a:cubicBezTo>
                    <a:pt x="49" y="13"/>
                    <a:pt x="49" y="13"/>
                    <a:pt x="49" y="13"/>
                  </a:cubicBezTo>
                  <a:cubicBezTo>
                    <a:pt x="48" y="14"/>
                    <a:pt x="48" y="16"/>
                    <a:pt x="49" y="1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47" name="Google Shape;947;p52"/>
            <p:cNvSpPr/>
            <p:nvPr/>
          </p:nvSpPr>
          <p:spPr>
            <a:xfrm>
              <a:off x="4249112" y="2930428"/>
              <a:ext cx="49542" cy="39634"/>
            </a:xfrm>
            <a:custGeom>
              <a:avLst/>
              <a:gdLst/>
              <a:ahLst/>
              <a:cxnLst/>
              <a:rect l="l" t="t" r="r" b="b"/>
              <a:pathLst>
                <a:path w="19" h="15" extrusionOk="0">
                  <a:moveTo>
                    <a:pt x="6" y="9"/>
                  </a:moveTo>
                  <a:cubicBezTo>
                    <a:pt x="6" y="3"/>
                    <a:pt x="6" y="3"/>
                    <a:pt x="6" y="3"/>
                  </a:cubicBezTo>
                  <a:cubicBezTo>
                    <a:pt x="6" y="2"/>
                    <a:pt x="5" y="1"/>
                    <a:pt x="3" y="0"/>
                  </a:cubicBezTo>
                  <a:cubicBezTo>
                    <a:pt x="2" y="0"/>
                    <a:pt x="0" y="2"/>
                    <a:pt x="0" y="3"/>
                  </a:cubicBezTo>
                  <a:cubicBezTo>
                    <a:pt x="0" y="12"/>
                    <a:pt x="0" y="12"/>
                    <a:pt x="0" y="12"/>
                  </a:cubicBezTo>
                  <a:cubicBezTo>
                    <a:pt x="0" y="13"/>
                    <a:pt x="2" y="15"/>
                    <a:pt x="3" y="15"/>
                  </a:cubicBezTo>
                  <a:cubicBezTo>
                    <a:pt x="16" y="15"/>
                    <a:pt x="16" y="15"/>
                    <a:pt x="16" y="15"/>
                  </a:cubicBezTo>
                  <a:cubicBezTo>
                    <a:pt x="18" y="15"/>
                    <a:pt x="19" y="14"/>
                    <a:pt x="19" y="12"/>
                  </a:cubicBezTo>
                  <a:cubicBezTo>
                    <a:pt x="19" y="11"/>
                    <a:pt x="18" y="9"/>
                    <a:pt x="16" y="9"/>
                  </a:cubicBezTo>
                  <a:lnTo>
                    <a:pt x="6" y="9"/>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48" name="Google Shape;948;p52"/>
            <p:cNvSpPr/>
            <p:nvPr/>
          </p:nvSpPr>
          <p:spPr>
            <a:xfrm>
              <a:off x="4319572" y="2869876"/>
              <a:ext cx="135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49" name="Google Shape;949;p52"/>
          <p:cNvGrpSpPr/>
          <p:nvPr/>
        </p:nvGrpSpPr>
        <p:grpSpPr>
          <a:xfrm>
            <a:off x="3246583" y="2661131"/>
            <a:ext cx="267499" cy="362036"/>
            <a:chOff x="3141568" y="2705837"/>
            <a:chExt cx="274133" cy="371015"/>
          </a:xfrm>
        </p:grpSpPr>
        <p:sp>
          <p:nvSpPr>
            <p:cNvPr id="950" name="Google Shape;950;p52"/>
            <p:cNvSpPr/>
            <p:nvPr/>
          </p:nvSpPr>
          <p:spPr>
            <a:xfrm>
              <a:off x="3141568" y="2705837"/>
              <a:ext cx="274133" cy="371015"/>
            </a:xfrm>
            <a:custGeom>
              <a:avLst/>
              <a:gdLst/>
              <a:ahLst/>
              <a:cxnLst/>
              <a:rect l="l" t="t" r="r" b="b"/>
              <a:pathLst>
                <a:path w="105" h="142" extrusionOk="0">
                  <a:moveTo>
                    <a:pt x="97" y="11"/>
                  </a:moveTo>
                  <a:cubicBezTo>
                    <a:pt x="72" y="11"/>
                    <a:pt x="72" y="11"/>
                    <a:pt x="72" y="11"/>
                  </a:cubicBezTo>
                  <a:cubicBezTo>
                    <a:pt x="72" y="10"/>
                    <a:pt x="70" y="8"/>
                    <a:pt x="67" y="8"/>
                  </a:cubicBezTo>
                  <a:cubicBezTo>
                    <a:pt x="63" y="8"/>
                    <a:pt x="63" y="8"/>
                    <a:pt x="63" y="8"/>
                  </a:cubicBezTo>
                  <a:cubicBezTo>
                    <a:pt x="62" y="3"/>
                    <a:pt x="58" y="0"/>
                    <a:pt x="53" y="0"/>
                  </a:cubicBezTo>
                  <a:cubicBezTo>
                    <a:pt x="48" y="0"/>
                    <a:pt x="43" y="3"/>
                    <a:pt x="42" y="8"/>
                  </a:cubicBezTo>
                  <a:cubicBezTo>
                    <a:pt x="38" y="8"/>
                    <a:pt x="38" y="8"/>
                    <a:pt x="38" y="8"/>
                  </a:cubicBezTo>
                  <a:cubicBezTo>
                    <a:pt x="36" y="8"/>
                    <a:pt x="34" y="10"/>
                    <a:pt x="33" y="11"/>
                  </a:cubicBezTo>
                  <a:cubicBezTo>
                    <a:pt x="9" y="11"/>
                    <a:pt x="9" y="11"/>
                    <a:pt x="9" y="11"/>
                  </a:cubicBezTo>
                  <a:cubicBezTo>
                    <a:pt x="4" y="11"/>
                    <a:pt x="0" y="15"/>
                    <a:pt x="0" y="20"/>
                  </a:cubicBezTo>
                  <a:cubicBezTo>
                    <a:pt x="0" y="134"/>
                    <a:pt x="0" y="134"/>
                    <a:pt x="0" y="134"/>
                  </a:cubicBezTo>
                  <a:cubicBezTo>
                    <a:pt x="0" y="139"/>
                    <a:pt x="4" y="142"/>
                    <a:pt x="9" y="142"/>
                  </a:cubicBezTo>
                  <a:cubicBezTo>
                    <a:pt x="97" y="142"/>
                    <a:pt x="97" y="142"/>
                    <a:pt x="97" y="142"/>
                  </a:cubicBezTo>
                  <a:cubicBezTo>
                    <a:pt x="101" y="142"/>
                    <a:pt x="105" y="139"/>
                    <a:pt x="105" y="134"/>
                  </a:cubicBezTo>
                  <a:cubicBezTo>
                    <a:pt x="105" y="20"/>
                    <a:pt x="105" y="20"/>
                    <a:pt x="105" y="20"/>
                  </a:cubicBezTo>
                  <a:cubicBezTo>
                    <a:pt x="105" y="15"/>
                    <a:pt x="101" y="11"/>
                    <a:pt x="97" y="11"/>
                  </a:cubicBezTo>
                  <a:close/>
                  <a:moveTo>
                    <a:pt x="33" y="28"/>
                  </a:moveTo>
                  <a:cubicBezTo>
                    <a:pt x="34" y="30"/>
                    <a:pt x="36" y="31"/>
                    <a:pt x="39" y="31"/>
                  </a:cubicBezTo>
                  <a:cubicBezTo>
                    <a:pt x="67" y="31"/>
                    <a:pt x="67" y="31"/>
                    <a:pt x="67" y="31"/>
                  </a:cubicBezTo>
                  <a:cubicBezTo>
                    <a:pt x="70" y="31"/>
                    <a:pt x="71" y="30"/>
                    <a:pt x="72" y="28"/>
                  </a:cubicBezTo>
                  <a:cubicBezTo>
                    <a:pt x="89" y="28"/>
                    <a:pt x="89" y="28"/>
                    <a:pt x="89" y="28"/>
                  </a:cubicBezTo>
                  <a:cubicBezTo>
                    <a:pt x="89" y="126"/>
                    <a:pt x="89" y="126"/>
                    <a:pt x="89" y="126"/>
                  </a:cubicBezTo>
                  <a:cubicBezTo>
                    <a:pt x="17" y="126"/>
                    <a:pt x="17" y="126"/>
                    <a:pt x="17" y="126"/>
                  </a:cubicBezTo>
                  <a:cubicBezTo>
                    <a:pt x="17" y="28"/>
                    <a:pt x="17" y="28"/>
                    <a:pt x="17" y="28"/>
                  </a:cubicBezTo>
                  <a:cubicBezTo>
                    <a:pt x="33" y="28"/>
                    <a:pt x="33" y="28"/>
                    <a:pt x="33" y="28"/>
                  </a:cubicBezTo>
                  <a:close/>
                  <a:moveTo>
                    <a:pt x="45" y="14"/>
                  </a:moveTo>
                  <a:cubicBezTo>
                    <a:pt x="46" y="14"/>
                    <a:pt x="46" y="14"/>
                    <a:pt x="47" y="13"/>
                  </a:cubicBezTo>
                  <a:cubicBezTo>
                    <a:pt x="47" y="12"/>
                    <a:pt x="48" y="12"/>
                    <a:pt x="48" y="11"/>
                  </a:cubicBezTo>
                  <a:cubicBezTo>
                    <a:pt x="48" y="11"/>
                    <a:pt x="48" y="11"/>
                    <a:pt x="48" y="11"/>
                  </a:cubicBezTo>
                  <a:cubicBezTo>
                    <a:pt x="48" y="8"/>
                    <a:pt x="50" y="5"/>
                    <a:pt x="53" y="5"/>
                  </a:cubicBezTo>
                  <a:cubicBezTo>
                    <a:pt x="56" y="5"/>
                    <a:pt x="58" y="8"/>
                    <a:pt x="58" y="11"/>
                  </a:cubicBezTo>
                  <a:cubicBezTo>
                    <a:pt x="58" y="11"/>
                    <a:pt x="58" y="11"/>
                    <a:pt x="58" y="11"/>
                  </a:cubicBezTo>
                  <a:cubicBezTo>
                    <a:pt x="58" y="11"/>
                    <a:pt x="58" y="11"/>
                    <a:pt x="58" y="12"/>
                  </a:cubicBezTo>
                  <a:cubicBezTo>
                    <a:pt x="59" y="13"/>
                    <a:pt x="60" y="14"/>
                    <a:pt x="61" y="14"/>
                  </a:cubicBezTo>
                  <a:cubicBezTo>
                    <a:pt x="67" y="14"/>
                    <a:pt x="67" y="14"/>
                    <a:pt x="67" y="14"/>
                  </a:cubicBezTo>
                  <a:cubicBezTo>
                    <a:pt x="67" y="14"/>
                    <a:pt x="67" y="14"/>
                    <a:pt x="67" y="14"/>
                  </a:cubicBezTo>
                  <a:cubicBezTo>
                    <a:pt x="67" y="14"/>
                    <a:pt x="67" y="14"/>
                    <a:pt x="67" y="14"/>
                  </a:cubicBezTo>
                  <a:cubicBezTo>
                    <a:pt x="67" y="14"/>
                    <a:pt x="67" y="14"/>
                    <a:pt x="67" y="14"/>
                  </a:cubicBezTo>
                  <a:cubicBezTo>
                    <a:pt x="67" y="26"/>
                    <a:pt x="67" y="26"/>
                    <a:pt x="67" y="26"/>
                  </a:cubicBezTo>
                  <a:cubicBezTo>
                    <a:pt x="38" y="26"/>
                    <a:pt x="38" y="26"/>
                    <a:pt x="38" y="26"/>
                  </a:cubicBezTo>
                  <a:cubicBezTo>
                    <a:pt x="38" y="14"/>
                    <a:pt x="38" y="14"/>
                    <a:pt x="38" y="14"/>
                  </a:cubicBezTo>
                  <a:cubicBezTo>
                    <a:pt x="45" y="14"/>
                    <a:pt x="45" y="14"/>
                    <a:pt x="45" y="14"/>
                  </a:cubicBezTo>
                  <a:close/>
                  <a:moveTo>
                    <a:pt x="100" y="134"/>
                  </a:moveTo>
                  <a:cubicBezTo>
                    <a:pt x="100" y="136"/>
                    <a:pt x="98" y="137"/>
                    <a:pt x="97" y="137"/>
                  </a:cubicBezTo>
                  <a:cubicBezTo>
                    <a:pt x="9" y="137"/>
                    <a:pt x="9" y="137"/>
                    <a:pt x="9" y="137"/>
                  </a:cubicBezTo>
                  <a:cubicBezTo>
                    <a:pt x="7" y="137"/>
                    <a:pt x="6" y="136"/>
                    <a:pt x="6" y="134"/>
                  </a:cubicBezTo>
                  <a:cubicBezTo>
                    <a:pt x="6" y="20"/>
                    <a:pt x="6" y="20"/>
                    <a:pt x="6" y="20"/>
                  </a:cubicBezTo>
                  <a:cubicBezTo>
                    <a:pt x="6" y="18"/>
                    <a:pt x="7" y="17"/>
                    <a:pt x="9" y="17"/>
                  </a:cubicBezTo>
                  <a:cubicBezTo>
                    <a:pt x="33" y="17"/>
                    <a:pt x="33" y="17"/>
                    <a:pt x="33" y="17"/>
                  </a:cubicBezTo>
                  <a:cubicBezTo>
                    <a:pt x="33" y="22"/>
                    <a:pt x="33" y="22"/>
                    <a:pt x="33" y="22"/>
                  </a:cubicBezTo>
                  <a:cubicBezTo>
                    <a:pt x="17" y="22"/>
                    <a:pt x="17" y="22"/>
                    <a:pt x="17" y="22"/>
                  </a:cubicBezTo>
                  <a:cubicBezTo>
                    <a:pt x="14" y="22"/>
                    <a:pt x="12" y="25"/>
                    <a:pt x="12" y="28"/>
                  </a:cubicBezTo>
                  <a:cubicBezTo>
                    <a:pt x="12" y="126"/>
                    <a:pt x="12" y="126"/>
                    <a:pt x="12" y="126"/>
                  </a:cubicBezTo>
                  <a:cubicBezTo>
                    <a:pt x="12" y="129"/>
                    <a:pt x="14" y="131"/>
                    <a:pt x="17" y="131"/>
                  </a:cubicBezTo>
                  <a:cubicBezTo>
                    <a:pt x="89" y="131"/>
                    <a:pt x="89" y="131"/>
                    <a:pt x="89" y="131"/>
                  </a:cubicBezTo>
                  <a:cubicBezTo>
                    <a:pt x="92" y="131"/>
                    <a:pt x="94" y="129"/>
                    <a:pt x="94" y="126"/>
                  </a:cubicBezTo>
                  <a:cubicBezTo>
                    <a:pt x="94" y="28"/>
                    <a:pt x="94" y="28"/>
                    <a:pt x="94" y="28"/>
                  </a:cubicBezTo>
                  <a:cubicBezTo>
                    <a:pt x="94" y="25"/>
                    <a:pt x="92" y="22"/>
                    <a:pt x="89" y="22"/>
                  </a:cubicBezTo>
                  <a:cubicBezTo>
                    <a:pt x="73" y="22"/>
                    <a:pt x="73" y="22"/>
                    <a:pt x="73" y="22"/>
                  </a:cubicBezTo>
                  <a:cubicBezTo>
                    <a:pt x="73" y="17"/>
                    <a:pt x="73" y="17"/>
                    <a:pt x="73" y="17"/>
                  </a:cubicBezTo>
                  <a:cubicBezTo>
                    <a:pt x="97" y="17"/>
                    <a:pt x="97" y="17"/>
                    <a:pt x="97" y="17"/>
                  </a:cubicBezTo>
                  <a:cubicBezTo>
                    <a:pt x="98" y="17"/>
                    <a:pt x="100" y="18"/>
                    <a:pt x="100" y="20"/>
                  </a:cubicBezTo>
                  <a:lnTo>
                    <a:pt x="100" y="134"/>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51" name="Google Shape;951;p52"/>
            <p:cNvSpPr/>
            <p:nvPr/>
          </p:nvSpPr>
          <p:spPr>
            <a:xfrm>
              <a:off x="3223037" y="2941437"/>
              <a:ext cx="114498" cy="15413"/>
            </a:xfrm>
            <a:custGeom>
              <a:avLst/>
              <a:gdLst/>
              <a:ahLst/>
              <a:cxnLst/>
              <a:rect l="l" t="t" r="r" b="b"/>
              <a:pathLst>
                <a:path w="44" h="6" extrusionOk="0">
                  <a:moveTo>
                    <a:pt x="3" y="6"/>
                  </a:moveTo>
                  <a:cubicBezTo>
                    <a:pt x="41" y="6"/>
                    <a:pt x="41" y="6"/>
                    <a:pt x="41" y="6"/>
                  </a:cubicBezTo>
                  <a:cubicBezTo>
                    <a:pt x="42" y="6"/>
                    <a:pt x="43" y="5"/>
                    <a:pt x="43" y="3"/>
                  </a:cubicBezTo>
                  <a:cubicBezTo>
                    <a:pt x="44" y="2"/>
                    <a:pt x="42" y="0"/>
                    <a:pt x="41" y="0"/>
                  </a:cubicBezTo>
                  <a:cubicBezTo>
                    <a:pt x="3" y="0"/>
                    <a:pt x="3" y="0"/>
                    <a:pt x="3" y="0"/>
                  </a:cubicBezTo>
                  <a:cubicBezTo>
                    <a:pt x="2" y="0"/>
                    <a:pt x="0" y="1"/>
                    <a:pt x="0" y="2"/>
                  </a:cubicBezTo>
                  <a:cubicBezTo>
                    <a:pt x="0" y="4"/>
                    <a:pt x="1" y="6"/>
                    <a:pt x="3" y="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52" name="Google Shape;952;p52"/>
            <p:cNvSpPr/>
            <p:nvPr/>
          </p:nvSpPr>
          <p:spPr>
            <a:xfrm>
              <a:off x="3223037" y="2972263"/>
              <a:ext cx="114498" cy="13211"/>
            </a:xfrm>
            <a:custGeom>
              <a:avLst/>
              <a:gdLst/>
              <a:ahLst/>
              <a:cxnLst/>
              <a:rect l="l" t="t" r="r" b="b"/>
              <a:pathLst>
                <a:path w="44" h="5" extrusionOk="0">
                  <a:moveTo>
                    <a:pt x="3" y="5"/>
                  </a:moveTo>
                  <a:cubicBezTo>
                    <a:pt x="41" y="5"/>
                    <a:pt x="41" y="5"/>
                    <a:pt x="41" y="5"/>
                  </a:cubicBezTo>
                  <a:cubicBezTo>
                    <a:pt x="42" y="5"/>
                    <a:pt x="43" y="4"/>
                    <a:pt x="43" y="3"/>
                  </a:cubicBezTo>
                  <a:cubicBezTo>
                    <a:pt x="44" y="1"/>
                    <a:pt x="42" y="0"/>
                    <a:pt x="41" y="0"/>
                  </a:cubicBezTo>
                  <a:cubicBezTo>
                    <a:pt x="3" y="0"/>
                    <a:pt x="3" y="0"/>
                    <a:pt x="3" y="0"/>
                  </a:cubicBezTo>
                  <a:cubicBezTo>
                    <a:pt x="2" y="0"/>
                    <a:pt x="0" y="1"/>
                    <a:pt x="0" y="2"/>
                  </a:cubicBezTo>
                  <a:cubicBezTo>
                    <a:pt x="0" y="4"/>
                    <a:pt x="1" y="5"/>
                    <a:pt x="3"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53" name="Google Shape;953;p52"/>
            <p:cNvSpPr/>
            <p:nvPr/>
          </p:nvSpPr>
          <p:spPr>
            <a:xfrm>
              <a:off x="3223037" y="3000887"/>
              <a:ext cx="80369" cy="15413"/>
            </a:xfrm>
            <a:custGeom>
              <a:avLst/>
              <a:gdLst/>
              <a:ahLst/>
              <a:cxnLst/>
              <a:rect l="l" t="t" r="r" b="b"/>
              <a:pathLst>
                <a:path w="31" h="6" extrusionOk="0">
                  <a:moveTo>
                    <a:pt x="28" y="0"/>
                  </a:moveTo>
                  <a:cubicBezTo>
                    <a:pt x="3" y="0"/>
                    <a:pt x="3" y="0"/>
                    <a:pt x="3" y="0"/>
                  </a:cubicBezTo>
                  <a:cubicBezTo>
                    <a:pt x="2" y="0"/>
                    <a:pt x="0" y="1"/>
                    <a:pt x="0" y="3"/>
                  </a:cubicBezTo>
                  <a:cubicBezTo>
                    <a:pt x="0" y="4"/>
                    <a:pt x="1" y="6"/>
                    <a:pt x="3" y="6"/>
                  </a:cubicBezTo>
                  <a:cubicBezTo>
                    <a:pt x="28" y="6"/>
                    <a:pt x="28" y="6"/>
                    <a:pt x="28" y="6"/>
                  </a:cubicBezTo>
                  <a:cubicBezTo>
                    <a:pt x="29" y="6"/>
                    <a:pt x="31" y="5"/>
                    <a:pt x="31" y="3"/>
                  </a:cubicBezTo>
                  <a:cubicBezTo>
                    <a:pt x="31" y="2"/>
                    <a:pt x="30" y="0"/>
                    <a:pt x="28"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54" name="Google Shape;954;p52"/>
            <p:cNvSpPr/>
            <p:nvPr/>
          </p:nvSpPr>
          <p:spPr>
            <a:xfrm>
              <a:off x="3219734" y="2802719"/>
              <a:ext cx="121103" cy="120002"/>
            </a:xfrm>
            <a:custGeom>
              <a:avLst/>
              <a:gdLst/>
              <a:ahLst/>
              <a:cxnLst/>
              <a:rect l="l" t="t" r="r" b="b"/>
              <a:pathLst>
                <a:path w="46" h="46" extrusionOk="0">
                  <a:moveTo>
                    <a:pt x="4" y="32"/>
                  </a:moveTo>
                  <a:cubicBezTo>
                    <a:pt x="14" y="32"/>
                    <a:pt x="14" y="32"/>
                    <a:pt x="14" y="32"/>
                  </a:cubicBezTo>
                  <a:cubicBezTo>
                    <a:pt x="14" y="42"/>
                    <a:pt x="14" y="42"/>
                    <a:pt x="14" y="42"/>
                  </a:cubicBezTo>
                  <a:cubicBezTo>
                    <a:pt x="14" y="44"/>
                    <a:pt x="16" y="46"/>
                    <a:pt x="19" y="46"/>
                  </a:cubicBezTo>
                  <a:cubicBezTo>
                    <a:pt x="27" y="46"/>
                    <a:pt x="27" y="46"/>
                    <a:pt x="27" y="46"/>
                  </a:cubicBezTo>
                  <a:cubicBezTo>
                    <a:pt x="30" y="46"/>
                    <a:pt x="32" y="44"/>
                    <a:pt x="32" y="42"/>
                  </a:cubicBezTo>
                  <a:cubicBezTo>
                    <a:pt x="32" y="32"/>
                    <a:pt x="32" y="32"/>
                    <a:pt x="32" y="32"/>
                  </a:cubicBezTo>
                  <a:cubicBezTo>
                    <a:pt x="41" y="32"/>
                    <a:pt x="41" y="32"/>
                    <a:pt x="41" y="32"/>
                  </a:cubicBezTo>
                  <a:cubicBezTo>
                    <a:pt x="44" y="32"/>
                    <a:pt x="46" y="30"/>
                    <a:pt x="46" y="28"/>
                  </a:cubicBezTo>
                  <a:cubicBezTo>
                    <a:pt x="46" y="19"/>
                    <a:pt x="46" y="19"/>
                    <a:pt x="46" y="19"/>
                  </a:cubicBezTo>
                  <a:cubicBezTo>
                    <a:pt x="46" y="16"/>
                    <a:pt x="44" y="14"/>
                    <a:pt x="41" y="14"/>
                  </a:cubicBezTo>
                  <a:cubicBezTo>
                    <a:pt x="32" y="14"/>
                    <a:pt x="32" y="14"/>
                    <a:pt x="32" y="14"/>
                  </a:cubicBezTo>
                  <a:cubicBezTo>
                    <a:pt x="32" y="5"/>
                    <a:pt x="32" y="5"/>
                    <a:pt x="32" y="5"/>
                  </a:cubicBezTo>
                  <a:cubicBezTo>
                    <a:pt x="32" y="2"/>
                    <a:pt x="30" y="0"/>
                    <a:pt x="27" y="0"/>
                  </a:cubicBezTo>
                  <a:cubicBezTo>
                    <a:pt x="19" y="0"/>
                    <a:pt x="19" y="0"/>
                    <a:pt x="19" y="0"/>
                  </a:cubicBezTo>
                  <a:cubicBezTo>
                    <a:pt x="16" y="0"/>
                    <a:pt x="14" y="2"/>
                    <a:pt x="14" y="5"/>
                  </a:cubicBezTo>
                  <a:cubicBezTo>
                    <a:pt x="14" y="15"/>
                    <a:pt x="14" y="15"/>
                    <a:pt x="14" y="15"/>
                  </a:cubicBezTo>
                  <a:cubicBezTo>
                    <a:pt x="4" y="15"/>
                    <a:pt x="4" y="15"/>
                    <a:pt x="4" y="15"/>
                  </a:cubicBezTo>
                  <a:cubicBezTo>
                    <a:pt x="2" y="15"/>
                    <a:pt x="0" y="17"/>
                    <a:pt x="0" y="19"/>
                  </a:cubicBezTo>
                  <a:cubicBezTo>
                    <a:pt x="0" y="28"/>
                    <a:pt x="0" y="28"/>
                    <a:pt x="0" y="28"/>
                  </a:cubicBezTo>
                  <a:cubicBezTo>
                    <a:pt x="0" y="30"/>
                    <a:pt x="2" y="32"/>
                    <a:pt x="4" y="32"/>
                  </a:cubicBezTo>
                  <a:close/>
                  <a:moveTo>
                    <a:pt x="5" y="20"/>
                  </a:moveTo>
                  <a:cubicBezTo>
                    <a:pt x="17" y="20"/>
                    <a:pt x="17" y="20"/>
                    <a:pt x="17" y="20"/>
                  </a:cubicBezTo>
                  <a:cubicBezTo>
                    <a:pt x="18" y="20"/>
                    <a:pt x="20" y="19"/>
                    <a:pt x="20" y="17"/>
                  </a:cubicBezTo>
                  <a:cubicBezTo>
                    <a:pt x="20" y="6"/>
                    <a:pt x="20" y="6"/>
                    <a:pt x="20" y="6"/>
                  </a:cubicBezTo>
                  <a:cubicBezTo>
                    <a:pt x="26" y="6"/>
                    <a:pt x="26" y="6"/>
                    <a:pt x="26" y="6"/>
                  </a:cubicBezTo>
                  <a:cubicBezTo>
                    <a:pt x="26" y="17"/>
                    <a:pt x="26" y="17"/>
                    <a:pt x="26" y="17"/>
                  </a:cubicBezTo>
                  <a:cubicBezTo>
                    <a:pt x="26" y="19"/>
                    <a:pt x="27" y="20"/>
                    <a:pt x="29" y="20"/>
                  </a:cubicBezTo>
                  <a:cubicBezTo>
                    <a:pt x="40" y="20"/>
                    <a:pt x="40" y="20"/>
                    <a:pt x="40" y="20"/>
                  </a:cubicBezTo>
                  <a:cubicBezTo>
                    <a:pt x="40" y="27"/>
                    <a:pt x="40" y="27"/>
                    <a:pt x="40" y="27"/>
                  </a:cubicBezTo>
                  <a:cubicBezTo>
                    <a:pt x="29" y="27"/>
                    <a:pt x="29" y="27"/>
                    <a:pt x="29" y="27"/>
                  </a:cubicBezTo>
                  <a:cubicBezTo>
                    <a:pt x="27" y="27"/>
                    <a:pt x="26" y="28"/>
                    <a:pt x="26" y="29"/>
                  </a:cubicBezTo>
                  <a:cubicBezTo>
                    <a:pt x="26" y="41"/>
                    <a:pt x="26" y="41"/>
                    <a:pt x="26" y="41"/>
                  </a:cubicBezTo>
                  <a:cubicBezTo>
                    <a:pt x="20" y="41"/>
                    <a:pt x="20" y="41"/>
                    <a:pt x="20" y="41"/>
                  </a:cubicBezTo>
                  <a:cubicBezTo>
                    <a:pt x="20" y="29"/>
                    <a:pt x="20" y="29"/>
                    <a:pt x="20" y="29"/>
                  </a:cubicBezTo>
                  <a:cubicBezTo>
                    <a:pt x="20" y="28"/>
                    <a:pt x="18" y="27"/>
                    <a:pt x="17" y="27"/>
                  </a:cubicBezTo>
                  <a:cubicBezTo>
                    <a:pt x="5" y="27"/>
                    <a:pt x="5" y="27"/>
                    <a:pt x="5" y="27"/>
                  </a:cubicBezTo>
                  <a:lnTo>
                    <a:pt x="5" y="20"/>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55" name="Google Shape;955;p52"/>
            <p:cNvSpPr/>
            <p:nvPr/>
          </p:nvSpPr>
          <p:spPr>
            <a:xfrm>
              <a:off x="3272579" y="2726755"/>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56" name="Google Shape;956;p52"/>
            <p:cNvSpPr/>
            <p:nvPr/>
          </p:nvSpPr>
          <p:spPr>
            <a:xfrm>
              <a:off x="3322122" y="3000887"/>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57" name="Google Shape;957;p52"/>
          <p:cNvGrpSpPr/>
          <p:nvPr/>
        </p:nvGrpSpPr>
        <p:grpSpPr>
          <a:xfrm>
            <a:off x="2391985" y="2655760"/>
            <a:ext cx="331957" cy="372778"/>
            <a:chOff x="2315864" y="2700333"/>
            <a:chExt cx="340190" cy="382023"/>
          </a:xfrm>
        </p:grpSpPr>
        <p:sp>
          <p:nvSpPr>
            <p:cNvPr id="958" name="Google Shape;958;p52"/>
            <p:cNvSpPr/>
            <p:nvPr/>
          </p:nvSpPr>
          <p:spPr>
            <a:xfrm>
              <a:off x="2315864" y="2705837"/>
              <a:ext cx="340190" cy="376519"/>
            </a:xfrm>
            <a:custGeom>
              <a:avLst/>
              <a:gdLst/>
              <a:ahLst/>
              <a:cxnLst/>
              <a:rect l="l" t="t" r="r" b="b"/>
              <a:pathLst>
                <a:path w="130" h="144" extrusionOk="0">
                  <a:moveTo>
                    <a:pt x="130" y="78"/>
                  </a:moveTo>
                  <a:cubicBezTo>
                    <a:pt x="130" y="70"/>
                    <a:pt x="122" y="62"/>
                    <a:pt x="113" y="63"/>
                  </a:cubicBezTo>
                  <a:cubicBezTo>
                    <a:pt x="105" y="63"/>
                    <a:pt x="99" y="70"/>
                    <a:pt x="99" y="78"/>
                  </a:cubicBezTo>
                  <a:cubicBezTo>
                    <a:pt x="98" y="86"/>
                    <a:pt x="104" y="93"/>
                    <a:pt x="111" y="94"/>
                  </a:cubicBezTo>
                  <a:cubicBezTo>
                    <a:pt x="111" y="100"/>
                    <a:pt x="111" y="100"/>
                    <a:pt x="111" y="100"/>
                  </a:cubicBezTo>
                  <a:cubicBezTo>
                    <a:pt x="111" y="119"/>
                    <a:pt x="97" y="135"/>
                    <a:pt x="78" y="137"/>
                  </a:cubicBezTo>
                  <a:cubicBezTo>
                    <a:pt x="57" y="138"/>
                    <a:pt x="39" y="121"/>
                    <a:pt x="39" y="101"/>
                  </a:cubicBezTo>
                  <a:cubicBezTo>
                    <a:pt x="39" y="96"/>
                    <a:pt x="39" y="96"/>
                    <a:pt x="39" y="96"/>
                  </a:cubicBezTo>
                  <a:cubicBezTo>
                    <a:pt x="58" y="95"/>
                    <a:pt x="73" y="78"/>
                    <a:pt x="73" y="59"/>
                  </a:cubicBezTo>
                  <a:cubicBezTo>
                    <a:pt x="73" y="54"/>
                    <a:pt x="73" y="54"/>
                    <a:pt x="73" y="54"/>
                  </a:cubicBezTo>
                  <a:cubicBezTo>
                    <a:pt x="73" y="53"/>
                    <a:pt x="72" y="52"/>
                    <a:pt x="71" y="51"/>
                  </a:cubicBezTo>
                  <a:cubicBezTo>
                    <a:pt x="69" y="51"/>
                    <a:pt x="67" y="52"/>
                    <a:pt x="67" y="54"/>
                  </a:cubicBezTo>
                  <a:cubicBezTo>
                    <a:pt x="67" y="59"/>
                    <a:pt x="67" y="59"/>
                    <a:pt x="67" y="59"/>
                  </a:cubicBezTo>
                  <a:cubicBezTo>
                    <a:pt x="67" y="76"/>
                    <a:pt x="54" y="91"/>
                    <a:pt x="36" y="91"/>
                  </a:cubicBezTo>
                  <a:cubicBezTo>
                    <a:pt x="36" y="91"/>
                    <a:pt x="36" y="91"/>
                    <a:pt x="36" y="91"/>
                  </a:cubicBezTo>
                  <a:cubicBezTo>
                    <a:pt x="28" y="91"/>
                    <a:pt x="20" y="87"/>
                    <a:pt x="14" y="82"/>
                  </a:cubicBezTo>
                  <a:cubicBezTo>
                    <a:pt x="8" y="76"/>
                    <a:pt x="5" y="68"/>
                    <a:pt x="5" y="59"/>
                  </a:cubicBezTo>
                  <a:cubicBezTo>
                    <a:pt x="5" y="15"/>
                    <a:pt x="5" y="15"/>
                    <a:pt x="5" y="15"/>
                  </a:cubicBezTo>
                  <a:cubicBezTo>
                    <a:pt x="5" y="13"/>
                    <a:pt x="7" y="12"/>
                    <a:pt x="8" y="12"/>
                  </a:cubicBezTo>
                  <a:cubicBezTo>
                    <a:pt x="15" y="12"/>
                    <a:pt x="15" y="12"/>
                    <a:pt x="15" y="12"/>
                  </a:cubicBezTo>
                  <a:cubicBezTo>
                    <a:pt x="16" y="15"/>
                    <a:pt x="20" y="18"/>
                    <a:pt x="24" y="18"/>
                  </a:cubicBezTo>
                  <a:cubicBezTo>
                    <a:pt x="28" y="17"/>
                    <a:pt x="32" y="14"/>
                    <a:pt x="32" y="9"/>
                  </a:cubicBezTo>
                  <a:cubicBezTo>
                    <a:pt x="33" y="4"/>
                    <a:pt x="28" y="0"/>
                    <a:pt x="23" y="0"/>
                  </a:cubicBezTo>
                  <a:cubicBezTo>
                    <a:pt x="20" y="0"/>
                    <a:pt x="16" y="2"/>
                    <a:pt x="15" y="6"/>
                  </a:cubicBezTo>
                  <a:cubicBezTo>
                    <a:pt x="8" y="6"/>
                    <a:pt x="8" y="6"/>
                    <a:pt x="8" y="6"/>
                  </a:cubicBezTo>
                  <a:cubicBezTo>
                    <a:pt x="4" y="6"/>
                    <a:pt x="0" y="10"/>
                    <a:pt x="0" y="15"/>
                  </a:cubicBezTo>
                  <a:cubicBezTo>
                    <a:pt x="0" y="59"/>
                    <a:pt x="0" y="59"/>
                    <a:pt x="0" y="59"/>
                  </a:cubicBezTo>
                  <a:cubicBezTo>
                    <a:pt x="0" y="69"/>
                    <a:pt x="3" y="78"/>
                    <a:pt x="10" y="85"/>
                  </a:cubicBezTo>
                  <a:cubicBezTo>
                    <a:pt x="17" y="92"/>
                    <a:pt x="25" y="95"/>
                    <a:pt x="34" y="96"/>
                  </a:cubicBezTo>
                  <a:cubicBezTo>
                    <a:pt x="34" y="100"/>
                    <a:pt x="34" y="100"/>
                    <a:pt x="34" y="100"/>
                  </a:cubicBezTo>
                  <a:cubicBezTo>
                    <a:pt x="34" y="122"/>
                    <a:pt x="51" y="141"/>
                    <a:pt x="73" y="142"/>
                  </a:cubicBezTo>
                  <a:cubicBezTo>
                    <a:pt x="97" y="144"/>
                    <a:pt x="117" y="124"/>
                    <a:pt x="117" y="101"/>
                  </a:cubicBezTo>
                  <a:cubicBezTo>
                    <a:pt x="117" y="94"/>
                    <a:pt x="117" y="94"/>
                    <a:pt x="117" y="94"/>
                  </a:cubicBezTo>
                  <a:cubicBezTo>
                    <a:pt x="124" y="93"/>
                    <a:pt x="130" y="86"/>
                    <a:pt x="130" y="78"/>
                  </a:cubicBezTo>
                  <a:close/>
                  <a:moveTo>
                    <a:pt x="23" y="5"/>
                  </a:moveTo>
                  <a:cubicBezTo>
                    <a:pt x="25" y="5"/>
                    <a:pt x="27" y="7"/>
                    <a:pt x="27" y="9"/>
                  </a:cubicBezTo>
                  <a:cubicBezTo>
                    <a:pt x="27" y="10"/>
                    <a:pt x="25" y="12"/>
                    <a:pt x="23" y="12"/>
                  </a:cubicBezTo>
                  <a:cubicBezTo>
                    <a:pt x="22" y="12"/>
                    <a:pt x="20" y="10"/>
                    <a:pt x="20" y="9"/>
                  </a:cubicBezTo>
                  <a:cubicBezTo>
                    <a:pt x="20" y="7"/>
                    <a:pt x="22" y="5"/>
                    <a:pt x="23" y="5"/>
                  </a:cubicBezTo>
                  <a:close/>
                  <a:moveTo>
                    <a:pt x="114" y="89"/>
                  </a:moveTo>
                  <a:cubicBezTo>
                    <a:pt x="109" y="89"/>
                    <a:pt x="104" y="84"/>
                    <a:pt x="104" y="79"/>
                  </a:cubicBezTo>
                  <a:cubicBezTo>
                    <a:pt x="104" y="73"/>
                    <a:pt x="109" y="68"/>
                    <a:pt x="114" y="68"/>
                  </a:cubicBezTo>
                  <a:cubicBezTo>
                    <a:pt x="120" y="68"/>
                    <a:pt x="124" y="73"/>
                    <a:pt x="124" y="79"/>
                  </a:cubicBezTo>
                  <a:cubicBezTo>
                    <a:pt x="124" y="84"/>
                    <a:pt x="120" y="89"/>
                    <a:pt x="114" y="8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59" name="Google Shape;959;p52"/>
            <p:cNvSpPr/>
            <p:nvPr/>
          </p:nvSpPr>
          <p:spPr>
            <a:xfrm>
              <a:off x="2418251" y="2700333"/>
              <a:ext cx="89176" cy="91378"/>
            </a:xfrm>
            <a:custGeom>
              <a:avLst/>
              <a:gdLst/>
              <a:ahLst/>
              <a:cxnLst/>
              <a:rect l="l" t="t" r="r" b="b"/>
              <a:pathLst>
                <a:path w="34" h="35" extrusionOk="0">
                  <a:moveTo>
                    <a:pt x="11" y="20"/>
                  </a:moveTo>
                  <a:cubicBezTo>
                    <a:pt x="14" y="20"/>
                    <a:pt x="18" y="17"/>
                    <a:pt x="19" y="14"/>
                  </a:cubicBezTo>
                  <a:cubicBezTo>
                    <a:pt x="26" y="14"/>
                    <a:pt x="26" y="14"/>
                    <a:pt x="26" y="14"/>
                  </a:cubicBezTo>
                  <a:cubicBezTo>
                    <a:pt x="27" y="14"/>
                    <a:pt x="28" y="15"/>
                    <a:pt x="28" y="16"/>
                  </a:cubicBezTo>
                  <a:cubicBezTo>
                    <a:pt x="28" y="31"/>
                    <a:pt x="28" y="31"/>
                    <a:pt x="28" y="31"/>
                  </a:cubicBezTo>
                  <a:cubicBezTo>
                    <a:pt x="28" y="32"/>
                    <a:pt x="29" y="33"/>
                    <a:pt x="30" y="34"/>
                  </a:cubicBezTo>
                  <a:cubicBezTo>
                    <a:pt x="32" y="35"/>
                    <a:pt x="34" y="33"/>
                    <a:pt x="34" y="31"/>
                  </a:cubicBezTo>
                  <a:cubicBezTo>
                    <a:pt x="34" y="16"/>
                    <a:pt x="34" y="16"/>
                    <a:pt x="34" y="16"/>
                  </a:cubicBezTo>
                  <a:cubicBezTo>
                    <a:pt x="34" y="12"/>
                    <a:pt x="31" y="8"/>
                    <a:pt x="26" y="8"/>
                  </a:cubicBezTo>
                  <a:cubicBezTo>
                    <a:pt x="19" y="8"/>
                    <a:pt x="19" y="8"/>
                    <a:pt x="19" y="8"/>
                  </a:cubicBezTo>
                  <a:cubicBezTo>
                    <a:pt x="17" y="3"/>
                    <a:pt x="12" y="0"/>
                    <a:pt x="6" y="3"/>
                  </a:cubicBezTo>
                  <a:cubicBezTo>
                    <a:pt x="5" y="4"/>
                    <a:pt x="4" y="5"/>
                    <a:pt x="3" y="7"/>
                  </a:cubicBezTo>
                  <a:cubicBezTo>
                    <a:pt x="0" y="13"/>
                    <a:pt x="4" y="20"/>
                    <a:pt x="11" y="20"/>
                  </a:cubicBezTo>
                  <a:close/>
                  <a:moveTo>
                    <a:pt x="11" y="7"/>
                  </a:moveTo>
                  <a:cubicBezTo>
                    <a:pt x="12" y="7"/>
                    <a:pt x="14" y="9"/>
                    <a:pt x="14" y="11"/>
                  </a:cubicBezTo>
                  <a:cubicBezTo>
                    <a:pt x="14" y="12"/>
                    <a:pt x="12" y="14"/>
                    <a:pt x="11" y="14"/>
                  </a:cubicBezTo>
                  <a:cubicBezTo>
                    <a:pt x="9" y="14"/>
                    <a:pt x="7" y="12"/>
                    <a:pt x="7" y="11"/>
                  </a:cubicBezTo>
                  <a:cubicBezTo>
                    <a:pt x="7" y="9"/>
                    <a:pt x="9" y="7"/>
                    <a:pt x="11" y="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60" name="Google Shape;960;p52"/>
            <p:cNvSpPr/>
            <p:nvPr/>
          </p:nvSpPr>
          <p:spPr>
            <a:xfrm>
              <a:off x="2494216" y="2807123"/>
              <a:ext cx="13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61" name="Google Shape;961;p52"/>
            <p:cNvSpPr/>
            <p:nvPr/>
          </p:nvSpPr>
          <p:spPr>
            <a:xfrm>
              <a:off x="2606512" y="2904005"/>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62" name="Google Shape;962;p52"/>
          <p:cNvGrpSpPr/>
          <p:nvPr/>
        </p:nvGrpSpPr>
        <p:grpSpPr>
          <a:xfrm>
            <a:off x="1624936" y="2661131"/>
            <a:ext cx="326586" cy="362036"/>
            <a:chOff x="1545207" y="2705837"/>
            <a:chExt cx="334685" cy="371015"/>
          </a:xfrm>
        </p:grpSpPr>
        <p:sp>
          <p:nvSpPr>
            <p:cNvPr id="963" name="Google Shape;963;p52"/>
            <p:cNvSpPr/>
            <p:nvPr/>
          </p:nvSpPr>
          <p:spPr>
            <a:xfrm>
              <a:off x="1545207" y="2705837"/>
              <a:ext cx="334685" cy="371015"/>
            </a:xfrm>
            <a:custGeom>
              <a:avLst/>
              <a:gdLst/>
              <a:ahLst/>
              <a:cxnLst/>
              <a:rect l="l" t="t" r="r" b="b"/>
              <a:pathLst>
                <a:path w="128" h="142" extrusionOk="0">
                  <a:moveTo>
                    <a:pt x="121" y="68"/>
                  </a:moveTo>
                  <a:cubicBezTo>
                    <a:pt x="121" y="26"/>
                    <a:pt x="121" y="26"/>
                    <a:pt x="121" y="26"/>
                  </a:cubicBezTo>
                  <a:cubicBezTo>
                    <a:pt x="121" y="25"/>
                    <a:pt x="120" y="24"/>
                    <a:pt x="120" y="24"/>
                  </a:cubicBezTo>
                  <a:cubicBezTo>
                    <a:pt x="97" y="1"/>
                    <a:pt x="97" y="1"/>
                    <a:pt x="97" y="1"/>
                  </a:cubicBezTo>
                  <a:cubicBezTo>
                    <a:pt x="96" y="0"/>
                    <a:pt x="96" y="0"/>
                    <a:pt x="95" y="0"/>
                  </a:cubicBezTo>
                  <a:cubicBezTo>
                    <a:pt x="72" y="0"/>
                    <a:pt x="72" y="0"/>
                    <a:pt x="72" y="0"/>
                  </a:cubicBezTo>
                  <a:cubicBezTo>
                    <a:pt x="71" y="0"/>
                    <a:pt x="70" y="1"/>
                    <a:pt x="70" y="2"/>
                  </a:cubicBezTo>
                  <a:cubicBezTo>
                    <a:pt x="69" y="4"/>
                    <a:pt x="71" y="5"/>
                    <a:pt x="72" y="5"/>
                  </a:cubicBezTo>
                  <a:cubicBezTo>
                    <a:pt x="90" y="5"/>
                    <a:pt x="90" y="5"/>
                    <a:pt x="90" y="5"/>
                  </a:cubicBezTo>
                  <a:cubicBezTo>
                    <a:pt x="90" y="22"/>
                    <a:pt x="90" y="22"/>
                    <a:pt x="90" y="22"/>
                  </a:cubicBezTo>
                  <a:cubicBezTo>
                    <a:pt x="90" y="27"/>
                    <a:pt x="94" y="31"/>
                    <a:pt x="98" y="31"/>
                  </a:cubicBezTo>
                  <a:cubicBezTo>
                    <a:pt x="115" y="31"/>
                    <a:pt x="115" y="31"/>
                    <a:pt x="115" y="31"/>
                  </a:cubicBezTo>
                  <a:cubicBezTo>
                    <a:pt x="115" y="68"/>
                    <a:pt x="115" y="68"/>
                    <a:pt x="115" y="68"/>
                  </a:cubicBezTo>
                  <a:cubicBezTo>
                    <a:pt x="48" y="68"/>
                    <a:pt x="48" y="68"/>
                    <a:pt x="48" y="68"/>
                  </a:cubicBezTo>
                  <a:cubicBezTo>
                    <a:pt x="47" y="68"/>
                    <a:pt x="47" y="67"/>
                    <a:pt x="46" y="66"/>
                  </a:cubicBezTo>
                  <a:cubicBezTo>
                    <a:pt x="42" y="60"/>
                    <a:pt x="42" y="60"/>
                    <a:pt x="42" y="60"/>
                  </a:cubicBezTo>
                  <a:cubicBezTo>
                    <a:pt x="41" y="57"/>
                    <a:pt x="38" y="56"/>
                    <a:pt x="35" y="56"/>
                  </a:cubicBezTo>
                  <a:cubicBezTo>
                    <a:pt x="12" y="56"/>
                    <a:pt x="12" y="56"/>
                    <a:pt x="12" y="56"/>
                  </a:cubicBezTo>
                  <a:cubicBezTo>
                    <a:pt x="12" y="8"/>
                    <a:pt x="12" y="8"/>
                    <a:pt x="12" y="8"/>
                  </a:cubicBezTo>
                  <a:cubicBezTo>
                    <a:pt x="12" y="7"/>
                    <a:pt x="14" y="5"/>
                    <a:pt x="15" y="5"/>
                  </a:cubicBezTo>
                  <a:cubicBezTo>
                    <a:pt x="47" y="5"/>
                    <a:pt x="47" y="5"/>
                    <a:pt x="47" y="5"/>
                  </a:cubicBezTo>
                  <a:cubicBezTo>
                    <a:pt x="48" y="5"/>
                    <a:pt x="50" y="5"/>
                    <a:pt x="50" y="3"/>
                  </a:cubicBezTo>
                  <a:cubicBezTo>
                    <a:pt x="50" y="1"/>
                    <a:pt x="49" y="0"/>
                    <a:pt x="47" y="0"/>
                  </a:cubicBezTo>
                  <a:cubicBezTo>
                    <a:pt x="15" y="0"/>
                    <a:pt x="15" y="0"/>
                    <a:pt x="15" y="0"/>
                  </a:cubicBezTo>
                  <a:cubicBezTo>
                    <a:pt x="11" y="0"/>
                    <a:pt x="7" y="4"/>
                    <a:pt x="7" y="8"/>
                  </a:cubicBezTo>
                  <a:cubicBezTo>
                    <a:pt x="7" y="56"/>
                    <a:pt x="7" y="56"/>
                    <a:pt x="7" y="56"/>
                  </a:cubicBezTo>
                  <a:cubicBezTo>
                    <a:pt x="3" y="57"/>
                    <a:pt x="0" y="60"/>
                    <a:pt x="0" y="64"/>
                  </a:cubicBezTo>
                  <a:cubicBezTo>
                    <a:pt x="0" y="135"/>
                    <a:pt x="0" y="135"/>
                    <a:pt x="0" y="135"/>
                  </a:cubicBezTo>
                  <a:cubicBezTo>
                    <a:pt x="0" y="139"/>
                    <a:pt x="3" y="142"/>
                    <a:pt x="8" y="142"/>
                  </a:cubicBezTo>
                  <a:cubicBezTo>
                    <a:pt x="120" y="142"/>
                    <a:pt x="120" y="142"/>
                    <a:pt x="120" y="142"/>
                  </a:cubicBezTo>
                  <a:cubicBezTo>
                    <a:pt x="124" y="142"/>
                    <a:pt x="128" y="139"/>
                    <a:pt x="128" y="135"/>
                  </a:cubicBezTo>
                  <a:cubicBezTo>
                    <a:pt x="128" y="75"/>
                    <a:pt x="128" y="75"/>
                    <a:pt x="128" y="75"/>
                  </a:cubicBezTo>
                  <a:cubicBezTo>
                    <a:pt x="128" y="71"/>
                    <a:pt x="125" y="68"/>
                    <a:pt x="121" y="68"/>
                  </a:cubicBezTo>
                  <a:close/>
                  <a:moveTo>
                    <a:pt x="96" y="22"/>
                  </a:moveTo>
                  <a:cubicBezTo>
                    <a:pt x="96" y="7"/>
                    <a:pt x="96" y="7"/>
                    <a:pt x="96" y="7"/>
                  </a:cubicBezTo>
                  <a:cubicBezTo>
                    <a:pt x="113" y="25"/>
                    <a:pt x="113" y="25"/>
                    <a:pt x="113" y="25"/>
                  </a:cubicBezTo>
                  <a:cubicBezTo>
                    <a:pt x="98" y="25"/>
                    <a:pt x="98" y="25"/>
                    <a:pt x="98" y="25"/>
                  </a:cubicBezTo>
                  <a:cubicBezTo>
                    <a:pt x="97" y="25"/>
                    <a:pt x="96" y="24"/>
                    <a:pt x="96" y="22"/>
                  </a:cubicBezTo>
                  <a:close/>
                  <a:moveTo>
                    <a:pt x="122" y="135"/>
                  </a:moveTo>
                  <a:cubicBezTo>
                    <a:pt x="122" y="136"/>
                    <a:pt x="121" y="137"/>
                    <a:pt x="120" y="137"/>
                  </a:cubicBezTo>
                  <a:cubicBezTo>
                    <a:pt x="8" y="137"/>
                    <a:pt x="8" y="137"/>
                    <a:pt x="8" y="137"/>
                  </a:cubicBezTo>
                  <a:cubicBezTo>
                    <a:pt x="7" y="137"/>
                    <a:pt x="6" y="136"/>
                    <a:pt x="6" y="135"/>
                  </a:cubicBezTo>
                  <a:cubicBezTo>
                    <a:pt x="6" y="64"/>
                    <a:pt x="6" y="64"/>
                    <a:pt x="6" y="64"/>
                  </a:cubicBezTo>
                  <a:cubicBezTo>
                    <a:pt x="6" y="63"/>
                    <a:pt x="7" y="62"/>
                    <a:pt x="8" y="62"/>
                  </a:cubicBezTo>
                  <a:cubicBezTo>
                    <a:pt x="35" y="62"/>
                    <a:pt x="35" y="62"/>
                    <a:pt x="35" y="62"/>
                  </a:cubicBezTo>
                  <a:cubicBezTo>
                    <a:pt x="36" y="62"/>
                    <a:pt x="37" y="62"/>
                    <a:pt x="37" y="63"/>
                  </a:cubicBezTo>
                  <a:cubicBezTo>
                    <a:pt x="42" y="69"/>
                    <a:pt x="42" y="69"/>
                    <a:pt x="42" y="69"/>
                  </a:cubicBezTo>
                  <a:cubicBezTo>
                    <a:pt x="43" y="72"/>
                    <a:pt x="45" y="73"/>
                    <a:pt x="48" y="73"/>
                  </a:cubicBezTo>
                  <a:cubicBezTo>
                    <a:pt x="120" y="73"/>
                    <a:pt x="120" y="73"/>
                    <a:pt x="120" y="73"/>
                  </a:cubicBezTo>
                  <a:cubicBezTo>
                    <a:pt x="121" y="73"/>
                    <a:pt x="122" y="74"/>
                    <a:pt x="122" y="75"/>
                  </a:cubicBezTo>
                  <a:cubicBezTo>
                    <a:pt x="122" y="135"/>
                    <a:pt x="122" y="135"/>
                    <a:pt x="122" y="13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64" name="Google Shape;964;p52"/>
            <p:cNvSpPr/>
            <p:nvPr/>
          </p:nvSpPr>
          <p:spPr>
            <a:xfrm>
              <a:off x="1649797" y="2920519"/>
              <a:ext cx="125507" cy="125506"/>
            </a:xfrm>
            <a:custGeom>
              <a:avLst/>
              <a:gdLst/>
              <a:ahLst/>
              <a:cxnLst/>
              <a:rect l="l" t="t" r="r" b="b"/>
              <a:pathLst>
                <a:path w="48" h="48" extrusionOk="0">
                  <a:moveTo>
                    <a:pt x="43" y="15"/>
                  </a:moveTo>
                  <a:cubicBezTo>
                    <a:pt x="33" y="15"/>
                    <a:pt x="33" y="15"/>
                    <a:pt x="33" y="15"/>
                  </a:cubicBezTo>
                  <a:cubicBezTo>
                    <a:pt x="33" y="5"/>
                    <a:pt x="33" y="5"/>
                    <a:pt x="33" y="5"/>
                  </a:cubicBezTo>
                  <a:cubicBezTo>
                    <a:pt x="33" y="2"/>
                    <a:pt x="31" y="0"/>
                    <a:pt x="28" y="0"/>
                  </a:cubicBezTo>
                  <a:cubicBezTo>
                    <a:pt x="20" y="0"/>
                    <a:pt x="20" y="0"/>
                    <a:pt x="20" y="0"/>
                  </a:cubicBezTo>
                  <a:cubicBezTo>
                    <a:pt x="17" y="0"/>
                    <a:pt x="15" y="2"/>
                    <a:pt x="15" y="5"/>
                  </a:cubicBezTo>
                  <a:cubicBezTo>
                    <a:pt x="15" y="15"/>
                    <a:pt x="15" y="15"/>
                    <a:pt x="15" y="15"/>
                  </a:cubicBezTo>
                  <a:cubicBezTo>
                    <a:pt x="5" y="15"/>
                    <a:pt x="5" y="15"/>
                    <a:pt x="5" y="15"/>
                  </a:cubicBezTo>
                  <a:cubicBezTo>
                    <a:pt x="2" y="15"/>
                    <a:pt x="0" y="17"/>
                    <a:pt x="0" y="20"/>
                  </a:cubicBezTo>
                  <a:cubicBezTo>
                    <a:pt x="0" y="28"/>
                    <a:pt x="0" y="28"/>
                    <a:pt x="0" y="28"/>
                  </a:cubicBezTo>
                  <a:cubicBezTo>
                    <a:pt x="0" y="30"/>
                    <a:pt x="2" y="33"/>
                    <a:pt x="5" y="33"/>
                  </a:cubicBezTo>
                  <a:cubicBezTo>
                    <a:pt x="15" y="33"/>
                    <a:pt x="15" y="33"/>
                    <a:pt x="15" y="33"/>
                  </a:cubicBezTo>
                  <a:cubicBezTo>
                    <a:pt x="15" y="43"/>
                    <a:pt x="15" y="43"/>
                    <a:pt x="15" y="43"/>
                  </a:cubicBezTo>
                  <a:cubicBezTo>
                    <a:pt x="15" y="46"/>
                    <a:pt x="17" y="48"/>
                    <a:pt x="20" y="48"/>
                  </a:cubicBezTo>
                  <a:cubicBezTo>
                    <a:pt x="28" y="48"/>
                    <a:pt x="28" y="48"/>
                    <a:pt x="28" y="48"/>
                  </a:cubicBezTo>
                  <a:cubicBezTo>
                    <a:pt x="31" y="48"/>
                    <a:pt x="33" y="46"/>
                    <a:pt x="33" y="43"/>
                  </a:cubicBezTo>
                  <a:cubicBezTo>
                    <a:pt x="33" y="33"/>
                    <a:pt x="33" y="33"/>
                    <a:pt x="33" y="33"/>
                  </a:cubicBezTo>
                  <a:cubicBezTo>
                    <a:pt x="43" y="33"/>
                    <a:pt x="43" y="33"/>
                    <a:pt x="43" y="33"/>
                  </a:cubicBezTo>
                  <a:cubicBezTo>
                    <a:pt x="46" y="33"/>
                    <a:pt x="48" y="30"/>
                    <a:pt x="48" y="28"/>
                  </a:cubicBezTo>
                  <a:cubicBezTo>
                    <a:pt x="48" y="20"/>
                    <a:pt x="48" y="20"/>
                    <a:pt x="48" y="20"/>
                  </a:cubicBezTo>
                  <a:cubicBezTo>
                    <a:pt x="48" y="17"/>
                    <a:pt x="46" y="15"/>
                    <a:pt x="43" y="15"/>
                  </a:cubicBezTo>
                  <a:close/>
                  <a:moveTo>
                    <a:pt x="42" y="27"/>
                  </a:moveTo>
                  <a:cubicBezTo>
                    <a:pt x="30" y="27"/>
                    <a:pt x="30" y="27"/>
                    <a:pt x="30" y="27"/>
                  </a:cubicBezTo>
                  <a:cubicBezTo>
                    <a:pt x="28" y="27"/>
                    <a:pt x="27" y="28"/>
                    <a:pt x="27" y="30"/>
                  </a:cubicBezTo>
                  <a:cubicBezTo>
                    <a:pt x="27" y="42"/>
                    <a:pt x="27" y="42"/>
                    <a:pt x="27" y="42"/>
                  </a:cubicBezTo>
                  <a:cubicBezTo>
                    <a:pt x="21" y="42"/>
                    <a:pt x="21" y="42"/>
                    <a:pt x="21" y="42"/>
                  </a:cubicBezTo>
                  <a:cubicBezTo>
                    <a:pt x="21" y="30"/>
                    <a:pt x="21" y="30"/>
                    <a:pt x="21" y="30"/>
                  </a:cubicBezTo>
                  <a:cubicBezTo>
                    <a:pt x="21" y="28"/>
                    <a:pt x="19" y="27"/>
                    <a:pt x="18" y="27"/>
                  </a:cubicBezTo>
                  <a:cubicBezTo>
                    <a:pt x="6" y="27"/>
                    <a:pt x="6" y="27"/>
                    <a:pt x="6" y="27"/>
                  </a:cubicBezTo>
                  <a:cubicBezTo>
                    <a:pt x="6" y="21"/>
                    <a:pt x="6" y="21"/>
                    <a:pt x="6" y="21"/>
                  </a:cubicBezTo>
                  <a:cubicBezTo>
                    <a:pt x="18" y="21"/>
                    <a:pt x="18" y="21"/>
                    <a:pt x="18" y="21"/>
                  </a:cubicBezTo>
                  <a:cubicBezTo>
                    <a:pt x="19" y="21"/>
                    <a:pt x="21" y="19"/>
                    <a:pt x="21" y="18"/>
                  </a:cubicBezTo>
                  <a:cubicBezTo>
                    <a:pt x="21" y="6"/>
                    <a:pt x="21" y="6"/>
                    <a:pt x="21" y="6"/>
                  </a:cubicBezTo>
                  <a:cubicBezTo>
                    <a:pt x="27" y="6"/>
                    <a:pt x="27" y="6"/>
                    <a:pt x="27" y="6"/>
                  </a:cubicBezTo>
                  <a:cubicBezTo>
                    <a:pt x="27" y="18"/>
                    <a:pt x="27" y="18"/>
                    <a:pt x="27" y="18"/>
                  </a:cubicBezTo>
                  <a:cubicBezTo>
                    <a:pt x="27" y="19"/>
                    <a:pt x="28" y="21"/>
                    <a:pt x="30" y="21"/>
                  </a:cubicBezTo>
                  <a:cubicBezTo>
                    <a:pt x="42" y="21"/>
                    <a:pt x="42" y="21"/>
                    <a:pt x="42" y="21"/>
                  </a:cubicBezTo>
                  <a:cubicBezTo>
                    <a:pt x="42" y="27"/>
                    <a:pt x="42" y="27"/>
                    <a:pt x="42" y="2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65" name="Google Shape;965;p52"/>
            <p:cNvSpPr/>
            <p:nvPr/>
          </p:nvSpPr>
          <p:spPr>
            <a:xfrm>
              <a:off x="1694935" y="2705837"/>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66" name="Google Shape;966;p52"/>
          <p:cNvGrpSpPr/>
          <p:nvPr/>
        </p:nvGrpSpPr>
        <p:grpSpPr>
          <a:xfrm>
            <a:off x="808471" y="2073494"/>
            <a:ext cx="374929" cy="367408"/>
            <a:chOff x="715100" y="2103626"/>
            <a:chExt cx="384227" cy="376519"/>
          </a:xfrm>
        </p:grpSpPr>
        <p:sp>
          <p:nvSpPr>
            <p:cNvPr id="967" name="Google Shape;967;p52"/>
            <p:cNvSpPr/>
            <p:nvPr/>
          </p:nvSpPr>
          <p:spPr>
            <a:xfrm>
              <a:off x="715100" y="2103626"/>
              <a:ext cx="384227" cy="376519"/>
            </a:xfrm>
            <a:custGeom>
              <a:avLst/>
              <a:gdLst/>
              <a:ahLst/>
              <a:cxnLst/>
              <a:rect l="l" t="t" r="r" b="b"/>
              <a:pathLst>
                <a:path w="147" h="144" extrusionOk="0">
                  <a:moveTo>
                    <a:pt x="139" y="45"/>
                  </a:moveTo>
                  <a:cubicBezTo>
                    <a:pt x="147" y="37"/>
                    <a:pt x="147" y="23"/>
                    <a:pt x="139" y="14"/>
                  </a:cubicBezTo>
                  <a:cubicBezTo>
                    <a:pt x="133" y="8"/>
                    <a:pt x="133" y="8"/>
                    <a:pt x="133" y="8"/>
                  </a:cubicBezTo>
                  <a:cubicBezTo>
                    <a:pt x="124" y="0"/>
                    <a:pt x="110" y="0"/>
                    <a:pt x="102" y="8"/>
                  </a:cubicBezTo>
                  <a:cubicBezTo>
                    <a:pt x="102" y="9"/>
                    <a:pt x="102" y="9"/>
                    <a:pt x="102" y="9"/>
                  </a:cubicBezTo>
                  <a:cubicBezTo>
                    <a:pt x="93" y="4"/>
                    <a:pt x="82" y="5"/>
                    <a:pt x="75" y="12"/>
                  </a:cubicBezTo>
                  <a:cubicBezTo>
                    <a:pt x="13" y="74"/>
                    <a:pt x="13" y="74"/>
                    <a:pt x="13" y="74"/>
                  </a:cubicBezTo>
                  <a:cubicBezTo>
                    <a:pt x="5" y="81"/>
                    <a:pt x="4" y="92"/>
                    <a:pt x="9" y="101"/>
                  </a:cubicBezTo>
                  <a:cubicBezTo>
                    <a:pt x="9" y="101"/>
                    <a:pt x="9" y="101"/>
                    <a:pt x="9" y="101"/>
                  </a:cubicBezTo>
                  <a:cubicBezTo>
                    <a:pt x="0" y="110"/>
                    <a:pt x="0" y="123"/>
                    <a:pt x="9" y="132"/>
                  </a:cubicBezTo>
                  <a:cubicBezTo>
                    <a:pt x="15" y="138"/>
                    <a:pt x="15" y="138"/>
                    <a:pt x="15" y="138"/>
                  </a:cubicBezTo>
                  <a:cubicBezTo>
                    <a:pt x="19" y="142"/>
                    <a:pt x="25" y="144"/>
                    <a:pt x="30" y="144"/>
                  </a:cubicBezTo>
                  <a:cubicBezTo>
                    <a:pt x="36" y="144"/>
                    <a:pt x="42" y="142"/>
                    <a:pt x="46" y="138"/>
                  </a:cubicBezTo>
                  <a:cubicBezTo>
                    <a:pt x="46" y="138"/>
                    <a:pt x="46" y="138"/>
                    <a:pt x="46" y="138"/>
                  </a:cubicBezTo>
                  <a:cubicBezTo>
                    <a:pt x="50" y="140"/>
                    <a:pt x="53" y="141"/>
                    <a:pt x="57" y="141"/>
                  </a:cubicBezTo>
                  <a:cubicBezTo>
                    <a:pt x="63" y="141"/>
                    <a:pt x="68" y="139"/>
                    <a:pt x="73" y="134"/>
                  </a:cubicBezTo>
                  <a:cubicBezTo>
                    <a:pt x="95" y="112"/>
                    <a:pt x="95" y="112"/>
                    <a:pt x="95" y="112"/>
                  </a:cubicBezTo>
                  <a:cubicBezTo>
                    <a:pt x="96" y="111"/>
                    <a:pt x="96" y="109"/>
                    <a:pt x="95" y="108"/>
                  </a:cubicBezTo>
                  <a:cubicBezTo>
                    <a:pt x="94" y="107"/>
                    <a:pt x="92" y="107"/>
                    <a:pt x="91" y="108"/>
                  </a:cubicBezTo>
                  <a:cubicBezTo>
                    <a:pt x="69" y="130"/>
                    <a:pt x="69" y="130"/>
                    <a:pt x="69" y="130"/>
                  </a:cubicBezTo>
                  <a:cubicBezTo>
                    <a:pt x="62" y="137"/>
                    <a:pt x="52" y="137"/>
                    <a:pt x="46" y="130"/>
                  </a:cubicBezTo>
                  <a:cubicBezTo>
                    <a:pt x="16" y="101"/>
                    <a:pt x="16" y="101"/>
                    <a:pt x="16" y="101"/>
                  </a:cubicBezTo>
                  <a:cubicBezTo>
                    <a:pt x="10" y="95"/>
                    <a:pt x="10" y="84"/>
                    <a:pt x="16" y="78"/>
                  </a:cubicBezTo>
                  <a:cubicBezTo>
                    <a:pt x="79" y="16"/>
                    <a:pt x="79" y="16"/>
                    <a:pt x="79" y="16"/>
                  </a:cubicBezTo>
                  <a:cubicBezTo>
                    <a:pt x="85" y="9"/>
                    <a:pt x="95" y="9"/>
                    <a:pt x="102" y="16"/>
                  </a:cubicBezTo>
                  <a:cubicBezTo>
                    <a:pt x="131" y="45"/>
                    <a:pt x="131" y="45"/>
                    <a:pt x="131" y="45"/>
                  </a:cubicBezTo>
                  <a:cubicBezTo>
                    <a:pt x="137" y="51"/>
                    <a:pt x="137" y="62"/>
                    <a:pt x="131" y="68"/>
                  </a:cubicBezTo>
                  <a:cubicBezTo>
                    <a:pt x="109" y="90"/>
                    <a:pt x="109" y="90"/>
                    <a:pt x="109" y="90"/>
                  </a:cubicBezTo>
                  <a:cubicBezTo>
                    <a:pt x="108" y="92"/>
                    <a:pt x="108" y="93"/>
                    <a:pt x="109" y="94"/>
                  </a:cubicBezTo>
                  <a:cubicBezTo>
                    <a:pt x="110" y="95"/>
                    <a:pt x="112" y="95"/>
                    <a:pt x="113" y="94"/>
                  </a:cubicBezTo>
                  <a:cubicBezTo>
                    <a:pt x="135" y="72"/>
                    <a:pt x="135" y="72"/>
                    <a:pt x="135" y="72"/>
                  </a:cubicBezTo>
                  <a:cubicBezTo>
                    <a:pt x="142" y="65"/>
                    <a:pt x="143" y="54"/>
                    <a:pt x="138" y="45"/>
                  </a:cubicBezTo>
                  <a:lnTo>
                    <a:pt x="139" y="45"/>
                  </a:lnTo>
                  <a:close/>
                  <a:moveTo>
                    <a:pt x="42" y="134"/>
                  </a:moveTo>
                  <a:cubicBezTo>
                    <a:pt x="39" y="137"/>
                    <a:pt x="34" y="139"/>
                    <a:pt x="30" y="139"/>
                  </a:cubicBezTo>
                  <a:cubicBezTo>
                    <a:pt x="26" y="139"/>
                    <a:pt x="22" y="137"/>
                    <a:pt x="19" y="134"/>
                  </a:cubicBezTo>
                  <a:cubicBezTo>
                    <a:pt x="13" y="128"/>
                    <a:pt x="13" y="128"/>
                    <a:pt x="13" y="128"/>
                  </a:cubicBezTo>
                  <a:cubicBezTo>
                    <a:pt x="7" y="122"/>
                    <a:pt x="7" y="112"/>
                    <a:pt x="13" y="105"/>
                  </a:cubicBezTo>
                  <a:lnTo>
                    <a:pt x="42" y="134"/>
                  </a:lnTo>
                  <a:close/>
                  <a:moveTo>
                    <a:pt x="106" y="12"/>
                  </a:moveTo>
                  <a:cubicBezTo>
                    <a:pt x="112" y="6"/>
                    <a:pt x="122" y="6"/>
                    <a:pt x="129" y="12"/>
                  </a:cubicBezTo>
                  <a:cubicBezTo>
                    <a:pt x="135" y="18"/>
                    <a:pt x="135" y="18"/>
                    <a:pt x="135" y="18"/>
                  </a:cubicBezTo>
                  <a:cubicBezTo>
                    <a:pt x="141" y="24"/>
                    <a:pt x="141" y="35"/>
                    <a:pt x="135" y="41"/>
                  </a:cubicBezTo>
                  <a:lnTo>
                    <a:pt x="106" y="12"/>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68" name="Google Shape;968;p52"/>
            <p:cNvSpPr/>
            <p:nvPr/>
          </p:nvSpPr>
          <p:spPr>
            <a:xfrm>
              <a:off x="795468" y="2181793"/>
              <a:ext cx="157434" cy="157433"/>
            </a:xfrm>
            <a:custGeom>
              <a:avLst/>
              <a:gdLst/>
              <a:ahLst/>
              <a:cxnLst/>
              <a:rect l="l" t="t" r="r" b="b"/>
              <a:pathLst>
                <a:path w="60" h="60" extrusionOk="0">
                  <a:moveTo>
                    <a:pt x="59" y="1"/>
                  </a:moveTo>
                  <a:cubicBezTo>
                    <a:pt x="58" y="0"/>
                    <a:pt x="56" y="0"/>
                    <a:pt x="55" y="1"/>
                  </a:cubicBezTo>
                  <a:cubicBezTo>
                    <a:pt x="1" y="55"/>
                    <a:pt x="1" y="55"/>
                    <a:pt x="1" y="55"/>
                  </a:cubicBezTo>
                  <a:cubicBezTo>
                    <a:pt x="0" y="56"/>
                    <a:pt x="0" y="58"/>
                    <a:pt x="1" y="59"/>
                  </a:cubicBezTo>
                  <a:cubicBezTo>
                    <a:pt x="1" y="60"/>
                    <a:pt x="2" y="60"/>
                    <a:pt x="3" y="60"/>
                  </a:cubicBezTo>
                  <a:cubicBezTo>
                    <a:pt x="3" y="60"/>
                    <a:pt x="4" y="60"/>
                    <a:pt x="5" y="59"/>
                  </a:cubicBezTo>
                  <a:cubicBezTo>
                    <a:pt x="59" y="5"/>
                    <a:pt x="59" y="5"/>
                    <a:pt x="59" y="5"/>
                  </a:cubicBezTo>
                  <a:cubicBezTo>
                    <a:pt x="60" y="4"/>
                    <a:pt x="60" y="2"/>
                    <a:pt x="59" y="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69" name="Google Shape;969;p52"/>
            <p:cNvSpPr/>
            <p:nvPr/>
          </p:nvSpPr>
          <p:spPr>
            <a:xfrm>
              <a:off x="827396" y="2213720"/>
              <a:ext cx="156333" cy="156333"/>
            </a:xfrm>
            <a:custGeom>
              <a:avLst/>
              <a:gdLst/>
              <a:ahLst/>
              <a:cxnLst/>
              <a:rect l="l" t="t" r="r" b="b"/>
              <a:pathLst>
                <a:path w="60" h="60" extrusionOk="0">
                  <a:moveTo>
                    <a:pt x="3" y="60"/>
                  </a:moveTo>
                  <a:cubicBezTo>
                    <a:pt x="4" y="60"/>
                    <a:pt x="5" y="60"/>
                    <a:pt x="5" y="59"/>
                  </a:cubicBezTo>
                  <a:cubicBezTo>
                    <a:pt x="59" y="5"/>
                    <a:pt x="59" y="5"/>
                    <a:pt x="59" y="5"/>
                  </a:cubicBezTo>
                  <a:cubicBezTo>
                    <a:pt x="60" y="4"/>
                    <a:pt x="60" y="3"/>
                    <a:pt x="59" y="2"/>
                  </a:cubicBezTo>
                  <a:cubicBezTo>
                    <a:pt x="58" y="0"/>
                    <a:pt x="56" y="0"/>
                    <a:pt x="55" y="2"/>
                  </a:cubicBezTo>
                  <a:cubicBezTo>
                    <a:pt x="1" y="55"/>
                    <a:pt x="1" y="55"/>
                    <a:pt x="1" y="55"/>
                  </a:cubicBezTo>
                  <a:cubicBezTo>
                    <a:pt x="0" y="57"/>
                    <a:pt x="0" y="58"/>
                    <a:pt x="1" y="59"/>
                  </a:cubicBezTo>
                  <a:cubicBezTo>
                    <a:pt x="2" y="60"/>
                    <a:pt x="2" y="60"/>
                    <a:pt x="3" y="6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70" name="Google Shape;970;p52"/>
            <p:cNvSpPr/>
            <p:nvPr/>
          </p:nvSpPr>
          <p:spPr>
            <a:xfrm>
              <a:off x="863727" y="2250051"/>
              <a:ext cx="156333" cy="157433"/>
            </a:xfrm>
            <a:custGeom>
              <a:avLst/>
              <a:gdLst/>
              <a:ahLst/>
              <a:cxnLst/>
              <a:rect l="l" t="t" r="r" b="b"/>
              <a:pathLst>
                <a:path w="60" h="60" extrusionOk="0">
                  <a:moveTo>
                    <a:pt x="3" y="60"/>
                  </a:moveTo>
                  <a:cubicBezTo>
                    <a:pt x="4" y="60"/>
                    <a:pt x="4" y="60"/>
                    <a:pt x="5" y="59"/>
                  </a:cubicBezTo>
                  <a:cubicBezTo>
                    <a:pt x="59" y="5"/>
                    <a:pt x="59" y="5"/>
                    <a:pt x="59" y="5"/>
                  </a:cubicBezTo>
                  <a:cubicBezTo>
                    <a:pt x="60" y="4"/>
                    <a:pt x="60" y="2"/>
                    <a:pt x="59" y="1"/>
                  </a:cubicBezTo>
                  <a:cubicBezTo>
                    <a:pt x="58" y="0"/>
                    <a:pt x="56" y="0"/>
                    <a:pt x="55" y="1"/>
                  </a:cubicBezTo>
                  <a:cubicBezTo>
                    <a:pt x="1" y="55"/>
                    <a:pt x="1" y="55"/>
                    <a:pt x="1" y="55"/>
                  </a:cubicBezTo>
                  <a:cubicBezTo>
                    <a:pt x="0" y="56"/>
                    <a:pt x="0" y="58"/>
                    <a:pt x="1" y="59"/>
                  </a:cubicBezTo>
                  <a:cubicBezTo>
                    <a:pt x="1" y="60"/>
                    <a:pt x="2" y="60"/>
                    <a:pt x="3" y="6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71" name="Google Shape;971;p52"/>
            <p:cNvSpPr/>
            <p:nvPr/>
          </p:nvSpPr>
          <p:spPr>
            <a:xfrm>
              <a:off x="973820" y="2360144"/>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72" name="Google Shape;972;p52"/>
          <p:cNvGrpSpPr/>
          <p:nvPr/>
        </p:nvGrpSpPr>
        <p:grpSpPr>
          <a:xfrm>
            <a:off x="6406086" y="2047711"/>
            <a:ext cx="267499" cy="365259"/>
            <a:chOff x="6412455" y="2077204"/>
            <a:chExt cx="274133" cy="374317"/>
          </a:xfrm>
        </p:grpSpPr>
        <p:sp>
          <p:nvSpPr>
            <p:cNvPr id="973" name="Google Shape;973;p52"/>
            <p:cNvSpPr/>
            <p:nvPr/>
          </p:nvSpPr>
          <p:spPr>
            <a:xfrm>
              <a:off x="6412455" y="2077204"/>
              <a:ext cx="274133" cy="374317"/>
            </a:xfrm>
            <a:custGeom>
              <a:avLst/>
              <a:gdLst/>
              <a:ahLst/>
              <a:cxnLst/>
              <a:rect l="l" t="t" r="r" b="b"/>
              <a:pathLst>
                <a:path w="105" h="143" extrusionOk="0">
                  <a:moveTo>
                    <a:pt x="105" y="57"/>
                  </a:moveTo>
                  <a:cubicBezTo>
                    <a:pt x="105" y="48"/>
                    <a:pt x="98" y="42"/>
                    <a:pt x="90" y="42"/>
                  </a:cubicBezTo>
                  <a:cubicBezTo>
                    <a:pt x="82" y="42"/>
                    <a:pt x="76" y="49"/>
                    <a:pt x="75" y="56"/>
                  </a:cubicBezTo>
                  <a:cubicBezTo>
                    <a:pt x="75" y="64"/>
                    <a:pt x="80" y="71"/>
                    <a:pt x="87" y="72"/>
                  </a:cubicBezTo>
                  <a:cubicBezTo>
                    <a:pt x="87" y="88"/>
                    <a:pt x="87" y="88"/>
                    <a:pt x="87" y="88"/>
                  </a:cubicBezTo>
                  <a:cubicBezTo>
                    <a:pt x="87" y="98"/>
                    <a:pt x="80" y="106"/>
                    <a:pt x="71" y="107"/>
                  </a:cubicBezTo>
                  <a:cubicBezTo>
                    <a:pt x="59" y="108"/>
                    <a:pt x="50" y="99"/>
                    <a:pt x="50" y="88"/>
                  </a:cubicBezTo>
                  <a:cubicBezTo>
                    <a:pt x="50" y="71"/>
                    <a:pt x="50" y="71"/>
                    <a:pt x="50" y="71"/>
                  </a:cubicBezTo>
                  <a:cubicBezTo>
                    <a:pt x="56" y="71"/>
                    <a:pt x="56" y="71"/>
                    <a:pt x="56" y="71"/>
                  </a:cubicBezTo>
                  <a:cubicBezTo>
                    <a:pt x="57" y="71"/>
                    <a:pt x="59" y="70"/>
                    <a:pt x="59" y="68"/>
                  </a:cubicBezTo>
                  <a:cubicBezTo>
                    <a:pt x="59" y="57"/>
                    <a:pt x="59" y="57"/>
                    <a:pt x="59" y="57"/>
                  </a:cubicBezTo>
                  <a:cubicBezTo>
                    <a:pt x="59" y="57"/>
                    <a:pt x="58" y="56"/>
                    <a:pt x="58" y="56"/>
                  </a:cubicBezTo>
                  <a:cubicBezTo>
                    <a:pt x="56" y="54"/>
                    <a:pt x="53" y="55"/>
                    <a:pt x="53" y="58"/>
                  </a:cubicBezTo>
                  <a:cubicBezTo>
                    <a:pt x="53" y="63"/>
                    <a:pt x="53" y="63"/>
                    <a:pt x="53" y="63"/>
                  </a:cubicBezTo>
                  <a:cubicBezTo>
                    <a:pt x="53" y="65"/>
                    <a:pt x="52" y="66"/>
                    <a:pt x="50" y="66"/>
                  </a:cubicBezTo>
                  <a:cubicBezTo>
                    <a:pt x="20" y="66"/>
                    <a:pt x="20" y="66"/>
                    <a:pt x="20" y="66"/>
                  </a:cubicBezTo>
                  <a:cubicBezTo>
                    <a:pt x="20" y="5"/>
                    <a:pt x="20" y="5"/>
                    <a:pt x="20" y="5"/>
                  </a:cubicBezTo>
                  <a:cubicBezTo>
                    <a:pt x="50" y="5"/>
                    <a:pt x="50" y="5"/>
                    <a:pt x="50" y="5"/>
                  </a:cubicBezTo>
                  <a:cubicBezTo>
                    <a:pt x="52" y="5"/>
                    <a:pt x="53" y="7"/>
                    <a:pt x="53" y="8"/>
                  </a:cubicBezTo>
                  <a:cubicBezTo>
                    <a:pt x="53" y="33"/>
                    <a:pt x="53" y="33"/>
                    <a:pt x="53" y="33"/>
                  </a:cubicBezTo>
                  <a:cubicBezTo>
                    <a:pt x="53" y="34"/>
                    <a:pt x="54" y="35"/>
                    <a:pt x="55" y="35"/>
                  </a:cubicBezTo>
                  <a:cubicBezTo>
                    <a:pt x="57" y="36"/>
                    <a:pt x="59" y="34"/>
                    <a:pt x="59" y="33"/>
                  </a:cubicBezTo>
                  <a:cubicBezTo>
                    <a:pt x="59" y="8"/>
                    <a:pt x="59" y="8"/>
                    <a:pt x="59" y="8"/>
                  </a:cubicBezTo>
                  <a:cubicBezTo>
                    <a:pt x="59" y="4"/>
                    <a:pt x="55" y="0"/>
                    <a:pt x="50" y="0"/>
                  </a:cubicBezTo>
                  <a:cubicBezTo>
                    <a:pt x="9" y="0"/>
                    <a:pt x="9" y="0"/>
                    <a:pt x="9" y="0"/>
                  </a:cubicBezTo>
                  <a:cubicBezTo>
                    <a:pt x="4" y="0"/>
                    <a:pt x="0" y="4"/>
                    <a:pt x="0" y="8"/>
                  </a:cubicBezTo>
                  <a:cubicBezTo>
                    <a:pt x="0" y="63"/>
                    <a:pt x="0" y="63"/>
                    <a:pt x="0" y="63"/>
                  </a:cubicBezTo>
                  <a:cubicBezTo>
                    <a:pt x="0" y="68"/>
                    <a:pt x="4" y="71"/>
                    <a:pt x="9" y="71"/>
                  </a:cubicBezTo>
                  <a:cubicBezTo>
                    <a:pt x="15" y="71"/>
                    <a:pt x="15" y="71"/>
                    <a:pt x="15" y="71"/>
                  </a:cubicBezTo>
                  <a:cubicBezTo>
                    <a:pt x="15" y="96"/>
                    <a:pt x="15" y="96"/>
                    <a:pt x="15" y="96"/>
                  </a:cubicBezTo>
                  <a:cubicBezTo>
                    <a:pt x="9" y="97"/>
                    <a:pt x="4" y="102"/>
                    <a:pt x="4" y="109"/>
                  </a:cubicBezTo>
                  <a:cubicBezTo>
                    <a:pt x="4" y="123"/>
                    <a:pt x="4" y="123"/>
                    <a:pt x="4" y="123"/>
                  </a:cubicBezTo>
                  <a:cubicBezTo>
                    <a:pt x="4" y="129"/>
                    <a:pt x="9" y="135"/>
                    <a:pt x="15" y="136"/>
                  </a:cubicBezTo>
                  <a:cubicBezTo>
                    <a:pt x="15" y="139"/>
                    <a:pt x="15" y="139"/>
                    <a:pt x="15" y="139"/>
                  </a:cubicBezTo>
                  <a:cubicBezTo>
                    <a:pt x="15" y="141"/>
                    <a:pt x="16" y="142"/>
                    <a:pt x="17" y="142"/>
                  </a:cubicBezTo>
                  <a:cubicBezTo>
                    <a:pt x="19" y="143"/>
                    <a:pt x="20" y="141"/>
                    <a:pt x="20" y="140"/>
                  </a:cubicBezTo>
                  <a:cubicBezTo>
                    <a:pt x="20" y="136"/>
                    <a:pt x="20" y="136"/>
                    <a:pt x="20" y="136"/>
                  </a:cubicBezTo>
                  <a:cubicBezTo>
                    <a:pt x="26" y="135"/>
                    <a:pt x="31" y="129"/>
                    <a:pt x="31" y="123"/>
                  </a:cubicBezTo>
                  <a:cubicBezTo>
                    <a:pt x="31" y="109"/>
                    <a:pt x="31" y="109"/>
                    <a:pt x="31" y="109"/>
                  </a:cubicBezTo>
                  <a:cubicBezTo>
                    <a:pt x="31" y="102"/>
                    <a:pt x="26" y="97"/>
                    <a:pt x="20" y="96"/>
                  </a:cubicBezTo>
                  <a:cubicBezTo>
                    <a:pt x="20" y="71"/>
                    <a:pt x="20" y="71"/>
                    <a:pt x="20" y="71"/>
                  </a:cubicBezTo>
                  <a:cubicBezTo>
                    <a:pt x="44" y="71"/>
                    <a:pt x="44" y="71"/>
                    <a:pt x="44" y="71"/>
                  </a:cubicBezTo>
                  <a:cubicBezTo>
                    <a:pt x="44" y="88"/>
                    <a:pt x="44" y="88"/>
                    <a:pt x="44" y="88"/>
                  </a:cubicBezTo>
                  <a:cubicBezTo>
                    <a:pt x="44" y="101"/>
                    <a:pt x="54" y="112"/>
                    <a:pt x="67" y="113"/>
                  </a:cubicBezTo>
                  <a:cubicBezTo>
                    <a:pt x="81" y="114"/>
                    <a:pt x="93" y="102"/>
                    <a:pt x="93" y="88"/>
                  </a:cubicBezTo>
                  <a:cubicBezTo>
                    <a:pt x="93" y="72"/>
                    <a:pt x="93" y="72"/>
                    <a:pt x="93" y="72"/>
                  </a:cubicBezTo>
                  <a:cubicBezTo>
                    <a:pt x="100" y="71"/>
                    <a:pt x="105" y="65"/>
                    <a:pt x="105" y="57"/>
                  </a:cubicBezTo>
                  <a:close/>
                  <a:moveTo>
                    <a:pt x="25" y="109"/>
                  </a:moveTo>
                  <a:cubicBezTo>
                    <a:pt x="25" y="123"/>
                    <a:pt x="25" y="123"/>
                    <a:pt x="25" y="123"/>
                  </a:cubicBezTo>
                  <a:cubicBezTo>
                    <a:pt x="25" y="127"/>
                    <a:pt x="22" y="131"/>
                    <a:pt x="18" y="131"/>
                  </a:cubicBezTo>
                  <a:cubicBezTo>
                    <a:pt x="18" y="131"/>
                    <a:pt x="18" y="131"/>
                    <a:pt x="18" y="131"/>
                  </a:cubicBezTo>
                  <a:cubicBezTo>
                    <a:pt x="13" y="131"/>
                    <a:pt x="10" y="127"/>
                    <a:pt x="10" y="123"/>
                  </a:cubicBezTo>
                  <a:cubicBezTo>
                    <a:pt x="10" y="109"/>
                    <a:pt x="10" y="109"/>
                    <a:pt x="10" y="109"/>
                  </a:cubicBezTo>
                  <a:cubicBezTo>
                    <a:pt x="10" y="104"/>
                    <a:pt x="13" y="101"/>
                    <a:pt x="18" y="101"/>
                  </a:cubicBezTo>
                  <a:cubicBezTo>
                    <a:pt x="18" y="101"/>
                    <a:pt x="18" y="101"/>
                    <a:pt x="18" y="101"/>
                  </a:cubicBezTo>
                  <a:cubicBezTo>
                    <a:pt x="22" y="101"/>
                    <a:pt x="25" y="104"/>
                    <a:pt x="25" y="109"/>
                  </a:cubicBezTo>
                  <a:close/>
                  <a:moveTo>
                    <a:pt x="6" y="63"/>
                  </a:moveTo>
                  <a:cubicBezTo>
                    <a:pt x="6" y="8"/>
                    <a:pt x="6" y="8"/>
                    <a:pt x="6" y="8"/>
                  </a:cubicBezTo>
                  <a:cubicBezTo>
                    <a:pt x="6" y="7"/>
                    <a:pt x="7" y="5"/>
                    <a:pt x="8" y="5"/>
                  </a:cubicBezTo>
                  <a:cubicBezTo>
                    <a:pt x="15" y="5"/>
                    <a:pt x="15" y="5"/>
                    <a:pt x="15" y="5"/>
                  </a:cubicBezTo>
                  <a:cubicBezTo>
                    <a:pt x="15" y="66"/>
                    <a:pt x="15" y="66"/>
                    <a:pt x="15" y="66"/>
                  </a:cubicBezTo>
                  <a:cubicBezTo>
                    <a:pt x="8" y="66"/>
                    <a:pt x="8" y="66"/>
                    <a:pt x="8" y="66"/>
                  </a:cubicBezTo>
                  <a:cubicBezTo>
                    <a:pt x="7" y="66"/>
                    <a:pt x="6" y="65"/>
                    <a:pt x="6" y="63"/>
                  </a:cubicBezTo>
                  <a:close/>
                  <a:moveTo>
                    <a:pt x="90" y="67"/>
                  </a:moveTo>
                  <a:cubicBezTo>
                    <a:pt x="85" y="67"/>
                    <a:pt x="81" y="62"/>
                    <a:pt x="81" y="57"/>
                  </a:cubicBezTo>
                  <a:cubicBezTo>
                    <a:pt x="81" y="52"/>
                    <a:pt x="85" y="47"/>
                    <a:pt x="90" y="47"/>
                  </a:cubicBezTo>
                  <a:cubicBezTo>
                    <a:pt x="95" y="47"/>
                    <a:pt x="100" y="52"/>
                    <a:pt x="100" y="57"/>
                  </a:cubicBezTo>
                  <a:cubicBezTo>
                    <a:pt x="100" y="62"/>
                    <a:pt x="95" y="67"/>
                    <a:pt x="90" y="6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74" name="Google Shape;974;p52"/>
            <p:cNvSpPr/>
            <p:nvPr/>
          </p:nvSpPr>
          <p:spPr>
            <a:xfrm>
              <a:off x="6640349" y="2210417"/>
              <a:ext cx="15413" cy="24221"/>
            </a:xfrm>
            <a:custGeom>
              <a:avLst/>
              <a:gdLst/>
              <a:ahLst/>
              <a:cxnLst/>
              <a:rect l="l" t="t" r="r" b="b"/>
              <a:pathLst>
                <a:path w="6" h="9" extrusionOk="0">
                  <a:moveTo>
                    <a:pt x="0" y="3"/>
                  </a:moveTo>
                  <a:cubicBezTo>
                    <a:pt x="0" y="6"/>
                    <a:pt x="0" y="6"/>
                    <a:pt x="0" y="6"/>
                  </a:cubicBezTo>
                  <a:cubicBezTo>
                    <a:pt x="0" y="7"/>
                    <a:pt x="1" y="9"/>
                    <a:pt x="3" y="9"/>
                  </a:cubicBezTo>
                  <a:cubicBezTo>
                    <a:pt x="5" y="9"/>
                    <a:pt x="6" y="8"/>
                    <a:pt x="6" y="6"/>
                  </a:cubicBezTo>
                  <a:cubicBezTo>
                    <a:pt x="6" y="3"/>
                    <a:pt x="6" y="3"/>
                    <a:pt x="6" y="3"/>
                  </a:cubicBezTo>
                  <a:cubicBezTo>
                    <a:pt x="6" y="2"/>
                    <a:pt x="5" y="0"/>
                    <a:pt x="3" y="0"/>
                  </a:cubicBezTo>
                  <a:cubicBezTo>
                    <a:pt x="1" y="1"/>
                    <a:pt x="0" y="2"/>
                    <a:pt x="0" y="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75" name="Google Shape;975;p52"/>
            <p:cNvSpPr/>
            <p:nvPr/>
          </p:nvSpPr>
          <p:spPr>
            <a:xfrm>
              <a:off x="6551173" y="2189499"/>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76" name="Google Shape;976;p52"/>
          <p:cNvGrpSpPr/>
          <p:nvPr/>
        </p:nvGrpSpPr>
        <p:grpSpPr>
          <a:xfrm>
            <a:off x="7990579" y="2047711"/>
            <a:ext cx="308508" cy="365259"/>
            <a:chOff x="8011017" y="2077204"/>
            <a:chExt cx="316159" cy="374317"/>
          </a:xfrm>
        </p:grpSpPr>
        <p:sp>
          <p:nvSpPr>
            <p:cNvPr id="977" name="Google Shape;977;p52"/>
            <p:cNvSpPr/>
            <p:nvPr/>
          </p:nvSpPr>
          <p:spPr>
            <a:xfrm>
              <a:off x="8092487" y="2208215"/>
              <a:ext cx="112296" cy="44037"/>
            </a:xfrm>
            <a:custGeom>
              <a:avLst/>
              <a:gdLst/>
              <a:ahLst/>
              <a:cxnLst/>
              <a:rect l="l" t="t" r="r" b="b"/>
              <a:pathLst>
                <a:path w="43" h="17" extrusionOk="0">
                  <a:moveTo>
                    <a:pt x="38" y="15"/>
                  </a:moveTo>
                  <a:cubicBezTo>
                    <a:pt x="38" y="16"/>
                    <a:pt x="39" y="16"/>
                    <a:pt x="40" y="16"/>
                  </a:cubicBezTo>
                  <a:cubicBezTo>
                    <a:pt x="41" y="16"/>
                    <a:pt x="41" y="16"/>
                    <a:pt x="42" y="16"/>
                  </a:cubicBezTo>
                  <a:cubicBezTo>
                    <a:pt x="43" y="15"/>
                    <a:pt x="43" y="14"/>
                    <a:pt x="43" y="12"/>
                  </a:cubicBezTo>
                  <a:cubicBezTo>
                    <a:pt x="38" y="5"/>
                    <a:pt x="30" y="0"/>
                    <a:pt x="22" y="0"/>
                  </a:cubicBezTo>
                  <a:cubicBezTo>
                    <a:pt x="13" y="0"/>
                    <a:pt x="5" y="5"/>
                    <a:pt x="1" y="12"/>
                  </a:cubicBezTo>
                  <a:cubicBezTo>
                    <a:pt x="0" y="14"/>
                    <a:pt x="0" y="15"/>
                    <a:pt x="2" y="16"/>
                  </a:cubicBezTo>
                  <a:cubicBezTo>
                    <a:pt x="3" y="17"/>
                    <a:pt x="5" y="16"/>
                    <a:pt x="5" y="15"/>
                  </a:cubicBezTo>
                  <a:cubicBezTo>
                    <a:pt x="9" y="9"/>
                    <a:pt x="15" y="6"/>
                    <a:pt x="22" y="6"/>
                  </a:cubicBezTo>
                  <a:cubicBezTo>
                    <a:pt x="28" y="6"/>
                    <a:pt x="34" y="9"/>
                    <a:pt x="38" y="1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78" name="Google Shape;978;p52"/>
            <p:cNvSpPr/>
            <p:nvPr/>
          </p:nvSpPr>
          <p:spPr>
            <a:xfrm>
              <a:off x="8011017" y="2077204"/>
              <a:ext cx="315969" cy="374317"/>
            </a:xfrm>
            <a:custGeom>
              <a:avLst/>
              <a:gdLst/>
              <a:ahLst/>
              <a:cxnLst/>
              <a:rect l="l" t="t" r="r" b="b"/>
              <a:pathLst>
                <a:path w="121" h="143" extrusionOk="0">
                  <a:moveTo>
                    <a:pt x="118" y="122"/>
                  </a:moveTo>
                  <a:cubicBezTo>
                    <a:pt x="120" y="122"/>
                    <a:pt x="121" y="121"/>
                    <a:pt x="121" y="119"/>
                  </a:cubicBezTo>
                  <a:cubicBezTo>
                    <a:pt x="121" y="112"/>
                    <a:pt x="121" y="112"/>
                    <a:pt x="121" y="112"/>
                  </a:cubicBezTo>
                  <a:cubicBezTo>
                    <a:pt x="121" y="102"/>
                    <a:pt x="113" y="94"/>
                    <a:pt x="103" y="94"/>
                  </a:cubicBezTo>
                  <a:cubicBezTo>
                    <a:pt x="93" y="93"/>
                    <a:pt x="84" y="102"/>
                    <a:pt x="84" y="112"/>
                  </a:cubicBezTo>
                  <a:cubicBezTo>
                    <a:pt x="84" y="122"/>
                    <a:pt x="84" y="122"/>
                    <a:pt x="84" y="122"/>
                  </a:cubicBezTo>
                  <a:cubicBezTo>
                    <a:pt x="84" y="129"/>
                    <a:pt x="79" y="136"/>
                    <a:pt x="72" y="137"/>
                  </a:cubicBezTo>
                  <a:cubicBezTo>
                    <a:pt x="63" y="138"/>
                    <a:pt x="55" y="131"/>
                    <a:pt x="55" y="122"/>
                  </a:cubicBezTo>
                  <a:cubicBezTo>
                    <a:pt x="55" y="102"/>
                    <a:pt x="55" y="102"/>
                    <a:pt x="55" y="102"/>
                  </a:cubicBezTo>
                  <a:cubicBezTo>
                    <a:pt x="59" y="101"/>
                    <a:pt x="62" y="98"/>
                    <a:pt x="62" y="94"/>
                  </a:cubicBezTo>
                  <a:cubicBezTo>
                    <a:pt x="62" y="93"/>
                    <a:pt x="62" y="93"/>
                    <a:pt x="62" y="93"/>
                  </a:cubicBezTo>
                  <a:cubicBezTo>
                    <a:pt x="70" y="92"/>
                    <a:pt x="77" y="88"/>
                    <a:pt x="82" y="82"/>
                  </a:cubicBezTo>
                  <a:cubicBezTo>
                    <a:pt x="88" y="76"/>
                    <a:pt x="92" y="68"/>
                    <a:pt x="92" y="60"/>
                  </a:cubicBezTo>
                  <a:cubicBezTo>
                    <a:pt x="92" y="57"/>
                    <a:pt x="91" y="55"/>
                    <a:pt x="91" y="52"/>
                  </a:cubicBezTo>
                  <a:cubicBezTo>
                    <a:pt x="93" y="51"/>
                    <a:pt x="95" y="50"/>
                    <a:pt x="97" y="48"/>
                  </a:cubicBezTo>
                  <a:cubicBezTo>
                    <a:pt x="102" y="42"/>
                    <a:pt x="105" y="35"/>
                    <a:pt x="105" y="28"/>
                  </a:cubicBezTo>
                  <a:cubicBezTo>
                    <a:pt x="105" y="12"/>
                    <a:pt x="93" y="0"/>
                    <a:pt x="77" y="0"/>
                  </a:cubicBezTo>
                  <a:cubicBezTo>
                    <a:pt x="28" y="0"/>
                    <a:pt x="28" y="0"/>
                    <a:pt x="28" y="0"/>
                  </a:cubicBezTo>
                  <a:cubicBezTo>
                    <a:pt x="21" y="0"/>
                    <a:pt x="14" y="3"/>
                    <a:pt x="9" y="8"/>
                  </a:cubicBezTo>
                  <a:cubicBezTo>
                    <a:pt x="3" y="13"/>
                    <a:pt x="0" y="20"/>
                    <a:pt x="0" y="28"/>
                  </a:cubicBezTo>
                  <a:cubicBezTo>
                    <a:pt x="0" y="38"/>
                    <a:pt x="6" y="48"/>
                    <a:pt x="15" y="52"/>
                  </a:cubicBezTo>
                  <a:cubicBezTo>
                    <a:pt x="14" y="55"/>
                    <a:pt x="14" y="57"/>
                    <a:pt x="14" y="60"/>
                  </a:cubicBezTo>
                  <a:cubicBezTo>
                    <a:pt x="14" y="68"/>
                    <a:pt x="17" y="76"/>
                    <a:pt x="23" y="82"/>
                  </a:cubicBezTo>
                  <a:cubicBezTo>
                    <a:pt x="29" y="88"/>
                    <a:pt x="36" y="92"/>
                    <a:pt x="44" y="93"/>
                  </a:cubicBezTo>
                  <a:cubicBezTo>
                    <a:pt x="44" y="94"/>
                    <a:pt x="44" y="94"/>
                    <a:pt x="44" y="94"/>
                  </a:cubicBezTo>
                  <a:cubicBezTo>
                    <a:pt x="44" y="98"/>
                    <a:pt x="46" y="101"/>
                    <a:pt x="50" y="102"/>
                  </a:cubicBezTo>
                  <a:cubicBezTo>
                    <a:pt x="50" y="122"/>
                    <a:pt x="50" y="122"/>
                    <a:pt x="50" y="122"/>
                  </a:cubicBezTo>
                  <a:cubicBezTo>
                    <a:pt x="50" y="132"/>
                    <a:pt x="58" y="141"/>
                    <a:pt x="68" y="142"/>
                  </a:cubicBezTo>
                  <a:cubicBezTo>
                    <a:pt x="80" y="143"/>
                    <a:pt x="90" y="134"/>
                    <a:pt x="90" y="122"/>
                  </a:cubicBezTo>
                  <a:cubicBezTo>
                    <a:pt x="90" y="112"/>
                    <a:pt x="90" y="112"/>
                    <a:pt x="90" y="112"/>
                  </a:cubicBezTo>
                  <a:cubicBezTo>
                    <a:pt x="90" y="105"/>
                    <a:pt x="96" y="99"/>
                    <a:pt x="103" y="99"/>
                  </a:cubicBezTo>
                  <a:cubicBezTo>
                    <a:pt x="110" y="99"/>
                    <a:pt x="116" y="105"/>
                    <a:pt x="116" y="112"/>
                  </a:cubicBezTo>
                  <a:cubicBezTo>
                    <a:pt x="116" y="119"/>
                    <a:pt x="116" y="119"/>
                    <a:pt x="116" y="119"/>
                  </a:cubicBezTo>
                  <a:cubicBezTo>
                    <a:pt x="116" y="121"/>
                    <a:pt x="117" y="122"/>
                    <a:pt x="118" y="122"/>
                  </a:cubicBezTo>
                  <a:close/>
                  <a:moveTo>
                    <a:pt x="5" y="28"/>
                  </a:moveTo>
                  <a:cubicBezTo>
                    <a:pt x="5" y="22"/>
                    <a:pt x="7" y="16"/>
                    <a:pt x="12" y="12"/>
                  </a:cubicBezTo>
                  <a:cubicBezTo>
                    <a:pt x="16" y="8"/>
                    <a:pt x="22" y="5"/>
                    <a:pt x="28" y="5"/>
                  </a:cubicBezTo>
                  <a:cubicBezTo>
                    <a:pt x="77" y="5"/>
                    <a:pt x="77" y="5"/>
                    <a:pt x="77" y="5"/>
                  </a:cubicBezTo>
                  <a:cubicBezTo>
                    <a:pt x="89" y="5"/>
                    <a:pt x="100" y="15"/>
                    <a:pt x="100" y="27"/>
                  </a:cubicBezTo>
                  <a:cubicBezTo>
                    <a:pt x="100" y="34"/>
                    <a:pt x="98" y="39"/>
                    <a:pt x="94" y="44"/>
                  </a:cubicBezTo>
                  <a:cubicBezTo>
                    <a:pt x="92" y="45"/>
                    <a:pt x="91" y="46"/>
                    <a:pt x="89" y="47"/>
                  </a:cubicBezTo>
                  <a:cubicBezTo>
                    <a:pt x="87" y="41"/>
                    <a:pt x="82" y="36"/>
                    <a:pt x="76" y="32"/>
                  </a:cubicBezTo>
                  <a:cubicBezTo>
                    <a:pt x="72" y="30"/>
                    <a:pt x="69" y="26"/>
                    <a:pt x="67" y="23"/>
                  </a:cubicBezTo>
                  <a:cubicBezTo>
                    <a:pt x="64" y="17"/>
                    <a:pt x="58" y="14"/>
                    <a:pt x="53" y="14"/>
                  </a:cubicBezTo>
                  <a:cubicBezTo>
                    <a:pt x="47" y="14"/>
                    <a:pt x="41" y="17"/>
                    <a:pt x="38" y="23"/>
                  </a:cubicBezTo>
                  <a:cubicBezTo>
                    <a:pt x="36" y="26"/>
                    <a:pt x="33" y="30"/>
                    <a:pt x="30" y="32"/>
                  </a:cubicBezTo>
                  <a:cubicBezTo>
                    <a:pt x="23" y="36"/>
                    <a:pt x="19" y="41"/>
                    <a:pt x="16" y="47"/>
                  </a:cubicBezTo>
                  <a:cubicBezTo>
                    <a:pt x="9" y="43"/>
                    <a:pt x="5" y="36"/>
                    <a:pt x="5" y="28"/>
                  </a:cubicBezTo>
                  <a:close/>
                  <a:moveTo>
                    <a:pt x="26" y="78"/>
                  </a:moveTo>
                  <a:cubicBezTo>
                    <a:pt x="21" y="73"/>
                    <a:pt x="19" y="67"/>
                    <a:pt x="19" y="60"/>
                  </a:cubicBezTo>
                  <a:cubicBezTo>
                    <a:pt x="19" y="51"/>
                    <a:pt x="24" y="42"/>
                    <a:pt x="32" y="37"/>
                  </a:cubicBezTo>
                  <a:cubicBezTo>
                    <a:pt x="37" y="34"/>
                    <a:pt x="41" y="30"/>
                    <a:pt x="43" y="25"/>
                  </a:cubicBezTo>
                  <a:cubicBezTo>
                    <a:pt x="45" y="21"/>
                    <a:pt x="49" y="19"/>
                    <a:pt x="53" y="19"/>
                  </a:cubicBezTo>
                  <a:cubicBezTo>
                    <a:pt x="56" y="19"/>
                    <a:pt x="60" y="21"/>
                    <a:pt x="62" y="25"/>
                  </a:cubicBezTo>
                  <a:cubicBezTo>
                    <a:pt x="65" y="30"/>
                    <a:pt x="68" y="34"/>
                    <a:pt x="73" y="37"/>
                  </a:cubicBezTo>
                  <a:cubicBezTo>
                    <a:pt x="81" y="42"/>
                    <a:pt x="87" y="51"/>
                    <a:pt x="87" y="60"/>
                  </a:cubicBezTo>
                  <a:cubicBezTo>
                    <a:pt x="87" y="67"/>
                    <a:pt x="84" y="73"/>
                    <a:pt x="79" y="78"/>
                  </a:cubicBezTo>
                  <a:cubicBezTo>
                    <a:pt x="74" y="83"/>
                    <a:pt x="68" y="86"/>
                    <a:pt x="62" y="88"/>
                  </a:cubicBezTo>
                  <a:cubicBezTo>
                    <a:pt x="62" y="75"/>
                    <a:pt x="62" y="75"/>
                    <a:pt x="62" y="75"/>
                  </a:cubicBezTo>
                  <a:cubicBezTo>
                    <a:pt x="62" y="71"/>
                    <a:pt x="58" y="67"/>
                    <a:pt x="54" y="66"/>
                  </a:cubicBezTo>
                  <a:cubicBezTo>
                    <a:pt x="48" y="65"/>
                    <a:pt x="44" y="70"/>
                    <a:pt x="44" y="75"/>
                  </a:cubicBezTo>
                  <a:cubicBezTo>
                    <a:pt x="44" y="88"/>
                    <a:pt x="44" y="88"/>
                    <a:pt x="44" y="88"/>
                  </a:cubicBezTo>
                  <a:cubicBezTo>
                    <a:pt x="37" y="86"/>
                    <a:pt x="31" y="83"/>
                    <a:pt x="26" y="78"/>
                  </a:cubicBezTo>
                  <a:close/>
                  <a:moveTo>
                    <a:pt x="49" y="75"/>
                  </a:moveTo>
                  <a:cubicBezTo>
                    <a:pt x="49" y="73"/>
                    <a:pt x="51" y="71"/>
                    <a:pt x="53" y="71"/>
                  </a:cubicBezTo>
                  <a:cubicBezTo>
                    <a:pt x="55" y="72"/>
                    <a:pt x="56" y="73"/>
                    <a:pt x="56" y="75"/>
                  </a:cubicBezTo>
                  <a:cubicBezTo>
                    <a:pt x="56" y="94"/>
                    <a:pt x="56" y="94"/>
                    <a:pt x="56" y="94"/>
                  </a:cubicBezTo>
                  <a:cubicBezTo>
                    <a:pt x="56" y="95"/>
                    <a:pt x="55" y="97"/>
                    <a:pt x="53" y="97"/>
                  </a:cubicBezTo>
                  <a:cubicBezTo>
                    <a:pt x="51" y="98"/>
                    <a:pt x="49" y="96"/>
                    <a:pt x="49" y="94"/>
                  </a:cubicBezTo>
                  <a:lnTo>
                    <a:pt x="49" y="75"/>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79" name="Google Shape;979;p52"/>
            <p:cNvSpPr/>
            <p:nvPr/>
          </p:nvSpPr>
          <p:spPr>
            <a:xfrm>
              <a:off x="8314876" y="2415191"/>
              <a:ext cx="123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80" name="Google Shape;980;p52"/>
          <p:cNvGrpSpPr/>
          <p:nvPr/>
        </p:nvGrpSpPr>
        <p:grpSpPr>
          <a:xfrm>
            <a:off x="5561153" y="2047711"/>
            <a:ext cx="362038" cy="363392"/>
            <a:chOff x="5550420" y="2077204"/>
            <a:chExt cx="371016" cy="372404"/>
          </a:xfrm>
        </p:grpSpPr>
        <p:sp>
          <p:nvSpPr>
            <p:cNvPr id="981" name="Google Shape;981;p52"/>
            <p:cNvSpPr/>
            <p:nvPr/>
          </p:nvSpPr>
          <p:spPr>
            <a:xfrm>
              <a:off x="5683634" y="2166380"/>
              <a:ext cx="102387" cy="193764"/>
            </a:xfrm>
            <a:custGeom>
              <a:avLst/>
              <a:gdLst/>
              <a:ahLst/>
              <a:cxnLst/>
              <a:rect l="l" t="t" r="r" b="b"/>
              <a:pathLst>
                <a:path w="39" h="74" extrusionOk="0">
                  <a:moveTo>
                    <a:pt x="35" y="16"/>
                  </a:moveTo>
                  <a:cubicBezTo>
                    <a:pt x="32" y="16"/>
                    <a:pt x="32" y="16"/>
                    <a:pt x="32" y="16"/>
                  </a:cubicBezTo>
                  <a:cubicBezTo>
                    <a:pt x="30" y="7"/>
                    <a:pt x="23" y="0"/>
                    <a:pt x="14" y="0"/>
                  </a:cubicBezTo>
                  <a:cubicBezTo>
                    <a:pt x="12" y="0"/>
                    <a:pt x="12" y="0"/>
                    <a:pt x="12" y="0"/>
                  </a:cubicBezTo>
                  <a:cubicBezTo>
                    <a:pt x="10" y="0"/>
                    <a:pt x="9" y="1"/>
                    <a:pt x="9" y="3"/>
                  </a:cubicBezTo>
                  <a:cubicBezTo>
                    <a:pt x="8" y="5"/>
                    <a:pt x="10" y="6"/>
                    <a:pt x="11" y="6"/>
                  </a:cubicBezTo>
                  <a:cubicBezTo>
                    <a:pt x="14" y="6"/>
                    <a:pt x="14" y="6"/>
                    <a:pt x="14" y="6"/>
                  </a:cubicBezTo>
                  <a:cubicBezTo>
                    <a:pt x="20" y="6"/>
                    <a:pt x="25" y="10"/>
                    <a:pt x="26" y="16"/>
                  </a:cubicBezTo>
                  <a:cubicBezTo>
                    <a:pt x="5" y="16"/>
                    <a:pt x="5" y="16"/>
                    <a:pt x="5" y="16"/>
                  </a:cubicBezTo>
                  <a:cubicBezTo>
                    <a:pt x="4" y="16"/>
                    <a:pt x="2" y="16"/>
                    <a:pt x="1" y="17"/>
                  </a:cubicBezTo>
                  <a:cubicBezTo>
                    <a:pt x="0" y="19"/>
                    <a:pt x="0" y="21"/>
                    <a:pt x="1" y="23"/>
                  </a:cubicBezTo>
                  <a:cubicBezTo>
                    <a:pt x="14" y="39"/>
                    <a:pt x="14" y="39"/>
                    <a:pt x="14" y="39"/>
                  </a:cubicBezTo>
                  <a:cubicBezTo>
                    <a:pt x="12" y="39"/>
                    <a:pt x="12" y="39"/>
                    <a:pt x="12" y="39"/>
                  </a:cubicBezTo>
                  <a:cubicBezTo>
                    <a:pt x="6" y="39"/>
                    <a:pt x="2" y="44"/>
                    <a:pt x="2" y="49"/>
                  </a:cubicBezTo>
                  <a:cubicBezTo>
                    <a:pt x="2" y="54"/>
                    <a:pt x="6" y="58"/>
                    <a:pt x="11" y="58"/>
                  </a:cubicBezTo>
                  <a:cubicBezTo>
                    <a:pt x="17" y="58"/>
                    <a:pt x="17" y="58"/>
                    <a:pt x="17" y="58"/>
                  </a:cubicBezTo>
                  <a:cubicBezTo>
                    <a:pt x="17" y="68"/>
                    <a:pt x="17" y="68"/>
                    <a:pt x="17" y="68"/>
                  </a:cubicBezTo>
                  <a:cubicBezTo>
                    <a:pt x="13" y="68"/>
                    <a:pt x="13" y="68"/>
                    <a:pt x="13" y="68"/>
                  </a:cubicBezTo>
                  <a:cubicBezTo>
                    <a:pt x="11" y="68"/>
                    <a:pt x="10" y="69"/>
                    <a:pt x="10" y="70"/>
                  </a:cubicBezTo>
                  <a:cubicBezTo>
                    <a:pt x="9" y="72"/>
                    <a:pt x="11" y="74"/>
                    <a:pt x="12" y="74"/>
                  </a:cubicBezTo>
                  <a:cubicBezTo>
                    <a:pt x="27" y="74"/>
                    <a:pt x="27" y="74"/>
                    <a:pt x="27" y="74"/>
                  </a:cubicBezTo>
                  <a:cubicBezTo>
                    <a:pt x="28" y="74"/>
                    <a:pt x="30" y="73"/>
                    <a:pt x="30" y="71"/>
                  </a:cubicBezTo>
                  <a:cubicBezTo>
                    <a:pt x="30" y="70"/>
                    <a:pt x="29" y="68"/>
                    <a:pt x="27" y="68"/>
                  </a:cubicBezTo>
                  <a:cubicBezTo>
                    <a:pt x="23" y="68"/>
                    <a:pt x="23" y="68"/>
                    <a:pt x="23" y="68"/>
                  </a:cubicBezTo>
                  <a:cubicBezTo>
                    <a:pt x="23" y="58"/>
                    <a:pt x="23" y="58"/>
                    <a:pt x="23" y="58"/>
                  </a:cubicBezTo>
                  <a:cubicBezTo>
                    <a:pt x="34" y="58"/>
                    <a:pt x="34" y="58"/>
                    <a:pt x="34" y="58"/>
                  </a:cubicBezTo>
                  <a:cubicBezTo>
                    <a:pt x="35" y="58"/>
                    <a:pt x="37" y="57"/>
                    <a:pt x="37" y="56"/>
                  </a:cubicBezTo>
                  <a:cubicBezTo>
                    <a:pt x="37" y="54"/>
                    <a:pt x="36" y="53"/>
                    <a:pt x="34" y="53"/>
                  </a:cubicBezTo>
                  <a:cubicBezTo>
                    <a:pt x="23" y="53"/>
                    <a:pt x="23" y="53"/>
                    <a:pt x="23" y="53"/>
                  </a:cubicBezTo>
                  <a:cubicBezTo>
                    <a:pt x="23" y="43"/>
                    <a:pt x="23" y="43"/>
                    <a:pt x="23" y="43"/>
                  </a:cubicBezTo>
                  <a:cubicBezTo>
                    <a:pt x="38" y="23"/>
                    <a:pt x="38" y="23"/>
                    <a:pt x="38" y="23"/>
                  </a:cubicBezTo>
                  <a:cubicBezTo>
                    <a:pt x="39" y="21"/>
                    <a:pt x="39" y="19"/>
                    <a:pt x="39" y="18"/>
                  </a:cubicBezTo>
                  <a:cubicBezTo>
                    <a:pt x="38" y="16"/>
                    <a:pt x="36" y="16"/>
                    <a:pt x="35" y="16"/>
                  </a:cubicBezTo>
                  <a:close/>
                  <a:moveTo>
                    <a:pt x="11" y="53"/>
                  </a:moveTo>
                  <a:cubicBezTo>
                    <a:pt x="9" y="53"/>
                    <a:pt x="7" y="51"/>
                    <a:pt x="7" y="49"/>
                  </a:cubicBezTo>
                  <a:cubicBezTo>
                    <a:pt x="8" y="47"/>
                    <a:pt x="9" y="45"/>
                    <a:pt x="11" y="45"/>
                  </a:cubicBezTo>
                  <a:cubicBezTo>
                    <a:pt x="17" y="45"/>
                    <a:pt x="17" y="45"/>
                    <a:pt x="17" y="45"/>
                  </a:cubicBezTo>
                  <a:cubicBezTo>
                    <a:pt x="17" y="53"/>
                    <a:pt x="17" y="53"/>
                    <a:pt x="17" y="53"/>
                  </a:cubicBezTo>
                  <a:lnTo>
                    <a:pt x="11" y="53"/>
                  </a:lnTo>
                  <a:close/>
                  <a:moveTo>
                    <a:pt x="20" y="38"/>
                  </a:moveTo>
                  <a:cubicBezTo>
                    <a:pt x="7" y="21"/>
                    <a:pt x="7" y="21"/>
                    <a:pt x="7" y="21"/>
                  </a:cubicBezTo>
                  <a:cubicBezTo>
                    <a:pt x="32" y="21"/>
                    <a:pt x="32" y="21"/>
                    <a:pt x="32" y="21"/>
                  </a:cubicBezTo>
                  <a:lnTo>
                    <a:pt x="20" y="38"/>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82" name="Google Shape;982;p52"/>
            <p:cNvSpPr/>
            <p:nvPr/>
          </p:nvSpPr>
          <p:spPr>
            <a:xfrm>
              <a:off x="5550420" y="2077204"/>
              <a:ext cx="371016" cy="372116"/>
            </a:xfrm>
            <a:custGeom>
              <a:avLst/>
              <a:gdLst/>
              <a:ahLst/>
              <a:cxnLst/>
              <a:rect l="l" t="t" r="r" b="b"/>
              <a:pathLst>
                <a:path w="142" h="142" extrusionOk="0">
                  <a:moveTo>
                    <a:pt x="134" y="38"/>
                  </a:moveTo>
                  <a:cubicBezTo>
                    <a:pt x="116" y="38"/>
                    <a:pt x="116" y="38"/>
                    <a:pt x="116" y="38"/>
                  </a:cubicBezTo>
                  <a:cubicBezTo>
                    <a:pt x="113" y="33"/>
                    <a:pt x="109" y="29"/>
                    <a:pt x="104" y="26"/>
                  </a:cubicBezTo>
                  <a:cubicBezTo>
                    <a:pt x="104" y="8"/>
                    <a:pt x="104" y="8"/>
                    <a:pt x="104" y="8"/>
                  </a:cubicBezTo>
                  <a:cubicBezTo>
                    <a:pt x="104" y="4"/>
                    <a:pt x="101" y="0"/>
                    <a:pt x="96" y="0"/>
                  </a:cubicBezTo>
                  <a:cubicBezTo>
                    <a:pt x="45" y="0"/>
                    <a:pt x="45" y="0"/>
                    <a:pt x="45" y="0"/>
                  </a:cubicBezTo>
                  <a:cubicBezTo>
                    <a:pt x="41" y="0"/>
                    <a:pt x="37" y="4"/>
                    <a:pt x="37" y="8"/>
                  </a:cubicBezTo>
                  <a:cubicBezTo>
                    <a:pt x="37" y="26"/>
                    <a:pt x="37" y="26"/>
                    <a:pt x="37" y="26"/>
                  </a:cubicBezTo>
                  <a:cubicBezTo>
                    <a:pt x="33" y="29"/>
                    <a:pt x="29" y="33"/>
                    <a:pt x="25" y="38"/>
                  </a:cubicBezTo>
                  <a:cubicBezTo>
                    <a:pt x="8" y="38"/>
                    <a:pt x="8" y="38"/>
                    <a:pt x="8" y="38"/>
                  </a:cubicBezTo>
                  <a:cubicBezTo>
                    <a:pt x="3" y="38"/>
                    <a:pt x="0" y="41"/>
                    <a:pt x="0" y="46"/>
                  </a:cubicBezTo>
                  <a:cubicBezTo>
                    <a:pt x="0" y="96"/>
                    <a:pt x="0" y="96"/>
                    <a:pt x="0" y="96"/>
                  </a:cubicBezTo>
                  <a:cubicBezTo>
                    <a:pt x="0" y="101"/>
                    <a:pt x="3" y="105"/>
                    <a:pt x="8" y="105"/>
                  </a:cubicBezTo>
                  <a:cubicBezTo>
                    <a:pt x="25" y="105"/>
                    <a:pt x="25" y="105"/>
                    <a:pt x="25" y="105"/>
                  </a:cubicBezTo>
                  <a:cubicBezTo>
                    <a:pt x="29" y="109"/>
                    <a:pt x="33" y="113"/>
                    <a:pt x="37" y="116"/>
                  </a:cubicBezTo>
                  <a:cubicBezTo>
                    <a:pt x="37" y="134"/>
                    <a:pt x="37" y="134"/>
                    <a:pt x="37" y="134"/>
                  </a:cubicBezTo>
                  <a:cubicBezTo>
                    <a:pt x="37" y="138"/>
                    <a:pt x="41" y="142"/>
                    <a:pt x="45" y="142"/>
                  </a:cubicBezTo>
                  <a:cubicBezTo>
                    <a:pt x="58" y="142"/>
                    <a:pt x="58" y="142"/>
                    <a:pt x="58" y="142"/>
                  </a:cubicBezTo>
                  <a:cubicBezTo>
                    <a:pt x="60" y="142"/>
                    <a:pt x="61" y="141"/>
                    <a:pt x="61" y="140"/>
                  </a:cubicBezTo>
                  <a:cubicBezTo>
                    <a:pt x="61" y="138"/>
                    <a:pt x="60" y="137"/>
                    <a:pt x="58" y="137"/>
                  </a:cubicBezTo>
                  <a:cubicBezTo>
                    <a:pt x="45" y="137"/>
                    <a:pt x="45" y="137"/>
                    <a:pt x="45" y="137"/>
                  </a:cubicBezTo>
                  <a:cubicBezTo>
                    <a:pt x="44" y="137"/>
                    <a:pt x="43" y="135"/>
                    <a:pt x="43" y="134"/>
                  </a:cubicBezTo>
                  <a:cubicBezTo>
                    <a:pt x="43" y="120"/>
                    <a:pt x="43" y="120"/>
                    <a:pt x="43" y="120"/>
                  </a:cubicBezTo>
                  <a:cubicBezTo>
                    <a:pt x="51" y="125"/>
                    <a:pt x="61" y="128"/>
                    <a:pt x="71" y="128"/>
                  </a:cubicBezTo>
                  <a:cubicBezTo>
                    <a:pt x="81" y="128"/>
                    <a:pt x="91" y="125"/>
                    <a:pt x="99" y="120"/>
                  </a:cubicBezTo>
                  <a:cubicBezTo>
                    <a:pt x="99" y="134"/>
                    <a:pt x="99" y="134"/>
                    <a:pt x="99" y="134"/>
                  </a:cubicBezTo>
                  <a:cubicBezTo>
                    <a:pt x="99" y="135"/>
                    <a:pt x="98" y="137"/>
                    <a:pt x="96" y="137"/>
                  </a:cubicBezTo>
                  <a:cubicBezTo>
                    <a:pt x="83" y="137"/>
                    <a:pt x="83" y="137"/>
                    <a:pt x="83" y="137"/>
                  </a:cubicBezTo>
                  <a:cubicBezTo>
                    <a:pt x="82" y="137"/>
                    <a:pt x="81" y="138"/>
                    <a:pt x="81" y="139"/>
                  </a:cubicBezTo>
                  <a:cubicBezTo>
                    <a:pt x="80" y="141"/>
                    <a:pt x="82" y="142"/>
                    <a:pt x="83" y="142"/>
                  </a:cubicBezTo>
                  <a:cubicBezTo>
                    <a:pt x="96" y="142"/>
                    <a:pt x="96" y="142"/>
                    <a:pt x="96" y="142"/>
                  </a:cubicBezTo>
                  <a:cubicBezTo>
                    <a:pt x="101" y="142"/>
                    <a:pt x="104" y="138"/>
                    <a:pt x="104" y="134"/>
                  </a:cubicBezTo>
                  <a:cubicBezTo>
                    <a:pt x="104" y="116"/>
                    <a:pt x="104" y="116"/>
                    <a:pt x="104" y="116"/>
                  </a:cubicBezTo>
                  <a:cubicBezTo>
                    <a:pt x="109" y="113"/>
                    <a:pt x="113" y="109"/>
                    <a:pt x="116" y="105"/>
                  </a:cubicBezTo>
                  <a:cubicBezTo>
                    <a:pt x="134" y="105"/>
                    <a:pt x="134" y="105"/>
                    <a:pt x="134" y="105"/>
                  </a:cubicBezTo>
                  <a:cubicBezTo>
                    <a:pt x="138" y="105"/>
                    <a:pt x="142" y="101"/>
                    <a:pt x="142" y="96"/>
                  </a:cubicBezTo>
                  <a:cubicBezTo>
                    <a:pt x="142" y="46"/>
                    <a:pt x="142" y="46"/>
                    <a:pt x="142" y="46"/>
                  </a:cubicBezTo>
                  <a:cubicBezTo>
                    <a:pt x="142" y="41"/>
                    <a:pt x="138" y="38"/>
                    <a:pt x="134" y="38"/>
                  </a:cubicBezTo>
                  <a:close/>
                  <a:moveTo>
                    <a:pt x="45" y="5"/>
                  </a:moveTo>
                  <a:cubicBezTo>
                    <a:pt x="96" y="5"/>
                    <a:pt x="96" y="5"/>
                    <a:pt x="96" y="5"/>
                  </a:cubicBezTo>
                  <a:cubicBezTo>
                    <a:pt x="98" y="5"/>
                    <a:pt x="99" y="7"/>
                    <a:pt x="99" y="8"/>
                  </a:cubicBezTo>
                  <a:cubicBezTo>
                    <a:pt x="99" y="22"/>
                    <a:pt x="99" y="22"/>
                    <a:pt x="99" y="22"/>
                  </a:cubicBezTo>
                  <a:cubicBezTo>
                    <a:pt x="91" y="17"/>
                    <a:pt x="81" y="14"/>
                    <a:pt x="71" y="14"/>
                  </a:cubicBezTo>
                  <a:cubicBezTo>
                    <a:pt x="61" y="14"/>
                    <a:pt x="51" y="17"/>
                    <a:pt x="43" y="22"/>
                  </a:cubicBezTo>
                  <a:cubicBezTo>
                    <a:pt x="43" y="8"/>
                    <a:pt x="43" y="8"/>
                    <a:pt x="43" y="8"/>
                  </a:cubicBezTo>
                  <a:cubicBezTo>
                    <a:pt x="43" y="7"/>
                    <a:pt x="44" y="5"/>
                    <a:pt x="45" y="5"/>
                  </a:cubicBezTo>
                  <a:close/>
                  <a:moveTo>
                    <a:pt x="5" y="96"/>
                  </a:moveTo>
                  <a:cubicBezTo>
                    <a:pt x="5" y="46"/>
                    <a:pt x="5" y="46"/>
                    <a:pt x="5" y="46"/>
                  </a:cubicBezTo>
                  <a:cubicBezTo>
                    <a:pt x="5" y="44"/>
                    <a:pt x="6" y="43"/>
                    <a:pt x="8" y="43"/>
                  </a:cubicBezTo>
                  <a:cubicBezTo>
                    <a:pt x="22" y="43"/>
                    <a:pt x="22" y="43"/>
                    <a:pt x="22" y="43"/>
                  </a:cubicBezTo>
                  <a:cubicBezTo>
                    <a:pt x="17" y="51"/>
                    <a:pt x="14" y="61"/>
                    <a:pt x="14" y="71"/>
                  </a:cubicBezTo>
                  <a:cubicBezTo>
                    <a:pt x="14" y="81"/>
                    <a:pt x="17" y="91"/>
                    <a:pt x="22" y="99"/>
                  </a:cubicBezTo>
                  <a:cubicBezTo>
                    <a:pt x="8" y="99"/>
                    <a:pt x="8" y="99"/>
                    <a:pt x="8" y="99"/>
                  </a:cubicBezTo>
                  <a:cubicBezTo>
                    <a:pt x="6" y="99"/>
                    <a:pt x="5" y="98"/>
                    <a:pt x="5" y="96"/>
                  </a:cubicBezTo>
                  <a:close/>
                  <a:moveTo>
                    <a:pt x="71" y="122"/>
                  </a:moveTo>
                  <a:cubicBezTo>
                    <a:pt x="43" y="122"/>
                    <a:pt x="20" y="99"/>
                    <a:pt x="20" y="71"/>
                  </a:cubicBezTo>
                  <a:cubicBezTo>
                    <a:pt x="20" y="43"/>
                    <a:pt x="43" y="20"/>
                    <a:pt x="71" y="20"/>
                  </a:cubicBezTo>
                  <a:cubicBezTo>
                    <a:pt x="99" y="20"/>
                    <a:pt x="122" y="43"/>
                    <a:pt x="122" y="71"/>
                  </a:cubicBezTo>
                  <a:cubicBezTo>
                    <a:pt x="122" y="99"/>
                    <a:pt x="99" y="122"/>
                    <a:pt x="71" y="122"/>
                  </a:cubicBezTo>
                  <a:close/>
                  <a:moveTo>
                    <a:pt x="134" y="99"/>
                  </a:moveTo>
                  <a:cubicBezTo>
                    <a:pt x="120" y="99"/>
                    <a:pt x="120" y="99"/>
                    <a:pt x="120" y="99"/>
                  </a:cubicBezTo>
                  <a:cubicBezTo>
                    <a:pt x="125" y="91"/>
                    <a:pt x="127" y="81"/>
                    <a:pt x="127" y="71"/>
                  </a:cubicBezTo>
                  <a:cubicBezTo>
                    <a:pt x="127" y="61"/>
                    <a:pt x="125" y="51"/>
                    <a:pt x="120" y="43"/>
                  </a:cubicBezTo>
                  <a:cubicBezTo>
                    <a:pt x="134" y="43"/>
                    <a:pt x="134" y="43"/>
                    <a:pt x="134" y="43"/>
                  </a:cubicBezTo>
                  <a:cubicBezTo>
                    <a:pt x="135" y="43"/>
                    <a:pt x="136" y="44"/>
                    <a:pt x="136" y="46"/>
                  </a:cubicBezTo>
                  <a:cubicBezTo>
                    <a:pt x="136" y="96"/>
                    <a:pt x="136" y="96"/>
                    <a:pt x="136" y="96"/>
                  </a:cubicBezTo>
                  <a:cubicBezTo>
                    <a:pt x="136" y="98"/>
                    <a:pt x="135" y="99"/>
                    <a:pt x="134" y="9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83" name="Google Shape;983;p52"/>
            <p:cNvSpPr/>
            <p:nvPr/>
          </p:nvSpPr>
          <p:spPr>
            <a:xfrm>
              <a:off x="5727671" y="2436108"/>
              <a:ext cx="16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84" name="Google Shape;984;p52"/>
          <p:cNvGrpSpPr/>
          <p:nvPr/>
        </p:nvGrpSpPr>
        <p:grpSpPr>
          <a:xfrm>
            <a:off x="7111362" y="2062751"/>
            <a:ext cx="384598" cy="329807"/>
            <a:chOff x="7146781" y="2092617"/>
            <a:chExt cx="394136" cy="337987"/>
          </a:xfrm>
        </p:grpSpPr>
        <p:sp>
          <p:nvSpPr>
            <p:cNvPr id="985" name="Google Shape;985;p52"/>
            <p:cNvSpPr/>
            <p:nvPr/>
          </p:nvSpPr>
          <p:spPr>
            <a:xfrm>
              <a:off x="7146781" y="2092617"/>
              <a:ext cx="394136" cy="337987"/>
            </a:xfrm>
            <a:custGeom>
              <a:avLst/>
              <a:gdLst/>
              <a:ahLst/>
              <a:cxnLst/>
              <a:rect l="l" t="t" r="r" b="b"/>
              <a:pathLst>
                <a:path w="151" h="129" extrusionOk="0">
                  <a:moveTo>
                    <a:pt x="76" y="129"/>
                  </a:moveTo>
                  <a:cubicBezTo>
                    <a:pt x="74" y="129"/>
                    <a:pt x="72" y="129"/>
                    <a:pt x="70" y="127"/>
                  </a:cubicBezTo>
                  <a:cubicBezTo>
                    <a:pt x="17" y="74"/>
                    <a:pt x="17" y="74"/>
                    <a:pt x="17" y="74"/>
                  </a:cubicBezTo>
                  <a:cubicBezTo>
                    <a:pt x="1" y="58"/>
                    <a:pt x="0" y="32"/>
                    <a:pt x="16" y="15"/>
                  </a:cubicBezTo>
                  <a:cubicBezTo>
                    <a:pt x="16" y="14"/>
                    <a:pt x="17" y="14"/>
                    <a:pt x="17" y="13"/>
                  </a:cubicBezTo>
                  <a:cubicBezTo>
                    <a:pt x="26" y="5"/>
                    <a:pt x="38" y="0"/>
                    <a:pt x="51" y="1"/>
                  </a:cubicBezTo>
                  <a:cubicBezTo>
                    <a:pt x="60" y="2"/>
                    <a:pt x="69" y="6"/>
                    <a:pt x="76" y="12"/>
                  </a:cubicBezTo>
                  <a:cubicBezTo>
                    <a:pt x="83" y="5"/>
                    <a:pt x="92" y="2"/>
                    <a:pt x="101" y="1"/>
                  </a:cubicBezTo>
                  <a:cubicBezTo>
                    <a:pt x="114" y="0"/>
                    <a:pt x="126" y="5"/>
                    <a:pt x="134" y="13"/>
                  </a:cubicBezTo>
                  <a:cubicBezTo>
                    <a:pt x="135" y="14"/>
                    <a:pt x="135" y="14"/>
                    <a:pt x="136" y="15"/>
                  </a:cubicBezTo>
                  <a:cubicBezTo>
                    <a:pt x="151" y="32"/>
                    <a:pt x="151" y="58"/>
                    <a:pt x="134" y="74"/>
                  </a:cubicBezTo>
                  <a:cubicBezTo>
                    <a:pt x="120" y="89"/>
                    <a:pt x="120" y="89"/>
                    <a:pt x="120" y="89"/>
                  </a:cubicBezTo>
                  <a:cubicBezTo>
                    <a:pt x="119" y="90"/>
                    <a:pt x="117" y="90"/>
                    <a:pt x="116" y="89"/>
                  </a:cubicBezTo>
                  <a:cubicBezTo>
                    <a:pt x="115" y="88"/>
                    <a:pt x="115" y="86"/>
                    <a:pt x="116" y="85"/>
                  </a:cubicBezTo>
                  <a:cubicBezTo>
                    <a:pt x="130" y="70"/>
                    <a:pt x="130" y="70"/>
                    <a:pt x="130" y="70"/>
                  </a:cubicBezTo>
                  <a:cubicBezTo>
                    <a:pt x="145" y="56"/>
                    <a:pt x="145" y="33"/>
                    <a:pt x="132" y="19"/>
                  </a:cubicBezTo>
                  <a:cubicBezTo>
                    <a:pt x="131" y="18"/>
                    <a:pt x="131" y="18"/>
                    <a:pt x="130" y="17"/>
                  </a:cubicBezTo>
                  <a:cubicBezTo>
                    <a:pt x="123" y="10"/>
                    <a:pt x="112" y="6"/>
                    <a:pt x="102" y="7"/>
                  </a:cubicBezTo>
                  <a:cubicBezTo>
                    <a:pt x="93" y="7"/>
                    <a:pt x="84" y="11"/>
                    <a:pt x="78" y="17"/>
                  </a:cubicBezTo>
                  <a:cubicBezTo>
                    <a:pt x="77" y="18"/>
                    <a:pt x="75" y="18"/>
                    <a:pt x="74" y="17"/>
                  </a:cubicBezTo>
                  <a:cubicBezTo>
                    <a:pt x="68" y="11"/>
                    <a:pt x="59" y="7"/>
                    <a:pt x="51" y="7"/>
                  </a:cubicBezTo>
                  <a:cubicBezTo>
                    <a:pt x="40" y="6"/>
                    <a:pt x="29" y="10"/>
                    <a:pt x="21" y="17"/>
                  </a:cubicBezTo>
                  <a:cubicBezTo>
                    <a:pt x="21" y="18"/>
                    <a:pt x="20" y="18"/>
                    <a:pt x="20" y="19"/>
                  </a:cubicBezTo>
                  <a:cubicBezTo>
                    <a:pt x="6" y="33"/>
                    <a:pt x="7" y="56"/>
                    <a:pt x="21" y="70"/>
                  </a:cubicBezTo>
                  <a:cubicBezTo>
                    <a:pt x="74" y="123"/>
                    <a:pt x="74" y="123"/>
                    <a:pt x="74" y="123"/>
                  </a:cubicBezTo>
                  <a:cubicBezTo>
                    <a:pt x="75" y="124"/>
                    <a:pt x="77" y="124"/>
                    <a:pt x="78" y="123"/>
                  </a:cubicBezTo>
                  <a:cubicBezTo>
                    <a:pt x="98" y="103"/>
                    <a:pt x="98" y="103"/>
                    <a:pt x="98" y="103"/>
                  </a:cubicBezTo>
                  <a:cubicBezTo>
                    <a:pt x="99" y="101"/>
                    <a:pt x="101" y="101"/>
                    <a:pt x="102" y="103"/>
                  </a:cubicBezTo>
                  <a:cubicBezTo>
                    <a:pt x="103" y="104"/>
                    <a:pt x="103" y="105"/>
                    <a:pt x="102" y="106"/>
                  </a:cubicBezTo>
                  <a:cubicBezTo>
                    <a:pt x="82" y="127"/>
                    <a:pt x="82" y="127"/>
                    <a:pt x="82" y="127"/>
                  </a:cubicBezTo>
                  <a:cubicBezTo>
                    <a:pt x="80" y="129"/>
                    <a:pt x="78" y="129"/>
                    <a:pt x="76" y="12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86" name="Google Shape;986;p52"/>
            <p:cNvSpPr/>
            <p:nvPr/>
          </p:nvSpPr>
          <p:spPr>
            <a:xfrm>
              <a:off x="7287701" y="2160875"/>
              <a:ext cx="114498" cy="180553"/>
            </a:xfrm>
            <a:custGeom>
              <a:avLst/>
              <a:gdLst/>
              <a:ahLst/>
              <a:cxnLst/>
              <a:rect l="l" t="t" r="r" b="b"/>
              <a:pathLst>
                <a:path w="44" h="69" extrusionOk="0">
                  <a:moveTo>
                    <a:pt x="11" y="69"/>
                  </a:moveTo>
                  <a:cubicBezTo>
                    <a:pt x="11" y="69"/>
                    <a:pt x="10" y="69"/>
                    <a:pt x="9" y="69"/>
                  </a:cubicBezTo>
                  <a:cubicBezTo>
                    <a:pt x="8" y="68"/>
                    <a:pt x="7" y="66"/>
                    <a:pt x="7" y="64"/>
                  </a:cubicBezTo>
                  <a:cubicBezTo>
                    <a:pt x="12" y="38"/>
                    <a:pt x="12" y="38"/>
                    <a:pt x="12" y="38"/>
                  </a:cubicBezTo>
                  <a:cubicBezTo>
                    <a:pt x="5" y="38"/>
                    <a:pt x="5" y="38"/>
                    <a:pt x="5" y="38"/>
                  </a:cubicBezTo>
                  <a:cubicBezTo>
                    <a:pt x="3" y="38"/>
                    <a:pt x="2" y="37"/>
                    <a:pt x="1" y="36"/>
                  </a:cubicBezTo>
                  <a:cubicBezTo>
                    <a:pt x="0" y="34"/>
                    <a:pt x="0" y="32"/>
                    <a:pt x="1" y="30"/>
                  </a:cubicBezTo>
                  <a:cubicBezTo>
                    <a:pt x="29" y="2"/>
                    <a:pt x="29" y="2"/>
                    <a:pt x="29" y="2"/>
                  </a:cubicBezTo>
                  <a:cubicBezTo>
                    <a:pt x="30" y="0"/>
                    <a:pt x="32" y="0"/>
                    <a:pt x="34" y="1"/>
                  </a:cubicBezTo>
                  <a:cubicBezTo>
                    <a:pt x="36" y="2"/>
                    <a:pt x="37" y="3"/>
                    <a:pt x="36" y="5"/>
                  </a:cubicBezTo>
                  <a:cubicBezTo>
                    <a:pt x="32" y="32"/>
                    <a:pt x="32" y="32"/>
                    <a:pt x="32" y="32"/>
                  </a:cubicBezTo>
                  <a:cubicBezTo>
                    <a:pt x="39" y="32"/>
                    <a:pt x="39" y="32"/>
                    <a:pt x="39" y="32"/>
                  </a:cubicBezTo>
                  <a:cubicBezTo>
                    <a:pt x="40" y="32"/>
                    <a:pt x="42" y="33"/>
                    <a:pt x="43" y="34"/>
                  </a:cubicBezTo>
                  <a:cubicBezTo>
                    <a:pt x="44" y="36"/>
                    <a:pt x="44" y="38"/>
                    <a:pt x="42" y="39"/>
                  </a:cubicBezTo>
                  <a:cubicBezTo>
                    <a:pt x="15" y="68"/>
                    <a:pt x="15" y="68"/>
                    <a:pt x="15" y="68"/>
                  </a:cubicBezTo>
                  <a:cubicBezTo>
                    <a:pt x="14" y="69"/>
                    <a:pt x="13" y="69"/>
                    <a:pt x="11" y="69"/>
                  </a:cubicBezTo>
                  <a:close/>
                  <a:moveTo>
                    <a:pt x="7" y="32"/>
                  </a:moveTo>
                  <a:cubicBezTo>
                    <a:pt x="13" y="32"/>
                    <a:pt x="13" y="32"/>
                    <a:pt x="13" y="32"/>
                  </a:cubicBezTo>
                  <a:cubicBezTo>
                    <a:pt x="14" y="32"/>
                    <a:pt x="15" y="32"/>
                    <a:pt x="15" y="33"/>
                  </a:cubicBezTo>
                  <a:cubicBezTo>
                    <a:pt x="17" y="34"/>
                    <a:pt x="18" y="35"/>
                    <a:pt x="17" y="37"/>
                  </a:cubicBezTo>
                  <a:cubicBezTo>
                    <a:pt x="13" y="61"/>
                    <a:pt x="13" y="61"/>
                    <a:pt x="13" y="61"/>
                  </a:cubicBezTo>
                  <a:cubicBezTo>
                    <a:pt x="36" y="38"/>
                    <a:pt x="36" y="38"/>
                    <a:pt x="36" y="38"/>
                  </a:cubicBezTo>
                  <a:cubicBezTo>
                    <a:pt x="31" y="38"/>
                    <a:pt x="31" y="38"/>
                    <a:pt x="31" y="38"/>
                  </a:cubicBezTo>
                  <a:cubicBezTo>
                    <a:pt x="30" y="38"/>
                    <a:pt x="29" y="37"/>
                    <a:pt x="28" y="37"/>
                  </a:cubicBezTo>
                  <a:cubicBezTo>
                    <a:pt x="27" y="36"/>
                    <a:pt x="26" y="34"/>
                    <a:pt x="26" y="33"/>
                  </a:cubicBezTo>
                  <a:cubicBezTo>
                    <a:pt x="30" y="8"/>
                    <a:pt x="30" y="8"/>
                    <a:pt x="30" y="8"/>
                  </a:cubicBezTo>
                  <a:lnTo>
                    <a:pt x="7" y="32"/>
                  </a:lnTo>
                  <a:close/>
                  <a:moveTo>
                    <a:pt x="39" y="38"/>
                  </a:moveTo>
                  <a:cubicBezTo>
                    <a:pt x="39" y="38"/>
                    <a:pt x="39" y="38"/>
                    <a:pt x="39" y="38"/>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87" name="Google Shape;987;p52"/>
            <p:cNvSpPr/>
            <p:nvPr/>
          </p:nvSpPr>
          <p:spPr>
            <a:xfrm>
              <a:off x="7423116" y="2335923"/>
              <a:ext cx="16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88" name="Google Shape;988;p52"/>
          <p:cNvGrpSpPr/>
          <p:nvPr/>
        </p:nvGrpSpPr>
        <p:grpSpPr>
          <a:xfrm>
            <a:off x="4768324" y="2071345"/>
            <a:ext cx="362038" cy="319051"/>
            <a:chOff x="4745635" y="2101425"/>
            <a:chExt cx="371016" cy="326963"/>
          </a:xfrm>
        </p:grpSpPr>
        <p:sp>
          <p:nvSpPr>
            <p:cNvPr id="989" name="Google Shape;989;p52"/>
            <p:cNvSpPr/>
            <p:nvPr/>
          </p:nvSpPr>
          <p:spPr>
            <a:xfrm>
              <a:off x="4745635" y="2101425"/>
              <a:ext cx="371016" cy="323675"/>
            </a:xfrm>
            <a:custGeom>
              <a:avLst/>
              <a:gdLst/>
              <a:ahLst/>
              <a:cxnLst/>
              <a:rect l="l" t="t" r="r" b="b"/>
              <a:pathLst>
                <a:path w="142" h="124" extrusionOk="0">
                  <a:moveTo>
                    <a:pt x="131" y="15"/>
                  </a:moveTo>
                  <a:cubicBezTo>
                    <a:pt x="100" y="15"/>
                    <a:pt x="100" y="15"/>
                    <a:pt x="100" y="15"/>
                  </a:cubicBezTo>
                  <a:cubicBezTo>
                    <a:pt x="100" y="8"/>
                    <a:pt x="100" y="8"/>
                    <a:pt x="100" y="8"/>
                  </a:cubicBezTo>
                  <a:cubicBezTo>
                    <a:pt x="100" y="3"/>
                    <a:pt x="96" y="0"/>
                    <a:pt x="91" y="0"/>
                  </a:cubicBezTo>
                  <a:cubicBezTo>
                    <a:pt x="50" y="0"/>
                    <a:pt x="50" y="0"/>
                    <a:pt x="50" y="0"/>
                  </a:cubicBezTo>
                  <a:cubicBezTo>
                    <a:pt x="46" y="0"/>
                    <a:pt x="42" y="3"/>
                    <a:pt x="42" y="8"/>
                  </a:cubicBezTo>
                  <a:cubicBezTo>
                    <a:pt x="42" y="15"/>
                    <a:pt x="42" y="15"/>
                    <a:pt x="42" y="15"/>
                  </a:cubicBezTo>
                  <a:cubicBezTo>
                    <a:pt x="11" y="15"/>
                    <a:pt x="11" y="15"/>
                    <a:pt x="11" y="15"/>
                  </a:cubicBezTo>
                  <a:cubicBezTo>
                    <a:pt x="5" y="15"/>
                    <a:pt x="0" y="20"/>
                    <a:pt x="0" y="26"/>
                  </a:cubicBezTo>
                  <a:cubicBezTo>
                    <a:pt x="0" y="121"/>
                    <a:pt x="0" y="121"/>
                    <a:pt x="0" y="121"/>
                  </a:cubicBezTo>
                  <a:cubicBezTo>
                    <a:pt x="0" y="123"/>
                    <a:pt x="1" y="124"/>
                    <a:pt x="2" y="124"/>
                  </a:cubicBezTo>
                  <a:cubicBezTo>
                    <a:pt x="99" y="124"/>
                    <a:pt x="99" y="124"/>
                    <a:pt x="99" y="124"/>
                  </a:cubicBezTo>
                  <a:cubicBezTo>
                    <a:pt x="99" y="124"/>
                    <a:pt x="100" y="124"/>
                    <a:pt x="100" y="124"/>
                  </a:cubicBezTo>
                  <a:cubicBezTo>
                    <a:pt x="102" y="122"/>
                    <a:pt x="101" y="119"/>
                    <a:pt x="98" y="119"/>
                  </a:cubicBezTo>
                  <a:cubicBezTo>
                    <a:pt x="7" y="119"/>
                    <a:pt x="7" y="119"/>
                    <a:pt x="7" y="119"/>
                  </a:cubicBezTo>
                  <a:cubicBezTo>
                    <a:pt x="6" y="119"/>
                    <a:pt x="5" y="118"/>
                    <a:pt x="5" y="117"/>
                  </a:cubicBezTo>
                  <a:cubicBezTo>
                    <a:pt x="5" y="47"/>
                    <a:pt x="5" y="47"/>
                    <a:pt x="5" y="47"/>
                  </a:cubicBezTo>
                  <a:cubicBezTo>
                    <a:pt x="21" y="47"/>
                    <a:pt x="21" y="47"/>
                    <a:pt x="21" y="47"/>
                  </a:cubicBezTo>
                  <a:cubicBezTo>
                    <a:pt x="21" y="48"/>
                    <a:pt x="21" y="48"/>
                    <a:pt x="21" y="48"/>
                  </a:cubicBezTo>
                  <a:cubicBezTo>
                    <a:pt x="21" y="51"/>
                    <a:pt x="23" y="54"/>
                    <a:pt x="26" y="54"/>
                  </a:cubicBezTo>
                  <a:cubicBezTo>
                    <a:pt x="37" y="54"/>
                    <a:pt x="37" y="54"/>
                    <a:pt x="37" y="54"/>
                  </a:cubicBezTo>
                  <a:cubicBezTo>
                    <a:pt x="39" y="54"/>
                    <a:pt x="41" y="52"/>
                    <a:pt x="41" y="50"/>
                  </a:cubicBezTo>
                  <a:cubicBezTo>
                    <a:pt x="41" y="47"/>
                    <a:pt x="41" y="47"/>
                    <a:pt x="41" y="47"/>
                  </a:cubicBezTo>
                  <a:cubicBezTo>
                    <a:pt x="101" y="47"/>
                    <a:pt x="101" y="47"/>
                    <a:pt x="101" y="47"/>
                  </a:cubicBezTo>
                  <a:cubicBezTo>
                    <a:pt x="101" y="50"/>
                    <a:pt x="101" y="50"/>
                    <a:pt x="101" y="50"/>
                  </a:cubicBezTo>
                  <a:cubicBezTo>
                    <a:pt x="101" y="52"/>
                    <a:pt x="102" y="54"/>
                    <a:pt x="104" y="54"/>
                  </a:cubicBezTo>
                  <a:cubicBezTo>
                    <a:pt x="115" y="54"/>
                    <a:pt x="115" y="54"/>
                    <a:pt x="115" y="54"/>
                  </a:cubicBezTo>
                  <a:cubicBezTo>
                    <a:pt x="118" y="54"/>
                    <a:pt x="121" y="51"/>
                    <a:pt x="121" y="48"/>
                  </a:cubicBezTo>
                  <a:cubicBezTo>
                    <a:pt x="121" y="47"/>
                    <a:pt x="121" y="47"/>
                    <a:pt x="121" y="47"/>
                  </a:cubicBezTo>
                  <a:cubicBezTo>
                    <a:pt x="136" y="47"/>
                    <a:pt x="136" y="47"/>
                    <a:pt x="136" y="47"/>
                  </a:cubicBezTo>
                  <a:cubicBezTo>
                    <a:pt x="136" y="117"/>
                    <a:pt x="136" y="117"/>
                    <a:pt x="136" y="117"/>
                  </a:cubicBezTo>
                  <a:cubicBezTo>
                    <a:pt x="136" y="118"/>
                    <a:pt x="136" y="119"/>
                    <a:pt x="135" y="119"/>
                  </a:cubicBezTo>
                  <a:cubicBezTo>
                    <a:pt x="122" y="119"/>
                    <a:pt x="122" y="119"/>
                    <a:pt x="122" y="119"/>
                  </a:cubicBezTo>
                  <a:cubicBezTo>
                    <a:pt x="122" y="119"/>
                    <a:pt x="122" y="119"/>
                    <a:pt x="122" y="119"/>
                  </a:cubicBezTo>
                  <a:cubicBezTo>
                    <a:pt x="119" y="121"/>
                    <a:pt x="121" y="124"/>
                    <a:pt x="123" y="124"/>
                  </a:cubicBezTo>
                  <a:cubicBezTo>
                    <a:pt x="139" y="124"/>
                    <a:pt x="139" y="124"/>
                    <a:pt x="139" y="124"/>
                  </a:cubicBezTo>
                  <a:cubicBezTo>
                    <a:pt x="141" y="124"/>
                    <a:pt x="142" y="123"/>
                    <a:pt x="142" y="121"/>
                  </a:cubicBezTo>
                  <a:cubicBezTo>
                    <a:pt x="142" y="26"/>
                    <a:pt x="142" y="26"/>
                    <a:pt x="142" y="26"/>
                  </a:cubicBezTo>
                  <a:cubicBezTo>
                    <a:pt x="142" y="20"/>
                    <a:pt x="137" y="15"/>
                    <a:pt x="131" y="15"/>
                  </a:cubicBezTo>
                  <a:close/>
                  <a:moveTo>
                    <a:pt x="50" y="5"/>
                  </a:moveTo>
                  <a:cubicBezTo>
                    <a:pt x="91" y="5"/>
                    <a:pt x="91" y="5"/>
                    <a:pt x="91" y="5"/>
                  </a:cubicBezTo>
                  <a:cubicBezTo>
                    <a:pt x="93" y="5"/>
                    <a:pt x="94" y="7"/>
                    <a:pt x="94" y="8"/>
                  </a:cubicBezTo>
                  <a:cubicBezTo>
                    <a:pt x="94" y="15"/>
                    <a:pt x="94" y="15"/>
                    <a:pt x="94" y="15"/>
                  </a:cubicBezTo>
                  <a:cubicBezTo>
                    <a:pt x="47" y="15"/>
                    <a:pt x="47" y="15"/>
                    <a:pt x="47" y="15"/>
                  </a:cubicBezTo>
                  <a:cubicBezTo>
                    <a:pt x="47" y="8"/>
                    <a:pt x="47" y="8"/>
                    <a:pt x="47" y="8"/>
                  </a:cubicBezTo>
                  <a:cubicBezTo>
                    <a:pt x="47" y="7"/>
                    <a:pt x="49" y="5"/>
                    <a:pt x="50" y="5"/>
                  </a:cubicBezTo>
                  <a:close/>
                  <a:moveTo>
                    <a:pt x="35" y="48"/>
                  </a:moveTo>
                  <a:cubicBezTo>
                    <a:pt x="26" y="48"/>
                    <a:pt x="26" y="48"/>
                    <a:pt x="26" y="48"/>
                  </a:cubicBezTo>
                  <a:cubicBezTo>
                    <a:pt x="26" y="39"/>
                    <a:pt x="26" y="39"/>
                    <a:pt x="26" y="39"/>
                  </a:cubicBezTo>
                  <a:cubicBezTo>
                    <a:pt x="35" y="39"/>
                    <a:pt x="35" y="39"/>
                    <a:pt x="35" y="39"/>
                  </a:cubicBezTo>
                  <a:cubicBezTo>
                    <a:pt x="35" y="44"/>
                    <a:pt x="35" y="44"/>
                    <a:pt x="35" y="44"/>
                  </a:cubicBezTo>
                  <a:cubicBezTo>
                    <a:pt x="35" y="44"/>
                    <a:pt x="35" y="44"/>
                    <a:pt x="35" y="44"/>
                  </a:cubicBezTo>
                  <a:cubicBezTo>
                    <a:pt x="35" y="44"/>
                    <a:pt x="35" y="44"/>
                    <a:pt x="35" y="44"/>
                  </a:cubicBezTo>
                  <a:cubicBezTo>
                    <a:pt x="35" y="48"/>
                    <a:pt x="35" y="48"/>
                    <a:pt x="35" y="48"/>
                  </a:cubicBezTo>
                  <a:cubicBezTo>
                    <a:pt x="35" y="48"/>
                    <a:pt x="35" y="48"/>
                    <a:pt x="35" y="48"/>
                  </a:cubicBezTo>
                  <a:close/>
                  <a:moveTo>
                    <a:pt x="115" y="48"/>
                  </a:moveTo>
                  <a:cubicBezTo>
                    <a:pt x="106" y="48"/>
                    <a:pt x="106" y="48"/>
                    <a:pt x="106" y="48"/>
                  </a:cubicBezTo>
                  <a:cubicBezTo>
                    <a:pt x="106" y="39"/>
                    <a:pt x="106" y="39"/>
                    <a:pt x="106" y="39"/>
                  </a:cubicBezTo>
                  <a:cubicBezTo>
                    <a:pt x="115" y="39"/>
                    <a:pt x="115" y="39"/>
                    <a:pt x="115" y="39"/>
                  </a:cubicBezTo>
                  <a:cubicBezTo>
                    <a:pt x="115" y="44"/>
                    <a:pt x="115" y="44"/>
                    <a:pt x="115" y="44"/>
                  </a:cubicBezTo>
                  <a:cubicBezTo>
                    <a:pt x="115" y="44"/>
                    <a:pt x="115" y="44"/>
                    <a:pt x="115" y="44"/>
                  </a:cubicBezTo>
                  <a:cubicBezTo>
                    <a:pt x="115" y="44"/>
                    <a:pt x="115" y="44"/>
                    <a:pt x="116" y="44"/>
                  </a:cubicBezTo>
                  <a:cubicBezTo>
                    <a:pt x="116" y="48"/>
                    <a:pt x="116" y="48"/>
                    <a:pt x="116" y="48"/>
                  </a:cubicBezTo>
                  <a:cubicBezTo>
                    <a:pt x="115" y="48"/>
                    <a:pt x="115" y="48"/>
                    <a:pt x="115" y="48"/>
                  </a:cubicBezTo>
                  <a:close/>
                  <a:moveTo>
                    <a:pt x="121" y="41"/>
                  </a:moveTo>
                  <a:cubicBezTo>
                    <a:pt x="121" y="39"/>
                    <a:pt x="121" y="39"/>
                    <a:pt x="121" y="39"/>
                  </a:cubicBezTo>
                  <a:cubicBezTo>
                    <a:pt x="121" y="36"/>
                    <a:pt x="119" y="34"/>
                    <a:pt x="116" y="34"/>
                  </a:cubicBezTo>
                  <a:cubicBezTo>
                    <a:pt x="106" y="34"/>
                    <a:pt x="106" y="34"/>
                    <a:pt x="106" y="34"/>
                  </a:cubicBezTo>
                  <a:cubicBezTo>
                    <a:pt x="103" y="34"/>
                    <a:pt x="101" y="36"/>
                    <a:pt x="101" y="39"/>
                  </a:cubicBezTo>
                  <a:cubicBezTo>
                    <a:pt x="101" y="41"/>
                    <a:pt x="101" y="41"/>
                    <a:pt x="101" y="41"/>
                  </a:cubicBezTo>
                  <a:cubicBezTo>
                    <a:pt x="41" y="41"/>
                    <a:pt x="41" y="41"/>
                    <a:pt x="41" y="41"/>
                  </a:cubicBezTo>
                  <a:cubicBezTo>
                    <a:pt x="41" y="39"/>
                    <a:pt x="41" y="39"/>
                    <a:pt x="41" y="39"/>
                  </a:cubicBezTo>
                  <a:cubicBezTo>
                    <a:pt x="41" y="36"/>
                    <a:pt x="38" y="34"/>
                    <a:pt x="35" y="34"/>
                  </a:cubicBezTo>
                  <a:cubicBezTo>
                    <a:pt x="26" y="34"/>
                    <a:pt x="26" y="34"/>
                    <a:pt x="26" y="34"/>
                  </a:cubicBezTo>
                  <a:cubicBezTo>
                    <a:pt x="23" y="34"/>
                    <a:pt x="20" y="36"/>
                    <a:pt x="20" y="39"/>
                  </a:cubicBezTo>
                  <a:cubicBezTo>
                    <a:pt x="20" y="41"/>
                    <a:pt x="20" y="41"/>
                    <a:pt x="20" y="41"/>
                  </a:cubicBezTo>
                  <a:cubicBezTo>
                    <a:pt x="5" y="41"/>
                    <a:pt x="5" y="41"/>
                    <a:pt x="5" y="41"/>
                  </a:cubicBezTo>
                  <a:cubicBezTo>
                    <a:pt x="5" y="26"/>
                    <a:pt x="5" y="26"/>
                    <a:pt x="5" y="26"/>
                  </a:cubicBezTo>
                  <a:cubicBezTo>
                    <a:pt x="5" y="23"/>
                    <a:pt x="8" y="21"/>
                    <a:pt x="11" y="21"/>
                  </a:cubicBezTo>
                  <a:cubicBezTo>
                    <a:pt x="131" y="21"/>
                    <a:pt x="131" y="21"/>
                    <a:pt x="131" y="21"/>
                  </a:cubicBezTo>
                  <a:cubicBezTo>
                    <a:pt x="134" y="21"/>
                    <a:pt x="136" y="23"/>
                    <a:pt x="136" y="26"/>
                  </a:cubicBezTo>
                  <a:cubicBezTo>
                    <a:pt x="136" y="41"/>
                    <a:pt x="136" y="41"/>
                    <a:pt x="136" y="41"/>
                  </a:cubicBezTo>
                  <a:lnTo>
                    <a:pt x="121" y="41"/>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90" name="Google Shape;990;p52"/>
            <p:cNvSpPr/>
            <p:nvPr/>
          </p:nvSpPr>
          <p:spPr>
            <a:xfrm>
              <a:off x="4868940" y="2263262"/>
              <a:ext cx="125507" cy="123305"/>
            </a:xfrm>
            <a:custGeom>
              <a:avLst/>
              <a:gdLst/>
              <a:ahLst/>
              <a:cxnLst/>
              <a:rect l="l" t="t" r="r" b="b"/>
              <a:pathLst>
                <a:path w="48" h="47" extrusionOk="0">
                  <a:moveTo>
                    <a:pt x="19" y="47"/>
                  </a:moveTo>
                  <a:cubicBezTo>
                    <a:pt x="28" y="47"/>
                    <a:pt x="28" y="47"/>
                    <a:pt x="28" y="47"/>
                  </a:cubicBezTo>
                  <a:cubicBezTo>
                    <a:pt x="31" y="47"/>
                    <a:pt x="33" y="45"/>
                    <a:pt x="33" y="43"/>
                  </a:cubicBezTo>
                  <a:cubicBezTo>
                    <a:pt x="33" y="32"/>
                    <a:pt x="33" y="32"/>
                    <a:pt x="33" y="32"/>
                  </a:cubicBezTo>
                  <a:cubicBezTo>
                    <a:pt x="43" y="32"/>
                    <a:pt x="43" y="32"/>
                    <a:pt x="43" y="32"/>
                  </a:cubicBezTo>
                  <a:cubicBezTo>
                    <a:pt x="46" y="32"/>
                    <a:pt x="48" y="30"/>
                    <a:pt x="48" y="28"/>
                  </a:cubicBezTo>
                  <a:cubicBezTo>
                    <a:pt x="48" y="19"/>
                    <a:pt x="48" y="19"/>
                    <a:pt x="48" y="19"/>
                  </a:cubicBezTo>
                  <a:cubicBezTo>
                    <a:pt x="48" y="17"/>
                    <a:pt x="46" y="15"/>
                    <a:pt x="43" y="15"/>
                  </a:cubicBezTo>
                  <a:cubicBezTo>
                    <a:pt x="33" y="15"/>
                    <a:pt x="33" y="15"/>
                    <a:pt x="33" y="15"/>
                  </a:cubicBezTo>
                  <a:cubicBezTo>
                    <a:pt x="33" y="4"/>
                    <a:pt x="33" y="4"/>
                    <a:pt x="33" y="4"/>
                  </a:cubicBezTo>
                  <a:cubicBezTo>
                    <a:pt x="33" y="2"/>
                    <a:pt x="31" y="0"/>
                    <a:pt x="28" y="0"/>
                  </a:cubicBezTo>
                  <a:cubicBezTo>
                    <a:pt x="19" y="0"/>
                    <a:pt x="19" y="0"/>
                    <a:pt x="19" y="0"/>
                  </a:cubicBezTo>
                  <a:cubicBezTo>
                    <a:pt x="17" y="0"/>
                    <a:pt x="15" y="2"/>
                    <a:pt x="15" y="4"/>
                  </a:cubicBezTo>
                  <a:cubicBezTo>
                    <a:pt x="15" y="15"/>
                    <a:pt x="15" y="15"/>
                    <a:pt x="15" y="15"/>
                  </a:cubicBezTo>
                  <a:cubicBezTo>
                    <a:pt x="4" y="15"/>
                    <a:pt x="4" y="15"/>
                    <a:pt x="4" y="15"/>
                  </a:cubicBezTo>
                  <a:cubicBezTo>
                    <a:pt x="2" y="15"/>
                    <a:pt x="0" y="17"/>
                    <a:pt x="0" y="19"/>
                  </a:cubicBezTo>
                  <a:cubicBezTo>
                    <a:pt x="0" y="28"/>
                    <a:pt x="0" y="28"/>
                    <a:pt x="0" y="28"/>
                  </a:cubicBezTo>
                  <a:cubicBezTo>
                    <a:pt x="0" y="30"/>
                    <a:pt x="2" y="32"/>
                    <a:pt x="4" y="32"/>
                  </a:cubicBezTo>
                  <a:cubicBezTo>
                    <a:pt x="15" y="32"/>
                    <a:pt x="15" y="32"/>
                    <a:pt x="15" y="32"/>
                  </a:cubicBezTo>
                  <a:cubicBezTo>
                    <a:pt x="15" y="43"/>
                    <a:pt x="15" y="43"/>
                    <a:pt x="15" y="43"/>
                  </a:cubicBezTo>
                  <a:cubicBezTo>
                    <a:pt x="15" y="45"/>
                    <a:pt x="17" y="47"/>
                    <a:pt x="19" y="47"/>
                  </a:cubicBezTo>
                  <a:close/>
                  <a:moveTo>
                    <a:pt x="5" y="27"/>
                  </a:moveTo>
                  <a:cubicBezTo>
                    <a:pt x="5" y="20"/>
                    <a:pt x="5" y="20"/>
                    <a:pt x="5" y="20"/>
                  </a:cubicBezTo>
                  <a:cubicBezTo>
                    <a:pt x="18" y="20"/>
                    <a:pt x="18" y="20"/>
                    <a:pt x="18" y="20"/>
                  </a:cubicBezTo>
                  <a:cubicBezTo>
                    <a:pt x="19" y="20"/>
                    <a:pt x="20" y="19"/>
                    <a:pt x="20" y="18"/>
                  </a:cubicBezTo>
                  <a:cubicBezTo>
                    <a:pt x="20" y="5"/>
                    <a:pt x="20" y="5"/>
                    <a:pt x="20" y="5"/>
                  </a:cubicBezTo>
                  <a:cubicBezTo>
                    <a:pt x="27" y="5"/>
                    <a:pt x="27" y="5"/>
                    <a:pt x="27" y="5"/>
                  </a:cubicBezTo>
                  <a:cubicBezTo>
                    <a:pt x="27" y="18"/>
                    <a:pt x="27" y="18"/>
                    <a:pt x="27" y="18"/>
                  </a:cubicBezTo>
                  <a:cubicBezTo>
                    <a:pt x="27" y="19"/>
                    <a:pt x="28" y="20"/>
                    <a:pt x="30" y="20"/>
                  </a:cubicBezTo>
                  <a:cubicBezTo>
                    <a:pt x="42" y="20"/>
                    <a:pt x="42" y="20"/>
                    <a:pt x="42" y="20"/>
                  </a:cubicBezTo>
                  <a:cubicBezTo>
                    <a:pt x="42" y="27"/>
                    <a:pt x="42" y="27"/>
                    <a:pt x="42" y="27"/>
                  </a:cubicBezTo>
                  <a:cubicBezTo>
                    <a:pt x="30" y="27"/>
                    <a:pt x="30" y="27"/>
                    <a:pt x="30" y="27"/>
                  </a:cubicBezTo>
                  <a:cubicBezTo>
                    <a:pt x="28" y="27"/>
                    <a:pt x="27" y="28"/>
                    <a:pt x="27" y="30"/>
                  </a:cubicBezTo>
                  <a:cubicBezTo>
                    <a:pt x="27" y="42"/>
                    <a:pt x="27" y="42"/>
                    <a:pt x="27" y="42"/>
                  </a:cubicBezTo>
                  <a:cubicBezTo>
                    <a:pt x="20" y="42"/>
                    <a:pt x="20" y="42"/>
                    <a:pt x="20" y="42"/>
                  </a:cubicBezTo>
                  <a:cubicBezTo>
                    <a:pt x="20" y="30"/>
                    <a:pt x="20" y="30"/>
                    <a:pt x="20" y="30"/>
                  </a:cubicBezTo>
                  <a:cubicBezTo>
                    <a:pt x="20" y="28"/>
                    <a:pt x="19" y="27"/>
                    <a:pt x="18" y="27"/>
                  </a:cubicBezTo>
                  <a:lnTo>
                    <a:pt x="5" y="27"/>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91" name="Google Shape;991;p52"/>
            <p:cNvSpPr/>
            <p:nvPr/>
          </p:nvSpPr>
          <p:spPr>
            <a:xfrm>
              <a:off x="5027475" y="2411888"/>
              <a:ext cx="165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92" name="Google Shape;992;p52"/>
          <p:cNvGrpSpPr/>
          <p:nvPr/>
        </p:nvGrpSpPr>
        <p:grpSpPr>
          <a:xfrm>
            <a:off x="3977105" y="2078865"/>
            <a:ext cx="362038" cy="301083"/>
            <a:chOff x="3940849" y="2109131"/>
            <a:chExt cx="371016" cy="308550"/>
          </a:xfrm>
        </p:grpSpPr>
        <p:sp>
          <p:nvSpPr>
            <p:cNvPr id="993" name="Google Shape;993;p52"/>
            <p:cNvSpPr/>
            <p:nvPr/>
          </p:nvSpPr>
          <p:spPr>
            <a:xfrm>
              <a:off x="3940849" y="2109131"/>
              <a:ext cx="371016" cy="308261"/>
            </a:xfrm>
            <a:custGeom>
              <a:avLst/>
              <a:gdLst/>
              <a:ahLst/>
              <a:cxnLst/>
              <a:rect l="l" t="t" r="r" b="b"/>
              <a:pathLst>
                <a:path w="142" h="118" extrusionOk="0">
                  <a:moveTo>
                    <a:pt x="128" y="16"/>
                  </a:moveTo>
                  <a:cubicBezTo>
                    <a:pt x="100" y="16"/>
                    <a:pt x="100" y="16"/>
                    <a:pt x="100" y="16"/>
                  </a:cubicBezTo>
                  <a:cubicBezTo>
                    <a:pt x="100" y="8"/>
                    <a:pt x="100" y="8"/>
                    <a:pt x="100" y="8"/>
                  </a:cubicBezTo>
                  <a:cubicBezTo>
                    <a:pt x="100" y="4"/>
                    <a:pt x="96" y="0"/>
                    <a:pt x="91" y="0"/>
                  </a:cubicBezTo>
                  <a:cubicBezTo>
                    <a:pt x="50" y="0"/>
                    <a:pt x="50" y="0"/>
                    <a:pt x="50" y="0"/>
                  </a:cubicBezTo>
                  <a:cubicBezTo>
                    <a:pt x="46" y="0"/>
                    <a:pt x="42" y="4"/>
                    <a:pt x="42" y="8"/>
                  </a:cubicBezTo>
                  <a:cubicBezTo>
                    <a:pt x="42" y="16"/>
                    <a:pt x="42" y="16"/>
                    <a:pt x="42" y="16"/>
                  </a:cubicBezTo>
                  <a:cubicBezTo>
                    <a:pt x="14" y="16"/>
                    <a:pt x="14" y="16"/>
                    <a:pt x="14" y="16"/>
                  </a:cubicBezTo>
                  <a:cubicBezTo>
                    <a:pt x="6" y="16"/>
                    <a:pt x="0" y="22"/>
                    <a:pt x="0" y="30"/>
                  </a:cubicBezTo>
                  <a:cubicBezTo>
                    <a:pt x="0" y="115"/>
                    <a:pt x="0" y="115"/>
                    <a:pt x="0" y="115"/>
                  </a:cubicBezTo>
                  <a:cubicBezTo>
                    <a:pt x="0" y="117"/>
                    <a:pt x="1" y="118"/>
                    <a:pt x="2" y="118"/>
                  </a:cubicBezTo>
                  <a:cubicBezTo>
                    <a:pt x="59" y="118"/>
                    <a:pt x="59" y="118"/>
                    <a:pt x="59" y="118"/>
                  </a:cubicBezTo>
                  <a:cubicBezTo>
                    <a:pt x="59" y="118"/>
                    <a:pt x="60" y="118"/>
                    <a:pt x="60" y="118"/>
                  </a:cubicBezTo>
                  <a:cubicBezTo>
                    <a:pt x="62" y="115"/>
                    <a:pt x="61" y="113"/>
                    <a:pt x="58" y="113"/>
                  </a:cubicBezTo>
                  <a:cubicBezTo>
                    <a:pt x="32" y="113"/>
                    <a:pt x="32" y="113"/>
                    <a:pt x="32" y="113"/>
                  </a:cubicBezTo>
                  <a:cubicBezTo>
                    <a:pt x="32" y="101"/>
                    <a:pt x="32" y="101"/>
                    <a:pt x="32" y="101"/>
                  </a:cubicBezTo>
                  <a:cubicBezTo>
                    <a:pt x="32" y="93"/>
                    <a:pt x="26" y="87"/>
                    <a:pt x="18" y="87"/>
                  </a:cubicBezTo>
                  <a:cubicBezTo>
                    <a:pt x="5" y="87"/>
                    <a:pt x="5" y="87"/>
                    <a:pt x="5" y="87"/>
                  </a:cubicBezTo>
                  <a:cubicBezTo>
                    <a:pt x="5" y="42"/>
                    <a:pt x="5" y="42"/>
                    <a:pt x="5" y="42"/>
                  </a:cubicBezTo>
                  <a:cubicBezTo>
                    <a:pt x="18" y="42"/>
                    <a:pt x="18" y="42"/>
                    <a:pt x="18" y="42"/>
                  </a:cubicBezTo>
                  <a:cubicBezTo>
                    <a:pt x="26" y="42"/>
                    <a:pt x="32" y="36"/>
                    <a:pt x="32" y="28"/>
                  </a:cubicBezTo>
                  <a:cubicBezTo>
                    <a:pt x="32" y="22"/>
                    <a:pt x="32" y="22"/>
                    <a:pt x="32" y="22"/>
                  </a:cubicBezTo>
                  <a:cubicBezTo>
                    <a:pt x="109" y="22"/>
                    <a:pt x="109" y="22"/>
                    <a:pt x="109" y="22"/>
                  </a:cubicBezTo>
                  <a:cubicBezTo>
                    <a:pt x="109" y="29"/>
                    <a:pt x="109" y="29"/>
                    <a:pt x="109" y="29"/>
                  </a:cubicBezTo>
                  <a:cubicBezTo>
                    <a:pt x="109" y="36"/>
                    <a:pt x="115" y="42"/>
                    <a:pt x="123" y="42"/>
                  </a:cubicBezTo>
                  <a:cubicBezTo>
                    <a:pt x="136" y="42"/>
                    <a:pt x="136" y="42"/>
                    <a:pt x="136" y="42"/>
                  </a:cubicBezTo>
                  <a:cubicBezTo>
                    <a:pt x="136" y="87"/>
                    <a:pt x="136" y="87"/>
                    <a:pt x="136" y="87"/>
                  </a:cubicBezTo>
                  <a:cubicBezTo>
                    <a:pt x="123" y="87"/>
                    <a:pt x="123" y="87"/>
                    <a:pt x="123" y="87"/>
                  </a:cubicBezTo>
                  <a:cubicBezTo>
                    <a:pt x="115" y="87"/>
                    <a:pt x="109" y="93"/>
                    <a:pt x="109" y="100"/>
                  </a:cubicBezTo>
                  <a:cubicBezTo>
                    <a:pt x="109" y="113"/>
                    <a:pt x="109" y="113"/>
                    <a:pt x="109" y="113"/>
                  </a:cubicBezTo>
                  <a:cubicBezTo>
                    <a:pt x="83" y="113"/>
                    <a:pt x="83" y="113"/>
                    <a:pt x="83" y="113"/>
                  </a:cubicBezTo>
                  <a:cubicBezTo>
                    <a:pt x="82" y="113"/>
                    <a:pt x="81" y="113"/>
                    <a:pt x="81" y="115"/>
                  </a:cubicBezTo>
                  <a:cubicBezTo>
                    <a:pt x="80" y="117"/>
                    <a:pt x="82" y="118"/>
                    <a:pt x="83" y="118"/>
                  </a:cubicBezTo>
                  <a:cubicBezTo>
                    <a:pt x="128" y="118"/>
                    <a:pt x="128" y="118"/>
                    <a:pt x="128" y="118"/>
                  </a:cubicBezTo>
                  <a:cubicBezTo>
                    <a:pt x="136" y="118"/>
                    <a:pt x="142" y="112"/>
                    <a:pt x="142" y="104"/>
                  </a:cubicBezTo>
                  <a:cubicBezTo>
                    <a:pt x="142" y="30"/>
                    <a:pt x="142" y="30"/>
                    <a:pt x="142" y="30"/>
                  </a:cubicBezTo>
                  <a:cubicBezTo>
                    <a:pt x="142" y="22"/>
                    <a:pt x="136" y="16"/>
                    <a:pt x="128" y="16"/>
                  </a:cubicBezTo>
                  <a:close/>
                  <a:moveTo>
                    <a:pt x="50" y="6"/>
                  </a:moveTo>
                  <a:cubicBezTo>
                    <a:pt x="91" y="6"/>
                    <a:pt x="91" y="6"/>
                    <a:pt x="91" y="6"/>
                  </a:cubicBezTo>
                  <a:cubicBezTo>
                    <a:pt x="93" y="6"/>
                    <a:pt x="94" y="7"/>
                    <a:pt x="94" y="8"/>
                  </a:cubicBezTo>
                  <a:cubicBezTo>
                    <a:pt x="94" y="16"/>
                    <a:pt x="94" y="16"/>
                    <a:pt x="94" y="16"/>
                  </a:cubicBezTo>
                  <a:cubicBezTo>
                    <a:pt x="47" y="16"/>
                    <a:pt x="47" y="16"/>
                    <a:pt x="47" y="16"/>
                  </a:cubicBezTo>
                  <a:cubicBezTo>
                    <a:pt x="47" y="8"/>
                    <a:pt x="47" y="8"/>
                    <a:pt x="47" y="8"/>
                  </a:cubicBezTo>
                  <a:cubicBezTo>
                    <a:pt x="47" y="7"/>
                    <a:pt x="49" y="6"/>
                    <a:pt x="50" y="6"/>
                  </a:cubicBezTo>
                  <a:close/>
                  <a:moveTo>
                    <a:pt x="27" y="101"/>
                  </a:moveTo>
                  <a:cubicBezTo>
                    <a:pt x="27" y="113"/>
                    <a:pt x="27" y="113"/>
                    <a:pt x="27" y="113"/>
                  </a:cubicBezTo>
                  <a:cubicBezTo>
                    <a:pt x="14" y="113"/>
                    <a:pt x="14" y="113"/>
                    <a:pt x="14" y="113"/>
                  </a:cubicBezTo>
                  <a:cubicBezTo>
                    <a:pt x="9" y="113"/>
                    <a:pt x="5" y="109"/>
                    <a:pt x="5" y="104"/>
                  </a:cubicBezTo>
                  <a:cubicBezTo>
                    <a:pt x="5" y="92"/>
                    <a:pt x="5" y="92"/>
                    <a:pt x="5" y="92"/>
                  </a:cubicBezTo>
                  <a:cubicBezTo>
                    <a:pt x="18" y="92"/>
                    <a:pt x="18" y="92"/>
                    <a:pt x="18" y="92"/>
                  </a:cubicBezTo>
                  <a:cubicBezTo>
                    <a:pt x="23" y="92"/>
                    <a:pt x="27" y="96"/>
                    <a:pt x="27" y="101"/>
                  </a:cubicBezTo>
                  <a:close/>
                  <a:moveTo>
                    <a:pt x="18" y="37"/>
                  </a:moveTo>
                  <a:cubicBezTo>
                    <a:pt x="5" y="37"/>
                    <a:pt x="5" y="37"/>
                    <a:pt x="5" y="37"/>
                  </a:cubicBezTo>
                  <a:cubicBezTo>
                    <a:pt x="5" y="30"/>
                    <a:pt x="5" y="30"/>
                    <a:pt x="5" y="30"/>
                  </a:cubicBezTo>
                  <a:cubicBezTo>
                    <a:pt x="5" y="26"/>
                    <a:pt x="9" y="22"/>
                    <a:pt x="14" y="22"/>
                  </a:cubicBezTo>
                  <a:cubicBezTo>
                    <a:pt x="27" y="22"/>
                    <a:pt x="27" y="22"/>
                    <a:pt x="27" y="22"/>
                  </a:cubicBezTo>
                  <a:cubicBezTo>
                    <a:pt x="27" y="28"/>
                    <a:pt x="27" y="28"/>
                    <a:pt x="27" y="28"/>
                  </a:cubicBezTo>
                  <a:cubicBezTo>
                    <a:pt x="27" y="33"/>
                    <a:pt x="23" y="37"/>
                    <a:pt x="18" y="37"/>
                  </a:cubicBezTo>
                  <a:close/>
                  <a:moveTo>
                    <a:pt x="115" y="28"/>
                  </a:moveTo>
                  <a:cubicBezTo>
                    <a:pt x="115" y="22"/>
                    <a:pt x="115" y="22"/>
                    <a:pt x="115" y="22"/>
                  </a:cubicBezTo>
                  <a:cubicBezTo>
                    <a:pt x="128" y="22"/>
                    <a:pt x="128" y="22"/>
                    <a:pt x="128" y="22"/>
                  </a:cubicBezTo>
                  <a:cubicBezTo>
                    <a:pt x="133" y="22"/>
                    <a:pt x="136" y="26"/>
                    <a:pt x="136" y="30"/>
                  </a:cubicBezTo>
                  <a:cubicBezTo>
                    <a:pt x="136" y="37"/>
                    <a:pt x="136" y="37"/>
                    <a:pt x="136" y="37"/>
                  </a:cubicBezTo>
                  <a:cubicBezTo>
                    <a:pt x="123" y="37"/>
                    <a:pt x="123" y="37"/>
                    <a:pt x="123" y="37"/>
                  </a:cubicBezTo>
                  <a:cubicBezTo>
                    <a:pt x="119" y="37"/>
                    <a:pt x="115" y="33"/>
                    <a:pt x="115" y="28"/>
                  </a:cubicBezTo>
                  <a:close/>
                  <a:moveTo>
                    <a:pt x="128" y="113"/>
                  </a:moveTo>
                  <a:cubicBezTo>
                    <a:pt x="115" y="113"/>
                    <a:pt x="115" y="113"/>
                    <a:pt x="115" y="113"/>
                  </a:cubicBezTo>
                  <a:cubicBezTo>
                    <a:pt x="115" y="101"/>
                    <a:pt x="115" y="101"/>
                    <a:pt x="115" y="101"/>
                  </a:cubicBezTo>
                  <a:cubicBezTo>
                    <a:pt x="115" y="96"/>
                    <a:pt x="119" y="92"/>
                    <a:pt x="123" y="92"/>
                  </a:cubicBezTo>
                  <a:cubicBezTo>
                    <a:pt x="136" y="92"/>
                    <a:pt x="136" y="92"/>
                    <a:pt x="136" y="92"/>
                  </a:cubicBezTo>
                  <a:cubicBezTo>
                    <a:pt x="136" y="104"/>
                    <a:pt x="136" y="104"/>
                    <a:pt x="136" y="104"/>
                  </a:cubicBezTo>
                  <a:cubicBezTo>
                    <a:pt x="136" y="109"/>
                    <a:pt x="133" y="113"/>
                    <a:pt x="128" y="11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94" name="Google Shape;994;p52"/>
            <p:cNvSpPr/>
            <p:nvPr/>
          </p:nvSpPr>
          <p:spPr>
            <a:xfrm>
              <a:off x="4064154" y="2219224"/>
              <a:ext cx="125507" cy="125506"/>
            </a:xfrm>
            <a:custGeom>
              <a:avLst/>
              <a:gdLst/>
              <a:ahLst/>
              <a:cxnLst/>
              <a:rect l="l" t="t" r="r" b="b"/>
              <a:pathLst>
                <a:path w="48" h="48" extrusionOk="0">
                  <a:moveTo>
                    <a:pt x="33" y="43"/>
                  </a:moveTo>
                  <a:cubicBezTo>
                    <a:pt x="33" y="33"/>
                    <a:pt x="33" y="33"/>
                    <a:pt x="33" y="33"/>
                  </a:cubicBezTo>
                  <a:cubicBezTo>
                    <a:pt x="43" y="33"/>
                    <a:pt x="43" y="33"/>
                    <a:pt x="43" y="33"/>
                  </a:cubicBezTo>
                  <a:cubicBezTo>
                    <a:pt x="46" y="33"/>
                    <a:pt x="48" y="31"/>
                    <a:pt x="48" y="28"/>
                  </a:cubicBezTo>
                  <a:cubicBezTo>
                    <a:pt x="48" y="20"/>
                    <a:pt x="48" y="20"/>
                    <a:pt x="48" y="20"/>
                  </a:cubicBezTo>
                  <a:cubicBezTo>
                    <a:pt x="48" y="17"/>
                    <a:pt x="46" y="15"/>
                    <a:pt x="43" y="15"/>
                  </a:cubicBezTo>
                  <a:cubicBezTo>
                    <a:pt x="32" y="15"/>
                    <a:pt x="32" y="15"/>
                    <a:pt x="32" y="15"/>
                  </a:cubicBezTo>
                  <a:cubicBezTo>
                    <a:pt x="32" y="5"/>
                    <a:pt x="32" y="5"/>
                    <a:pt x="32" y="5"/>
                  </a:cubicBezTo>
                  <a:cubicBezTo>
                    <a:pt x="32" y="2"/>
                    <a:pt x="30" y="0"/>
                    <a:pt x="28" y="0"/>
                  </a:cubicBezTo>
                  <a:cubicBezTo>
                    <a:pt x="19" y="0"/>
                    <a:pt x="19" y="0"/>
                    <a:pt x="19" y="0"/>
                  </a:cubicBezTo>
                  <a:cubicBezTo>
                    <a:pt x="17" y="0"/>
                    <a:pt x="15" y="2"/>
                    <a:pt x="15" y="5"/>
                  </a:cubicBezTo>
                  <a:cubicBezTo>
                    <a:pt x="15" y="15"/>
                    <a:pt x="15" y="15"/>
                    <a:pt x="15" y="15"/>
                  </a:cubicBezTo>
                  <a:cubicBezTo>
                    <a:pt x="4" y="15"/>
                    <a:pt x="4" y="15"/>
                    <a:pt x="4" y="15"/>
                  </a:cubicBezTo>
                  <a:cubicBezTo>
                    <a:pt x="2" y="15"/>
                    <a:pt x="0" y="17"/>
                    <a:pt x="0" y="20"/>
                  </a:cubicBezTo>
                  <a:cubicBezTo>
                    <a:pt x="0" y="28"/>
                    <a:pt x="0" y="28"/>
                    <a:pt x="0" y="28"/>
                  </a:cubicBezTo>
                  <a:cubicBezTo>
                    <a:pt x="0" y="31"/>
                    <a:pt x="2" y="33"/>
                    <a:pt x="4" y="33"/>
                  </a:cubicBezTo>
                  <a:cubicBezTo>
                    <a:pt x="15" y="33"/>
                    <a:pt x="15" y="33"/>
                    <a:pt x="15" y="33"/>
                  </a:cubicBezTo>
                  <a:cubicBezTo>
                    <a:pt x="15" y="43"/>
                    <a:pt x="15" y="43"/>
                    <a:pt x="15" y="43"/>
                  </a:cubicBezTo>
                  <a:cubicBezTo>
                    <a:pt x="15" y="46"/>
                    <a:pt x="17" y="48"/>
                    <a:pt x="20" y="48"/>
                  </a:cubicBezTo>
                  <a:cubicBezTo>
                    <a:pt x="28" y="48"/>
                    <a:pt x="28" y="48"/>
                    <a:pt x="28" y="48"/>
                  </a:cubicBezTo>
                  <a:cubicBezTo>
                    <a:pt x="31" y="48"/>
                    <a:pt x="33" y="46"/>
                    <a:pt x="33" y="43"/>
                  </a:cubicBezTo>
                  <a:close/>
                  <a:moveTo>
                    <a:pt x="27" y="30"/>
                  </a:moveTo>
                  <a:cubicBezTo>
                    <a:pt x="27" y="42"/>
                    <a:pt x="27" y="42"/>
                    <a:pt x="27" y="42"/>
                  </a:cubicBezTo>
                  <a:cubicBezTo>
                    <a:pt x="20" y="42"/>
                    <a:pt x="20" y="42"/>
                    <a:pt x="20" y="42"/>
                  </a:cubicBezTo>
                  <a:cubicBezTo>
                    <a:pt x="20" y="30"/>
                    <a:pt x="20" y="30"/>
                    <a:pt x="20" y="30"/>
                  </a:cubicBezTo>
                  <a:cubicBezTo>
                    <a:pt x="20" y="28"/>
                    <a:pt x="19" y="27"/>
                    <a:pt x="18" y="27"/>
                  </a:cubicBezTo>
                  <a:cubicBezTo>
                    <a:pt x="5" y="27"/>
                    <a:pt x="5" y="27"/>
                    <a:pt x="5" y="27"/>
                  </a:cubicBezTo>
                  <a:cubicBezTo>
                    <a:pt x="5" y="21"/>
                    <a:pt x="5" y="21"/>
                    <a:pt x="5" y="21"/>
                  </a:cubicBezTo>
                  <a:cubicBezTo>
                    <a:pt x="18" y="21"/>
                    <a:pt x="18" y="21"/>
                    <a:pt x="18" y="21"/>
                  </a:cubicBezTo>
                  <a:cubicBezTo>
                    <a:pt x="19" y="21"/>
                    <a:pt x="20" y="19"/>
                    <a:pt x="20" y="18"/>
                  </a:cubicBezTo>
                  <a:cubicBezTo>
                    <a:pt x="20" y="6"/>
                    <a:pt x="20" y="6"/>
                    <a:pt x="20" y="6"/>
                  </a:cubicBezTo>
                  <a:cubicBezTo>
                    <a:pt x="27" y="6"/>
                    <a:pt x="27" y="6"/>
                    <a:pt x="27" y="6"/>
                  </a:cubicBezTo>
                  <a:cubicBezTo>
                    <a:pt x="27" y="18"/>
                    <a:pt x="27" y="18"/>
                    <a:pt x="27" y="18"/>
                  </a:cubicBezTo>
                  <a:cubicBezTo>
                    <a:pt x="27" y="19"/>
                    <a:pt x="28" y="21"/>
                    <a:pt x="30" y="21"/>
                  </a:cubicBezTo>
                  <a:cubicBezTo>
                    <a:pt x="42" y="21"/>
                    <a:pt x="42" y="21"/>
                    <a:pt x="42" y="21"/>
                  </a:cubicBezTo>
                  <a:cubicBezTo>
                    <a:pt x="42" y="27"/>
                    <a:pt x="42" y="27"/>
                    <a:pt x="42" y="27"/>
                  </a:cubicBezTo>
                  <a:cubicBezTo>
                    <a:pt x="30" y="27"/>
                    <a:pt x="30" y="27"/>
                    <a:pt x="30" y="27"/>
                  </a:cubicBezTo>
                  <a:cubicBezTo>
                    <a:pt x="28" y="27"/>
                    <a:pt x="27" y="28"/>
                    <a:pt x="27" y="3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95" name="Google Shape;995;p52"/>
            <p:cNvSpPr/>
            <p:nvPr/>
          </p:nvSpPr>
          <p:spPr>
            <a:xfrm>
              <a:off x="4030025" y="2185096"/>
              <a:ext cx="193765" cy="193764"/>
            </a:xfrm>
            <a:custGeom>
              <a:avLst/>
              <a:gdLst/>
              <a:ahLst/>
              <a:cxnLst/>
              <a:rect l="l" t="t" r="r" b="b"/>
              <a:pathLst>
                <a:path w="74" h="74" extrusionOk="0">
                  <a:moveTo>
                    <a:pt x="74" y="37"/>
                  </a:moveTo>
                  <a:cubicBezTo>
                    <a:pt x="74" y="17"/>
                    <a:pt x="57" y="0"/>
                    <a:pt x="37" y="0"/>
                  </a:cubicBezTo>
                  <a:cubicBezTo>
                    <a:pt x="17" y="0"/>
                    <a:pt x="0" y="17"/>
                    <a:pt x="0" y="37"/>
                  </a:cubicBezTo>
                  <a:cubicBezTo>
                    <a:pt x="0" y="57"/>
                    <a:pt x="17" y="74"/>
                    <a:pt x="37" y="74"/>
                  </a:cubicBezTo>
                  <a:cubicBezTo>
                    <a:pt x="57" y="74"/>
                    <a:pt x="74" y="57"/>
                    <a:pt x="74" y="37"/>
                  </a:cubicBezTo>
                  <a:close/>
                  <a:moveTo>
                    <a:pt x="6" y="37"/>
                  </a:moveTo>
                  <a:cubicBezTo>
                    <a:pt x="6" y="20"/>
                    <a:pt x="20" y="6"/>
                    <a:pt x="37" y="6"/>
                  </a:cubicBezTo>
                  <a:cubicBezTo>
                    <a:pt x="54" y="6"/>
                    <a:pt x="68" y="20"/>
                    <a:pt x="68" y="37"/>
                  </a:cubicBezTo>
                  <a:cubicBezTo>
                    <a:pt x="68" y="54"/>
                    <a:pt x="54" y="68"/>
                    <a:pt x="37" y="68"/>
                  </a:cubicBezTo>
                  <a:cubicBezTo>
                    <a:pt x="20" y="68"/>
                    <a:pt x="6" y="54"/>
                    <a:pt x="6" y="3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96" name="Google Shape;996;p52"/>
            <p:cNvSpPr/>
            <p:nvPr/>
          </p:nvSpPr>
          <p:spPr>
            <a:xfrm>
              <a:off x="4119201" y="2404181"/>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997" name="Google Shape;997;p52"/>
          <p:cNvGrpSpPr/>
          <p:nvPr/>
        </p:nvGrpSpPr>
        <p:grpSpPr>
          <a:xfrm>
            <a:off x="1607211" y="2055231"/>
            <a:ext cx="362038" cy="348069"/>
            <a:chOff x="1558419" y="2084911"/>
            <a:chExt cx="371016" cy="356702"/>
          </a:xfrm>
        </p:grpSpPr>
        <p:sp>
          <p:nvSpPr>
            <p:cNvPr id="998" name="Google Shape;998;p52"/>
            <p:cNvSpPr/>
            <p:nvPr/>
          </p:nvSpPr>
          <p:spPr>
            <a:xfrm>
              <a:off x="1681724" y="2119039"/>
              <a:ext cx="125507" cy="125506"/>
            </a:xfrm>
            <a:custGeom>
              <a:avLst/>
              <a:gdLst/>
              <a:ahLst/>
              <a:cxnLst/>
              <a:rect l="l" t="t" r="r" b="b"/>
              <a:pathLst>
                <a:path w="48" h="48" extrusionOk="0">
                  <a:moveTo>
                    <a:pt x="15" y="33"/>
                  </a:moveTo>
                  <a:cubicBezTo>
                    <a:pt x="15" y="43"/>
                    <a:pt x="15" y="43"/>
                    <a:pt x="15" y="43"/>
                  </a:cubicBezTo>
                  <a:cubicBezTo>
                    <a:pt x="15" y="46"/>
                    <a:pt x="17" y="48"/>
                    <a:pt x="20" y="48"/>
                  </a:cubicBezTo>
                  <a:cubicBezTo>
                    <a:pt x="28" y="48"/>
                    <a:pt x="28" y="48"/>
                    <a:pt x="28" y="48"/>
                  </a:cubicBezTo>
                  <a:cubicBezTo>
                    <a:pt x="31" y="48"/>
                    <a:pt x="33" y="46"/>
                    <a:pt x="33" y="43"/>
                  </a:cubicBezTo>
                  <a:cubicBezTo>
                    <a:pt x="33" y="33"/>
                    <a:pt x="33" y="33"/>
                    <a:pt x="33" y="33"/>
                  </a:cubicBezTo>
                  <a:cubicBezTo>
                    <a:pt x="43" y="33"/>
                    <a:pt x="43" y="33"/>
                    <a:pt x="43" y="33"/>
                  </a:cubicBezTo>
                  <a:cubicBezTo>
                    <a:pt x="46" y="33"/>
                    <a:pt x="48" y="31"/>
                    <a:pt x="48" y="28"/>
                  </a:cubicBezTo>
                  <a:cubicBezTo>
                    <a:pt x="48" y="20"/>
                    <a:pt x="48" y="20"/>
                    <a:pt x="48" y="20"/>
                  </a:cubicBezTo>
                  <a:cubicBezTo>
                    <a:pt x="48" y="17"/>
                    <a:pt x="46" y="15"/>
                    <a:pt x="43" y="15"/>
                  </a:cubicBezTo>
                  <a:cubicBezTo>
                    <a:pt x="33" y="15"/>
                    <a:pt x="33" y="15"/>
                    <a:pt x="33" y="15"/>
                  </a:cubicBezTo>
                  <a:cubicBezTo>
                    <a:pt x="33" y="5"/>
                    <a:pt x="33" y="5"/>
                    <a:pt x="33" y="5"/>
                  </a:cubicBezTo>
                  <a:cubicBezTo>
                    <a:pt x="33" y="2"/>
                    <a:pt x="31" y="0"/>
                    <a:pt x="28" y="0"/>
                  </a:cubicBezTo>
                  <a:cubicBezTo>
                    <a:pt x="20" y="0"/>
                    <a:pt x="20" y="0"/>
                    <a:pt x="20" y="0"/>
                  </a:cubicBezTo>
                  <a:cubicBezTo>
                    <a:pt x="17" y="0"/>
                    <a:pt x="15" y="2"/>
                    <a:pt x="15" y="5"/>
                  </a:cubicBezTo>
                  <a:cubicBezTo>
                    <a:pt x="15" y="15"/>
                    <a:pt x="15" y="15"/>
                    <a:pt x="15" y="15"/>
                  </a:cubicBezTo>
                  <a:cubicBezTo>
                    <a:pt x="5" y="15"/>
                    <a:pt x="5" y="15"/>
                    <a:pt x="5" y="15"/>
                  </a:cubicBezTo>
                  <a:cubicBezTo>
                    <a:pt x="2" y="15"/>
                    <a:pt x="0" y="17"/>
                    <a:pt x="0" y="20"/>
                  </a:cubicBezTo>
                  <a:cubicBezTo>
                    <a:pt x="0" y="28"/>
                    <a:pt x="0" y="28"/>
                    <a:pt x="0" y="28"/>
                  </a:cubicBezTo>
                  <a:cubicBezTo>
                    <a:pt x="0" y="31"/>
                    <a:pt x="2" y="33"/>
                    <a:pt x="5" y="33"/>
                  </a:cubicBezTo>
                  <a:lnTo>
                    <a:pt x="15" y="33"/>
                  </a:lnTo>
                  <a:close/>
                  <a:moveTo>
                    <a:pt x="6" y="21"/>
                  </a:moveTo>
                  <a:cubicBezTo>
                    <a:pt x="18" y="21"/>
                    <a:pt x="18" y="21"/>
                    <a:pt x="18" y="21"/>
                  </a:cubicBezTo>
                  <a:cubicBezTo>
                    <a:pt x="19" y="21"/>
                    <a:pt x="21" y="19"/>
                    <a:pt x="21" y="18"/>
                  </a:cubicBezTo>
                  <a:cubicBezTo>
                    <a:pt x="21" y="6"/>
                    <a:pt x="21" y="6"/>
                    <a:pt x="21" y="6"/>
                  </a:cubicBezTo>
                  <a:cubicBezTo>
                    <a:pt x="27" y="6"/>
                    <a:pt x="27" y="6"/>
                    <a:pt x="27" y="6"/>
                  </a:cubicBezTo>
                  <a:cubicBezTo>
                    <a:pt x="27" y="18"/>
                    <a:pt x="27" y="18"/>
                    <a:pt x="27" y="18"/>
                  </a:cubicBezTo>
                  <a:cubicBezTo>
                    <a:pt x="27" y="19"/>
                    <a:pt x="28" y="21"/>
                    <a:pt x="30" y="21"/>
                  </a:cubicBezTo>
                  <a:cubicBezTo>
                    <a:pt x="42" y="21"/>
                    <a:pt x="42" y="21"/>
                    <a:pt x="42" y="21"/>
                  </a:cubicBezTo>
                  <a:cubicBezTo>
                    <a:pt x="42" y="27"/>
                    <a:pt x="42" y="27"/>
                    <a:pt x="42" y="27"/>
                  </a:cubicBezTo>
                  <a:cubicBezTo>
                    <a:pt x="30" y="27"/>
                    <a:pt x="30" y="27"/>
                    <a:pt x="30" y="27"/>
                  </a:cubicBezTo>
                  <a:cubicBezTo>
                    <a:pt x="28" y="27"/>
                    <a:pt x="27" y="28"/>
                    <a:pt x="27" y="30"/>
                  </a:cubicBezTo>
                  <a:cubicBezTo>
                    <a:pt x="27" y="42"/>
                    <a:pt x="27" y="42"/>
                    <a:pt x="27" y="42"/>
                  </a:cubicBezTo>
                  <a:cubicBezTo>
                    <a:pt x="21" y="42"/>
                    <a:pt x="21" y="42"/>
                    <a:pt x="21" y="42"/>
                  </a:cubicBezTo>
                  <a:cubicBezTo>
                    <a:pt x="21" y="30"/>
                    <a:pt x="21" y="30"/>
                    <a:pt x="21" y="30"/>
                  </a:cubicBezTo>
                  <a:cubicBezTo>
                    <a:pt x="21" y="28"/>
                    <a:pt x="19" y="27"/>
                    <a:pt x="18" y="27"/>
                  </a:cubicBezTo>
                  <a:cubicBezTo>
                    <a:pt x="6" y="27"/>
                    <a:pt x="6" y="27"/>
                    <a:pt x="6" y="27"/>
                  </a:cubicBezTo>
                  <a:lnTo>
                    <a:pt x="6" y="21"/>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999" name="Google Shape;999;p52"/>
            <p:cNvSpPr/>
            <p:nvPr/>
          </p:nvSpPr>
          <p:spPr>
            <a:xfrm>
              <a:off x="1639888" y="2084911"/>
              <a:ext cx="209178" cy="193764"/>
            </a:xfrm>
            <a:custGeom>
              <a:avLst/>
              <a:gdLst/>
              <a:ahLst/>
              <a:cxnLst/>
              <a:rect l="l" t="t" r="r" b="b"/>
              <a:pathLst>
                <a:path w="80" h="74" extrusionOk="0">
                  <a:moveTo>
                    <a:pt x="40" y="74"/>
                  </a:moveTo>
                  <a:cubicBezTo>
                    <a:pt x="49" y="74"/>
                    <a:pt x="59" y="70"/>
                    <a:pt x="66" y="63"/>
                  </a:cubicBezTo>
                  <a:cubicBezTo>
                    <a:pt x="80" y="48"/>
                    <a:pt x="80" y="25"/>
                    <a:pt x="66" y="11"/>
                  </a:cubicBezTo>
                  <a:cubicBezTo>
                    <a:pt x="59" y="4"/>
                    <a:pt x="50" y="0"/>
                    <a:pt x="40" y="0"/>
                  </a:cubicBezTo>
                  <a:cubicBezTo>
                    <a:pt x="30" y="0"/>
                    <a:pt x="21" y="4"/>
                    <a:pt x="14" y="11"/>
                  </a:cubicBezTo>
                  <a:cubicBezTo>
                    <a:pt x="0" y="25"/>
                    <a:pt x="0" y="48"/>
                    <a:pt x="14" y="63"/>
                  </a:cubicBezTo>
                  <a:cubicBezTo>
                    <a:pt x="21" y="70"/>
                    <a:pt x="31" y="74"/>
                    <a:pt x="40" y="74"/>
                  </a:cubicBezTo>
                  <a:close/>
                  <a:moveTo>
                    <a:pt x="18" y="15"/>
                  </a:moveTo>
                  <a:cubicBezTo>
                    <a:pt x="24" y="9"/>
                    <a:pt x="32" y="6"/>
                    <a:pt x="40" y="6"/>
                  </a:cubicBezTo>
                  <a:cubicBezTo>
                    <a:pt x="48" y="6"/>
                    <a:pt x="56" y="9"/>
                    <a:pt x="62" y="15"/>
                  </a:cubicBezTo>
                  <a:cubicBezTo>
                    <a:pt x="74" y="27"/>
                    <a:pt x="74" y="47"/>
                    <a:pt x="62" y="59"/>
                  </a:cubicBezTo>
                  <a:cubicBezTo>
                    <a:pt x="50" y="71"/>
                    <a:pt x="30" y="71"/>
                    <a:pt x="18" y="59"/>
                  </a:cubicBezTo>
                  <a:cubicBezTo>
                    <a:pt x="6" y="47"/>
                    <a:pt x="6" y="27"/>
                    <a:pt x="18" y="1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00" name="Google Shape;1000;p52"/>
            <p:cNvSpPr/>
            <p:nvPr/>
          </p:nvSpPr>
          <p:spPr>
            <a:xfrm>
              <a:off x="1558419" y="2255555"/>
              <a:ext cx="371016" cy="186058"/>
            </a:xfrm>
            <a:custGeom>
              <a:avLst/>
              <a:gdLst/>
              <a:ahLst/>
              <a:cxnLst/>
              <a:rect l="l" t="t" r="r" b="b"/>
              <a:pathLst>
                <a:path w="142" h="71" extrusionOk="0">
                  <a:moveTo>
                    <a:pt x="136" y="14"/>
                  </a:moveTo>
                  <a:cubicBezTo>
                    <a:pt x="130" y="14"/>
                    <a:pt x="130" y="14"/>
                    <a:pt x="130" y="14"/>
                  </a:cubicBezTo>
                  <a:cubicBezTo>
                    <a:pt x="127" y="14"/>
                    <a:pt x="124" y="17"/>
                    <a:pt x="124" y="20"/>
                  </a:cubicBezTo>
                  <a:cubicBezTo>
                    <a:pt x="124" y="24"/>
                    <a:pt x="124" y="24"/>
                    <a:pt x="124" y="24"/>
                  </a:cubicBezTo>
                  <a:cubicBezTo>
                    <a:pt x="51" y="24"/>
                    <a:pt x="51" y="24"/>
                    <a:pt x="51" y="24"/>
                  </a:cubicBezTo>
                  <a:cubicBezTo>
                    <a:pt x="52" y="23"/>
                    <a:pt x="52" y="21"/>
                    <a:pt x="52" y="20"/>
                  </a:cubicBezTo>
                  <a:cubicBezTo>
                    <a:pt x="52" y="14"/>
                    <a:pt x="48" y="10"/>
                    <a:pt x="43" y="10"/>
                  </a:cubicBezTo>
                  <a:cubicBezTo>
                    <a:pt x="17" y="10"/>
                    <a:pt x="17" y="10"/>
                    <a:pt x="17" y="10"/>
                  </a:cubicBezTo>
                  <a:cubicBezTo>
                    <a:pt x="17" y="5"/>
                    <a:pt x="17" y="5"/>
                    <a:pt x="17" y="5"/>
                  </a:cubicBezTo>
                  <a:cubicBezTo>
                    <a:pt x="17" y="2"/>
                    <a:pt x="15" y="0"/>
                    <a:pt x="12" y="0"/>
                  </a:cubicBezTo>
                  <a:cubicBezTo>
                    <a:pt x="5" y="0"/>
                    <a:pt x="5" y="0"/>
                    <a:pt x="5" y="0"/>
                  </a:cubicBezTo>
                  <a:cubicBezTo>
                    <a:pt x="2" y="0"/>
                    <a:pt x="0" y="2"/>
                    <a:pt x="0" y="5"/>
                  </a:cubicBezTo>
                  <a:cubicBezTo>
                    <a:pt x="0" y="66"/>
                    <a:pt x="0" y="66"/>
                    <a:pt x="0" y="66"/>
                  </a:cubicBezTo>
                  <a:cubicBezTo>
                    <a:pt x="0" y="69"/>
                    <a:pt x="2" y="71"/>
                    <a:pt x="5" y="71"/>
                  </a:cubicBezTo>
                  <a:cubicBezTo>
                    <a:pt x="12" y="71"/>
                    <a:pt x="12" y="71"/>
                    <a:pt x="12" y="71"/>
                  </a:cubicBezTo>
                  <a:cubicBezTo>
                    <a:pt x="15" y="71"/>
                    <a:pt x="17" y="69"/>
                    <a:pt x="17" y="66"/>
                  </a:cubicBezTo>
                  <a:cubicBezTo>
                    <a:pt x="17" y="61"/>
                    <a:pt x="17" y="61"/>
                    <a:pt x="17" y="61"/>
                  </a:cubicBezTo>
                  <a:cubicBezTo>
                    <a:pt x="81" y="61"/>
                    <a:pt x="81" y="61"/>
                    <a:pt x="81" y="61"/>
                  </a:cubicBezTo>
                  <a:cubicBezTo>
                    <a:pt x="82" y="61"/>
                    <a:pt x="84" y="60"/>
                    <a:pt x="84" y="58"/>
                  </a:cubicBezTo>
                  <a:cubicBezTo>
                    <a:pt x="84" y="57"/>
                    <a:pt x="83" y="55"/>
                    <a:pt x="81" y="55"/>
                  </a:cubicBezTo>
                  <a:cubicBezTo>
                    <a:pt x="65" y="55"/>
                    <a:pt x="65" y="55"/>
                    <a:pt x="65" y="55"/>
                  </a:cubicBezTo>
                  <a:cubicBezTo>
                    <a:pt x="65" y="30"/>
                    <a:pt x="65" y="30"/>
                    <a:pt x="65" y="30"/>
                  </a:cubicBezTo>
                  <a:cubicBezTo>
                    <a:pt x="124" y="30"/>
                    <a:pt x="124" y="30"/>
                    <a:pt x="124" y="30"/>
                  </a:cubicBezTo>
                  <a:cubicBezTo>
                    <a:pt x="124" y="55"/>
                    <a:pt x="124" y="55"/>
                    <a:pt x="124" y="55"/>
                  </a:cubicBezTo>
                  <a:cubicBezTo>
                    <a:pt x="106" y="55"/>
                    <a:pt x="106" y="55"/>
                    <a:pt x="106" y="55"/>
                  </a:cubicBezTo>
                  <a:cubicBezTo>
                    <a:pt x="105" y="55"/>
                    <a:pt x="104" y="56"/>
                    <a:pt x="103" y="58"/>
                  </a:cubicBezTo>
                  <a:cubicBezTo>
                    <a:pt x="103" y="59"/>
                    <a:pt x="105" y="61"/>
                    <a:pt x="106" y="61"/>
                  </a:cubicBezTo>
                  <a:cubicBezTo>
                    <a:pt x="124" y="61"/>
                    <a:pt x="124" y="61"/>
                    <a:pt x="124" y="61"/>
                  </a:cubicBezTo>
                  <a:cubicBezTo>
                    <a:pt x="124" y="66"/>
                    <a:pt x="124" y="66"/>
                    <a:pt x="124" y="66"/>
                  </a:cubicBezTo>
                  <a:cubicBezTo>
                    <a:pt x="124" y="69"/>
                    <a:pt x="127" y="71"/>
                    <a:pt x="130" y="71"/>
                  </a:cubicBezTo>
                  <a:cubicBezTo>
                    <a:pt x="136" y="71"/>
                    <a:pt x="136" y="71"/>
                    <a:pt x="136" y="71"/>
                  </a:cubicBezTo>
                  <a:cubicBezTo>
                    <a:pt x="140" y="71"/>
                    <a:pt x="142" y="69"/>
                    <a:pt x="142" y="66"/>
                  </a:cubicBezTo>
                  <a:cubicBezTo>
                    <a:pt x="142" y="20"/>
                    <a:pt x="142" y="20"/>
                    <a:pt x="142" y="20"/>
                  </a:cubicBezTo>
                  <a:cubicBezTo>
                    <a:pt x="142" y="17"/>
                    <a:pt x="139" y="14"/>
                    <a:pt x="136" y="14"/>
                  </a:cubicBezTo>
                  <a:close/>
                  <a:moveTo>
                    <a:pt x="43" y="16"/>
                  </a:moveTo>
                  <a:cubicBezTo>
                    <a:pt x="45" y="16"/>
                    <a:pt x="47" y="18"/>
                    <a:pt x="47" y="20"/>
                  </a:cubicBezTo>
                  <a:cubicBezTo>
                    <a:pt x="47" y="22"/>
                    <a:pt x="45" y="24"/>
                    <a:pt x="43" y="24"/>
                  </a:cubicBezTo>
                  <a:cubicBezTo>
                    <a:pt x="17" y="24"/>
                    <a:pt x="17" y="24"/>
                    <a:pt x="17" y="24"/>
                  </a:cubicBezTo>
                  <a:cubicBezTo>
                    <a:pt x="17" y="16"/>
                    <a:pt x="17" y="16"/>
                    <a:pt x="17" y="16"/>
                  </a:cubicBezTo>
                  <a:cubicBezTo>
                    <a:pt x="43" y="16"/>
                    <a:pt x="43" y="16"/>
                    <a:pt x="43" y="16"/>
                  </a:cubicBezTo>
                  <a:close/>
                  <a:moveTo>
                    <a:pt x="12" y="66"/>
                  </a:moveTo>
                  <a:cubicBezTo>
                    <a:pt x="5" y="66"/>
                    <a:pt x="5" y="66"/>
                    <a:pt x="5" y="66"/>
                  </a:cubicBezTo>
                  <a:cubicBezTo>
                    <a:pt x="5" y="5"/>
                    <a:pt x="5" y="5"/>
                    <a:pt x="5" y="5"/>
                  </a:cubicBezTo>
                  <a:cubicBezTo>
                    <a:pt x="12" y="5"/>
                    <a:pt x="12" y="5"/>
                    <a:pt x="12" y="5"/>
                  </a:cubicBezTo>
                  <a:cubicBezTo>
                    <a:pt x="12" y="66"/>
                    <a:pt x="12" y="66"/>
                    <a:pt x="12" y="66"/>
                  </a:cubicBezTo>
                  <a:cubicBezTo>
                    <a:pt x="12" y="66"/>
                    <a:pt x="12" y="66"/>
                    <a:pt x="12" y="66"/>
                  </a:cubicBezTo>
                  <a:close/>
                  <a:moveTo>
                    <a:pt x="17" y="55"/>
                  </a:moveTo>
                  <a:cubicBezTo>
                    <a:pt x="17" y="30"/>
                    <a:pt x="17" y="30"/>
                    <a:pt x="17" y="30"/>
                  </a:cubicBezTo>
                  <a:cubicBezTo>
                    <a:pt x="47" y="30"/>
                    <a:pt x="47" y="30"/>
                    <a:pt x="47" y="30"/>
                  </a:cubicBezTo>
                  <a:cubicBezTo>
                    <a:pt x="47" y="55"/>
                    <a:pt x="47" y="55"/>
                    <a:pt x="47" y="55"/>
                  </a:cubicBezTo>
                  <a:lnTo>
                    <a:pt x="17" y="55"/>
                  </a:lnTo>
                  <a:close/>
                  <a:moveTo>
                    <a:pt x="59" y="55"/>
                  </a:moveTo>
                  <a:cubicBezTo>
                    <a:pt x="52" y="55"/>
                    <a:pt x="52" y="55"/>
                    <a:pt x="52" y="55"/>
                  </a:cubicBezTo>
                  <a:cubicBezTo>
                    <a:pt x="52" y="30"/>
                    <a:pt x="52" y="30"/>
                    <a:pt x="52" y="30"/>
                  </a:cubicBezTo>
                  <a:cubicBezTo>
                    <a:pt x="59" y="30"/>
                    <a:pt x="59" y="30"/>
                    <a:pt x="59" y="30"/>
                  </a:cubicBezTo>
                  <a:lnTo>
                    <a:pt x="59" y="55"/>
                  </a:lnTo>
                  <a:close/>
                  <a:moveTo>
                    <a:pt x="136" y="66"/>
                  </a:moveTo>
                  <a:cubicBezTo>
                    <a:pt x="130" y="66"/>
                    <a:pt x="130" y="66"/>
                    <a:pt x="130" y="66"/>
                  </a:cubicBezTo>
                  <a:cubicBezTo>
                    <a:pt x="130" y="20"/>
                    <a:pt x="130" y="20"/>
                    <a:pt x="130" y="20"/>
                  </a:cubicBezTo>
                  <a:cubicBezTo>
                    <a:pt x="136" y="20"/>
                    <a:pt x="136" y="20"/>
                    <a:pt x="136" y="20"/>
                  </a:cubicBezTo>
                  <a:cubicBezTo>
                    <a:pt x="136" y="66"/>
                    <a:pt x="136" y="66"/>
                    <a:pt x="136" y="66"/>
                  </a:cubicBezTo>
                  <a:cubicBezTo>
                    <a:pt x="136" y="66"/>
                    <a:pt x="136" y="66"/>
                    <a:pt x="136" y="6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01" name="Google Shape;1001;p52"/>
            <p:cNvSpPr/>
            <p:nvPr/>
          </p:nvSpPr>
          <p:spPr>
            <a:xfrm>
              <a:off x="1796221" y="2399778"/>
              <a:ext cx="13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1002" name="Google Shape;1002;p52"/>
          <p:cNvGrpSpPr/>
          <p:nvPr/>
        </p:nvGrpSpPr>
        <p:grpSpPr>
          <a:xfrm>
            <a:off x="814917" y="1524531"/>
            <a:ext cx="362038" cy="326584"/>
            <a:chOff x="722807" y="1541049"/>
            <a:chExt cx="371016" cy="334684"/>
          </a:xfrm>
        </p:grpSpPr>
        <p:sp>
          <p:nvSpPr>
            <p:cNvPr id="1003" name="Google Shape;1003;p52"/>
            <p:cNvSpPr/>
            <p:nvPr/>
          </p:nvSpPr>
          <p:spPr>
            <a:xfrm>
              <a:off x="722807" y="1541049"/>
              <a:ext cx="371016" cy="334684"/>
            </a:xfrm>
            <a:custGeom>
              <a:avLst/>
              <a:gdLst/>
              <a:ahLst/>
              <a:cxnLst/>
              <a:rect l="l" t="t" r="r" b="b"/>
              <a:pathLst>
                <a:path w="142" h="128" extrusionOk="0">
                  <a:moveTo>
                    <a:pt x="136" y="53"/>
                  </a:moveTo>
                  <a:cubicBezTo>
                    <a:pt x="104" y="53"/>
                    <a:pt x="104" y="53"/>
                    <a:pt x="104" y="53"/>
                  </a:cubicBezTo>
                  <a:cubicBezTo>
                    <a:pt x="104" y="28"/>
                    <a:pt x="104" y="28"/>
                    <a:pt x="104" y="28"/>
                  </a:cubicBezTo>
                  <a:cubicBezTo>
                    <a:pt x="107" y="28"/>
                    <a:pt x="109" y="26"/>
                    <a:pt x="109" y="23"/>
                  </a:cubicBezTo>
                  <a:cubicBezTo>
                    <a:pt x="109" y="16"/>
                    <a:pt x="109" y="16"/>
                    <a:pt x="109" y="16"/>
                  </a:cubicBezTo>
                  <a:cubicBezTo>
                    <a:pt x="109" y="13"/>
                    <a:pt x="106" y="11"/>
                    <a:pt x="103" y="11"/>
                  </a:cubicBezTo>
                  <a:cubicBezTo>
                    <a:pt x="89" y="11"/>
                    <a:pt x="89" y="11"/>
                    <a:pt x="89" y="11"/>
                  </a:cubicBezTo>
                  <a:cubicBezTo>
                    <a:pt x="89" y="9"/>
                    <a:pt x="89" y="9"/>
                    <a:pt x="89" y="9"/>
                  </a:cubicBezTo>
                  <a:cubicBezTo>
                    <a:pt x="89" y="4"/>
                    <a:pt x="86" y="0"/>
                    <a:pt x="81" y="0"/>
                  </a:cubicBezTo>
                  <a:cubicBezTo>
                    <a:pt x="60" y="0"/>
                    <a:pt x="60" y="0"/>
                    <a:pt x="60" y="0"/>
                  </a:cubicBezTo>
                  <a:cubicBezTo>
                    <a:pt x="56" y="0"/>
                    <a:pt x="52" y="4"/>
                    <a:pt x="52" y="9"/>
                  </a:cubicBezTo>
                  <a:cubicBezTo>
                    <a:pt x="52" y="11"/>
                    <a:pt x="52" y="11"/>
                    <a:pt x="52" y="11"/>
                  </a:cubicBezTo>
                  <a:cubicBezTo>
                    <a:pt x="38" y="11"/>
                    <a:pt x="38" y="11"/>
                    <a:pt x="38" y="11"/>
                  </a:cubicBezTo>
                  <a:cubicBezTo>
                    <a:pt x="35" y="11"/>
                    <a:pt x="32" y="13"/>
                    <a:pt x="32" y="16"/>
                  </a:cubicBezTo>
                  <a:cubicBezTo>
                    <a:pt x="32" y="23"/>
                    <a:pt x="32" y="23"/>
                    <a:pt x="32" y="23"/>
                  </a:cubicBezTo>
                  <a:cubicBezTo>
                    <a:pt x="32" y="26"/>
                    <a:pt x="35" y="28"/>
                    <a:pt x="38" y="28"/>
                  </a:cubicBezTo>
                  <a:cubicBezTo>
                    <a:pt x="38" y="53"/>
                    <a:pt x="38" y="53"/>
                    <a:pt x="38" y="53"/>
                  </a:cubicBezTo>
                  <a:cubicBezTo>
                    <a:pt x="5" y="53"/>
                    <a:pt x="5" y="53"/>
                    <a:pt x="5" y="53"/>
                  </a:cubicBezTo>
                  <a:cubicBezTo>
                    <a:pt x="2" y="53"/>
                    <a:pt x="0" y="55"/>
                    <a:pt x="0" y="58"/>
                  </a:cubicBezTo>
                  <a:cubicBezTo>
                    <a:pt x="0" y="65"/>
                    <a:pt x="0" y="65"/>
                    <a:pt x="0" y="65"/>
                  </a:cubicBezTo>
                  <a:cubicBezTo>
                    <a:pt x="0" y="68"/>
                    <a:pt x="2" y="70"/>
                    <a:pt x="5" y="70"/>
                  </a:cubicBezTo>
                  <a:cubicBezTo>
                    <a:pt x="5" y="122"/>
                    <a:pt x="5" y="122"/>
                    <a:pt x="5" y="122"/>
                  </a:cubicBezTo>
                  <a:cubicBezTo>
                    <a:pt x="5" y="125"/>
                    <a:pt x="8" y="128"/>
                    <a:pt x="11" y="128"/>
                  </a:cubicBezTo>
                  <a:cubicBezTo>
                    <a:pt x="134" y="128"/>
                    <a:pt x="134" y="128"/>
                    <a:pt x="134" y="128"/>
                  </a:cubicBezTo>
                  <a:cubicBezTo>
                    <a:pt x="135" y="128"/>
                    <a:pt x="136" y="127"/>
                    <a:pt x="136" y="125"/>
                  </a:cubicBezTo>
                  <a:cubicBezTo>
                    <a:pt x="136" y="115"/>
                    <a:pt x="136" y="115"/>
                    <a:pt x="136" y="115"/>
                  </a:cubicBezTo>
                  <a:cubicBezTo>
                    <a:pt x="136" y="115"/>
                    <a:pt x="136" y="114"/>
                    <a:pt x="136" y="114"/>
                  </a:cubicBezTo>
                  <a:cubicBezTo>
                    <a:pt x="134" y="112"/>
                    <a:pt x="131" y="114"/>
                    <a:pt x="131" y="116"/>
                  </a:cubicBezTo>
                  <a:cubicBezTo>
                    <a:pt x="131" y="122"/>
                    <a:pt x="131" y="122"/>
                    <a:pt x="131" y="122"/>
                  </a:cubicBezTo>
                  <a:cubicBezTo>
                    <a:pt x="104" y="122"/>
                    <a:pt x="104" y="122"/>
                    <a:pt x="104" y="122"/>
                  </a:cubicBezTo>
                  <a:cubicBezTo>
                    <a:pt x="104" y="70"/>
                    <a:pt x="104" y="70"/>
                    <a:pt x="104" y="70"/>
                  </a:cubicBezTo>
                  <a:cubicBezTo>
                    <a:pt x="131" y="70"/>
                    <a:pt x="131" y="70"/>
                    <a:pt x="131" y="70"/>
                  </a:cubicBezTo>
                  <a:cubicBezTo>
                    <a:pt x="131" y="91"/>
                    <a:pt x="131" y="91"/>
                    <a:pt x="131" y="91"/>
                  </a:cubicBezTo>
                  <a:cubicBezTo>
                    <a:pt x="131" y="92"/>
                    <a:pt x="132" y="93"/>
                    <a:pt x="133" y="94"/>
                  </a:cubicBezTo>
                  <a:cubicBezTo>
                    <a:pt x="135" y="94"/>
                    <a:pt x="136" y="93"/>
                    <a:pt x="136" y="91"/>
                  </a:cubicBezTo>
                  <a:cubicBezTo>
                    <a:pt x="136" y="71"/>
                    <a:pt x="136" y="71"/>
                    <a:pt x="136" y="71"/>
                  </a:cubicBezTo>
                  <a:cubicBezTo>
                    <a:pt x="140" y="70"/>
                    <a:pt x="142" y="68"/>
                    <a:pt x="142" y="65"/>
                  </a:cubicBezTo>
                  <a:cubicBezTo>
                    <a:pt x="142" y="58"/>
                    <a:pt x="142" y="58"/>
                    <a:pt x="142" y="58"/>
                  </a:cubicBezTo>
                  <a:cubicBezTo>
                    <a:pt x="142" y="55"/>
                    <a:pt x="140" y="53"/>
                    <a:pt x="136" y="53"/>
                  </a:cubicBezTo>
                  <a:close/>
                  <a:moveTo>
                    <a:pt x="103" y="16"/>
                  </a:moveTo>
                  <a:cubicBezTo>
                    <a:pt x="103" y="16"/>
                    <a:pt x="103" y="16"/>
                    <a:pt x="103" y="16"/>
                  </a:cubicBezTo>
                  <a:cubicBezTo>
                    <a:pt x="103" y="22"/>
                    <a:pt x="103" y="22"/>
                    <a:pt x="103" y="22"/>
                  </a:cubicBezTo>
                  <a:cubicBezTo>
                    <a:pt x="103" y="22"/>
                    <a:pt x="103" y="23"/>
                    <a:pt x="103" y="23"/>
                  </a:cubicBezTo>
                  <a:cubicBezTo>
                    <a:pt x="89" y="23"/>
                    <a:pt x="89" y="23"/>
                    <a:pt x="89" y="23"/>
                  </a:cubicBezTo>
                  <a:cubicBezTo>
                    <a:pt x="89" y="16"/>
                    <a:pt x="89" y="16"/>
                    <a:pt x="89" y="16"/>
                  </a:cubicBezTo>
                  <a:cubicBezTo>
                    <a:pt x="103" y="16"/>
                    <a:pt x="103" y="16"/>
                    <a:pt x="103" y="16"/>
                  </a:cubicBezTo>
                  <a:close/>
                  <a:moveTo>
                    <a:pt x="60" y="6"/>
                  </a:moveTo>
                  <a:cubicBezTo>
                    <a:pt x="81" y="6"/>
                    <a:pt x="81" y="6"/>
                    <a:pt x="81" y="6"/>
                  </a:cubicBezTo>
                  <a:cubicBezTo>
                    <a:pt x="83" y="6"/>
                    <a:pt x="84" y="7"/>
                    <a:pt x="84" y="9"/>
                  </a:cubicBezTo>
                  <a:cubicBezTo>
                    <a:pt x="84" y="29"/>
                    <a:pt x="84" y="29"/>
                    <a:pt x="84" y="29"/>
                  </a:cubicBezTo>
                  <a:cubicBezTo>
                    <a:pt x="84" y="31"/>
                    <a:pt x="83" y="32"/>
                    <a:pt x="81" y="32"/>
                  </a:cubicBezTo>
                  <a:cubicBezTo>
                    <a:pt x="60" y="32"/>
                    <a:pt x="60" y="32"/>
                    <a:pt x="60" y="32"/>
                  </a:cubicBezTo>
                  <a:cubicBezTo>
                    <a:pt x="59" y="32"/>
                    <a:pt x="57" y="31"/>
                    <a:pt x="57" y="29"/>
                  </a:cubicBezTo>
                  <a:cubicBezTo>
                    <a:pt x="57" y="9"/>
                    <a:pt x="57" y="9"/>
                    <a:pt x="57" y="9"/>
                  </a:cubicBezTo>
                  <a:cubicBezTo>
                    <a:pt x="57" y="7"/>
                    <a:pt x="59" y="6"/>
                    <a:pt x="60" y="6"/>
                  </a:cubicBezTo>
                  <a:close/>
                  <a:moveTo>
                    <a:pt x="38" y="16"/>
                  </a:moveTo>
                  <a:cubicBezTo>
                    <a:pt x="52" y="16"/>
                    <a:pt x="52" y="16"/>
                    <a:pt x="52" y="16"/>
                  </a:cubicBezTo>
                  <a:cubicBezTo>
                    <a:pt x="52" y="23"/>
                    <a:pt x="52" y="23"/>
                    <a:pt x="52" y="23"/>
                  </a:cubicBezTo>
                  <a:cubicBezTo>
                    <a:pt x="38" y="23"/>
                    <a:pt x="38" y="23"/>
                    <a:pt x="38" y="23"/>
                  </a:cubicBezTo>
                  <a:cubicBezTo>
                    <a:pt x="38" y="23"/>
                    <a:pt x="38" y="22"/>
                    <a:pt x="38" y="22"/>
                  </a:cubicBezTo>
                  <a:cubicBezTo>
                    <a:pt x="38" y="16"/>
                    <a:pt x="38" y="16"/>
                    <a:pt x="38" y="16"/>
                  </a:cubicBezTo>
                  <a:cubicBezTo>
                    <a:pt x="38" y="16"/>
                    <a:pt x="38" y="16"/>
                    <a:pt x="38" y="16"/>
                  </a:cubicBezTo>
                  <a:close/>
                  <a:moveTo>
                    <a:pt x="5" y="58"/>
                  </a:moveTo>
                  <a:cubicBezTo>
                    <a:pt x="38" y="58"/>
                    <a:pt x="38" y="58"/>
                    <a:pt x="38" y="58"/>
                  </a:cubicBezTo>
                  <a:cubicBezTo>
                    <a:pt x="38" y="65"/>
                    <a:pt x="38" y="65"/>
                    <a:pt x="38" y="65"/>
                  </a:cubicBezTo>
                  <a:cubicBezTo>
                    <a:pt x="5" y="65"/>
                    <a:pt x="5" y="65"/>
                    <a:pt x="5" y="65"/>
                  </a:cubicBezTo>
                  <a:lnTo>
                    <a:pt x="5" y="58"/>
                  </a:lnTo>
                  <a:close/>
                  <a:moveTo>
                    <a:pt x="38" y="122"/>
                  </a:moveTo>
                  <a:cubicBezTo>
                    <a:pt x="11" y="122"/>
                    <a:pt x="11" y="122"/>
                    <a:pt x="11" y="122"/>
                  </a:cubicBezTo>
                  <a:cubicBezTo>
                    <a:pt x="11" y="70"/>
                    <a:pt x="11" y="70"/>
                    <a:pt x="11" y="70"/>
                  </a:cubicBezTo>
                  <a:cubicBezTo>
                    <a:pt x="38" y="70"/>
                    <a:pt x="38" y="70"/>
                    <a:pt x="38" y="70"/>
                  </a:cubicBezTo>
                  <a:cubicBezTo>
                    <a:pt x="38" y="122"/>
                    <a:pt x="38" y="122"/>
                    <a:pt x="38" y="122"/>
                  </a:cubicBezTo>
                  <a:close/>
                  <a:moveTo>
                    <a:pt x="62" y="122"/>
                  </a:moveTo>
                  <a:cubicBezTo>
                    <a:pt x="62" y="107"/>
                    <a:pt x="62" y="107"/>
                    <a:pt x="62" y="107"/>
                  </a:cubicBezTo>
                  <a:cubicBezTo>
                    <a:pt x="80" y="107"/>
                    <a:pt x="80" y="107"/>
                    <a:pt x="80" y="107"/>
                  </a:cubicBezTo>
                  <a:cubicBezTo>
                    <a:pt x="80" y="122"/>
                    <a:pt x="80" y="122"/>
                    <a:pt x="80" y="122"/>
                  </a:cubicBezTo>
                  <a:lnTo>
                    <a:pt x="62" y="122"/>
                  </a:lnTo>
                  <a:close/>
                  <a:moveTo>
                    <a:pt x="98" y="122"/>
                  </a:moveTo>
                  <a:cubicBezTo>
                    <a:pt x="86" y="122"/>
                    <a:pt x="86" y="122"/>
                    <a:pt x="86" y="122"/>
                  </a:cubicBezTo>
                  <a:cubicBezTo>
                    <a:pt x="86" y="107"/>
                    <a:pt x="86" y="107"/>
                    <a:pt x="86" y="107"/>
                  </a:cubicBezTo>
                  <a:cubicBezTo>
                    <a:pt x="86" y="103"/>
                    <a:pt x="83" y="101"/>
                    <a:pt x="80" y="101"/>
                  </a:cubicBezTo>
                  <a:cubicBezTo>
                    <a:pt x="62" y="101"/>
                    <a:pt x="62" y="101"/>
                    <a:pt x="62" y="101"/>
                  </a:cubicBezTo>
                  <a:cubicBezTo>
                    <a:pt x="59" y="101"/>
                    <a:pt x="56" y="103"/>
                    <a:pt x="56" y="107"/>
                  </a:cubicBezTo>
                  <a:cubicBezTo>
                    <a:pt x="56" y="122"/>
                    <a:pt x="56" y="122"/>
                    <a:pt x="56" y="122"/>
                  </a:cubicBezTo>
                  <a:cubicBezTo>
                    <a:pt x="44" y="122"/>
                    <a:pt x="44" y="122"/>
                    <a:pt x="44" y="122"/>
                  </a:cubicBezTo>
                  <a:cubicBezTo>
                    <a:pt x="44" y="28"/>
                    <a:pt x="44" y="28"/>
                    <a:pt x="44" y="28"/>
                  </a:cubicBezTo>
                  <a:cubicBezTo>
                    <a:pt x="52" y="28"/>
                    <a:pt x="52" y="28"/>
                    <a:pt x="52" y="28"/>
                  </a:cubicBezTo>
                  <a:cubicBezTo>
                    <a:pt x="52" y="29"/>
                    <a:pt x="52" y="29"/>
                    <a:pt x="52" y="29"/>
                  </a:cubicBezTo>
                  <a:cubicBezTo>
                    <a:pt x="52" y="34"/>
                    <a:pt x="56" y="38"/>
                    <a:pt x="60" y="38"/>
                  </a:cubicBezTo>
                  <a:cubicBezTo>
                    <a:pt x="81" y="38"/>
                    <a:pt x="81" y="38"/>
                    <a:pt x="81" y="38"/>
                  </a:cubicBezTo>
                  <a:cubicBezTo>
                    <a:pt x="86" y="38"/>
                    <a:pt x="89" y="34"/>
                    <a:pt x="89" y="29"/>
                  </a:cubicBezTo>
                  <a:cubicBezTo>
                    <a:pt x="89" y="28"/>
                    <a:pt x="89" y="28"/>
                    <a:pt x="89" y="28"/>
                  </a:cubicBezTo>
                  <a:cubicBezTo>
                    <a:pt x="98" y="28"/>
                    <a:pt x="98" y="28"/>
                    <a:pt x="98" y="28"/>
                  </a:cubicBezTo>
                  <a:cubicBezTo>
                    <a:pt x="98" y="122"/>
                    <a:pt x="98" y="122"/>
                    <a:pt x="98" y="122"/>
                  </a:cubicBezTo>
                  <a:close/>
                  <a:moveTo>
                    <a:pt x="104" y="65"/>
                  </a:moveTo>
                  <a:cubicBezTo>
                    <a:pt x="104" y="58"/>
                    <a:pt x="104" y="58"/>
                    <a:pt x="104" y="58"/>
                  </a:cubicBezTo>
                  <a:cubicBezTo>
                    <a:pt x="136" y="58"/>
                    <a:pt x="136" y="58"/>
                    <a:pt x="136" y="58"/>
                  </a:cubicBezTo>
                  <a:cubicBezTo>
                    <a:pt x="136" y="65"/>
                    <a:pt x="136" y="65"/>
                    <a:pt x="136" y="65"/>
                  </a:cubicBezTo>
                  <a:lnTo>
                    <a:pt x="104" y="65"/>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04" name="Google Shape;1004;p52"/>
            <p:cNvSpPr/>
            <p:nvPr/>
          </p:nvSpPr>
          <p:spPr>
            <a:xfrm>
              <a:off x="884644" y="1567472"/>
              <a:ext cx="47340" cy="49542"/>
            </a:xfrm>
            <a:custGeom>
              <a:avLst/>
              <a:gdLst/>
              <a:ahLst/>
              <a:cxnLst/>
              <a:rect l="l" t="t" r="r" b="b"/>
              <a:pathLst>
                <a:path w="18" h="19" extrusionOk="0">
                  <a:moveTo>
                    <a:pt x="3" y="12"/>
                  </a:moveTo>
                  <a:cubicBezTo>
                    <a:pt x="6" y="12"/>
                    <a:pt x="6" y="12"/>
                    <a:pt x="6" y="12"/>
                  </a:cubicBezTo>
                  <a:cubicBezTo>
                    <a:pt x="6" y="15"/>
                    <a:pt x="6" y="15"/>
                    <a:pt x="6" y="15"/>
                  </a:cubicBezTo>
                  <a:cubicBezTo>
                    <a:pt x="6" y="17"/>
                    <a:pt x="7" y="18"/>
                    <a:pt x="8" y="18"/>
                  </a:cubicBezTo>
                  <a:cubicBezTo>
                    <a:pt x="10" y="19"/>
                    <a:pt x="12" y="17"/>
                    <a:pt x="12" y="16"/>
                  </a:cubicBezTo>
                  <a:cubicBezTo>
                    <a:pt x="12" y="12"/>
                    <a:pt x="12" y="12"/>
                    <a:pt x="12" y="12"/>
                  </a:cubicBezTo>
                  <a:cubicBezTo>
                    <a:pt x="15" y="12"/>
                    <a:pt x="15" y="12"/>
                    <a:pt x="15" y="12"/>
                  </a:cubicBezTo>
                  <a:cubicBezTo>
                    <a:pt x="16" y="12"/>
                    <a:pt x="17" y="11"/>
                    <a:pt x="18" y="10"/>
                  </a:cubicBezTo>
                  <a:cubicBezTo>
                    <a:pt x="18" y="8"/>
                    <a:pt x="16" y="7"/>
                    <a:pt x="15" y="7"/>
                  </a:cubicBezTo>
                  <a:cubicBezTo>
                    <a:pt x="12" y="7"/>
                    <a:pt x="12" y="7"/>
                    <a:pt x="12" y="7"/>
                  </a:cubicBezTo>
                  <a:cubicBezTo>
                    <a:pt x="12" y="4"/>
                    <a:pt x="12" y="4"/>
                    <a:pt x="12" y="4"/>
                  </a:cubicBezTo>
                  <a:cubicBezTo>
                    <a:pt x="12" y="2"/>
                    <a:pt x="11" y="1"/>
                    <a:pt x="9" y="1"/>
                  </a:cubicBezTo>
                  <a:cubicBezTo>
                    <a:pt x="7" y="0"/>
                    <a:pt x="6" y="2"/>
                    <a:pt x="6" y="3"/>
                  </a:cubicBezTo>
                  <a:cubicBezTo>
                    <a:pt x="6" y="7"/>
                    <a:pt x="6" y="7"/>
                    <a:pt x="6" y="7"/>
                  </a:cubicBezTo>
                  <a:cubicBezTo>
                    <a:pt x="3" y="7"/>
                    <a:pt x="3" y="7"/>
                    <a:pt x="3" y="7"/>
                  </a:cubicBezTo>
                  <a:cubicBezTo>
                    <a:pt x="1" y="7"/>
                    <a:pt x="0" y="8"/>
                    <a:pt x="0" y="9"/>
                  </a:cubicBezTo>
                  <a:cubicBezTo>
                    <a:pt x="0" y="11"/>
                    <a:pt x="1" y="12"/>
                    <a:pt x="3"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05" name="Google Shape;1005;p52"/>
            <p:cNvSpPr/>
            <p:nvPr/>
          </p:nvSpPr>
          <p:spPr>
            <a:xfrm>
              <a:off x="856020" y="1668758"/>
              <a:ext cx="34129" cy="16514"/>
            </a:xfrm>
            <a:custGeom>
              <a:avLst/>
              <a:gdLst/>
              <a:ahLst/>
              <a:cxnLst/>
              <a:rect l="l" t="t" r="r" b="b"/>
              <a:pathLst>
                <a:path w="13" h="6" extrusionOk="0">
                  <a:moveTo>
                    <a:pt x="10" y="0"/>
                  </a:moveTo>
                  <a:cubicBezTo>
                    <a:pt x="3" y="0"/>
                    <a:pt x="3" y="0"/>
                    <a:pt x="3" y="0"/>
                  </a:cubicBezTo>
                  <a:cubicBezTo>
                    <a:pt x="2" y="0"/>
                    <a:pt x="0" y="1"/>
                    <a:pt x="0" y="3"/>
                  </a:cubicBezTo>
                  <a:cubicBezTo>
                    <a:pt x="0" y="4"/>
                    <a:pt x="1" y="6"/>
                    <a:pt x="3" y="6"/>
                  </a:cubicBezTo>
                  <a:cubicBezTo>
                    <a:pt x="10" y="6"/>
                    <a:pt x="10" y="6"/>
                    <a:pt x="10" y="6"/>
                  </a:cubicBezTo>
                  <a:cubicBezTo>
                    <a:pt x="11" y="6"/>
                    <a:pt x="13" y="5"/>
                    <a:pt x="13" y="3"/>
                  </a:cubicBezTo>
                  <a:cubicBezTo>
                    <a:pt x="13" y="2"/>
                    <a:pt x="12" y="0"/>
                    <a:pt x="10"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06" name="Google Shape;1006;p52"/>
            <p:cNvSpPr/>
            <p:nvPr/>
          </p:nvSpPr>
          <p:spPr>
            <a:xfrm>
              <a:off x="924278" y="1668758"/>
              <a:ext cx="36331" cy="16514"/>
            </a:xfrm>
            <a:custGeom>
              <a:avLst/>
              <a:gdLst/>
              <a:ahLst/>
              <a:cxnLst/>
              <a:rect l="l" t="t" r="r" b="b"/>
              <a:pathLst>
                <a:path w="14" h="6" extrusionOk="0">
                  <a:moveTo>
                    <a:pt x="11" y="0"/>
                  </a:moveTo>
                  <a:cubicBezTo>
                    <a:pt x="3" y="0"/>
                    <a:pt x="3" y="0"/>
                    <a:pt x="3" y="0"/>
                  </a:cubicBezTo>
                  <a:cubicBezTo>
                    <a:pt x="2" y="0"/>
                    <a:pt x="1" y="1"/>
                    <a:pt x="1" y="3"/>
                  </a:cubicBezTo>
                  <a:cubicBezTo>
                    <a:pt x="0" y="4"/>
                    <a:pt x="2" y="6"/>
                    <a:pt x="3" y="6"/>
                  </a:cubicBezTo>
                  <a:cubicBezTo>
                    <a:pt x="10" y="6"/>
                    <a:pt x="10" y="6"/>
                    <a:pt x="10" y="6"/>
                  </a:cubicBezTo>
                  <a:cubicBezTo>
                    <a:pt x="12" y="6"/>
                    <a:pt x="13" y="5"/>
                    <a:pt x="13" y="3"/>
                  </a:cubicBezTo>
                  <a:cubicBezTo>
                    <a:pt x="14" y="2"/>
                    <a:pt x="12" y="0"/>
                    <a:pt x="11"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07" name="Google Shape;1007;p52"/>
            <p:cNvSpPr/>
            <p:nvPr/>
          </p:nvSpPr>
          <p:spPr>
            <a:xfrm>
              <a:off x="856020" y="1713896"/>
              <a:ext cx="34129" cy="13211"/>
            </a:xfrm>
            <a:custGeom>
              <a:avLst/>
              <a:gdLst/>
              <a:ahLst/>
              <a:cxnLst/>
              <a:rect l="l" t="t" r="r" b="b"/>
              <a:pathLst>
                <a:path w="13" h="5" extrusionOk="0">
                  <a:moveTo>
                    <a:pt x="10" y="0"/>
                  </a:moveTo>
                  <a:cubicBezTo>
                    <a:pt x="3" y="0"/>
                    <a:pt x="3" y="0"/>
                    <a:pt x="3" y="0"/>
                  </a:cubicBezTo>
                  <a:cubicBezTo>
                    <a:pt x="2" y="0"/>
                    <a:pt x="0" y="1"/>
                    <a:pt x="0" y="2"/>
                  </a:cubicBezTo>
                  <a:cubicBezTo>
                    <a:pt x="0" y="4"/>
                    <a:pt x="1" y="5"/>
                    <a:pt x="3" y="5"/>
                  </a:cubicBezTo>
                  <a:cubicBezTo>
                    <a:pt x="10" y="5"/>
                    <a:pt x="10" y="5"/>
                    <a:pt x="10" y="5"/>
                  </a:cubicBezTo>
                  <a:cubicBezTo>
                    <a:pt x="11" y="5"/>
                    <a:pt x="13" y="5"/>
                    <a:pt x="13" y="3"/>
                  </a:cubicBezTo>
                  <a:cubicBezTo>
                    <a:pt x="13" y="1"/>
                    <a:pt x="12" y="0"/>
                    <a:pt x="10"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08" name="Google Shape;1008;p52"/>
            <p:cNvSpPr/>
            <p:nvPr/>
          </p:nvSpPr>
          <p:spPr>
            <a:xfrm>
              <a:off x="924278" y="1713896"/>
              <a:ext cx="36331" cy="13211"/>
            </a:xfrm>
            <a:custGeom>
              <a:avLst/>
              <a:gdLst/>
              <a:ahLst/>
              <a:cxnLst/>
              <a:rect l="l" t="t" r="r" b="b"/>
              <a:pathLst>
                <a:path w="14" h="5" extrusionOk="0">
                  <a:moveTo>
                    <a:pt x="11" y="0"/>
                  </a:moveTo>
                  <a:cubicBezTo>
                    <a:pt x="3" y="0"/>
                    <a:pt x="3" y="0"/>
                    <a:pt x="3" y="0"/>
                  </a:cubicBezTo>
                  <a:cubicBezTo>
                    <a:pt x="2" y="0"/>
                    <a:pt x="1" y="1"/>
                    <a:pt x="1" y="2"/>
                  </a:cubicBezTo>
                  <a:cubicBezTo>
                    <a:pt x="0" y="4"/>
                    <a:pt x="2" y="5"/>
                    <a:pt x="3" y="5"/>
                  </a:cubicBezTo>
                  <a:cubicBezTo>
                    <a:pt x="10" y="5"/>
                    <a:pt x="10" y="5"/>
                    <a:pt x="10" y="5"/>
                  </a:cubicBezTo>
                  <a:cubicBezTo>
                    <a:pt x="12" y="5"/>
                    <a:pt x="13" y="5"/>
                    <a:pt x="13" y="3"/>
                  </a:cubicBezTo>
                  <a:cubicBezTo>
                    <a:pt x="14" y="1"/>
                    <a:pt x="12" y="0"/>
                    <a:pt x="11"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09" name="Google Shape;1009;p52"/>
            <p:cNvSpPr/>
            <p:nvPr/>
          </p:nvSpPr>
          <p:spPr>
            <a:xfrm>
              <a:off x="856020" y="1757933"/>
              <a:ext cx="34129" cy="13211"/>
            </a:xfrm>
            <a:custGeom>
              <a:avLst/>
              <a:gdLst/>
              <a:ahLst/>
              <a:cxnLst/>
              <a:rect l="l" t="t" r="r" b="b"/>
              <a:pathLst>
                <a:path w="13" h="5" extrusionOk="0">
                  <a:moveTo>
                    <a:pt x="10" y="0"/>
                  </a:moveTo>
                  <a:cubicBezTo>
                    <a:pt x="3" y="0"/>
                    <a:pt x="3" y="0"/>
                    <a:pt x="3" y="0"/>
                  </a:cubicBezTo>
                  <a:cubicBezTo>
                    <a:pt x="2" y="0"/>
                    <a:pt x="0" y="1"/>
                    <a:pt x="0" y="2"/>
                  </a:cubicBezTo>
                  <a:cubicBezTo>
                    <a:pt x="0" y="4"/>
                    <a:pt x="1" y="5"/>
                    <a:pt x="3" y="5"/>
                  </a:cubicBezTo>
                  <a:cubicBezTo>
                    <a:pt x="10" y="5"/>
                    <a:pt x="10" y="5"/>
                    <a:pt x="10" y="5"/>
                  </a:cubicBezTo>
                  <a:cubicBezTo>
                    <a:pt x="11" y="5"/>
                    <a:pt x="13" y="4"/>
                    <a:pt x="13" y="3"/>
                  </a:cubicBezTo>
                  <a:cubicBezTo>
                    <a:pt x="13" y="1"/>
                    <a:pt x="12" y="0"/>
                    <a:pt x="10"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10" name="Google Shape;1010;p52"/>
            <p:cNvSpPr/>
            <p:nvPr/>
          </p:nvSpPr>
          <p:spPr>
            <a:xfrm>
              <a:off x="924278" y="1757933"/>
              <a:ext cx="36331" cy="13211"/>
            </a:xfrm>
            <a:custGeom>
              <a:avLst/>
              <a:gdLst/>
              <a:ahLst/>
              <a:cxnLst/>
              <a:rect l="l" t="t" r="r" b="b"/>
              <a:pathLst>
                <a:path w="14" h="5" extrusionOk="0">
                  <a:moveTo>
                    <a:pt x="11" y="0"/>
                  </a:moveTo>
                  <a:cubicBezTo>
                    <a:pt x="3" y="0"/>
                    <a:pt x="3" y="0"/>
                    <a:pt x="3" y="0"/>
                  </a:cubicBezTo>
                  <a:cubicBezTo>
                    <a:pt x="2" y="0"/>
                    <a:pt x="1" y="1"/>
                    <a:pt x="1" y="2"/>
                  </a:cubicBezTo>
                  <a:cubicBezTo>
                    <a:pt x="0" y="4"/>
                    <a:pt x="2" y="5"/>
                    <a:pt x="3" y="5"/>
                  </a:cubicBezTo>
                  <a:cubicBezTo>
                    <a:pt x="10" y="5"/>
                    <a:pt x="10" y="5"/>
                    <a:pt x="10" y="5"/>
                  </a:cubicBezTo>
                  <a:cubicBezTo>
                    <a:pt x="12" y="5"/>
                    <a:pt x="13" y="4"/>
                    <a:pt x="13" y="3"/>
                  </a:cubicBezTo>
                  <a:cubicBezTo>
                    <a:pt x="14" y="1"/>
                    <a:pt x="12" y="0"/>
                    <a:pt x="11"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11" name="Google Shape;1011;p52"/>
            <p:cNvSpPr/>
            <p:nvPr/>
          </p:nvSpPr>
          <p:spPr>
            <a:xfrm>
              <a:off x="1010151" y="1755731"/>
              <a:ext cx="36331" cy="15413"/>
            </a:xfrm>
            <a:custGeom>
              <a:avLst/>
              <a:gdLst/>
              <a:ahLst/>
              <a:cxnLst/>
              <a:rect l="l" t="t" r="r" b="b"/>
              <a:pathLst>
                <a:path w="14" h="6" extrusionOk="0">
                  <a:moveTo>
                    <a:pt x="11" y="0"/>
                  </a:moveTo>
                  <a:cubicBezTo>
                    <a:pt x="3" y="0"/>
                    <a:pt x="3" y="0"/>
                    <a:pt x="3" y="0"/>
                  </a:cubicBezTo>
                  <a:cubicBezTo>
                    <a:pt x="2" y="0"/>
                    <a:pt x="1" y="1"/>
                    <a:pt x="1" y="3"/>
                  </a:cubicBezTo>
                  <a:cubicBezTo>
                    <a:pt x="0" y="4"/>
                    <a:pt x="2" y="6"/>
                    <a:pt x="3" y="6"/>
                  </a:cubicBezTo>
                  <a:cubicBezTo>
                    <a:pt x="10" y="6"/>
                    <a:pt x="10" y="6"/>
                    <a:pt x="10" y="6"/>
                  </a:cubicBezTo>
                  <a:cubicBezTo>
                    <a:pt x="12" y="6"/>
                    <a:pt x="13" y="5"/>
                    <a:pt x="13" y="4"/>
                  </a:cubicBezTo>
                  <a:cubicBezTo>
                    <a:pt x="14" y="2"/>
                    <a:pt x="12" y="0"/>
                    <a:pt x="11"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12" name="Google Shape;1012;p52"/>
            <p:cNvSpPr/>
            <p:nvPr/>
          </p:nvSpPr>
          <p:spPr>
            <a:xfrm>
              <a:off x="1010151" y="1805273"/>
              <a:ext cx="36331" cy="13211"/>
            </a:xfrm>
            <a:custGeom>
              <a:avLst/>
              <a:gdLst/>
              <a:ahLst/>
              <a:cxnLst/>
              <a:rect l="l" t="t" r="r" b="b"/>
              <a:pathLst>
                <a:path w="14" h="5" extrusionOk="0">
                  <a:moveTo>
                    <a:pt x="11" y="0"/>
                  </a:moveTo>
                  <a:cubicBezTo>
                    <a:pt x="3" y="0"/>
                    <a:pt x="3" y="0"/>
                    <a:pt x="3" y="0"/>
                  </a:cubicBezTo>
                  <a:cubicBezTo>
                    <a:pt x="2" y="0"/>
                    <a:pt x="1" y="1"/>
                    <a:pt x="1" y="2"/>
                  </a:cubicBezTo>
                  <a:cubicBezTo>
                    <a:pt x="0" y="4"/>
                    <a:pt x="2" y="5"/>
                    <a:pt x="3" y="5"/>
                  </a:cubicBezTo>
                  <a:cubicBezTo>
                    <a:pt x="10" y="5"/>
                    <a:pt x="10" y="5"/>
                    <a:pt x="10" y="5"/>
                  </a:cubicBezTo>
                  <a:cubicBezTo>
                    <a:pt x="12" y="5"/>
                    <a:pt x="13" y="4"/>
                    <a:pt x="13" y="3"/>
                  </a:cubicBezTo>
                  <a:cubicBezTo>
                    <a:pt x="14" y="1"/>
                    <a:pt x="12" y="0"/>
                    <a:pt x="11"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13" name="Google Shape;1013;p52"/>
            <p:cNvSpPr/>
            <p:nvPr/>
          </p:nvSpPr>
          <p:spPr>
            <a:xfrm>
              <a:off x="770147" y="1755732"/>
              <a:ext cx="33028" cy="15413"/>
            </a:xfrm>
            <a:custGeom>
              <a:avLst/>
              <a:gdLst/>
              <a:ahLst/>
              <a:cxnLst/>
              <a:rect l="l" t="t" r="r" b="b"/>
              <a:pathLst>
                <a:path w="13" h="6" extrusionOk="0">
                  <a:moveTo>
                    <a:pt x="3" y="6"/>
                  </a:moveTo>
                  <a:cubicBezTo>
                    <a:pt x="10" y="6"/>
                    <a:pt x="10" y="6"/>
                    <a:pt x="10" y="6"/>
                  </a:cubicBezTo>
                  <a:cubicBezTo>
                    <a:pt x="11" y="6"/>
                    <a:pt x="13" y="5"/>
                    <a:pt x="13" y="4"/>
                  </a:cubicBezTo>
                  <a:cubicBezTo>
                    <a:pt x="13" y="2"/>
                    <a:pt x="12" y="0"/>
                    <a:pt x="10" y="0"/>
                  </a:cubicBezTo>
                  <a:cubicBezTo>
                    <a:pt x="3" y="0"/>
                    <a:pt x="3" y="0"/>
                    <a:pt x="3" y="0"/>
                  </a:cubicBezTo>
                  <a:cubicBezTo>
                    <a:pt x="2" y="0"/>
                    <a:pt x="0" y="1"/>
                    <a:pt x="0" y="3"/>
                  </a:cubicBezTo>
                  <a:cubicBezTo>
                    <a:pt x="0" y="4"/>
                    <a:pt x="1" y="6"/>
                    <a:pt x="3" y="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14" name="Google Shape;1014;p52"/>
            <p:cNvSpPr/>
            <p:nvPr/>
          </p:nvSpPr>
          <p:spPr>
            <a:xfrm>
              <a:off x="770147" y="1805273"/>
              <a:ext cx="33028" cy="13211"/>
            </a:xfrm>
            <a:custGeom>
              <a:avLst/>
              <a:gdLst/>
              <a:ahLst/>
              <a:cxnLst/>
              <a:rect l="l" t="t" r="r" b="b"/>
              <a:pathLst>
                <a:path w="13" h="5" extrusionOk="0">
                  <a:moveTo>
                    <a:pt x="3" y="5"/>
                  </a:moveTo>
                  <a:cubicBezTo>
                    <a:pt x="10" y="5"/>
                    <a:pt x="10" y="5"/>
                    <a:pt x="10" y="5"/>
                  </a:cubicBezTo>
                  <a:cubicBezTo>
                    <a:pt x="11" y="5"/>
                    <a:pt x="13" y="4"/>
                    <a:pt x="13" y="3"/>
                  </a:cubicBezTo>
                  <a:cubicBezTo>
                    <a:pt x="13" y="1"/>
                    <a:pt x="12" y="0"/>
                    <a:pt x="10" y="0"/>
                  </a:cubicBezTo>
                  <a:cubicBezTo>
                    <a:pt x="3" y="0"/>
                    <a:pt x="3" y="0"/>
                    <a:pt x="3" y="0"/>
                  </a:cubicBezTo>
                  <a:cubicBezTo>
                    <a:pt x="2" y="0"/>
                    <a:pt x="0" y="1"/>
                    <a:pt x="0" y="2"/>
                  </a:cubicBezTo>
                  <a:cubicBezTo>
                    <a:pt x="0" y="4"/>
                    <a:pt x="1" y="5"/>
                    <a:pt x="3"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15" name="Google Shape;1015;p52"/>
            <p:cNvSpPr/>
            <p:nvPr/>
          </p:nvSpPr>
          <p:spPr>
            <a:xfrm>
              <a:off x="1065198" y="1805273"/>
              <a:ext cx="13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1016" name="Google Shape;1016;p52"/>
          <p:cNvGrpSpPr/>
          <p:nvPr/>
        </p:nvGrpSpPr>
        <p:grpSpPr>
          <a:xfrm>
            <a:off x="3196631" y="2047711"/>
            <a:ext cx="367409" cy="363110"/>
            <a:chOff x="3183403" y="2077204"/>
            <a:chExt cx="376521" cy="372116"/>
          </a:xfrm>
        </p:grpSpPr>
        <p:sp>
          <p:nvSpPr>
            <p:cNvPr id="1017" name="Google Shape;1017;p52"/>
            <p:cNvSpPr/>
            <p:nvPr/>
          </p:nvSpPr>
          <p:spPr>
            <a:xfrm>
              <a:off x="3371663" y="2143260"/>
              <a:ext cx="123305" cy="122204"/>
            </a:xfrm>
            <a:custGeom>
              <a:avLst/>
              <a:gdLst/>
              <a:ahLst/>
              <a:cxnLst/>
              <a:rect l="l" t="t" r="r" b="b"/>
              <a:pathLst>
                <a:path w="47" h="47" extrusionOk="0">
                  <a:moveTo>
                    <a:pt x="4" y="32"/>
                  </a:moveTo>
                  <a:cubicBezTo>
                    <a:pt x="15" y="32"/>
                    <a:pt x="15" y="32"/>
                    <a:pt x="15" y="32"/>
                  </a:cubicBezTo>
                  <a:cubicBezTo>
                    <a:pt x="15" y="43"/>
                    <a:pt x="15" y="43"/>
                    <a:pt x="15" y="43"/>
                  </a:cubicBezTo>
                  <a:cubicBezTo>
                    <a:pt x="15" y="45"/>
                    <a:pt x="17" y="47"/>
                    <a:pt x="19" y="47"/>
                  </a:cubicBezTo>
                  <a:cubicBezTo>
                    <a:pt x="28" y="47"/>
                    <a:pt x="28" y="47"/>
                    <a:pt x="28" y="47"/>
                  </a:cubicBezTo>
                  <a:cubicBezTo>
                    <a:pt x="30" y="47"/>
                    <a:pt x="32" y="45"/>
                    <a:pt x="32" y="43"/>
                  </a:cubicBezTo>
                  <a:cubicBezTo>
                    <a:pt x="32" y="32"/>
                    <a:pt x="32" y="32"/>
                    <a:pt x="32" y="32"/>
                  </a:cubicBezTo>
                  <a:cubicBezTo>
                    <a:pt x="43" y="32"/>
                    <a:pt x="43" y="32"/>
                    <a:pt x="43" y="32"/>
                  </a:cubicBezTo>
                  <a:cubicBezTo>
                    <a:pt x="45" y="32"/>
                    <a:pt x="47" y="30"/>
                    <a:pt x="47" y="28"/>
                  </a:cubicBezTo>
                  <a:cubicBezTo>
                    <a:pt x="47" y="19"/>
                    <a:pt x="47" y="19"/>
                    <a:pt x="47" y="19"/>
                  </a:cubicBezTo>
                  <a:cubicBezTo>
                    <a:pt x="47" y="17"/>
                    <a:pt x="45" y="15"/>
                    <a:pt x="43" y="15"/>
                  </a:cubicBezTo>
                  <a:cubicBezTo>
                    <a:pt x="32" y="15"/>
                    <a:pt x="32" y="15"/>
                    <a:pt x="32" y="15"/>
                  </a:cubicBezTo>
                  <a:cubicBezTo>
                    <a:pt x="32" y="4"/>
                    <a:pt x="32" y="4"/>
                    <a:pt x="32" y="4"/>
                  </a:cubicBezTo>
                  <a:cubicBezTo>
                    <a:pt x="32" y="2"/>
                    <a:pt x="30" y="0"/>
                    <a:pt x="28" y="0"/>
                  </a:cubicBezTo>
                  <a:cubicBezTo>
                    <a:pt x="19" y="0"/>
                    <a:pt x="19" y="0"/>
                    <a:pt x="19" y="0"/>
                  </a:cubicBezTo>
                  <a:cubicBezTo>
                    <a:pt x="17" y="0"/>
                    <a:pt x="15" y="2"/>
                    <a:pt x="15" y="4"/>
                  </a:cubicBezTo>
                  <a:cubicBezTo>
                    <a:pt x="15" y="15"/>
                    <a:pt x="15" y="15"/>
                    <a:pt x="15" y="15"/>
                  </a:cubicBezTo>
                  <a:cubicBezTo>
                    <a:pt x="4" y="15"/>
                    <a:pt x="4" y="15"/>
                    <a:pt x="4" y="15"/>
                  </a:cubicBezTo>
                  <a:cubicBezTo>
                    <a:pt x="2" y="15"/>
                    <a:pt x="0" y="17"/>
                    <a:pt x="0" y="19"/>
                  </a:cubicBezTo>
                  <a:cubicBezTo>
                    <a:pt x="0" y="28"/>
                    <a:pt x="0" y="28"/>
                    <a:pt x="0" y="28"/>
                  </a:cubicBezTo>
                  <a:cubicBezTo>
                    <a:pt x="0" y="30"/>
                    <a:pt x="2" y="32"/>
                    <a:pt x="4" y="32"/>
                  </a:cubicBezTo>
                  <a:close/>
                  <a:moveTo>
                    <a:pt x="5" y="20"/>
                  </a:moveTo>
                  <a:cubicBezTo>
                    <a:pt x="18" y="20"/>
                    <a:pt x="18" y="20"/>
                    <a:pt x="18" y="20"/>
                  </a:cubicBezTo>
                  <a:cubicBezTo>
                    <a:pt x="19" y="20"/>
                    <a:pt x="20" y="19"/>
                    <a:pt x="20" y="17"/>
                  </a:cubicBezTo>
                  <a:cubicBezTo>
                    <a:pt x="20" y="5"/>
                    <a:pt x="20" y="5"/>
                    <a:pt x="20" y="5"/>
                  </a:cubicBezTo>
                  <a:cubicBezTo>
                    <a:pt x="27" y="5"/>
                    <a:pt x="27" y="5"/>
                    <a:pt x="27" y="5"/>
                  </a:cubicBezTo>
                  <a:cubicBezTo>
                    <a:pt x="27" y="17"/>
                    <a:pt x="27" y="17"/>
                    <a:pt x="27" y="17"/>
                  </a:cubicBezTo>
                  <a:cubicBezTo>
                    <a:pt x="27" y="19"/>
                    <a:pt x="28" y="20"/>
                    <a:pt x="30" y="20"/>
                  </a:cubicBezTo>
                  <a:cubicBezTo>
                    <a:pt x="42" y="20"/>
                    <a:pt x="42" y="20"/>
                    <a:pt x="42" y="20"/>
                  </a:cubicBezTo>
                  <a:cubicBezTo>
                    <a:pt x="42" y="27"/>
                    <a:pt x="42" y="27"/>
                    <a:pt x="42" y="27"/>
                  </a:cubicBezTo>
                  <a:cubicBezTo>
                    <a:pt x="30" y="27"/>
                    <a:pt x="30" y="27"/>
                    <a:pt x="30" y="27"/>
                  </a:cubicBezTo>
                  <a:cubicBezTo>
                    <a:pt x="28" y="27"/>
                    <a:pt x="27" y="28"/>
                    <a:pt x="27" y="29"/>
                  </a:cubicBezTo>
                  <a:cubicBezTo>
                    <a:pt x="27" y="42"/>
                    <a:pt x="27" y="42"/>
                    <a:pt x="27" y="42"/>
                  </a:cubicBezTo>
                  <a:cubicBezTo>
                    <a:pt x="20" y="42"/>
                    <a:pt x="20" y="42"/>
                    <a:pt x="20" y="42"/>
                  </a:cubicBezTo>
                  <a:cubicBezTo>
                    <a:pt x="20" y="29"/>
                    <a:pt x="20" y="29"/>
                    <a:pt x="20" y="29"/>
                  </a:cubicBezTo>
                  <a:cubicBezTo>
                    <a:pt x="20" y="28"/>
                    <a:pt x="19" y="27"/>
                    <a:pt x="18" y="27"/>
                  </a:cubicBezTo>
                  <a:cubicBezTo>
                    <a:pt x="5" y="27"/>
                    <a:pt x="5" y="27"/>
                    <a:pt x="5" y="27"/>
                  </a:cubicBezTo>
                  <a:lnTo>
                    <a:pt x="5" y="20"/>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18" name="Google Shape;1018;p52"/>
            <p:cNvSpPr/>
            <p:nvPr/>
          </p:nvSpPr>
          <p:spPr>
            <a:xfrm>
              <a:off x="3183403" y="2077204"/>
              <a:ext cx="376521" cy="372116"/>
            </a:xfrm>
            <a:custGeom>
              <a:avLst/>
              <a:gdLst/>
              <a:ahLst/>
              <a:cxnLst/>
              <a:rect l="l" t="t" r="r" b="b"/>
              <a:pathLst>
                <a:path w="144" h="142" extrusionOk="0">
                  <a:moveTo>
                    <a:pt x="130" y="14"/>
                  </a:moveTo>
                  <a:cubicBezTo>
                    <a:pt x="121" y="5"/>
                    <a:pt x="109" y="0"/>
                    <a:pt x="97" y="0"/>
                  </a:cubicBezTo>
                  <a:cubicBezTo>
                    <a:pt x="84" y="0"/>
                    <a:pt x="72" y="4"/>
                    <a:pt x="63" y="12"/>
                  </a:cubicBezTo>
                  <a:cubicBezTo>
                    <a:pt x="62" y="14"/>
                    <a:pt x="62" y="15"/>
                    <a:pt x="63" y="16"/>
                  </a:cubicBezTo>
                  <a:cubicBezTo>
                    <a:pt x="64" y="18"/>
                    <a:pt x="66" y="18"/>
                    <a:pt x="67" y="17"/>
                  </a:cubicBezTo>
                  <a:cubicBezTo>
                    <a:pt x="75" y="9"/>
                    <a:pt x="86" y="5"/>
                    <a:pt x="97" y="6"/>
                  </a:cubicBezTo>
                  <a:cubicBezTo>
                    <a:pt x="108" y="6"/>
                    <a:pt x="118" y="10"/>
                    <a:pt x="126" y="18"/>
                  </a:cubicBezTo>
                  <a:cubicBezTo>
                    <a:pt x="134" y="26"/>
                    <a:pt x="138" y="37"/>
                    <a:pt x="138" y="48"/>
                  </a:cubicBezTo>
                  <a:cubicBezTo>
                    <a:pt x="138" y="60"/>
                    <a:pt x="134" y="71"/>
                    <a:pt x="126" y="79"/>
                  </a:cubicBezTo>
                  <a:cubicBezTo>
                    <a:pt x="118" y="87"/>
                    <a:pt x="107" y="91"/>
                    <a:pt x="96" y="91"/>
                  </a:cubicBezTo>
                  <a:cubicBezTo>
                    <a:pt x="84" y="91"/>
                    <a:pt x="73" y="87"/>
                    <a:pt x="65" y="79"/>
                  </a:cubicBezTo>
                  <a:cubicBezTo>
                    <a:pt x="54" y="68"/>
                    <a:pt x="50" y="51"/>
                    <a:pt x="55" y="36"/>
                  </a:cubicBezTo>
                  <a:cubicBezTo>
                    <a:pt x="55" y="35"/>
                    <a:pt x="54" y="33"/>
                    <a:pt x="53" y="33"/>
                  </a:cubicBezTo>
                  <a:cubicBezTo>
                    <a:pt x="51" y="32"/>
                    <a:pt x="50" y="33"/>
                    <a:pt x="49" y="35"/>
                  </a:cubicBezTo>
                  <a:cubicBezTo>
                    <a:pt x="45" y="48"/>
                    <a:pt x="47" y="62"/>
                    <a:pt x="54" y="73"/>
                  </a:cubicBezTo>
                  <a:cubicBezTo>
                    <a:pt x="5" y="122"/>
                    <a:pt x="5" y="122"/>
                    <a:pt x="5" y="122"/>
                  </a:cubicBezTo>
                  <a:cubicBezTo>
                    <a:pt x="0" y="127"/>
                    <a:pt x="0" y="134"/>
                    <a:pt x="5" y="139"/>
                  </a:cubicBezTo>
                  <a:cubicBezTo>
                    <a:pt x="7" y="141"/>
                    <a:pt x="10" y="142"/>
                    <a:pt x="13" y="142"/>
                  </a:cubicBezTo>
                  <a:cubicBezTo>
                    <a:pt x="16" y="142"/>
                    <a:pt x="19" y="141"/>
                    <a:pt x="22" y="139"/>
                  </a:cubicBezTo>
                  <a:cubicBezTo>
                    <a:pt x="71" y="90"/>
                    <a:pt x="71" y="90"/>
                    <a:pt x="71" y="90"/>
                  </a:cubicBezTo>
                  <a:cubicBezTo>
                    <a:pt x="78" y="94"/>
                    <a:pt x="87" y="97"/>
                    <a:pt x="96" y="97"/>
                  </a:cubicBezTo>
                  <a:cubicBezTo>
                    <a:pt x="109" y="97"/>
                    <a:pt x="121" y="92"/>
                    <a:pt x="130" y="83"/>
                  </a:cubicBezTo>
                  <a:cubicBezTo>
                    <a:pt x="139" y="73"/>
                    <a:pt x="144" y="61"/>
                    <a:pt x="144" y="48"/>
                  </a:cubicBezTo>
                  <a:cubicBezTo>
                    <a:pt x="144" y="35"/>
                    <a:pt x="139" y="23"/>
                    <a:pt x="130" y="14"/>
                  </a:cubicBezTo>
                  <a:close/>
                  <a:moveTo>
                    <a:pt x="18" y="135"/>
                  </a:moveTo>
                  <a:cubicBezTo>
                    <a:pt x="15" y="137"/>
                    <a:pt x="11" y="137"/>
                    <a:pt x="9" y="135"/>
                  </a:cubicBezTo>
                  <a:cubicBezTo>
                    <a:pt x="7" y="133"/>
                    <a:pt x="7" y="129"/>
                    <a:pt x="9" y="126"/>
                  </a:cubicBezTo>
                  <a:cubicBezTo>
                    <a:pt x="41" y="94"/>
                    <a:pt x="41" y="94"/>
                    <a:pt x="41" y="94"/>
                  </a:cubicBezTo>
                  <a:cubicBezTo>
                    <a:pt x="50" y="103"/>
                    <a:pt x="50" y="103"/>
                    <a:pt x="50" y="103"/>
                  </a:cubicBezTo>
                  <a:lnTo>
                    <a:pt x="18" y="135"/>
                  </a:lnTo>
                  <a:close/>
                  <a:moveTo>
                    <a:pt x="54" y="99"/>
                  </a:moveTo>
                  <a:cubicBezTo>
                    <a:pt x="45" y="90"/>
                    <a:pt x="45" y="90"/>
                    <a:pt x="45" y="90"/>
                  </a:cubicBezTo>
                  <a:cubicBezTo>
                    <a:pt x="57" y="78"/>
                    <a:pt x="57" y="78"/>
                    <a:pt x="57" y="78"/>
                  </a:cubicBezTo>
                  <a:cubicBezTo>
                    <a:pt x="59" y="79"/>
                    <a:pt x="60" y="81"/>
                    <a:pt x="61" y="83"/>
                  </a:cubicBezTo>
                  <a:cubicBezTo>
                    <a:pt x="63" y="84"/>
                    <a:pt x="64" y="85"/>
                    <a:pt x="66" y="87"/>
                  </a:cubicBezTo>
                  <a:lnTo>
                    <a:pt x="54" y="99"/>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19" name="Google Shape;1019;p52"/>
            <p:cNvSpPr/>
            <p:nvPr/>
          </p:nvSpPr>
          <p:spPr>
            <a:xfrm>
              <a:off x="3337535" y="2105829"/>
              <a:ext cx="190463" cy="193764"/>
            </a:xfrm>
            <a:custGeom>
              <a:avLst/>
              <a:gdLst/>
              <a:ahLst/>
              <a:cxnLst/>
              <a:rect l="l" t="t" r="r" b="b"/>
              <a:pathLst>
                <a:path w="73" h="74" extrusionOk="0">
                  <a:moveTo>
                    <a:pt x="11" y="63"/>
                  </a:moveTo>
                  <a:cubicBezTo>
                    <a:pt x="18" y="70"/>
                    <a:pt x="27" y="74"/>
                    <a:pt x="37" y="74"/>
                  </a:cubicBezTo>
                  <a:cubicBezTo>
                    <a:pt x="46" y="74"/>
                    <a:pt x="56" y="70"/>
                    <a:pt x="63" y="63"/>
                  </a:cubicBezTo>
                  <a:cubicBezTo>
                    <a:pt x="70" y="56"/>
                    <a:pt x="73" y="47"/>
                    <a:pt x="73" y="37"/>
                  </a:cubicBezTo>
                  <a:cubicBezTo>
                    <a:pt x="73" y="27"/>
                    <a:pt x="70" y="18"/>
                    <a:pt x="63" y="11"/>
                  </a:cubicBezTo>
                  <a:cubicBezTo>
                    <a:pt x="56" y="4"/>
                    <a:pt x="46" y="0"/>
                    <a:pt x="37" y="0"/>
                  </a:cubicBezTo>
                  <a:cubicBezTo>
                    <a:pt x="27" y="0"/>
                    <a:pt x="18" y="4"/>
                    <a:pt x="11" y="11"/>
                  </a:cubicBezTo>
                  <a:cubicBezTo>
                    <a:pt x="4" y="18"/>
                    <a:pt x="0" y="27"/>
                    <a:pt x="0" y="37"/>
                  </a:cubicBezTo>
                  <a:cubicBezTo>
                    <a:pt x="0" y="47"/>
                    <a:pt x="4" y="56"/>
                    <a:pt x="11" y="63"/>
                  </a:cubicBezTo>
                  <a:close/>
                  <a:moveTo>
                    <a:pt x="15" y="15"/>
                  </a:moveTo>
                  <a:cubicBezTo>
                    <a:pt x="20" y="9"/>
                    <a:pt x="28" y="6"/>
                    <a:pt x="37" y="6"/>
                  </a:cubicBezTo>
                  <a:cubicBezTo>
                    <a:pt x="45" y="6"/>
                    <a:pt x="53" y="9"/>
                    <a:pt x="59" y="15"/>
                  </a:cubicBezTo>
                  <a:cubicBezTo>
                    <a:pt x="65" y="21"/>
                    <a:pt x="68" y="29"/>
                    <a:pt x="68" y="37"/>
                  </a:cubicBezTo>
                  <a:cubicBezTo>
                    <a:pt x="68" y="46"/>
                    <a:pt x="65" y="54"/>
                    <a:pt x="59" y="59"/>
                  </a:cubicBezTo>
                  <a:cubicBezTo>
                    <a:pt x="53" y="65"/>
                    <a:pt x="45" y="69"/>
                    <a:pt x="37" y="69"/>
                  </a:cubicBezTo>
                  <a:cubicBezTo>
                    <a:pt x="28" y="69"/>
                    <a:pt x="20" y="65"/>
                    <a:pt x="15" y="59"/>
                  </a:cubicBezTo>
                  <a:cubicBezTo>
                    <a:pt x="9" y="54"/>
                    <a:pt x="5" y="46"/>
                    <a:pt x="5" y="37"/>
                  </a:cubicBezTo>
                  <a:cubicBezTo>
                    <a:pt x="5" y="29"/>
                    <a:pt x="9" y="21"/>
                    <a:pt x="15" y="1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20" name="Google Shape;1020;p52"/>
            <p:cNvSpPr/>
            <p:nvPr/>
          </p:nvSpPr>
          <p:spPr>
            <a:xfrm>
              <a:off x="3324323" y="2132251"/>
              <a:ext cx="16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1021" name="Google Shape;1021;p52"/>
          <p:cNvGrpSpPr/>
          <p:nvPr/>
        </p:nvGrpSpPr>
        <p:grpSpPr>
          <a:xfrm>
            <a:off x="7962741" y="1498748"/>
            <a:ext cx="364186" cy="358021"/>
            <a:chOff x="8024228" y="1514627"/>
            <a:chExt cx="373218" cy="366900"/>
          </a:xfrm>
        </p:grpSpPr>
        <p:sp>
          <p:nvSpPr>
            <p:cNvPr id="1022" name="Google Shape;1022;p52"/>
            <p:cNvSpPr/>
            <p:nvPr/>
          </p:nvSpPr>
          <p:spPr>
            <a:xfrm>
              <a:off x="8024228" y="1514627"/>
              <a:ext cx="373218" cy="332482"/>
            </a:xfrm>
            <a:custGeom>
              <a:avLst/>
              <a:gdLst/>
              <a:ahLst/>
              <a:cxnLst/>
              <a:rect l="l" t="t" r="r" b="b"/>
              <a:pathLst>
                <a:path w="143" h="127" extrusionOk="0">
                  <a:moveTo>
                    <a:pt x="140" y="31"/>
                  </a:moveTo>
                  <a:cubicBezTo>
                    <a:pt x="134" y="31"/>
                    <a:pt x="134" y="31"/>
                    <a:pt x="134" y="31"/>
                  </a:cubicBezTo>
                  <a:cubicBezTo>
                    <a:pt x="123" y="12"/>
                    <a:pt x="123" y="12"/>
                    <a:pt x="123" y="12"/>
                  </a:cubicBezTo>
                  <a:cubicBezTo>
                    <a:pt x="123" y="3"/>
                    <a:pt x="123" y="3"/>
                    <a:pt x="123" y="3"/>
                  </a:cubicBezTo>
                  <a:cubicBezTo>
                    <a:pt x="123" y="2"/>
                    <a:pt x="122" y="0"/>
                    <a:pt x="120" y="0"/>
                  </a:cubicBezTo>
                  <a:cubicBezTo>
                    <a:pt x="119" y="0"/>
                    <a:pt x="117" y="1"/>
                    <a:pt x="117" y="3"/>
                  </a:cubicBezTo>
                  <a:cubicBezTo>
                    <a:pt x="117" y="10"/>
                    <a:pt x="117" y="10"/>
                    <a:pt x="117" y="10"/>
                  </a:cubicBezTo>
                  <a:cubicBezTo>
                    <a:pt x="99" y="10"/>
                    <a:pt x="99" y="10"/>
                    <a:pt x="99" y="10"/>
                  </a:cubicBezTo>
                  <a:cubicBezTo>
                    <a:pt x="96" y="10"/>
                    <a:pt x="93" y="11"/>
                    <a:pt x="92" y="14"/>
                  </a:cubicBezTo>
                  <a:cubicBezTo>
                    <a:pt x="82" y="31"/>
                    <a:pt x="82" y="31"/>
                    <a:pt x="82" y="31"/>
                  </a:cubicBezTo>
                  <a:cubicBezTo>
                    <a:pt x="61" y="31"/>
                    <a:pt x="61" y="31"/>
                    <a:pt x="61" y="31"/>
                  </a:cubicBezTo>
                  <a:cubicBezTo>
                    <a:pt x="52" y="14"/>
                    <a:pt x="52" y="14"/>
                    <a:pt x="52" y="14"/>
                  </a:cubicBezTo>
                  <a:cubicBezTo>
                    <a:pt x="50" y="11"/>
                    <a:pt x="47" y="10"/>
                    <a:pt x="44" y="10"/>
                  </a:cubicBezTo>
                  <a:cubicBezTo>
                    <a:pt x="27" y="10"/>
                    <a:pt x="27" y="10"/>
                    <a:pt x="27" y="10"/>
                  </a:cubicBezTo>
                  <a:cubicBezTo>
                    <a:pt x="24" y="10"/>
                    <a:pt x="21" y="11"/>
                    <a:pt x="20" y="14"/>
                  </a:cubicBezTo>
                  <a:cubicBezTo>
                    <a:pt x="10" y="31"/>
                    <a:pt x="10" y="31"/>
                    <a:pt x="10" y="31"/>
                  </a:cubicBezTo>
                  <a:cubicBezTo>
                    <a:pt x="4" y="31"/>
                    <a:pt x="4" y="31"/>
                    <a:pt x="4" y="31"/>
                  </a:cubicBezTo>
                  <a:cubicBezTo>
                    <a:pt x="2" y="31"/>
                    <a:pt x="1" y="32"/>
                    <a:pt x="1" y="33"/>
                  </a:cubicBezTo>
                  <a:cubicBezTo>
                    <a:pt x="0" y="35"/>
                    <a:pt x="2" y="36"/>
                    <a:pt x="3" y="36"/>
                  </a:cubicBezTo>
                  <a:cubicBezTo>
                    <a:pt x="10" y="36"/>
                    <a:pt x="10" y="36"/>
                    <a:pt x="10" y="36"/>
                  </a:cubicBezTo>
                  <a:cubicBezTo>
                    <a:pt x="21" y="55"/>
                    <a:pt x="21" y="55"/>
                    <a:pt x="21" y="55"/>
                  </a:cubicBezTo>
                  <a:cubicBezTo>
                    <a:pt x="21" y="61"/>
                    <a:pt x="21" y="61"/>
                    <a:pt x="21" y="61"/>
                  </a:cubicBezTo>
                  <a:cubicBezTo>
                    <a:pt x="21" y="63"/>
                    <a:pt x="22" y="64"/>
                    <a:pt x="23" y="64"/>
                  </a:cubicBezTo>
                  <a:cubicBezTo>
                    <a:pt x="25" y="64"/>
                    <a:pt x="26" y="63"/>
                    <a:pt x="26" y="61"/>
                  </a:cubicBezTo>
                  <a:cubicBezTo>
                    <a:pt x="26" y="57"/>
                    <a:pt x="26" y="57"/>
                    <a:pt x="26" y="57"/>
                  </a:cubicBezTo>
                  <a:cubicBezTo>
                    <a:pt x="46" y="57"/>
                    <a:pt x="46" y="57"/>
                    <a:pt x="46" y="57"/>
                  </a:cubicBezTo>
                  <a:cubicBezTo>
                    <a:pt x="56" y="76"/>
                    <a:pt x="56" y="76"/>
                    <a:pt x="56" y="76"/>
                  </a:cubicBezTo>
                  <a:cubicBezTo>
                    <a:pt x="46" y="94"/>
                    <a:pt x="46" y="94"/>
                    <a:pt x="46" y="94"/>
                  </a:cubicBezTo>
                  <a:cubicBezTo>
                    <a:pt x="40" y="94"/>
                    <a:pt x="40" y="94"/>
                    <a:pt x="40" y="94"/>
                  </a:cubicBezTo>
                  <a:cubicBezTo>
                    <a:pt x="38" y="94"/>
                    <a:pt x="37" y="95"/>
                    <a:pt x="37" y="96"/>
                  </a:cubicBezTo>
                  <a:cubicBezTo>
                    <a:pt x="37" y="98"/>
                    <a:pt x="38" y="99"/>
                    <a:pt x="40" y="99"/>
                  </a:cubicBezTo>
                  <a:cubicBezTo>
                    <a:pt x="46" y="99"/>
                    <a:pt x="46" y="99"/>
                    <a:pt x="46" y="99"/>
                  </a:cubicBezTo>
                  <a:cubicBezTo>
                    <a:pt x="56" y="116"/>
                    <a:pt x="56" y="116"/>
                    <a:pt x="56" y="116"/>
                  </a:cubicBezTo>
                  <a:cubicBezTo>
                    <a:pt x="57" y="118"/>
                    <a:pt x="60" y="120"/>
                    <a:pt x="63" y="120"/>
                  </a:cubicBezTo>
                  <a:cubicBezTo>
                    <a:pt x="81" y="120"/>
                    <a:pt x="81" y="120"/>
                    <a:pt x="81" y="120"/>
                  </a:cubicBezTo>
                  <a:cubicBezTo>
                    <a:pt x="81" y="124"/>
                    <a:pt x="81" y="124"/>
                    <a:pt x="81" y="124"/>
                  </a:cubicBezTo>
                  <a:cubicBezTo>
                    <a:pt x="81" y="126"/>
                    <a:pt x="82" y="127"/>
                    <a:pt x="83" y="127"/>
                  </a:cubicBezTo>
                  <a:cubicBezTo>
                    <a:pt x="85" y="127"/>
                    <a:pt x="87" y="126"/>
                    <a:pt x="87" y="124"/>
                  </a:cubicBezTo>
                  <a:cubicBezTo>
                    <a:pt x="87" y="118"/>
                    <a:pt x="87" y="118"/>
                    <a:pt x="87" y="118"/>
                  </a:cubicBezTo>
                  <a:cubicBezTo>
                    <a:pt x="97" y="100"/>
                    <a:pt x="97" y="100"/>
                    <a:pt x="97" y="100"/>
                  </a:cubicBezTo>
                  <a:cubicBezTo>
                    <a:pt x="98" y="98"/>
                    <a:pt x="98" y="95"/>
                    <a:pt x="97" y="92"/>
                  </a:cubicBezTo>
                  <a:cubicBezTo>
                    <a:pt x="87" y="75"/>
                    <a:pt x="87" y="75"/>
                    <a:pt x="87" y="75"/>
                  </a:cubicBezTo>
                  <a:cubicBezTo>
                    <a:pt x="98" y="57"/>
                    <a:pt x="98" y="57"/>
                    <a:pt x="98" y="57"/>
                  </a:cubicBezTo>
                  <a:cubicBezTo>
                    <a:pt x="117" y="57"/>
                    <a:pt x="117" y="57"/>
                    <a:pt x="117" y="57"/>
                  </a:cubicBezTo>
                  <a:cubicBezTo>
                    <a:pt x="120" y="57"/>
                    <a:pt x="123" y="56"/>
                    <a:pt x="124" y="53"/>
                  </a:cubicBezTo>
                  <a:cubicBezTo>
                    <a:pt x="134" y="36"/>
                    <a:pt x="134" y="36"/>
                    <a:pt x="134" y="36"/>
                  </a:cubicBezTo>
                  <a:cubicBezTo>
                    <a:pt x="140" y="36"/>
                    <a:pt x="140" y="36"/>
                    <a:pt x="140" y="36"/>
                  </a:cubicBezTo>
                  <a:cubicBezTo>
                    <a:pt x="142" y="36"/>
                    <a:pt x="143" y="35"/>
                    <a:pt x="143" y="34"/>
                  </a:cubicBezTo>
                  <a:cubicBezTo>
                    <a:pt x="143" y="32"/>
                    <a:pt x="142" y="31"/>
                    <a:pt x="140" y="31"/>
                  </a:cubicBezTo>
                  <a:close/>
                  <a:moveTo>
                    <a:pt x="24" y="17"/>
                  </a:moveTo>
                  <a:cubicBezTo>
                    <a:pt x="25" y="16"/>
                    <a:pt x="26" y="15"/>
                    <a:pt x="27" y="15"/>
                  </a:cubicBezTo>
                  <a:cubicBezTo>
                    <a:pt x="44" y="15"/>
                    <a:pt x="44" y="15"/>
                    <a:pt x="44" y="15"/>
                  </a:cubicBezTo>
                  <a:cubicBezTo>
                    <a:pt x="45" y="15"/>
                    <a:pt x="46" y="16"/>
                    <a:pt x="47" y="17"/>
                  </a:cubicBezTo>
                  <a:cubicBezTo>
                    <a:pt x="56" y="34"/>
                    <a:pt x="56" y="34"/>
                    <a:pt x="56" y="34"/>
                  </a:cubicBezTo>
                  <a:cubicBezTo>
                    <a:pt x="46" y="52"/>
                    <a:pt x="46" y="52"/>
                    <a:pt x="46" y="52"/>
                  </a:cubicBezTo>
                  <a:cubicBezTo>
                    <a:pt x="25" y="52"/>
                    <a:pt x="25" y="52"/>
                    <a:pt x="25" y="52"/>
                  </a:cubicBezTo>
                  <a:cubicBezTo>
                    <a:pt x="15" y="34"/>
                    <a:pt x="15" y="34"/>
                    <a:pt x="15" y="34"/>
                  </a:cubicBezTo>
                  <a:lnTo>
                    <a:pt x="24" y="17"/>
                  </a:lnTo>
                  <a:close/>
                  <a:moveTo>
                    <a:pt x="61" y="36"/>
                  </a:moveTo>
                  <a:cubicBezTo>
                    <a:pt x="82" y="36"/>
                    <a:pt x="82" y="36"/>
                    <a:pt x="82" y="36"/>
                  </a:cubicBezTo>
                  <a:cubicBezTo>
                    <a:pt x="93" y="54"/>
                    <a:pt x="93" y="54"/>
                    <a:pt x="93" y="54"/>
                  </a:cubicBezTo>
                  <a:cubicBezTo>
                    <a:pt x="82" y="72"/>
                    <a:pt x="82" y="72"/>
                    <a:pt x="82" y="72"/>
                  </a:cubicBezTo>
                  <a:cubicBezTo>
                    <a:pt x="61" y="72"/>
                    <a:pt x="61" y="72"/>
                    <a:pt x="61" y="72"/>
                  </a:cubicBezTo>
                  <a:cubicBezTo>
                    <a:pt x="51" y="54"/>
                    <a:pt x="51" y="54"/>
                    <a:pt x="51" y="54"/>
                  </a:cubicBezTo>
                  <a:lnTo>
                    <a:pt x="61" y="36"/>
                  </a:lnTo>
                  <a:close/>
                  <a:moveTo>
                    <a:pt x="92" y="98"/>
                  </a:moveTo>
                  <a:cubicBezTo>
                    <a:pt x="82" y="114"/>
                    <a:pt x="82" y="114"/>
                    <a:pt x="82" y="114"/>
                  </a:cubicBezTo>
                  <a:cubicBezTo>
                    <a:pt x="63" y="114"/>
                    <a:pt x="63" y="114"/>
                    <a:pt x="63" y="114"/>
                  </a:cubicBezTo>
                  <a:cubicBezTo>
                    <a:pt x="62" y="114"/>
                    <a:pt x="61" y="114"/>
                    <a:pt x="60" y="113"/>
                  </a:cubicBezTo>
                  <a:cubicBezTo>
                    <a:pt x="51" y="96"/>
                    <a:pt x="51" y="96"/>
                    <a:pt x="51" y="96"/>
                  </a:cubicBezTo>
                  <a:cubicBezTo>
                    <a:pt x="61" y="78"/>
                    <a:pt x="61" y="78"/>
                    <a:pt x="61" y="78"/>
                  </a:cubicBezTo>
                  <a:cubicBezTo>
                    <a:pt x="82" y="78"/>
                    <a:pt x="82" y="78"/>
                    <a:pt x="82" y="78"/>
                  </a:cubicBezTo>
                  <a:cubicBezTo>
                    <a:pt x="92" y="95"/>
                    <a:pt x="92" y="95"/>
                    <a:pt x="92" y="95"/>
                  </a:cubicBezTo>
                  <a:cubicBezTo>
                    <a:pt x="92" y="96"/>
                    <a:pt x="92" y="97"/>
                    <a:pt x="92" y="98"/>
                  </a:cubicBezTo>
                  <a:close/>
                  <a:moveTo>
                    <a:pt x="119" y="50"/>
                  </a:moveTo>
                  <a:cubicBezTo>
                    <a:pt x="119" y="51"/>
                    <a:pt x="118" y="52"/>
                    <a:pt x="117" y="52"/>
                  </a:cubicBezTo>
                  <a:cubicBezTo>
                    <a:pt x="98" y="52"/>
                    <a:pt x="98" y="52"/>
                    <a:pt x="98" y="52"/>
                  </a:cubicBezTo>
                  <a:cubicBezTo>
                    <a:pt x="87" y="34"/>
                    <a:pt x="87" y="34"/>
                    <a:pt x="87" y="34"/>
                  </a:cubicBezTo>
                  <a:cubicBezTo>
                    <a:pt x="97" y="17"/>
                    <a:pt x="97" y="17"/>
                    <a:pt x="97" y="17"/>
                  </a:cubicBezTo>
                  <a:cubicBezTo>
                    <a:pt x="97" y="16"/>
                    <a:pt x="98" y="15"/>
                    <a:pt x="99" y="15"/>
                  </a:cubicBezTo>
                  <a:cubicBezTo>
                    <a:pt x="118" y="15"/>
                    <a:pt x="118" y="15"/>
                    <a:pt x="118" y="15"/>
                  </a:cubicBezTo>
                  <a:cubicBezTo>
                    <a:pt x="129" y="34"/>
                    <a:pt x="129" y="34"/>
                    <a:pt x="129" y="34"/>
                  </a:cubicBezTo>
                  <a:lnTo>
                    <a:pt x="119" y="50"/>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23" name="Google Shape;1023;p52"/>
            <p:cNvSpPr/>
            <p:nvPr/>
          </p:nvSpPr>
          <p:spPr>
            <a:xfrm>
              <a:off x="8235608" y="1868027"/>
              <a:ext cx="16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1024" name="Google Shape;1024;p52"/>
          <p:cNvGrpSpPr/>
          <p:nvPr/>
        </p:nvGrpSpPr>
        <p:grpSpPr>
          <a:xfrm>
            <a:off x="2375331" y="2047711"/>
            <a:ext cx="365260" cy="363110"/>
            <a:chOff x="2308157" y="2077204"/>
            <a:chExt cx="374319" cy="372115"/>
          </a:xfrm>
        </p:grpSpPr>
        <p:sp>
          <p:nvSpPr>
            <p:cNvPr id="1025" name="Google Shape;1025;p52"/>
            <p:cNvSpPr/>
            <p:nvPr/>
          </p:nvSpPr>
          <p:spPr>
            <a:xfrm>
              <a:off x="2507427" y="2111333"/>
              <a:ext cx="175049" cy="175049"/>
            </a:xfrm>
            <a:custGeom>
              <a:avLst/>
              <a:gdLst/>
              <a:ahLst/>
              <a:cxnLst/>
              <a:rect l="l" t="t" r="r" b="b"/>
              <a:pathLst>
                <a:path w="67" h="67" extrusionOk="0">
                  <a:moveTo>
                    <a:pt x="63" y="15"/>
                  </a:moveTo>
                  <a:cubicBezTo>
                    <a:pt x="61" y="13"/>
                    <a:pt x="58" y="12"/>
                    <a:pt x="56" y="11"/>
                  </a:cubicBezTo>
                  <a:cubicBezTo>
                    <a:pt x="55" y="9"/>
                    <a:pt x="54" y="6"/>
                    <a:pt x="52" y="4"/>
                  </a:cubicBezTo>
                  <a:cubicBezTo>
                    <a:pt x="49" y="2"/>
                    <a:pt x="45" y="0"/>
                    <a:pt x="41" y="0"/>
                  </a:cubicBezTo>
                  <a:cubicBezTo>
                    <a:pt x="37" y="0"/>
                    <a:pt x="33" y="2"/>
                    <a:pt x="30" y="5"/>
                  </a:cubicBezTo>
                  <a:cubicBezTo>
                    <a:pt x="28" y="7"/>
                    <a:pt x="27" y="10"/>
                    <a:pt x="27" y="13"/>
                  </a:cubicBezTo>
                  <a:cubicBezTo>
                    <a:pt x="27" y="16"/>
                    <a:pt x="27" y="20"/>
                    <a:pt x="29" y="23"/>
                  </a:cubicBezTo>
                  <a:cubicBezTo>
                    <a:pt x="1" y="51"/>
                    <a:pt x="1" y="51"/>
                    <a:pt x="1" y="51"/>
                  </a:cubicBezTo>
                  <a:cubicBezTo>
                    <a:pt x="0" y="52"/>
                    <a:pt x="0" y="52"/>
                    <a:pt x="0" y="53"/>
                  </a:cubicBezTo>
                  <a:cubicBezTo>
                    <a:pt x="0" y="54"/>
                    <a:pt x="1" y="56"/>
                    <a:pt x="2" y="56"/>
                  </a:cubicBezTo>
                  <a:cubicBezTo>
                    <a:pt x="10" y="57"/>
                    <a:pt x="10" y="57"/>
                    <a:pt x="10" y="57"/>
                  </a:cubicBezTo>
                  <a:cubicBezTo>
                    <a:pt x="11" y="65"/>
                    <a:pt x="11" y="65"/>
                    <a:pt x="11" y="65"/>
                  </a:cubicBezTo>
                  <a:cubicBezTo>
                    <a:pt x="11" y="66"/>
                    <a:pt x="12" y="66"/>
                    <a:pt x="12" y="67"/>
                  </a:cubicBezTo>
                  <a:cubicBezTo>
                    <a:pt x="13" y="67"/>
                    <a:pt x="13" y="67"/>
                    <a:pt x="14" y="67"/>
                  </a:cubicBezTo>
                  <a:cubicBezTo>
                    <a:pt x="15" y="67"/>
                    <a:pt x="15" y="67"/>
                    <a:pt x="16" y="66"/>
                  </a:cubicBezTo>
                  <a:cubicBezTo>
                    <a:pt x="45" y="38"/>
                    <a:pt x="45" y="38"/>
                    <a:pt x="45" y="38"/>
                  </a:cubicBezTo>
                  <a:cubicBezTo>
                    <a:pt x="47" y="39"/>
                    <a:pt x="50" y="40"/>
                    <a:pt x="52" y="40"/>
                  </a:cubicBezTo>
                  <a:cubicBezTo>
                    <a:pt x="52" y="40"/>
                    <a:pt x="53" y="40"/>
                    <a:pt x="53" y="40"/>
                  </a:cubicBezTo>
                  <a:cubicBezTo>
                    <a:pt x="56" y="40"/>
                    <a:pt x="60" y="39"/>
                    <a:pt x="63" y="36"/>
                  </a:cubicBezTo>
                  <a:cubicBezTo>
                    <a:pt x="65" y="33"/>
                    <a:pt x="67" y="29"/>
                    <a:pt x="67" y="26"/>
                  </a:cubicBezTo>
                  <a:cubicBezTo>
                    <a:pt x="67" y="22"/>
                    <a:pt x="65" y="18"/>
                    <a:pt x="63" y="15"/>
                  </a:cubicBezTo>
                  <a:close/>
                  <a:moveTo>
                    <a:pt x="59" y="32"/>
                  </a:moveTo>
                  <a:cubicBezTo>
                    <a:pt x="55" y="35"/>
                    <a:pt x="50" y="36"/>
                    <a:pt x="46" y="32"/>
                  </a:cubicBezTo>
                  <a:cubicBezTo>
                    <a:pt x="45" y="31"/>
                    <a:pt x="43" y="31"/>
                    <a:pt x="42" y="32"/>
                  </a:cubicBezTo>
                  <a:cubicBezTo>
                    <a:pt x="16" y="59"/>
                    <a:pt x="16" y="59"/>
                    <a:pt x="16" y="59"/>
                  </a:cubicBezTo>
                  <a:cubicBezTo>
                    <a:pt x="15" y="54"/>
                    <a:pt x="15" y="54"/>
                    <a:pt x="15" y="54"/>
                  </a:cubicBezTo>
                  <a:cubicBezTo>
                    <a:pt x="15" y="53"/>
                    <a:pt x="14" y="52"/>
                    <a:pt x="13" y="52"/>
                  </a:cubicBezTo>
                  <a:cubicBezTo>
                    <a:pt x="8" y="51"/>
                    <a:pt x="8" y="51"/>
                    <a:pt x="8" y="51"/>
                  </a:cubicBezTo>
                  <a:cubicBezTo>
                    <a:pt x="35" y="25"/>
                    <a:pt x="35" y="25"/>
                    <a:pt x="35" y="25"/>
                  </a:cubicBezTo>
                  <a:cubicBezTo>
                    <a:pt x="36" y="24"/>
                    <a:pt x="36" y="22"/>
                    <a:pt x="35" y="21"/>
                  </a:cubicBezTo>
                  <a:cubicBezTo>
                    <a:pt x="32" y="17"/>
                    <a:pt x="32" y="12"/>
                    <a:pt x="35" y="8"/>
                  </a:cubicBezTo>
                  <a:cubicBezTo>
                    <a:pt x="39" y="5"/>
                    <a:pt x="44" y="5"/>
                    <a:pt x="48" y="8"/>
                  </a:cubicBezTo>
                  <a:cubicBezTo>
                    <a:pt x="49" y="10"/>
                    <a:pt x="50" y="12"/>
                    <a:pt x="50" y="14"/>
                  </a:cubicBezTo>
                  <a:cubicBezTo>
                    <a:pt x="50" y="16"/>
                    <a:pt x="52" y="17"/>
                    <a:pt x="53" y="17"/>
                  </a:cubicBezTo>
                  <a:cubicBezTo>
                    <a:pt x="55" y="17"/>
                    <a:pt x="57" y="18"/>
                    <a:pt x="59" y="19"/>
                  </a:cubicBezTo>
                  <a:cubicBezTo>
                    <a:pt x="60" y="21"/>
                    <a:pt x="61" y="23"/>
                    <a:pt x="61" y="26"/>
                  </a:cubicBezTo>
                  <a:cubicBezTo>
                    <a:pt x="61" y="28"/>
                    <a:pt x="60" y="30"/>
                    <a:pt x="59" y="3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26" name="Google Shape;1026;p52"/>
            <p:cNvSpPr/>
            <p:nvPr/>
          </p:nvSpPr>
          <p:spPr>
            <a:xfrm>
              <a:off x="2344488" y="2273170"/>
              <a:ext cx="175049" cy="176149"/>
            </a:xfrm>
            <a:custGeom>
              <a:avLst/>
              <a:gdLst/>
              <a:ahLst/>
              <a:cxnLst/>
              <a:rect l="l" t="t" r="r" b="b"/>
              <a:pathLst>
                <a:path w="67" h="67" extrusionOk="0">
                  <a:moveTo>
                    <a:pt x="65" y="4"/>
                  </a:moveTo>
                  <a:cubicBezTo>
                    <a:pt x="65" y="3"/>
                    <a:pt x="64" y="2"/>
                    <a:pt x="63" y="2"/>
                  </a:cubicBezTo>
                  <a:cubicBezTo>
                    <a:pt x="54" y="0"/>
                    <a:pt x="54" y="0"/>
                    <a:pt x="54" y="0"/>
                  </a:cubicBezTo>
                  <a:cubicBezTo>
                    <a:pt x="53" y="0"/>
                    <a:pt x="52" y="0"/>
                    <a:pt x="51" y="1"/>
                  </a:cubicBezTo>
                  <a:cubicBezTo>
                    <a:pt x="22" y="29"/>
                    <a:pt x="22" y="29"/>
                    <a:pt x="22" y="29"/>
                  </a:cubicBezTo>
                  <a:cubicBezTo>
                    <a:pt x="20" y="28"/>
                    <a:pt x="17" y="27"/>
                    <a:pt x="14" y="27"/>
                  </a:cubicBezTo>
                  <a:cubicBezTo>
                    <a:pt x="11" y="27"/>
                    <a:pt x="7" y="29"/>
                    <a:pt x="4" y="31"/>
                  </a:cubicBezTo>
                  <a:cubicBezTo>
                    <a:pt x="2" y="34"/>
                    <a:pt x="0" y="38"/>
                    <a:pt x="0" y="42"/>
                  </a:cubicBezTo>
                  <a:cubicBezTo>
                    <a:pt x="0" y="45"/>
                    <a:pt x="2" y="49"/>
                    <a:pt x="4" y="52"/>
                  </a:cubicBezTo>
                  <a:cubicBezTo>
                    <a:pt x="6" y="54"/>
                    <a:pt x="9" y="55"/>
                    <a:pt x="11" y="56"/>
                  </a:cubicBezTo>
                  <a:cubicBezTo>
                    <a:pt x="12" y="58"/>
                    <a:pt x="13" y="61"/>
                    <a:pt x="15" y="63"/>
                  </a:cubicBezTo>
                  <a:cubicBezTo>
                    <a:pt x="18" y="66"/>
                    <a:pt x="22" y="67"/>
                    <a:pt x="26" y="67"/>
                  </a:cubicBezTo>
                  <a:cubicBezTo>
                    <a:pt x="29" y="67"/>
                    <a:pt x="33" y="66"/>
                    <a:pt x="36" y="63"/>
                  </a:cubicBezTo>
                  <a:cubicBezTo>
                    <a:pt x="39" y="60"/>
                    <a:pt x="40" y="57"/>
                    <a:pt x="40" y="53"/>
                  </a:cubicBezTo>
                  <a:cubicBezTo>
                    <a:pt x="40" y="50"/>
                    <a:pt x="39" y="47"/>
                    <a:pt x="38" y="45"/>
                  </a:cubicBezTo>
                  <a:cubicBezTo>
                    <a:pt x="66" y="16"/>
                    <a:pt x="66" y="16"/>
                    <a:pt x="66" y="16"/>
                  </a:cubicBezTo>
                  <a:cubicBezTo>
                    <a:pt x="67" y="15"/>
                    <a:pt x="67" y="14"/>
                    <a:pt x="67" y="14"/>
                  </a:cubicBezTo>
                  <a:lnTo>
                    <a:pt x="65" y="4"/>
                  </a:lnTo>
                  <a:close/>
                  <a:moveTo>
                    <a:pt x="32" y="42"/>
                  </a:moveTo>
                  <a:cubicBezTo>
                    <a:pt x="31" y="44"/>
                    <a:pt x="31" y="45"/>
                    <a:pt x="32" y="46"/>
                  </a:cubicBezTo>
                  <a:cubicBezTo>
                    <a:pt x="35" y="50"/>
                    <a:pt x="35" y="55"/>
                    <a:pt x="32" y="59"/>
                  </a:cubicBezTo>
                  <a:cubicBezTo>
                    <a:pt x="28" y="62"/>
                    <a:pt x="23" y="62"/>
                    <a:pt x="19" y="59"/>
                  </a:cubicBezTo>
                  <a:cubicBezTo>
                    <a:pt x="18" y="57"/>
                    <a:pt x="17" y="55"/>
                    <a:pt x="17" y="53"/>
                  </a:cubicBezTo>
                  <a:cubicBezTo>
                    <a:pt x="17" y="52"/>
                    <a:pt x="15" y="51"/>
                    <a:pt x="14" y="50"/>
                  </a:cubicBezTo>
                  <a:cubicBezTo>
                    <a:pt x="12" y="50"/>
                    <a:pt x="10" y="49"/>
                    <a:pt x="8" y="48"/>
                  </a:cubicBezTo>
                  <a:cubicBezTo>
                    <a:pt x="5" y="44"/>
                    <a:pt x="5" y="39"/>
                    <a:pt x="8" y="35"/>
                  </a:cubicBezTo>
                  <a:cubicBezTo>
                    <a:pt x="10" y="33"/>
                    <a:pt x="12" y="33"/>
                    <a:pt x="15" y="33"/>
                  </a:cubicBezTo>
                  <a:cubicBezTo>
                    <a:pt x="17" y="33"/>
                    <a:pt x="19" y="33"/>
                    <a:pt x="21" y="35"/>
                  </a:cubicBezTo>
                  <a:cubicBezTo>
                    <a:pt x="22" y="36"/>
                    <a:pt x="24" y="36"/>
                    <a:pt x="25" y="35"/>
                  </a:cubicBezTo>
                  <a:cubicBezTo>
                    <a:pt x="54" y="6"/>
                    <a:pt x="54" y="6"/>
                    <a:pt x="54" y="6"/>
                  </a:cubicBezTo>
                  <a:cubicBezTo>
                    <a:pt x="60" y="7"/>
                    <a:pt x="60" y="7"/>
                    <a:pt x="60" y="7"/>
                  </a:cubicBezTo>
                  <a:cubicBezTo>
                    <a:pt x="61" y="13"/>
                    <a:pt x="61" y="13"/>
                    <a:pt x="61" y="13"/>
                  </a:cubicBezTo>
                  <a:lnTo>
                    <a:pt x="32" y="42"/>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27" name="Google Shape;1027;p52"/>
            <p:cNvSpPr/>
            <p:nvPr/>
          </p:nvSpPr>
          <p:spPr>
            <a:xfrm>
              <a:off x="2308157" y="2077204"/>
              <a:ext cx="175049" cy="170645"/>
            </a:xfrm>
            <a:custGeom>
              <a:avLst/>
              <a:gdLst/>
              <a:ahLst/>
              <a:cxnLst/>
              <a:rect l="l" t="t" r="r" b="b"/>
              <a:pathLst>
                <a:path w="67" h="65" extrusionOk="0">
                  <a:moveTo>
                    <a:pt x="35" y="65"/>
                  </a:moveTo>
                  <a:cubicBezTo>
                    <a:pt x="41" y="65"/>
                    <a:pt x="46" y="63"/>
                    <a:pt x="50" y="60"/>
                  </a:cubicBezTo>
                  <a:cubicBezTo>
                    <a:pt x="59" y="63"/>
                    <a:pt x="59" y="63"/>
                    <a:pt x="59" y="63"/>
                  </a:cubicBezTo>
                  <a:cubicBezTo>
                    <a:pt x="61" y="63"/>
                    <a:pt x="63" y="62"/>
                    <a:pt x="65" y="61"/>
                  </a:cubicBezTo>
                  <a:cubicBezTo>
                    <a:pt x="66" y="59"/>
                    <a:pt x="67" y="57"/>
                    <a:pt x="66" y="55"/>
                  </a:cubicBezTo>
                  <a:cubicBezTo>
                    <a:pt x="62" y="47"/>
                    <a:pt x="62" y="47"/>
                    <a:pt x="62" y="47"/>
                  </a:cubicBezTo>
                  <a:cubicBezTo>
                    <a:pt x="65" y="41"/>
                    <a:pt x="66" y="35"/>
                    <a:pt x="65" y="29"/>
                  </a:cubicBezTo>
                  <a:cubicBezTo>
                    <a:pt x="65" y="26"/>
                    <a:pt x="64" y="23"/>
                    <a:pt x="63" y="20"/>
                  </a:cubicBezTo>
                  <a:cubicBezTo>
                    <a:pt x="63" y="19"/>
                    <a:pt x="61" y="18"/>
                    <a:pt x="59" y="19"/>
                  </a:cubicBezTo>
                  <a:cubicBezTo>
                    <a:pt x="58" y="19"/>
                    <a:pt x="57" y="21"/>
                    <a:pt x="58" y="22"/>
                  </a:cubicBezTo>
                  <a:cubicBezTo>
                    <a:pt x="59" y="25"/>
                    <a:pt x="60" y="27"/>
                    <a:pt x="60" y="30"/>
                  </a:cubicBezTo>
                  <a:cubicBezTo>
                    <a:pt x="60" y="35"/>
                    <a:pt x="59" y="40"/>
                    <a:pt x="57" y="45"/>
                  </a:cubicBezTo>
                  <a:cubicBezTo>
                    <a:pt x="56" y="46"/>
                    <a:pt x="56" y="47"/>
                    <a:pt x="57" y="48"/>
                  </a:cubicBezTo>
                  <a:cubicBezTo>
                    <a:pt x="61" y="57"/>
                    <a:pt x="61" y="57"/>
                    <a:pt x="61" y="57"/>
                  </a:cubicBezTo>
                  <a:cubicBezTo>
                    <a:pt x="61" y="57"/>
                    <a:pt x="61" y="57"/>
                    <a:pt x="61" y="57"/>
                  </a:cubicBezTo>
                  <a:cubicBezTo>
                    <a:pt x="61" y="57"/>
                    <a:pt x="60" y="57"/>
                    <a:pt x="60" y="57"/>
                  </a:cubicBezTo>
                  <a:cubicBezTo>
                    <a:pt x="50" y="55"/>
                    <a:pt x="50" y="55"/>
                    <a:pt x="50" y="55"/>
                  </a:cubicBezTo>
                  <a:cubicBezTo>
                    <a:pt x="49" y="55"/>
                    <a:pt x="48" y="55"/>
                    <a:pt x="48" y="55"/>
                  </a:cubicBezTo>
                  <a:cubicBezTo>
                    <a:pt x="44" y="58"/>
                    <a:pt x="40" y="59"/>
                    <a:pt x="35" y="59"/>
                  </a:cubicBezTo>
                  <a:cubicBezTo>
                    <a:pt x="28" y="60"/>
                    <a:pt x="21" y="58"/>
                    <a:pt x="16" y="53"/>
                  </a:cubicBezTo>
                  <a:cubicBezTo>
                    <a:pt x="11" y="49"/>
                    <a:pt x="7" y="43"/>
                    <a:pt x="6" y="36"/>
                  </a:cubicBezTo>
                  <a:cubicBezTo>
                    <a:pt x="6" y="28"/>
                    <a:pt x="8" y="21"/>
                    <a:pt x="12" y="16"/>
                  </a:cubicBezTo>
                  <a:cubicBezTo>
                    <a:pt x="17" y="10"/>
                    <a:pt x="23" y="6"/>
                    <a:pt x="31" y="6"/>
                  </a:cubicBezTo>
                  <a:cubicBezTo>
                    <a:pt x="35" y="5"/>
                    <a:pt x="38" y="6"/>
                    <a:pt x="42" y="7"/>
                  </a:cubicBezTo>
                  <a:cubicBezTo>
                    <a:pt x="43" y="8"/>
                    <a:pt x="45" y="7"/>
                    <a:pt x="45" y="5"/>
                  </a:cubicBezTo>
                  <a:cubicBezTo>
                    <a:pt x="46" y="4"/>
                    <a:pt x="45" y="2"/>
                    <a:pt x="44" y="2"/>
                  </a:cubicBezTo>
                  <a:cubicBezTo>
                    <a:pt x="39" y="0"/>
                    <a:pt x="35" y="0"/>
                    <a:pt x="30" y="0"/>
                  </a:cubicBezTo>
                  <a:cubicBezTo>
                    <a:pt x="21" y="1"/>
                    <a:pt x="13" y="5"/>
                    <a:pt x="8" y="12"/>
                  </a:cubicBezTo>
                  <a:cubicBezTo>
                    <a:pt x="2" y="19"/>
                    <a:pt x="0" y="28"/>
                    <a:pt x="1" y="36"/>
                  </a:cubicBezTo>
                  <a:cubicBezTo>
                    <a:pt x="2" y="45"/>
                    <a:pt x="6" y="52"/>
                    <a:pt x="12" y="58"/>
                  </a:cubicBezTo>
                  <a:cubicBezTo>
                    <a:pt x="18" y="63"/>
                    <a:pt x="26" y="65"/>
                    <a:pt x="33" y="65"/>
                  </a:cubicBezTo>
                  <a:cubicBezTo>
                    <a:pt x="34" y="65"/>
                    <a:pt x="35" y="65"/>
                    <a:pt x="35" y="6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28" name="Google Shape;1028;p52"/>
            <p:cNvSpPr/>
            <p:nvPr/>
          </p:nvSpPr>
          <p:spPr>
            <a:xfrm>
              <a:off x="2389626" y="2119040"/>
              <a:ext cx="13211" cy="55047"/>
            </a:xfrm>
            <a:custGeom>
              <a:avLst/>
              <a:gdLst/>
              <a:ahLst/>
              <a:cxnLst/>
              <a:rect l="l" t="t" r="r" b="b"/>
              <a:pathLst>
                <a:path w="5" h="21" extrusionOk="0">
                  <a:moveTo>
                    <a:pt x="5" y="18"/>
                  </a:moveTo>
                  <a:cubicBezTo>
                    <a:pt x="5" y="3"/>
                    <a:pt x="5" y="3"/>
                    <a:pt x="5" y="3"/>
                  </a:cubicBezTo>
                  <a:cubicBezTo>
                    <a:pt x="5" y="2"/>
                    <a:pt x="4" y="1"/>
                    <a:pt x="3" y="0"/>
                  </a:cubicBezTo>
                  <a:cubicBezTo>
                    <a:pt x="1" y="0"/>
                    <a:pt x="0" y="1"/>
                    <a:pt x="0" y="3"/>
                  </a:cubicBezTo>
                  <a:cubicBezTo>
                    <a:pt x="0" y="18"/>
                    <a:pt x="0" y="18"/>
                    <a:pt x="0" y="18"/>
                  </a:cubicBezTo>
                  <a:cubicBezTo>
                    <a:pt x="0" y="19"/>
                    <a:pt x="1" y="21"/>
                    <a:pt x="3" y="20"/>
                  </a:cubicBezTo>
                  <a:cubicBezTo>
                    <a:pt x="4" y="20"/>
                    <a:pt x="5" y="19"/>
                    <a:pt x="5" y="18"/>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29" name="Google Shape;1029;p52"/>
            <p:cNvSpPr/>
            <p:nvPr/>
          </p:nvSpPr>
          <p:spPr>
            <a:xfrm>
              <a:off x="2389626" y="2189500"/>
              <a:ext cx="135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30" name="Google Shape;1030;p52"/>
            <p:cNvSpPr/>
            <p:nvPr/>
          </p:nvSpPr>
          <p:spPr>
            <a:xfrm>
              <a:off x="2441371" y="2098122"/>
              <a:ext cx="13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1031" name="Google Shape;1031;p52"/>
          <p:cNvGrpSpPr/>
          <p:nvPr/>
        </p:nvGrpSpPr>
        <p:grpSpPr>
          <a:xfrm>
            <a:off x="6390509" y="1496599"/>
            <a:ext cx="298654" cy="362036"/>
            <a:chOff x="6386032" y="1512425"/>
            <a:chExt cx="306061" cy="371015"/>
          </a:xfrm>
        </p:grpSpPr>
        <p:sp>
          <p:nvSpPr>
            <p:cNvPr id="1032" name="Google Shape;1032;p52"/>
            <p:cNvSpPr/>
            <p:nvPr/>
          </p:nvSpPr>
          <p:spPr>
            <a:xfrm>
              <a:off x="6386032" y="1512425"/>
              <a:ext cx="306061" cy="371015"/>
            </a:xfrm>
            <a:custGeom>
              <a:avLst/>
              <a:gdLst/>
              <a:ahLst/>
              <a:cxnLst/>
              <a:rect l="l" t="t" r="r" b="b"/>
              <a:pathLst>
                <a:path w="117" h="142" extrusionOk="0">
                  <a:moveTo>
                    <a:pt x="114" y="53"/>
                  </a:moveTo>
                  <a:cubicBezTo>
                    <a:pt x="117" y="47"/>
                    <a:pt x="117" y="40"/>
                    <a:pt x="114" y="34"/>
                  </a:cubicBezTo>
                  <a:cubicBezTo>
                    <a:pt x="106" y="19"/>
                    <a:pt x="106" y="19"/>
                    <a:pt x="106" y="19"/>
                  </a:cubicBezTo>
                  <a:cubicBezTo>
                    <a:pt x="104" y="16"/>
                    <a:pt x="101" y="14"/>
                    <a:pt x="97" y="14"/>
                  </a:cubicBezTo>
                  <a:cubicBezTo>
                    <a:pt x="94" y="14"/>
                    <a:pt x="91" y="16"/>
                    <a:pt x="89" y="19"/>
                  </a:cubicBezTo>
                  <a:cubicBezTo>
                    <a:pt x="85" y="26"/>
                    <a:pt x="85" y="26"/>
                    <a:pt x="85" y="26"/>
                  </a:cubicBezTo>
                  <a:cubicBezTo>
                    <a:pt x="77" y="12"/>
                    <a:pt x="77" y="12"/>
                    <a:pt x="77" y="12"/>
                  </a:cubicBezTo>
                  <a:cubicBezTo>
                    <a:pt x="72" y="4"/>
                    <a:pt x="65" y="0"/>
                    <a:pt x="56" y="0"/>
                  </a:cubicBezTo>
                  <a:cubicBezTo>
                    <a:pt x="56" y="0"/>
                    <a:pt x="56" y="0"/>
                    <a:pt x="56" y="0"/>
                  </a:cubicBezTo>
                  <a:cubicBezTo>
                    <a:pt x="48" y="0"/>
                    <a:pt x="40" y="4"/>
                    <a:pt x="36" y="12"/>
                  </a:cubicBezTo>
                  <a:cubicBezTo>
                    <a:pt x="24" y="32"/>
                    <a:pt x="24" y="32"/>
                    <a:pt x="24" y="32"/>
                  </a:cubicBezTo>
                  <a:cubicBezTo>
                    <a:pt x="24" y="33"/>
                    <a:pt x="24" y="35"/>
                    <a:pt x="25" y="35"/>
                  </a:cubicBezTo>
                  <a:cubicBezTo>
                    <a:pt x="26" y="36"/>
                    <a:pt x="26" y="36"/>
                    <a:pt x="27" y="36"/>
                  </a:cubicBezTo>
                  <a:cubicBezTo>
                    <a:pt x="28" y="36"/>
                    <a:pt x="29" y="35"/>
                    <a:pt x="29" y="34"/>
                  </a:cubicBezTo>
                  <a:cubicBezTo>
                    <a:pt x="41" y="15"/>
                    <a:pt x="41" y="15"/>
                    <a:pt x="41" y="15"/>
                  </a:cubicBezTo>
                  <a:cubicBezTo>
                    <a:pt x="44" y="9"/>
                    <a:pt x="50" y="6"/>
                    <a:pt x="56" y="6"/>
                  </a:cubicBezTo>
                  <a:cubicBezTo>
                    <a:pt x="56" y="6"/>
                    <a:pt x="56" y="6"/>
                    <a:pt x="56" y="6"/>
                  </a:cubicBezTo>
                  <a:cubicBezTo>
                    <a:pt x="63" y="6"/>
                    <a:pt x="69" y="9"/>
                    <a:pt x="72" y="15"/>
                  </a:cubicBezTo>
                  <a:cubicBezTo>
                    <a:pt x="82" y="32"/>
                    <a:pt x="82" y="32"/>
                    <a:pt x="82" y="32"/>
                  </a:cubicBezTo>
                  <a:cubicBezTo>
                    <a:pt x="81" y="34"/>
                    <a:pt x="81" y="34"/>
                    <a:pt x="81" y="34"/>
                  </a:cubicBezTo>
                  <a:cubicBezTo>
                    <a:pt x="77" y="40"/>
                    <a:pt x="77" y="47"/>
                    <a:pt x="81" y="53"/>
                  </a:cubicBezTo>
                  <a:cubicBezTo>
                    <a:pt x="84" y="59"/>
                    <a:pt x="91" y="62"/>
                    <a:pt x="97" y="62"/>
                  </a:cubicBezTo>
                  <a:cubicBezTo>
                    <a:pt x="98" y="62"/>
                    <a:pt x="99" y="62"/>
                    <a:pt x="99" y="62"/>
                  </a:cubicBezTo>
                  <a:cubicBezTo>
                    <a:pt x="104" y="70"/>
                    <a:pt x="106" y="78"/>
                    <a:pt x="106" y="87"/>
                  </a:cubicBezTo>
                  <a:cubicBezTo>
                    <a:pt x="106" y="100"/>
                    <a:pt x="101" y="112"/>
                    <a:pt x="92" y="122"/>
                  </a:cubicBezTo>
                  <a:cubicBezTo>
                    <a:pt x="83" y="131"/>
                    <a:pt x="70" y="137"/>
                    <a:pt x="56" y="137"/>
                  </a:cubicBezTo>
                  <a:cubicBezTo>
                    <a:pt x="43" y="137"/>
                    <a:pt x="30" y="131"/>
                    <a:pt x="21" y="122"/>
                  </a:cubicBezTo>
                  <a:cubicBezTo>
                    <a:pt x="13" y="114"/>
                    <a:pt x="9" y="104"/>
                    <a:pt x="7" y="94"/>
                  </a:cubicBezTo>
                  <a:cubicBezTo>
                    <a:pt x="5" y="83"/>
                    <a:pt x="8" y="72"/>
                    <a:pt x="13" y="62"/>
                  </a:cubicBezTo>
                  <a:cubicBezTo>
                    <a:pt x="17" y="56"/>
                    <a:pt x="17" y="56"/>
                    <a:pt x="17" y="56"/>
                  </a:cubicBezTo>
                  <a:cubicBezTo>
                    <a:pt x="18" y="55"/>
                    <a:pt x="17" y="53"/>
                    <a:pt x="16" y="52"/>
                  </a:cubicBezTo>
                  <a:cubicBezTo>
                    <a:pt x="14" y="51"/>
                    <a:pt x="13" y="52"/>
                    <a:pt x="12" y="53"/>
                  </a:cubicBezTo>
                  <a:cubicBezTo>
                    <a:pt x="8" y="59"/>
                    <a:pt x="8" y="59"/>
                    <a:pt x="8" y="59"/>
                  </a:cubicBezTo>
                  <a:cubicBezTo>
                    <a:pt x="2" y="70"/>
                    <a:pt x="0" y="82"/>
                    <a:pt x="2" y="95"/>
                  </a:cubicBezTo>
                  <a:cubicBezTo>
                    <a:pt x="3" y="106"/>
                    <a:pt x="9" y="117"/>
                    <a:pt x="17" y="125"/>
                  </a:cubicBezTo>
                  <a:cubicBezTo>
                    <a:pt x="27" y="136"/>
                    <a:pt x="41" y="142"/>
                    <a:pt x="56" y="142"/>
                  </a:cubicBezTo>
                  <a:cubicBezTo>
                    <a:pt x="71" y="142"/>
                    <a:pt x="86" y="136"/>
                    <a:pt x="96" y="125"/>
                  </a:cubicBezTo>
                  <a:cubicBezTo>
                    <a:pt x="106" y="115"/>
                    <a:pt x="112" y="101"/>
                    <a:pt x="112" y="87"/>
                  </a:cubicBezTo>
                  <a:cubicBezTo>
                    <a:pt x="112" y="78"/>
                    <a:pt x="109" y="69"/>
                    <a:pt x="105" y="61"/>
                  </a:cubicBezTo>
                  <a:cubicBezTo>
                    <a:pt x="109" y="59"/>
                    <a:pt x="112" y="57"/>
                    <a:pt x="114" y="53"/>
                  </a:cubicBezTo>
                  <a:close/>
                  <a:moveTo>
                    <a:pt x="98" y="57"/>
                  </a:moveTo>
                  <a:cubicBezTo>
                    <a:pt x="93" y="57"/>
                    <a:pt x="88" y="54"/>
                    <a:pt x="86" y="50"/>
                  </a:cubicBezTo>
                  <a:cubicBezTo>
                    <a:pt x="83" y="46"/>
                    <a:pt x="83" y="41"/>
                    <a:pt x="86" y="37"/>
                  </a:cubicBezTo>
                  <a:cubicBezTo>
                    <a:pt x="94" y="22"/>
                    <a:pt x="94" y="22"/>
                    <a:pt x="94" y="22"/>
                  </a:cubicBezTo>
                  <a:cubicBezTo>
                    <a:pt x="95" y="20"/>
                    <a:pt x="97" y="20"/>
                    <a:pt x="98" y="20"/>
                  </a:cubicBezTo>
                  <a:cubicBezTo>
                    <a:pt x="98" y="20"/>
                    <a:pt x="100" y="20"/>
                    <a:pt x="101" y="22"/>
                  </a:cubicBezTo>
                  <a:cubicBezTo>
                    <a:pt x="109" y="37"/>
                    <a:pt x="109" y="37"/>
                    <a:pt x="109" y="37"/>
                  </a:cubicBezTo>
                  <a:cubicBezTo>
                    <a:pt x="112" y="41"/>
                    <a:pt x="112" y="46"/>
                    <a:pt x="109" y="50"/>
                  </a:cubicBezTo>
                  <a:cubicBezTo>
                    <a:pt x="107" y="54"/>
                    <a:pt x="102" y="57"/>
                    <a:pt x="98" y="5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33" name="Google Shape;1033;p52"/>
            <p:cNvSpPr/>
            <p:nvPr/>
          </p:nvSpPr>
          <p:spPr>
            <a:xfrm>
              <a:off x="6473006" y="1658850"/>
              <a:ext cx="122205" cy="125506"/>
            </a:xfrm>
            <a:custGeom>
              <a:avLst/>
              <a:gdLst/>
              <a:ahLst/>
              <a:cxnLst/>
              <a:rect l="l" t="t" r="r" b="b"/>
              <a:pathLst>
                <a:path w="47" h="48" extrusionOk="0">
                  <a:moveTo>
                    <a:pt x="28" y="0"/>
                  </a:moveTo>
                  <a:cubicBezTo>
                    <a:pt x="19" y="0"/>
                    <a:pt x="19" y="0"/>
                    <a:pt x="19" y="0"/>
                  </a:cubicBezTo>
                  <a:cubicBezTo>
                    <a:pt x="17" y="0"/>
                    <a:pt x="15" y="2"/>
                    <a:pt x="15" y="5"/>
                  </a:cubicBezTo>
                  <a:cubicBezTo>
                    <a:pt x="15" y="15"/>
                    <a:pt x="15" y="15"/>
                    <a:pt x="15" y="15"/>
                  </a:cubicBezTo>
                  <a:cubicBezTo>
                    <a:pt x="4" y="15"/>
                    <a:pt x="4" y="15"/>
                    <a:pt x="4" y="15"/>
                  </a:cubicBezTo>
                  <a:cubicBezTo>
                    <a:pt x="2" y="15"/>
                    <a:pt x="0" y="17"/>
                    <a:pt x="0" y="20"/>
                  </a:cubicBezTo>
                  <a:cubicBezTo>
                    <a:pt x="0" y="29"/>
                    <a:pt x="0" y="29"/>
                    <a:pt x="0" y="29"/>
                  </a:cubicBezTo>
                  <a:cubicBezTo>
                    <a:pt x="0" y="31"/>
                    <a:pt x="2" y="33"/>
                    <a:pt x="4" y="33"/>
                  </a:cubicBezTo>
                  <a:cubicBezTo>
                    <a:pt x="15" y="33"/>
                    <a:pt x="15" y="33"/>
                    <a:pt x="15" y="33"/>
                  </a:cubicBezTo>
                  <a:cubicBezTo>
                    <a:pt x="15" y="44"/>
                    <a:pt x="15" y="44"/>
                    <a:pt x="15" y="44"/>
                  </a:cubicBezTo>
                  <a:cubicBezTo>
                    <a:pt x="15" y="46"/>
                    <a:pt x="17" y="48"/>
                    <a:pt x="19" y="48"/>
                  </a:cubicBezTo>
                  <a:cubicBezTo>
                    <a:pt x="28" y="48"/>
                    <a:pt x="28" y="48"/>
                    <a:pt x="28" y="48"/>
                  </a:cubicBezTo>
                  <a:cubicBezTo>
                    <a:pt x="30" y="48"/>
                    <a:pt x="32" y="46"/>
                    <a:pt x="32" y="44"/>
                  </a:cubicBezTo>
                  <a:cubicBezTo>
                    <a:pt x="32" y="33"/>
                    <a:pt x="32" y="33"/>
                    <a:pt x="32" y="33"/>
                  </a:cubicBezTo>
                  <a:cubicBezTo>
                    <a:pt x="43" y="33"/>
                    <a:pt x="43" y="33"/>
                    <a:pt x="43" y="33"/>
                  </a:cubicBezTo>
                  <a:cubicBezTo>
                    <a:pt x="45" y="33"/>
                    <a:pt x="47" y="31"/>
                    <a:pt x="47" y="29"/>
                  </a:cubicBezTo>
                  <a:cubicBezTo>
                    <a:pt x="47" y="20"/>
                    <a:pt x="47" y="20"/>
                    <a:pt x="47" y="20"/>
                  </a:cubicBezTo>
                  <a:cubicBezTo>
                    <a:pt x="47" y="17"/>
                    <a:pt x="45" y="15"/>
                    <a:pt x="43" y="15"/>
                  </a:cubicBezTo>
                  <a:cubicBezTo>
                    <a:pt x="32" y="15"/>
                    <a:pt x="32" y="15"/>
                    <a:pt x="32" y="15"/>
                  </a:cubicBezTo>
                  <a:cubicBezTo>
                    <a:pt x="32" y="5"/>
                    <a:pt x="32" y="5"/>
                    <a:pt x="32" y="5"/>
                  </a:cubicBezTo>
                  <a:cubicBezTo>
                    <a:pt x="32" y="2"/>
                    <a:pt x="30" y="0"/>
                    <a:pt x="28" y="0"/>
                  </a:cubicBezTo>
                  <a:close/>
                  <a:moveTo>
                    <a:pt x="42" y="21"/>
                  </a:moveTo>
                  <a:cubicBezTo>
                    <a:pt x="42" y="28"/>
                    <a:pt x="42" y="28"/>
                    <a:pt x="42" y="28"/>
                  </a:cubicBezTo>
                  <a:cubicBezTo>
                    <a:pt x="29" y="28"/>
                    <a:pt x="29" y="28"/>
                    <a:pt x="29" y="28"/>
                  </a:cubicBezTo>
                  <a:cubicBezTo>
                    <a:pt x="28" y="28"/>
                    <a:pt x="27" y="29"/>
                    <a:pt x="27" y="30"/>
                  </a:cubicBezTo>
                  <a:cubicBezTo>
                    <a:pt x="27" y="43"/>
                    <a:pt x="27" y="43"/>
                    <a:pt x="27" y="43"/>
                  </a:cubicBezTo>
                  <a:cubicBezTo>
                    <a:pt x="20" y="43"/>
                    <a:pt x="20" y="43"/>
                    <a:pt x="20" y="43"/>
                  </a:cubicBezTo>
                  <a:cubicBezTo>
                    <a:pt x="20" y="30"/>
                    <a:pt x="20" y="30"/>
                    <a:pt x="20" y="30"/>
                  </a:cubicBezTo>
                  <a:cubicBezTo>
                    <a:pt x="20" y="29"/>
                    <a:pt x="19" y="28"/>
                    <a:pt x="17" y="28"/>
                  </a:cubicBezTo>
                  <a:cubicBezTo>
                    <a:pt x="5" y="28"/>
                    <a:pt x="5" y="28"/>
                    <a:pt x="5" y="28"/>
                  </a:cubicBezTo>
                  <a:cubicBezTo>
                    <a:pt x="5" y="21"/>
                    <a:pt x="5" y="21"/>
                    <a:pt x="5" y="21"/>
                  </a:cubicBezTo>
                  <a:cubicBezTo>
                    <a:pt x="17" y="21"/>
                    <a:pt x="17" y="21"/>
                    <a:pt x="17" y="21"/>
                  </a:cubicBezTo>
                  <a:cubicBezTo>
                    <a:pt x="19" y="21"/>
                    <a:pt x="20" y="20"/>
                    <a:pt x="20" y="18"/>
                  </a:cubicBezTo>
                  <a:cubicBezTo>
                    <a:pt x="20" y="6"/>
                    <a:pt x="20" y="6"/>
                    <a:pt x="20" y="6"/>
                  </a:cubicBezTo>
                  <a:cubicBezTo>
                    <a:pt x="27" y="6"/>
                    <a:pt x="27" y="6"/>
                    <a:pt x="27" y="6"/>
                  </a:cubicBezTo>
                  <a:cubicBezTo>
                    <a:pt x="27" y="18"/>
                    <a:pt x="27" y="18"/>
                    <a:pt x="27" y="18"/>
                  </a:cubicBezTo>
                  <a:cubicBezTo>
                    <a:pt x="27" y="20"/>
                    <a:pt x="28" y="21"/>
                    <a:pt x="29" y="21"/>
                  </a:cubicBezTo>
                  <a:lnTo>
                    <a:pt x="42" y="21"/>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34" name="Google Shape;1034;p52"/>
            <p:cNvSpPr/>
            <p:nvPr/>
          </p:nvSpPr>
          <p:spPr>
            <a:xfrm>
              <a:off x="6433372" y="1619216"/>
              <a:ext cx="13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1035" name="Google Shape;1035;p52"/>
          <p:cNvGrpSpPr/>
          <p:nvPr/>
        </p:nvGrpSpPr>
        <p:grpSpPr>
          <a:xfrm>
            <a:off x="7218254" y="1496599"/>
            <a:ext cx="170813" cy="362036"/>
            <a:chOff x="7245865" y="1512425"/>
            <a:chExt cx="175049" cy="371015"/>
          </a:xfrm>
        </p:grpSpPr>
        <p:sp>
          <p:nvSpPr>
            <p:cNvPr id="1036" name="Google Shape;1036;p52"/>
            <p:cNvSpPr/>
            <p:nvPr/>
          </p:nvSpPr>
          <p:spPr>
            <a:xfrm>
              <a:off x="7245865" y="1512425"/>
              <a:ext cx="175049" cy="371015"/>
            </a:xfrm>
            <a:custGeom>
              <a:avLst/>
              <a:gdLst/>
              <a:ahLst/>
              <a:cxnLst/>
              <a:rect l="l" t="t" r="r" b="b"/>
              <a:pathLst>
                <a:path w="67" h="142" extrusionOk="0">
                  <a:moveTo>
                    <a:pt x="67" y="54"/>
                  </a:moveTo>
                  <a:cubicBezTo>
                    <a:pt x="67" y="46"/>
                    <a:pt x="63" y="40"/>
                    <a:pt x="56" y="37"/>
                  </a:cubicBezTo>
                  <a:cubicBezTo>
                    <a:pt x="56" y="29"/>
                    <a:pt x="56" y="29"/>
                    <a:pt x="56" y="29"/>
                  </a:cubicBezTo>
                  <a:cubicBezTo>
                    <a:pt x="56" y="25"/>
                    <a:pt x="53" y="22"/>
                    <a:pt x="49" y="21"/>
                  </a:cubicBezTo>
                  <a:cubicBezTo>
                    <a:pt x="42" y="5"/>
                    <a:pt x="42" y="5"/>
                    <a:pt x="42" y="5"/>
                  </a:cubicBezTo>
                  <a:cubicBezTo>
                    <a:pt x="40" y="2"/>
                    <a:pt x="37" y="0"/>
                    <a:pt x="34" y="0"/>
                  </a:cubicBezTo>
                  <a:cubicBezTo>
                    <a:pt x="30" y="0"/>
                    <a:pt x="27" y="2"/>
                    <a:pt x="26" y="5"/>
                  </a:cubicBezTo>
                  <a:cubicBezTo>
                    <a:pt x="18" y="21"/>
                    <a:pt x="18" y="21"/>
                    <a:pt x="18" y="21"/>
                  </a:cubicBezTo>
                  <a:cubicBezTo>
                    <a:pt x="15" y="22"/>
                    <a:pt x="12" y="25"/>
                    <a:pt x="12" y="29"/>
                  </a:cubicBezTo>
                  <a:cubicBezTo>
                    <a:pt x="12" y="37"/>
                    <a:pt x="12" y="37"/>
                    <a:pt x="12" y="37"/>
                  </a:cubicBezTo>
                  <a:cubicBezTo>
                    <a:pt x="5" y="40"/>
                    <a:pt x="0" y="46"/>
                    <a:pt x="0" y="54"/>
                  </a:cubicBezTo>
                  <a:cubicBezTo>
                    <a:pt x="0" y="131"/>
                    <a:pt x="0" y="131"/>
                    <a:pt x="0" y="131"/>
                  </a:cubicBezTo>
                  <a:cubicBezTo>
                    <a:pt x="0" y="137"/>
                    <a:pt x="5" y="142"/>
                    <a:pt x="11" y="142"/>
                  </a:cubicBezTo>
                  <a:cubicBezTo>
                    <a:pt x="56" y="142"/>
                    <a:pt x="56" y="142"/>
                    <a:pt x="56" y="142"/>
                  </a:cubicBezTo>
                  <a:cubicBezTo>
                    <a:pt x="62" y="142"/>
                    <a:pt x="67" y="137"/>
                    <a:pt x="67" y="131"/>
                  </a:cubicBezTo>
                  <a:cubicBezTo>
                    <a:pt x="67" y="54"/>
                    <a:pt x="67" y="54"/>
                    <a:pt x="67" y="54"/>
                  </a:cubicBezTo>
                  <a:close/>
                  <a:moveTo>
                    <a:pt x="50" y="36"/>
                  </a:moveTo>
                  <a:cubicBezTo>
                    <a:pt x="42" y="36"/>
                    <a:pt x="42" y="36"/>
                    <a:pt x="42" y="36"/>
                  </a:cubicBezTo>
                  <a:cubicBezTo>
                    <a:pt x="42" y="27"/>
                    <a:pt x="42" y="27"/>
                    <a:pt x="42" y="27"/>
                  </a:cubicBezTo>
                  <a:cubicBezTo>
                    <a:pt x="47" y="27"/>
                    <a:pt x="47" y="27"/>
                    <a:pt x="47" y="27"/>
                  </a:cubicBezTo>
                  <a:cubicBezTo>
                    <a:pt x="49" y="27"/>
                    <a:pt x="50" y="28"/>
                    <a:pt x="50" y="29"/>
                  </a:cubicBezTo>
                  <a:lnTo>
                    <a:pt x="50" y="36"/>
                  </a:lnTo>
                  <a:close/>
                  <a:moveTo>
                    <a:pt x="31" y="36"/>
                  </a:moveTo>
                  <a:cubicBezTo>
                    <a:pt x="31" y="27"/>
                    <a:pt x="31" y="27"/>
                    <a:pt x="31" y="27"/>
                  </a:cubicBezTo>
                  <a:cubicBezTo>
                    <a:pt x="37" y="27"/>
                    <a:pt x="37" y="27"/>
                    <a:pt x="37" y="27"/>
                  </a:cubicBezTo>
                  <a:cubicBezTo>
                    <a:pt x="37" y="36"/>
                    <a:pt x="37" y="36"/>
                    <a:pt x="37" y="36"/>
                  </a:cubicBezTo>
                  <a:lnTo>
                    <a:pt x="31" y="36"/>
                  </a:lnTo>
                  <a:close/>
                  <a:moveTo>
                    <a:pt x="31" y="7"/>
                  </a:moveTo>
                  <a:cubicBezTo>
                    <a:pt x="31" y="6"/>
                    <a:pt x="33" y="5"/>
                    <a:pt x="34" y="6"/>
                  </a:cubicBezTo>
                  <a:cubicBezTo>
                    <a:pt x="35" y="6"/>
                    <a:pt x="36" y="6"/>
                    <a:pt x="37" y="8"/>
                  </a:cubicBezTo>
                  <a:cubicBezTo>
                    <a:pt x="43" y="21"/>
                    <a:pt x="43" y="21"/>
                    <a:pt x="43" y="21"/>
                  </a:cubicBezTo>
                  <a:cubicBezTo>
                    <a:pt x="25" y="21"/>
                    <a:pt x="25" y="21"/>
                    <a:pt x="25" y="21"/>
                  </a:cubicBezTo>
                  <a:lnTo>
                    <a:pt x="31" y="7"/>
                  </a:lnTo>
                  <a:close/>
                  <a:moveTo>
                    <a:pt x="17" y="36"/>
                  </a:moveTo>
                  <a:cubicBezTo>
                    <a:pt x="17" y="29"/>
                    <a:pt x="17" y="29"/>
                    <a:pt x="17" y="29"/>
                  </a:cubicBezTo>
                  <a:cubicBezTo>
                    <a:pt x="17" y="28"/>
                    <a:pt x="19" y="27"/>
                    <a:pt x="20" y="27"/>
                  </a:cubicBezTo>
                  <a:cubicBezTo>
                    <a:pt x="25" y="27"/>
                    <a:pt x="25" y="27"/>
                    <a:pt x="25" y="27"/>
                  </a:cubicBezTo>
                  <a:cubicBezTo>
                    <a:pt x="25" y="36"/>
                    <a:pt x="25" y="36"/>
                    <a:pt x="25" y="36"/>
                  </a:cubicBezTo>
                  <a:cubicBezTo>
                    <a:pt x="17" y="36"/>
                    <a:pt x="17" y="36"/>
                    <a:pt x="17" y="36"/>
                  </a:cubicBezTo>
                  <a:close/>
                  <a:moveTo>
                    <a:pt x="18" y="42"/>
                  </a:moveTo>
                  <a:cubicBezTo>
                    <a:pt x="50" y="42"/>
                    <a:pt x="50" y="42"/>
                    <a:pt x="50" y="42"/>
                  </a:cubicBezTo>
                  <a:cubicBezTo>
                    <a:pt x="56" y="42"/>
                    <a:pt x="62" y="47"/>
                    <a:pt x="62" y="54"/>
                  </a:cubicBezTo>
                  <a:cubicBezTo>
                    <a:pt x="62" y="63"/>
                    <a:pt x="62" y="63"/>
                    <a:pt x="62" y="63"/>
                  </a:cubicBezTo>
                  <a:cubicBezTo>
                    <a:pt x="6" y="63"/>
                    <a:pt x="6" y="63"/>
                    <a:pt x="6" y="63"/>
                  </a:cubicBezTo>
                  <a:cubicBezTo>
                    <a:pt x="6" y="54"/>
                    <a:pt x="6" y="54"/>
                    <a:pt x="6" y="54"/>
                  </a:cubicBezTo>
                  <a:cubicBezTo>
                    <a:pt x="6" y="47"/>
                    <a:pt x="11" y="42"/>
                    <a:pt x="18" y="42"/>
                  </a:cubicBezTo>
                  <a:close/>
                  <a:moveTo>
                    <a:pt x="56" y="137"/>
                  </a:moveTo>
                  <a:cubicBezTo>
                    <a:pt x="11" y="137"/>
                    <a:pt x="11" y="137"/>
                    <a:pt x="11" y="137"/>
                  </a:cubicBezTo>
                  <a:cubicBezTo>
                    <a:pt x="8" y="137"/>
                    <a:pt x="6" y="134"/>
                    <a:pt x="6" y="131"/>
                  </a:cubicBezTo>
                  <a:cubicBezTo>
                    <a:pt x="6" y="119"/>
                    <a:pt x="6" y="119"/>
                    <a:pt x="6" y="119"/>
                  </a:cubicBezTo>
                  <a:cubicBezTo>
                    <a:pt x="21" y="119"/>
                    <a:pt x="21" y="119"/>
                    <a:pt x="21" y="119"/>
                  </a:cubicBezTo>
                  <a:cubicBezTo>
                    <a:pt x="23" y="119"/>
                    <a:pt x="24" y="118"/>
                    <a:pt x="24" y="117"/>
                  </a:cubicBezTo>
                  <a:cubicBezTo>
                    <a:pt x="24" y="115"/>
                    <a:pt x="23" y="113"/>
                    <a:pt x="21" y="113"/>
                  </a:cubicBezTo>
                  <a:cubicBezTo>
                    <a:pt x="6" y="113"/>
                    <a:pt x="6" y="113"/>
                    <a:pt x="6" y="113"/>
                  </a:cubicBezTo>
                  <a:cubicBezTo>
                    <a:pt x="6" y="69"/>
                    <a:pt x="6" y="69"/>
                    <a:pt x="6" y="69"/>
                  </a:cubicBezTo>
                  <a:cubicBezTo>
                    <a:pt x="62" y="69"/>
                    <a:pt x="62" y="69"/>
                    <a:pt x="62" y="69"/>
                  </a:cubicBezTo>
                  <a:cubicBezTo>
                    <a:pt x="62" y="113"/>
                    <a:pt x="62" y="113"/>
                    <a:pt x="62" y="113"/>
                  </a:cubicBezTo>
                  <a:cubicBezTo>
                    <a:pt x="47" y="113"/>
                    <a:pt x="47" y="113"/>
                    <a:pt x="47" y="113"/>
                  </a:cubicBezTo>
                  <a:cubicBezTo>
                    <a:pt x="45" y="113"/>
                    <a:pt x="44" y="114"/>
                    <a:pt x="44" y="116"/>
                  </a:cubicBezTo>
                  <a:cubicBezTo>
                    <a:pt x="43" y="117"/>
                    <a:pt x="45" y="119"/>
                    <a:pt x="46" y="119"/>
                  </a:cubicBezTo>
                  <a:cubicBezTo>
                    <a:pt x="62" y="119"/>
                    <a:pt x="62" y="119"/>
                    <a:pt x="62" y="119"/>
                  </a:cubicBezTo>
                  <a:cubicBezTo>
                    <a:pt x="62" y="131"/>
                    <a:pt x="62" y="131"/>
                    <a:pt x="62" y="131"/>
                  </a:cubicBezTo>
                  <a:cubicBezTo>
                    <a:pt x="62" y="134"/>
                    <a:pt x="59" y="137"/>
                    <a:pt x="56" y="13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37" name="Google Shape;1037;p52"/>
            <p:cNvSpPr/>
            <p:nvPr/>
          </p:nvSpPr>
          <p:spPr>
            <a:xfrm>
              <a:off x="7327334" y="1807475"/>
              <a:ext cx="156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38" name="Google Shape;1038;p52"/>
            <p:cNvSpPr/>
            <p:nvPr/>
          </p:nvSpPr>
          <p:spPr>
            <a:xfrm>
              <a:off x="7327334" y="1742520"/>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39" name="Google Shape;1039;p52"/>
            <p:cNvSpPr/>
            <p:nvPr/>
          </p:nvSpPr>
          <p:spPr>
            <a:xfrm>
              <a:off x="7276691" y="1706189"/>
              <a:ext cx="113397" cy="88075"/>
            </a:xfrm>
            <a:custGeom>
              <a:avLst/>
              <a:gdLst/>
              <a:ahLst/>
              <a:cxnLst/>
              <a:rect l="l" t="t" r="r" b="b"/>
              <a:pathLst>
                <a:path w="43" h="34" extrusionOk="0">
                  <a:moveTo>
                    <a:pt x="43" y="17"/>
                  </a:moveTo>
                  <a:cubicBezTo>
                    <a:pt x="43" y="16"/>
                    <a:pt x="43" y="15"/>
                    <a:pt x="42" y="14"/>
                  </a:cubicBezTo>
                  <a:cubicBezTo>
                    <a:pt x="39" y="12"/>
                    <a:pt x="37" y="10"/>
                    <a:pt x="34" y="8"/>
                  </a:cubicBezTo>
                  <a:cubicBezTo>
                    <a:pt x="35" y="6"/>
                    <a:pt x="35" y="6"/>
                    <a:pt x="35" y="6"/>
                  </a:cubicBezTo>
                  <a:cubicBezTo>
                    <a:pt x="36" y="5"/>
                    <a:pt x="35" y="3"/>
                    <a:pt x="34" y="2"/>
                  </a:cubicBezTo>
                  <a:cubicBezTo>
                    <a:pt x="32" y="2"/>
                    <a:pt x="31" y="3"/>
                    <a:pt x="30" y="4"/>
                  </a:cubicBezTo>
                  <a:cubicBezTo>
                    <a:pt x="29" y="6"/>
                    <a:pt x="29" y="6"/>
                    <a:pt x="29" y="6"/>
                  </a:cubicBezTo>
                  <a:cubicBezTo>
                    <a:pt x="27" y="6"/>
                    <a:pt x="26" y="5"/>
                    <a:pt x="25" y="5"/>
                  </a:cubicBezTo>
                  <a:cubicBezTo>
                    <a:pt x="25" y="3"/>
                    <a:pt x="25" y="3"/>
                    <a:pt x="25" y="3"/>
                  </a:cubicBezTo>
                  <a:cubicBezTo>
                    <a:pt x="25" y="2"/>
                    <a:pt x="24" y="0"/>
                    <a:pt x="22" y="0"/>
                  </a:cubicBezTo>
                  <a:cubicBezTo>
                    <a:pt x="20" y="0"/>
                    <a:pt x="19" y="1"/>
                    <a:pt x="19" y="3"/>
                  </a:cubicBezTo>
                  <a:cubicBezTo>
                    <a:pt x="19" y="5"/>
                    <a:pt x="19" y="5"/>
                    <a:pt x="19" y="5"/>
                  </a:cubicBezTo>
                  <a:cubicBezTo>
                    <a:pt x="18" y="5"/>
                    <a:pt x="16" y="6"/>
                    <a:pt x="14" y="6"/>
                  </a:cubicBezTo>
                  <a:cubicBezTo>
                    <a:pt x="13" y="4"/>
                    <a:pt x="13" y="4"/>
                    <a:pt x="13" y="4"/>
                  </a:cubicBezTo>
                  <a:cubicBezTo>
                    <a:pt x="13" y="3"/>
                    <a:pt x="11" y="2"/>
                    <a:pt x="10" y="2"/>
                  </a:cubicBezTo>
                  <a:cubicBezTo>
                    <a:pt x="8" y="3"/>
                    <a:pt x="8" y="5"/>
                    <a:pt x="8" y="6"/>
                  </a:cubicBezTo>
                  <a:cubicBezTo>
                    <a:pt x="9" y="8"/>
                    <a:pt x="9" y="8"/>
                    <a:pt x="9" y="8"/>
                  </a:cubicBezTo>
                  <a:cubicBezTo>
                    <a:pt x="7" y="10"/>
                    <a:pt x="4" y="12"/>
                    <a:pt x="1" y="14"/>
                  </a:cubicBezTo>
                  <a:cubicBezTo>
                    <a:pt x="1" y="15"/>
                    <a:pt x="0" y="16"/>
                    <a:pt x="0" y="17"/>
                  </a:cubicBezTo>
                  <a:cubicBezTo>
                    <a:pt x="0" y="18"/>
                    <a:pt x="1" y="19"/>
                    <a:pt x="1" y="20"/>
                  </a:cubicBezTo>
                  <a:cubicBezTo>
                    <a:pt x="4" y="22"/>
                    <a:pt x="7" y="24"/>
                    <a:pt x="9" y="26"/>
                  </a:cubicBezTo>
                  <a:cubicBezTo>
                    <a:pt x="8" y="28"/>
                    <a:pt x="8" y="28"/>
                    <a:pt x="8" y="28"/>
                  </a:cubicBezTo>
                  <a:cubicBezTo>
                    <a:pt x="8" y="29"/>
                    <a:pt x="8" y="31"/>
                    <a:pt x="9" y="31"/>
                  </a:cubicBezTo>
                  <a:cubicBezTo>
                    <a:pt x="10" y="32"/>
                    <a:pt x="10" y="32"/>
                    <a:pt x="11" y="32"/>
                  </a:cubicBezTo>
                  <a:cubicBezTo>
                    <a:pt x="12" y="32"/>
                    <a:pt x="13" y="31"/>
                    <a:pt x="13" y="30"/>
                  </a:cubicBezTo>
                  <a:cubicBezTo>
                    <a:pt x="14" y="28"/>
                    <a:pt x="14" y="28"/>
                    <a:pt x="14" y="28"/>
                  </a:cubicBezTo>
                  <a:cubicBezTo>
                    <a:pt x="16" y="29"/>
                    <a:pt x="18" y="29"/>
                    <a:pt x="19" y="29"/>
                  </a:cubicBezTo>
                  <a:cubicBezTo>
                    <a:pt x="19" y="31"/>
                    <a:pt x="19" y="31"/>
                    <a:pt x="19" y="31"/>
                  </a:cubicBezTo>
                  <a:cubicBezTo>
                    <a:pt x="19" y="32"/>
                    <a:pt x="20" y="34"/>
                    <a:pt x="21" y="34"/>
                  </a:cubicBezTo>
                  <a:cubicBezTo>
                    <a:pt x="23" y="34"/>
                    <a:pt x="25" y="33"/>
                    <a:pt x="25" y="31"/>
                  </a:cubicBezTo>
                  <a:cubicBezTo>
                    <a:pt x="25" y="29"/>
                    <a:pt x="25" y="29"/>
                    <a:pt x="25" y="29"/>
                  </a:cubicBezTo>
                  <a:cubicBezTo>
                    <a:pt x="26" y="29"/>
                    <a:pt x="27" y="29"/>
                    <a:pt x="29" y="28"/>
                  </a:cubicBezTo>
                  <a:cubicBezTo>
                    <a:pt x="30" y="30"/>
                    <a:pt x="30" y="30"/>
                    <a:pt x="30" y="30"/>
                  </a:cubicBezTo>
                  <a:cubicBezTo>
                    <a:pt x="31" y="31"/>
                    <a:pt x="32" y="32"/>
                    <a:pt x="33" y="32"/>
                  </a:cubicBezTo>
                  <a:cubicBezTo>
                    <a:pt x="33" y="32"/>
                    <a:pt x="34" y="32"/>
                    <a:pt x="34" y="31"/>
                  </a:cubicBezTo>
                  <a:cubicBezTo>
                    <a:pt x="35" y="31"/>
                    <a:pt x="36" y="29"/>
                    <a:pt x="35" y="28"/>
                  </a:cubicBezTo>
                  <a:cubicBezTo>
                    <a:pt x="34" y="26"/>
                    <a:pt x="34" y="26"/>
                    <a:pt x="34" y="26"/>
                  </a:cubicBezTo>
                  <a:cubicBezTo>
                    <a:pt x="37" y="24"/>
                    <a:pt x="39" y="22"/>
                    <a:pt x="42" y="20"/>
                  </a:cubicBezTo>
                  <a:cubicBezTo>
                    <a:pt x="43" y="19"/>
                    <a:pt x="43" y="18"/>
                    <a:pt x="43" y="17"/>
                  </a:cubicBezTo>
                  <a:close/>
                  <a:moveTo>
                    <a:pt x="22" y="24"/>
                  </a:moveTo>
                  <a:cubicBezTo>
                    <a:pt x="15" y="24"/>
                    <a:pt x="9" y="19"/>
                    <a:pt x="7" y="17"/>
                  </a:cubicBezTo>
                  <a:cubicBezTo>
                    <a:pt x="9" y="15"/>
                    <a:pt x="15" y="10"/>
                    <a:pt x="22" y="10"/>
                  </a:cubicBezTo>
                  <a:cubicBezTo>
                    <a:pt x="28" y="10"/>
                    <a:pt x="34" y="15"/>
                    <a:pt x="37" y="17"/>
                  </a:cubicBezTo>
                  <a:cubicBezTo>
                    <a:pt x="34" y="19"/>
                    <a:pt x="28" y="24"/>
                    <a:pt x="22" y="24"/>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1040" name="Google Shape;1040;p52"/>
          <p:cNvGrpSpPr/>
          <p:nvPr/>
        </p:nvGrpSpPr>
        <p:grpSpPr>
          <a:xfrm>
            <a:off x="5627760" y="1496599"/>
            <a:ext cx="228825" cy="362036"/>
            <a:chOff x="5618678" y="1512425"/>
            <a:chExt cx="234500" cy="371015"/>
          </a:xfrm>
        </p:grpSpPr>
        <p:sp>
          <p:nvSpPr>
            <p:cNvPr id="1041" name="Google Shape;1041;p52"/>
            <p:cNvSpPr/>
            <p:nvPr/>
          </p:nvSpPr>
          <p:spPr>
            <a:xfrm>
              <a:off x="5618678" y="1512425"/>
              <a:ext cx="234500" cy="371015"/>
            </a:xfrm>
            <a:custGeom>
              <a:avLst/>
              <a:gdLst/>
              <a:ahLst/>
              <a:cxnLst/>
              <a:rect l="l" t="t" r="r" b="b"/>
              <a:pathLst>
                <a:path w="90" h="142" extrusionOk="0">
                  <a:moveTo>
                    <a:pt x="80" y="33"/>
                  </a:moveTo>
                  <a:cubicBezTo>
                    <a:pt x="80" y="17"/>
                    <a:pt x="80" y="17"/>
                    <a:pt x="80" y="17"/>
                  </a:cubicBezTo>
                  <a:cubicBezTo>
                    <a:pt x="80" y="14"/>
                    <a:pt x="77" y="11"/>
                    <a:pt x="74" y="11"/>
                  </a:cubicBezTo>
                  <a:cubicBezTo>
                    <a:pt x="74" y="11"/>
                    <a:pt x="74" y="11"/>
                    <a:pt x="74" y="11"/>
                  </a:cubicBezTo>
                  <a:cubicBezTo>
                    <a:pt x="74" y="5"/>
                    <a:pt x="74" y="5"/>
                    <a:pt x="74" y="5"/>
                  </a:cubicBezTo>
                  <a:cubicBezTo>
                    <a:pt x="74" y="2"/>
                    <a:pt x="71" y="0"/>
                    <a:pt x="68" y="0"/>
                  </a:cubicBezTo>
                  <a:cubicBezTo>
                    <a:pt x="21" y="0"/>
                    <a:pt x="21" y="0"/>
                    <a:pt x="21" y="0"/>
                  </a:cubicBezTo>
                  <a:cubicBezTo>
                    <a:pt x="18" y="0"/>
                    <a:pt x="16" y="2"/>
                    <a:pt x="16" y="5"/>
                  </a:cubicBezTo>
                  <a:cubicBezTo>
                    <a:pt x="16" y="11"/>
                    <a:pt x="16" y="11"/>
                    <a:pt x="16" y="11"/>
                  </a:cubicBezTo>
                  <a:cubicBezTo>
                    <a:pt x="15" y="11"/>
                    <a:pt x="15" y="11"/>
                    <a:pt x="15" y="11"/>
                  </a:cubicBezTo>
                  <a:cubicBezTo>
                    <a:pt x="12" y="11"/>
                    <a:pt x="10" y="14"/>
                    <a:pt x="10" y="17"/>
                  </a:cubicBezTo>
                  <a:cubicBezTo>
                    <a:pt x="10" y="33"/>
                    <a:pt x="10" y="33"/>
                    <a:pt x="10" y="33"/>
                  </a:cubicBezTo>
                  <a:cubicBezTo>
                    <a:pt x="4" y="36"/>
                    <a:pt x="0" y="42"/>
                    <a:pt x="0" y="49"/>
                  </a:cubicBezTo>
                  <a:cubicBezTo>
                    <a:pt x="0" y="131"/>
                    <a:pt x="0" y="131"/>
                    <a:pt x="0" y="131"/>
                  </a:cubicBezTo>
                  <a:cubicBezTo>
                    <a:pt x="0" y="137"/>
                    <a:pt x="5" y="142"/>
                    <a:pt x="11" y="142"/>
                  </a:cubicBezTo>
                  <a:cubicBezTo>
                    <a:pt x="79" y="142"/>
                    <a:pt x="79" y="142"/>
                    <a:pt x="79" y="142"/>
                  </a:cubicBezTo>
                  <a:cubicBezTo>
                    <a:pt x="85" y="142"/>
                    <a:pt x="90" y="137"/>
                    <a:pt x="90" y="131"/>
                  </a:cubicBezTo>
                  <a:cubicBezTo>
                    <a:pt x="90" y="49"/>
                    <a:pt x="90" y="49"/>
                    <a:pt x="90" y="49"/>
                  </a:cubicBezTo>
                  <a:cubicBezTo>
                    <a:pt x="90" y="42"/>
                    <a:pt x="86" y="36"/>
                    <a:pt x="80" y="33"/>
                  </a:cubicBezTo>
                  <a:close/>
                  <a:moveTo>
                    <a:pt x="74" y="31"/>
                  </a:moveTo>
                  <a:cubicBezTo>
                    <a:pt x="67" y="31"/>
                    <a:pt x="67" y="31"/>
                    <a:pt x="67" y="31"/>
                  </a:cubicBezTo>
                  <a:cubicBezTo>
                    <a:pt x="67" y="17"/>
                    <a:pt x="67" y="17"/>
                    <a:pt x="67" y="17"/>
                  </a:cubicBezTo>
                  <a:cubicBezTo>
                    <a:pt x="74" y="17"/>
                    <a:pt x="74" y="17"/>
                    <a:pt x="74" y="17"/>
                  </a:cubicBezTo>
                  <a:lnTo>
                    <a:pt x="74" y="31"/>
                  </a:lnTo>
                  <a:close/>
                  <a:moveTo>
                    <a:pt x="54" y="31"/>
                  </a:moveTo>
                  <a:cubicBezTo>
                    <a:pt x="54" y="17"/>
                    <a:pt x="54" y="17"/>
                    <a:pt x="54" y="17"/>
                  </a:cubicBezTo>
                  <a:cubicBezTo>
                    <a:pt x="61" y="17"/>
                    <a:pt x="61" y="17"/>
                    <a:pt x="61" y="17"/>
                  </a:cubicBezTo>
                  <a:cubicBezTo>
                    <a:pt x="61" y="31"/>
                    <a:pt x="61" y="31"/>
                    <a:pt x="61" y="31"/>
                  </a:cubicBezTo>
                  <a:cubicBezTo>
                    <a:pt x="54" y="31"/>
                    <a:pt x="54" y="31"/>
                    <a:pt x="54" y="31"/>
                  </a:cubicBezTo>
                  <a:close/>
                  <a:moveTo>
                    <a:pt x="41" y="31"/>
                  </a:moveTo>
                  <a:cubicBezTo>
                    <a:pt x="41" y="17"/>
                    <a:pt x="41" y="17"/>
                    <a:pt x="41" y="17"/>
                  </a:cubicBezTo>
                  <a:cubicBezTo>
                    <a:pt x="49" y="17"/>
                    <a:pt x="49" y="17"/>
                    <a:pt x="49" y="17"/>
                  </a:cubicBezTo>
                  <a:cubicBezTo>
                    <a:pt x="49" y="31"/>
                    <a:pt x="49" y="31"/>
                    <a:pt x="49" y="31"/>
                  </a:cubicBezTo>
                  <a:cubicBezTo>
                    <a:pt x="41" y="31"/>
                    <a:pt x="41" y="31"/>
                    <a:pt x="41" y="31"/>
                  </a:cubicBezTo>
                  <a:close/>
                  <a:moveTo>
                    <a:pt x="29" y="31"/>
                  </a:moveTo>
                  <a:cubicBezTo>
                    <a:pt x="29" y="17"/>
                    <a:pt x="29" y="17"/>
                    <a:pt x="29" y="17"/>
                  </a:cubicBezTo>
                  <a:cubicBezTo>
                    <a:pt x="36" y="17"/>
                    <a:pt x="36" y="17"/>
                    <a:pt x="36" y="17"/>
                  </a:cubicBezTo>
                  <a:cubicBezTo>
                    <a:pt x="36" y="31"/>
                    <a:pt x="36" y="31"/>
                    <a:pt x="36" y="31"/>
                  </a:cubicBezTo>
                  <a:cubicBezTo>
                    <a:pt x="29" y="31"/>
                    <a:pt x="29" y="31"/>
                    <a:pt x="29" y="31"/>
                  </a:cubicBezTo>
                  <a:close/>
                  <a:moveTo>
                    <a:pt x="21" y="5"/>
                  </a:moveTo>
                  <a:cubicBezTo>
                    <a:pt x="68" y="5"/>
                    <a:pt x="68" y="5"/>
                    <a:pt x="68" y="5"/>
                  </a:cubicBezTo>
                  <a:cubicBezTo>
                    <a:pt x="68" y="11"/>
                    <a:pt x="68" y="11"/>
                    <a:pt x="68" y="11"/>
                  </a:cubicBezTo>
                  <a:cubicBezTo>
                    <a:pt x="21" y="11"/>
                    <a:pt x="21" y="11"/>
                    <a:pt x="21" y="11"/>
                  </a:cubicBezTo>
                  <a:lnTo>
                    <a:pt x="21" y="5"/>
                  </a:lnTo>
                  <a:close/>
                  <a:moveTo>
                    <a:pt x="15" y="31"/>
                  </a:moveTo>
                  <a:cubicBezTo>
                    <a:pt x="15" y="17"/>
                    <a:pt x="15" y="17"/>
                    <a:pt x="15" y="17"/>
                  </a:cubicBezTo>
                  <a:cubicBezTo>
                    <a:pt x="23" y="17"/>
                    <a:pt x="23" y="17"/>
                    <a:pt x="23" y="17"/>
                  </a:cubicBezTo>
                  <a:cubicBezTo>
                    <a:pt x="23" y="31"/>
                    <a:pt x="23" y="31"/>
                    <a:pt x="23" y="31"/>
                  </a:cubicBezTo>
                  <a:cubicBezTo>
                    <a:pt x="15" y="31"/>
                    <a:pt x="15" y="31"/>
                    <a:pt x="15" y="31"/>
                  </a:cubicBezTo>
                  <a:close/>
                  <a:moveTo>
                    <a:pt x="18" y="37"/>
                  </a:moveTo>
                  <a:cubicBezTo>
                    <a:pt x="72" y="37"/>
                    <a:pt x="72" y="37"/>
                    <a:pt x="72" y="37"/>
                  </a:cubicBezTo>
                  <a:cubicBezTo>
                    <a:pt x="78" y="37"/>
                    <a:pt x="83" y="42"/>
                    <a:pt x="84" y="48"/>
                  </a:cubicBezTo>
                  <a:cubicBezTo>
                    <a:pt x="57" y="48"/>
                    <a:pt x="57" y="48"/>
                    <a:pt x="57" y="48"/>
                  </a:cubicBezTo>
                  <a:cubicBezTo>
                    <a:pt x="56" y="48"/>
                    <a:pt x="55" y="49"/>
                    <a:pt x="55" y="50"/>
                  </a:cubicBezTo>
                  <a:cubicBezTo>
                    <a:pt x="54" y="52"/>
                    <a:pt x="56" y="53"/>
                    <a:pt x="57" y="53"/>
                  </a:cubicBezTo>
                  <a:cubicBezTo>
                    <a:pt x="84" y="53"/>
                    <a:pt x="84" y="53"/>
                    <a:pt x="84" y="53"/>
                  </a:cubicBezTo>
                  <a:cubicBezTo>
                    <a:pt x="84" y="120"/>
                    <a:pt x="84" y="120"/>
                    <a:pt x="84" y="120"/>
                  </a:cubicBezTo>
                  <a:cubicBezTo>
                    <a:pt x="5" y="120"/>
                    <a:pt x="5" y="120"/>
                    <a:pt x="5" y="120"/>
                  </a:cubicBezTo>
                  <a:cubicBezTo>
                    <a:pt x="5" y="53"/>
                    <a:pt x="5" y="53"/>
                    <a:pt x="5" y="53"/>
                  </a:cubicBezTo>
                  <a:cubicBezTo>
                    <a:pt x="32" y="53"/>
                    <a:pt x="32" y="53"/>
                    <a:pt x="32" y="53"/>
                  </a:cubicBezTo>
                  <a:cubicBezTo>
                    <a:pt x="34" y="53"/>
                    <a:pt x="35" y="52"/>
                    <a:pt x="35" y="51"/>
                  </a:cubicBezTo>
                  <a:cubicBezTo>
                    <a:pt x="35" y="49"/>
                    <a:pt x="34" y="48"/>
                    <a:pt x="32" y="48"/>
                  </a:cubicBezTo>
                  <a:cubicBezTo>
                    <a:pt x="6" y="48"/>
                    <a:pt x="6" y="48"/>
                    <a:pt x="6" y="48"/>
                  </a:cubicBezTo>
                  <a:cubicBezTo>
                    <a:pt x="7" y="42"/>
                    <a:pt x="12" y="37"/>
                    <a:pt x="18" y="37"/>
                  </a:cubicBezTo>
                  <a:close/>
                  <a:moveTo>
                    <a:pt x="79" y="137"/>
                  </a:moveTo>
                  <a:cubicBezTo>
                    <a:pt x="11" y="137"/>
                    <a:pt x="11" y="137"/>
                    <a:pt x="11" y="137"/>
                  </a:cubicBezTo>
                  <a:cubicBezTo>
                    <a:pt x="8" y="137"/>
                    <a:pt x="5" y="134"/>
                    <a:pt x="5" y="131"/>
                  </a:cubicBezTo>
                  <a:cubicBezTo>
                    <a:pt x="5" y="126"/>
                    <a:pt x="5" y="126"/>
                    <a:pt x="5" y="126"/>
                  </a:cubicBezTo>
                  <a:cubicBezTo>
                    <a:pt x="84" y="126"/>
                    <a:pt x="84" y="126"/>
                    <a:pt x="84" y="126"/>
                  </a:cubicBezTo>
                  <a:cubicBezTo>
                    <a:pt x="84" y="131"/>
                    <a:pt x="84" y="131"/>
                    <a:pt x="84" y="131"/>
                  </a:cubicBezTo>
                  <a:cubicBezTo>
                    <a:pt x="84" y="134"/>
                    <a:pt x="82" y="137"/>
                    <a:pt x="79" y="13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42" name="Google Shape;1042;p52"/>
            <p:cNvSpPr/>
            <p:nvPr/>
          </p:nvSpPr>
          <p:spPr>
            <a:xfrm>
              <a:off x="5644000" y="1674263"/>
              <a:ext cx="183857" cy="133213"/>
            </a:xfrm>
            <a:custGeom>
              <a:avLst/>
              <a:gdLst/>
              <a:ahLst/>
              <a:cxnLst/>
              <a:rect l="l" t="t" r="r" b="b"/>
              <a:pathLst>
                <a:path w="70" h="51" extrusionOk="0">
                  <a:moveTo>
                    <a:pt x="12" y="5"/>
                  </a:moveTo>
                  <a:cubicBezTo>
                    <a:pt x="12" y="6"/>
                    <a:pt x="11" y="6"/>
                    <a:pt x="11" y="6"/>
                  </a:cubicBezTo>
                  <a:cubicBezTo>
                    <a:pt x="7" y="11"/>
                    <a:pt x="6" y="17"/>
                    <a:pt x="7" y="23"/>
                  </a:cubicBezTo>
                  <a:cubicBezTo>
                    <a:pt x="3" y="23"/>
                    <a:pt x="3" y="23"/>
                    <a:pt x="3" y="23"/>
                  </a:cubicBezTo>
                  <a:cubicBezTo>
                    <a:pt x="2" y="23"/>
                    <a:pt x="1" y="24"/>
                    <a:pt x="0" y="25"/>
                  </a:cubicBezTo>
                  <a:cubicBezTo>
                    <a:pt x="0" y="27"/>
                    <a:pt x="1" y="29"/>
                    <a:pt x="3" y="29"/>
                  </a:cubicBezTo>
                  <a:cubicBezTo>
                    <a:pt x="10" y="29"/>
                    <a:pt x="10" y="29"/>
                    <a:pt x="10" y="29"/>
                  </a:cubicBezTo>
                  <a:cubicBezTo>
                    <a:pt x="11" y="29"/>
                    <a:pt x="11" y="30"/>
                    <a:pt x="12" y="30"/>
                  </a:cubicBezTo>
                  <a:cubicBezTo>
                    <a:pt x="31" y="50"/>
                    <a:pt x="31" y="50"/>
                    <a:pt x="31" y="50"/>
                  </a:cubicBezTo>
                  <a:cubicBezTo>
                    <a:pt x="32" y="51"/>
                    <a:pt x="34" y="51"/>
                    <a:pt x="35" y="51"/>
                  </a:cubicBezTo>
                  <a:cubicBezTo>
                    <a:pt x="36" y="51"/>
                    <a:pt x="37" y="51"/>
                    <a:pt x="38" y="50"/>
                  </a:cubicBezTo>
                  <a:cubicBezTo>
                    <a:pt x="58" y="30"/>
                    <a:pt x="58" y="30"/>
                    <a:pt x="58" y="30"/>
                  </a:cubicBezTo>
                  <a:cubicBezTo>
                    <a:pt x="58" y="30"/>
                    <a:pt x="59" y="29"/>
                    <a:pt x="59" y="29"/>
                  </a:cubicBezTo>
                  <a:cubicBezTo>
                    <a:pt x="66" y="29"/>
                    <a:pt x="66" y="29"/>
                    <a:pt x="66" y="29"/>
                  </a:cubicBezTo>
                  <a:cubicBezTo>
                    <a:pt x="68" y="29"/>
                    <a:pt x="69" y="28"/>
                    <a:pt x="69" y="26"/>
                  </a:cubicBezTo>
                  <a:cubicBezTo>
                    <a:pt x="70" y="25"/>
                    <a:pt x="68" y="23"/>
                    <a:pt x="67" y="23"/>
                  </a:cubicBezTo>
                  <a:cubicBezTo>
                    <a:pt x="62" y="23"/>
                    <a:pt x="62" y="23"/>
                    <a:pt x="62" y="23"/>
                  </a:cubicBezTo>
                  <a:cubicBezTo>
                    <a:pt x="64" y="17"/>
                    <a:pt x="63" y="11"/>
                    <a:pt x="58" y="6"/>
                  </a:cubicBezTo>
                  <a:cubicBezTo>
                    <a:pt x="58" y="6"/>
                    <a:pt x="58" y="6"/>
                    <a:pt x="58" y="6"/>
                  </a:cubicBezTo>
                  <a:cubicBezTo>
                    <a:pt x="58" y="6"/>
                    <a:pt x="58" y="6"/>
                    <a:pt x="58" y="5"/>
                  </a:cubicBezTo>
                  <a:cubicBezTo>
                    <a:pt x="54" y="2"/>
                    <a:pt x="49" y="0"/>
                    <a:pt x="44" y="0"/>
                  </a:cubicBezTo>
                  <a:cubicBezTo>
                    <a:pt x="41" y="0"/>
                    <a:pt x="37" y="2"/>
                    <a:pt x="35" y="4"/>
                  </a:cubicBezTo>
                  <a:cubicBezTo>
                    <a:pt x="32" y="2"/>
                    <a:pt x="29" y="1"/>
                    <a:pt x="26" y="0"/>
                  </a:cubicBezTo>
                  <a:cubicBezTo>
                    <a:pt x="21" y="0"/>
                    <a:pt x="15" y="2"/>
                    <a:pt x="12" y="5"/>
                  </a:cubicBezTo>
                  <a:close/>
                  <a:moveTo>
                    <a:pt x="35" y="46"/>
                  </a:moveTo>
                  <a:cubicBezTo>
                    <a:pt x="18" y="29"/>
                    <a:pt x="18" y="29"/>
                    <a:pt x="18" y="29"/>
                  </a:cubicBezTo>
                  <a:cubicBezTo>
                    <a:pt x="23" y="29"/>
                    <a:pt x="23" y="29"/>
                    <a:pt x="23" y="29"/>
                  </a:cubicBezTo>
                  <a:cubicBezTo>
                    <a:pt x="24" y="29"/>
                    <a:pt x="24" y="28"/>
                    <a:pt x="25" y="28"/>
                  </a:cubicBezTo>
                  <a:cubicBezTo>
                    <a:pt x="29" y="23"/>
                    <a:pt x="29" y="23"/>
                    <a:pt x="29" y="23"/>
                  </a:cubicBezTo>
                  <a:cubicBezTo>
                    <a:pt x="32" y="32"/>
                    <a:pt x="32" y="32"/>
                    <a:pt x="32" y="32"/>
                  </a:cubicBezTo>
                  <a:cubicBezTo>
                    <a:pt x="33" y="33"/>
                    <a:pt x="34" y="34"/>
                    <a:pt x="35" y="34"/>
                  </a:cubicBezTo>
                  <a:cubicBezTo>
                    <a:pt x="35" y="34"/>
                    <a:pt x="36" y="34"/>
                    <a:pt x="36" y="34"/>
                  </a:cubicBezTo>
                  <a:cubicBezTo>
                    <a:pt x="38" y="34"/>
                    <a:pt x="39" y="34"/>
                    <a:pt x="39" y="33"/>
                  </a:cubicBezTo>
                  <a:cubicBezTo>
                    <a:pt x="44" y="29"/>
                    <a:pt x="44" y="29"/>
                    <a:pt x="44" y="29"/>
                  </a:cubicBezTo>
                  <a:cubicBezTo>
                    <a:pt x="52" y="29"/>
                    <a:pt x="52" y="29"/>
                    <a:pt x="52" y="29"/>
                  </a:cubicBezTo>
                  <a:lnTo>
                    <a:pt x="35" y="46"/>
                  </a:lnTo>
                  <a:close/>
                  <a:moveTo>
                    <a:pt x="25" y="6"/>
                  </a:moveTo>
                  <a:cubicBezTo>
                    <a:pt x="28" y="6"/>
                    <a:pt x="31" y="7"/>
                    <a:pt x="33" y="9"/>
                  </a:cubicBezTo>
                  <a:cubicBezTo>
                    <a:pt x="34" y="10"/>
                    <a:pt x="36" y="10"/>
                    <a:pt x="37" y="9"/>
                  </a:cubicBezTo>
                  <a:cubicBezTo>
                    <a:pt x="39" y="7"/>
                    <a:pt x="42" y="6"/>
                    <a:pt x="44" y="6"/>
                  </a:cubicBezTo>
                  <a:cubicBezTo>
                    <a:pt x="48" y="5"/>
                    <a:pt x="51" y="7"/>
                    <a:pt x="54" y="9"/>
                  </a:cubicBezTo>
                  <a:cubicBezTo>
                    <a:pt x="54" y="9"/>
                    <a:pt x="54" y="10"/>
                    <a:pt x="54" y="10"/>
                  </a:cubicBezTo>
                  <a:cubicBezTo>
                    <a:pt x="58" y="13"/>
                    <a:pt x="58" y="19"/>
                    <a:pt x="56" y="23"/>
                  </a:cubicBezTo>
                  <a:cubicBezTo>
                    <a:pt x="43" y="23"/>
                    <a:pt x="43" y="23"/>
                    <a:pt x="43" y="23"/>
                  </a:cubicBezTo>
                  <a:cubicBezTo>
                    <a:pt x="42" y="23"/>
                    <a:pt x="41" y="23"/>
                    <a:pt x="41" y="24"/>
                  </a:cubicBezTo>
                  <a:cubicBezTo>
                    <a:pt x="37" y="28"/>
                    <a:pt x="37" y="28"/>
                    <a:pt x="37" y="28"/>
                  </a:cubicBezTo>
                  <a:cubicBezTo>
                    <a:pt x="33" y="18"/>
                    <a:pt x="33" y="18"/>
                    <a:pt x="33" y="18"/>
                  </a:cubicBezTo>
                  <a:cubicBezTo>
                    <a:pt x="32" y="17"/>
                    <a:pt x="31" y="16"/>
                    <a:pt x="30" y="16"/>
                  </a:cubicBezTo>
                  <a:cubicBezTo>
                    <a:pt x="28" y="16"/>
                    <a:pt x="27" y="16"/>
                    <a:pt x="26" y="18"/>
                  </a:cubicBezTo>
                  <a:cubicBezTo>
                    <a:pt x="21" y="23"/>
                    <a:pt x="21" y="23"/>
                    <a:pt x="21" y="23"/>
                  </a:cubicBezTo>
                  <a:cubicBezTo>
                    <a:pt x="13" y="23"/>
                    <a:pt x="13" y="23"/>
                    <a:pt x="13" y="23"/>
                  </a:cubicBezTo>
                  <a:cubicBezTo>
                    <a:pt x="11" y="19"/>
                    <a:pt x="12" y="13"/>
                    <a:pt x="15" y="10"/>
                  </a:cubicBezTo>
                  <a:cubicBezTo>
                    <a:pt x="15" y="10"/>
                    <a:pt x="15" y="9"/>
                    <a:pt x="16" y="9"/>
                  </a:cubicBezTo>
                  <a:cubicBezTo>
                    <a:pt x="18" y="7"/>
                    <a:pt x="21" y="6"/>
                    <a:pt x="24" y="6"/>
                  </a:cubicBezTo>
                  <a:cubicBezTo>
                    <a:pt x="25" y="6"/>
                    <a:pt x="25" y="6"/>
                    <a:pt x="25" y="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43" name="Google Shape;1043;p52"/>
            <p:cNvSpPr/>
            <p:nvPr/>
          </p:nvSpPr>
          <p:spPr>
            <a:xfrm>
              <a:off x="5727671" y="1637931"/>
              <a:ext cx="165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1044" name="Google Shape;1044;p52"/>
          <p:cNvGrpSpPr/>
          <p:nvPr/>
        </p:nvGrpSpPr>
        <p:grpSpPr>
          <a:xfrm>
            <a:off x="4841376" y="1496599"/>
            <a:ext cx="215934" cy="362036"/>
            <a:chOff x="4840315" y="1512425"/>
            <a:chExt cx="221289" cy="371015"/>
          </a:xfrm>
        </p:grpSpPr>
        <p:sp>
          <p:nvSpPr>
            <p:cNvPr id="1045" name="Google Shape;1045;p52"/>
            <p:cNvSpPr/>
            <p:nvPr/>
          </p:nvSpPr>
          <p:spPr>
            <a:xfrm>
              <a:off x="4840315" y="1512425"/>
              <a:ext cx="221289" cy="371015"/>
            </a:xfrm>
            <a:custGeom>
              <a:avLst/>
              <a:gdLst/>
              <a:ahLst/>
              <a:cxnLst/>
              <a:rect l="l" t="t" r="r" b="b"/>
              <a:pathLst>
                <a:path w="85" h="142" extrusionOk="0">
                  <a:moveTo>
                    <a:pt x="73" y="112"/>
                  </a:moveTo>
                  <a:cubicBezTo>
                    <a:pt x="72" y="111"/>
                    <a:pt x="70" y="109"/>
                    <a:pt x="68" y="108"/>
                  </a:cubicBezTo>
                  <a:cubicBezTo>
                    <a:pt x="79" y="99"/>
                    <a:pt x="85" y="85"/>
                    <a:pt x="85" y="71"/>
                  </a:cubicBezTo>
                  <a:cubicBezTo>
                    <a:pt x="85" y="57"/>
                    <a:pt x="79" y="43"/>
                    <a:pt x="68" y="34"/>
                  </a:cubicBezTo>
                  <a:cubicBezTo>
                    <a:pt x="70" y="33"/>
                    <a:pt x="72" y="31"/>
                    <a:pt x="73" y="30"/>
                  </a:cubicBezTo>
                  <a:cubicBezTo>
                    <a:pt x="80" y="24"/>
                    <a:pt x="84" y="15"/>
                    <a:pt x="85" y="6"/>
                  </a:cubicBezTo>
                  <a:cubicBezTo>
                    <a:pt x="85" y="4"/>
                    <a:pt x="85" y="3"/>
                    <a:pt x="84" y="2"/>
                  </a:cubicBezTo>
                  <a:cubicBezTo>
                    <a:pt x="83" y="1"/>
                    <a:pt x="81" y="0"/>
                    <a:pt x="80" y="0"/>
                  </a:cubicBezTo>
                  <a:cubicBezTo>
                    <a:pt x="74" y="0"/>
                    <a:pt x="74" y="0"/>
                    <a:pt x="74" y="0"/>
                  </a:cubicBezTo>
                  <a:cubicBezTo>
                    <a:pt x="71" y="0"/>
                    <a:pt x="69" y="2"/>
                    <a:pt x="69" y="5"/>
                  </a:cubicBezTo>
                  <a:cubicBezTo>
                    <a:pt x="69" y="6"/>
                    <a:pt x="69" y="7"/>
                    <a:pt x="68" y="7"/>
                  </a:cubicBezTo>
                  <a:cubicBezTo>
                    <a:pt x="17" y="7"/>
                    <a:pt x="17" y="7"/>
                    <a:pt x="17" y="7"/>
                  </a:cubicBezTo>
                  <a:cubicBezTo>
                    <a:pt x="17" y="7"/>
                    <a:pt x="17" y="6"/>
                    <a:pt x="17" y="5"/>
                  </a:cubicBezTo>
                  <a:cubicBezTo>
                    <a:pt x="17" y="2"/>
                    <a:pt x="14" y="0"/>
                    <a:pt x="11" y="0"/>
                  </a:cubicBezTo>
                  <a:cubicBezTo>
                    <a:pt x="6" y="0"/>
                    <a:pt x="6" y="0"/>
                    <a:pt x="6" y="0"/>
                  </a:cubicBezTo>
                  <a:cubicBezTo>
                    <a:pt x="4" y="0"/>
                    <a:pt x="3" y="1"/>
                    <a:pt x="2" y="2"/>
                  </a:cubicBezTo>
                  <a:cubicBezTo>
                    <a:pt x="1" y="3"/>
                    <a:pt x="0" y="4"/>
                    <a:pt x="0" y="6"/>
                  </a:cubicBezTo>
                  <a:cubicBezTo>
                    <a:pt x="1" y="18"/>
                    <a:pt x="8" y="28"/>
                    <a:pt x="18" y="34"/>
                  </a:cubicBezTo>
                  <a:cubicBezTo>
                    <a:pt x="7" y="43"/>
                    <a:pt x="0" y="56"/>
                    <a:pt x="0" y="71"/>
                  </a:cubicBezTo>
                  <a:cubicBezTo>
                    <a:pt x="0" y="86"/>
                    <a:pt x="7" y="99"/>
                    <a:pt x="18" y="108"/>
                  </a:cubicBezTo>
                  <a:cubicBezTo>
                    <a:pt x="8" y="114"/>
                    <a:pt x="1" y="125"/>
                    <a:pt x="0" y="136"/>
                  </a:cubicBezTo>
                  <a:cubicBezTo>
                    <a:pt x="0" y="138"/>
                    <a:pt x="1" y="139"/>
                    <a:pt x="2" y="141"/>
                  </a:cubicBezTo>
                  <a:cubicBezTo>
                    <a:pt x="3" y="142"/>
                    <a:pt x="4" y="142"/>
                    <a:pt x="6" y="142"/>
                  </a:cubicBezTo>
                  <a:cubicBezTo>
                    <a:pt x="11" y="142"/>
                    <a:pt x="11" y="142"/>
                    <a:pt x="11" y="142"/>
                  </a:cubicBezTo>
                  <a:cubicBezTo>
                    <a:pt x="14" y="142"/>
                    <a:pt x="17" y="140"/>
                    <a:pt x="17" y="137"/>
                  </a:cubicBezTo>
                  <a:cubicBezTo>
                    <a:pt x="17" y="136"/>
                    <a:pt x="17" y="136"/>
                    <a:pt x="18" y="135"/>
                  </a:cubicBezTo>
                  <a:cubicBezTo>
                    <a:pt x="30" y="135"/>
                    <a:pt x="30" y="135"/>
                    <a:pt x="30" y="135"/>
                  </a:cubicBezTo>
                  <a:cubicBezTo>
                    <a:pt x="32" y="135"/>
                    <a:pt x="33" y="134"/>
                    <a:pt x="33" y="132"/>
                  </a:cubicBezTo>
                  <a:cubicBezTo>
                    <a:pt x="33" y="131"/>
                    <a:pt x="32" y="129"/>
                    <a:pt x="30" y="129"/>
                  </a:cubicBezTo>
                  <a:cubicBezTo>
                    <a:pt x="20" y="129"/>
                    <a:pt x="20" y="129"/>
                    <a:pt x="20" y="129"/>
                  </a:cubicBezTo>
                  <a:cubicBezTo>
                    <a:pt x="23" y="123"/>
                    <a:pt x="30" y="119"/>
                    <a:pt x="37" y="119"/>
                  </a:cubicBezTo>
                  <a:cubicBezTo>
                    <a:pt x="39" y="119"/>
                    <a:pt x="41" y="119"/>
                    <a:pt x="43" y="119"/>
                  </a:cubicBezTo>
                  <a:cubicBezTo>
                    <a:pt x="45" y="119"/>
                    <a:pt x="46" y="119"/>
                    <a:pt x="48" y="119"/>
                  </a:cubicBezTo>
                  <a:cubicBezTo>
                    <a:pt x="56" y="119"/>
                    <a:pt x="62" y="123"/>
                    <a:pt x="66" y="129"/>
                  </a:cubicBezTo>
                  <a:cubicBezTo>
                    <a:pt x="55" y="129"/>
                    <a:pt x="55" y="129"/>
                    <a:pt x="55" y="129"/>
                  </a:cubicBezTo>
                  <a:cubicBezTo>
                    <a:pt x="54" y="129"/>
                    <a:pt x="53" y="130"/>
                    <a:pt x="53" y="132"/>
                  </a:cubicBezTo>
                  <a:cubicBezTo>
                    <a:pt x="52" y="133"/>
                    <a:pt x="54" y="135"/>
                    <a:pt x="55" y="135"/>
                  </a:cubicBezTo>
                  <a:cubicBezTo>
                    <a:pt x="68" y="135"/>
                    <a:pt x="68" y="135"/>
                    <a:pt x="68" y="135"/>
                  </a:cubicBezTo>
                  <a:cubicBezTo>
                    <a:pt x="68" y="136"/>
                    <a:pt x="68" y="136"/>
                    <a:pt x="69" y="137"/>
                  </a:cubicBezTo>
                  <a:cubicBezTo>
                    <a:pt x="69" y="140"/>
                    <a:pt x="71" y="142"/>
                    <a:pt x="74" y="142"/>
                  </a:cubicBezTo>
                  <a:cubicBezTo>
                    <a:pt x="80" y="142"/>
                    <a:pt x="80" y="142"/>
                    <a:pt x="80" y="142"/>
                  </a:cubicBezTo>
                  <a:cubicBezTo>
                    <a:pt x="81" y="142"/>
                    <a:pt x="83" y="142"/>
                    <a:pt x="84" y="141"/>
                  </a:cubicBezTo>
                  <a:cubicBezTo>
                    <a:pt x="85" y="139"/>
                    <a:pt x="85" y="138"/>
                    <a:pt x="85" y="136"/>
                  </a:cubicBezTo>
                  <a:cubicBezTo>
                    <a:pt x="84" y="127"/>
                    <a:pt x="80" y="119"/>
                    <a:pt x="73" y="112"/>
                  </a:cubicBezTo>
                  <a:close/>
                  <a:moveTo>
                    <a:pt x="80" y="71"/>
                  </a:moveTo>
                  <a:cubicBezTo>
                    <a:pt x="80" y="85"/>
                    <a:pt x="73" y="97"/>
                    <a:pt x="63" y="105"/>
                  </a:cubicBezTo>
                  <a:cubicBezTo>
                    <a:pt x="60" y="104"/>
                    <a:pt x="58" y="104"/>
                    <a:pt x="56" y="103"/>
                  </a:cubicBezTo>
                  <a:cubicBezTo>
                    <a:pt x="59" y="101"/>
                    <a:pt x="63" y="98"/>
                    <a:pt x="65" y="95"/>
                  </a:cubicBezTo>
                  <a:cubicBezTo>
                    <a:pt x="71" y="88"/>
                    <a:pt x="74" y="80"/>
                    <a:pt x="74" y="71"/>
                  </a:cubicBezTo>
                  <a:cubicBezTo>
                    <a:pt x="74" y="62"/>
                    <a:pt x="71" y="54"/>
                    <a:pt x="65" y="47"/>
                  </a:cubicBezTo>
                  <a:cubicBezTo>
                    <a:pt x="63" y="44"/>
                    <a:pt x="59" y="41"/>
                    <a:pt x="56" y="39"/>
                  </a:cubicBezTo>
                  <a:cubicBezTo>
                    <a:pt x="58" y="38"/>
                    <a:pt x="60" y="38"/>
                    <a:pt x="63" y="37"/>
                  </a:cubicBezTo>
                  <a:cubicBezTo>
                    <a:pt x="73" y="45"/>
                    <a:pt x="80" y="58"/>
                    <a:pt x="80" y="71"/>
                  </a:cubicBezTo>
                  <a:close/>
                  <a:moveTo>
                    <a:pt x="25" y="93"/>
                  </a:moveTo>
                  <a:cubicBezTo>
                    <a:pt x="60" y="93"/>
                    <a:pt x="60" y="93"/>
                    <a:pt x="60" y="93"/>
                  </a:cubicBezTo>
                  <a:cubicBezTo>
                    <a:pt x="56" y="97"/>
                    <a:pt x="49" y="101"/>
                    <a:pt x="43" y="102"/>
                  </a:cubicBezTo>
                  <a:cubicBezTo>
                    <a:pt x="36" y="101"/>
                    <a:pt x="30" y="97"/>
                    <a:pt x="25" y="93"/>
                  </a:cubicBezTo>
                  <a:close/>
                  <a:moveTo>
                    <a:pt x="43" y="40"/>
                  </a:moveTo>
                  <a:cubicBezTo>
                    <a:pt x="50" y="41"/>
                    <a:pt x="56" y="45"/>
                    <a:pt x="60" y="50"/>
                  </a:cubicBezTo>
                  <a:cubicBezTo>
                    <a:pt x="25" y="50"/>
                    <a:pt x="25" y="50"/>
                    <a:pt x="25" y="50"/>
                  </a:cubicBezTo>
                  <a:cubicBezTo>
                    <a:pt x="30" y="45"/>
                    <a:pt x="36" y="41"/>
                    <a:pt x="43" y="40"/>
                  </a:cubicBezTo>
                  <a:close/>
                  <a:moveTo>
                    <a:pt x="17" y="71"/>
                  </a:moveTo>
                  <a:cubicBezTo>
                    <a:pt x="17" y="70"/>
                    <a:pt x="17" y="69"/>
                    <a:pt x="17" y="68"/>
                  </a:cubicBezTo>
                  <a:cubicBezTo>
                    <a:pt x="68" y="68"/>
                    <a:pt x="68" y="68"/>
                    <a:pt x="68" y="68"/>
                  </a:cubicBezTo>
                  <a:cubicBezTo>
                    <a:pt x="69" y="69"/>
                    <a:pt x="69" y="70"/>
                    <a:pt x="69" y="71"/>
                  </a:cubicBezTo>
                  <a:cubicBezTo>
                    <a:pt x="69" y="72"/>
                    <a:pt x="69" y="73"/>
                    <a:pt x="68" y="74"/>
                  </a:cubicBezTo>
                  <a:cubicBezTo>
                    <a:pt x="17" y="74"/>
                    <a:pt x="17" y="74"/>
                    <a:pt x="17" y="74"/>
                  </a:cubicBezTo>
                  <a:cubicBezTo>
                    <a:pt x="17" y="73"/>
                    <a:pt x="17" y="72"/>
                    <a:pt x="17" y="71"/>
                  </a:cubicBezTo>
                  <a:close/>
                  <a:moveTo>
                    <a:pt x="21" y="55"/>
                  </a:moveTo>
                  <a:cubicBezTo>
                    <a:pt x="64" y="55"/>
                    <a:pt x="64" y="55"/>
                    <a:pt x="64" y="55"/>
                  </a:cubicBezTo>
                  <a:cubicBezTo>
                    <a:pt x="66" y="57"/>
                    <a:pt x="67" y="60"/>
                    <a:pt x="67" y="62"/>
                  </a:cubicBezTo>
                  <a:cubicBezTo>
                    <a:pt x="18" y="62"/>
                    <a:pt x="18" y="62"/>
                    <a:pt x="18" y="62"/>
                  </a:cubicBezTo>
                  <a:cubicBezTo>
                    <a:pt x="19" y="60"/>
                    <a:pt x="20" y="57"/>
                    <a:pt x="21" y="55"/>
                  </a:cubicBezTo>
                  <a:close/>
                  <a:moveTo>
                    <a:pt x="67" y="80"/>
                  </a:moveTo>
                  <a:cubicBezTo>
                    <a:pt x="67" y="82"/>
                    <a:pt x="66" y="85"/>
                    <a:pt x="64" y="87"/>
                  </a:cubicBezTo>
                  <a:cubicBezTo>
                    <a:pt x="21" y="87"/>
                    <a:pt x="21" y="87"/>
                    <a:pt x="21" y="87"/>
                  </a:cubicBezTo>
                  <a:cubicBezTo>
                    <a:pt x="20" y="85"/>
                    <a:pt x="19" y="82"/>
                    <a:pt x="18" y="80"/>
                  </a:cubicBezTo>
                  <a:lnTo>
                    <a:pt x="67" y="80"/>
                  </a:lnTo>
                  <a:close/>
                  <a:moveTo>
                    <a:pt x="66" y="13"/>
                  </a:moveTo>
                  <a:cubicBezTo>
                    <a:pt x="62" y="19"/>
                    <a:pt x="56" y="23"/>
                    <a:pt x="48" y="23"/>
                  </a:cubicBezTo>
                  <a:cubicBezTo>
                    <a:pt x="46" y="23"/>
                    <a:pt x="45" y="23"/>
                    <a:pt x="43" y="23"/>
                  </a:cubicBezTo>
                  <a:cubicBezTo>
                    <a:pt x="41" y="23"/>
                    <a:pt x="39" y="23"/>
                    <a:pt x="37" y="23"/>
                  </a:cubicBezTo>
                  <a:cubicBezTo>
                    <a:pt x="30" y="23"/>
                    <a:pt x="23" y="19"/>
                    <a:pt x="20" y="13"/>
                  </a:cubicBezTo>
                  <a:lnTo>
                    <a:pt x="66" y="13"/>
                  </a:lnTo>
                  <a:close/>
                  <a:moveTo>
                    <a:pt x="6" y="5"/>
                  </a:moveTo>
                  <a:cubicBezTo>
                    <a:pt x="12" y="6"/>
                    <a:pt x="12" y="6"/>
                    <a:pt x="12" y="6"/>
                  </a:cubicBezTo>
                  <a:cubicBezTo>
                    <a:pt x="12" y="12"/>
                    <a:pt x="15" y="18"/>
                    <a:pt x="20" y="22"/>
                  </a:cubicBezTo>
                  <a:cubicBezTo>
                    <a:pt x="23" y="24"/>
                    <a:pt x="26" y="26"/>
                    <a:pt x="29" y="27"/>
                  </a:cubicBezTo>
                  <a:cubicBezTo>
                    <a:pt x="27" y="28"/>
                    <a:pt x="25" y="29"/>
                    <a:pt x="23" y="30"/>
                  </a:cubicBezTo>
                  <a:cubicBezTo>
                    <a:pt x="13" y="26"/>
                    <a:pt x="7" y="16"/>
                    <a:pt x="6" y="5"/>
                  </a:cubicBezTo>
                  <a:close/>
                  <a:moveTo>
                    <a:pt x="20" y="120"/>
                  </a:moveTo>
                  <a:cubicBezTo>
                    <a:pt x="15" y="125"/>
                    <a:pt x="12" y="130"/>
                    <a:pt x="12" y="137"/>
                  </a:cubicBezTo>
                  <a:cubicBezTo>
                    <a:pt x="6" y="137"/>
                    <a:pt x="6" y="137"/>
                    <a:pt x="6" y="137"/>
                  </a:cubicBezTo>
                  <a:cubicBezTo>
                    <a:pt x="7" y="126"/>
                    <a:pt x="13" y="117"/>
                    <a:pt x="23" y="112"/>
                  </a:cubicBezTo>
                  <a:cubicBezTo>
                    <a:pt x="25" y="113"/>
                    <a:pt x="27" y="114"/>
                    <a:pt x="29" y="115"/>
                  </a:cubicBezTo>
                  <a:cubicBezTo>
                    <a:pt x="26" y="116"/>
                    <a:pt x="23" y="118"/>
                    <a:pt x="20" y="120"/>
                  </a:cubicBezTo>
                  <a:close/>
                  <a:moveTo>
                    <a:pt x="80" y="137"/>
                  </a:moveTo>
                  <a:cubicBezTo>
                    <a:pt x="74" y="137"/>
                    <a:pt x="74" y="137"/>
                    <a:pt x="74" y="137"/>
                  </a:cubicBezTo>
                  <a:cubicBezTo>
                    <a:pt x="74" y="137"/>
                    <a:pt x="74" y="137"/>
                    <a:pt x="74" y="137"/>
                  </a:cubicBezTo>
                  <a:cubicBezTo>
                    <a:pt x="73" y="130"/>
                    <a:pt x="70" y="125"/>
                    <a:pt x="66" y="120"/>
                  </a:cubicBezTo>
                  <a:cubicBezTo>
                    <a:pt x="61" y="116"/>
                    <a:pt x="55" y="114"/>
                    <a:pt x="48" y="114"/>
                  </a:cubicBezTo>
                  <a:cubicBezTo>
                    <a:pt x="25" y="114"/>
                    <a:pt x="6" y="95"/>
                    <a:pt x="6" y="71"/>
                  </a:cubicBezTo>
                  <a:cubicBezTo>
                    <a:pt x="6" y="48"/>
                    <a:pt x="25" y="29"/>
                    <a:pt x="48" y="29"/>
                  </a:cubicBezTo>
                  <a:cubicBezTo>
                    <a:pt x="55" y="29"/>
                    <a:pt x="61" y="26"/>
                    <a:pt x="66" y="22"/>
                  </a:cubicBezTo>
                  <a:cubicBezTo>
                    <a:pt x="70" y="18"/>
                    <a:pt x="73" y="12"/>
                    <a:pt x="74" y="5"/>
                  </a:cubicBezTo>
                  <a:cubicBezTo>
                    <a:pt x="80" y="5"/>
                    <a:pt x="80" y="5"/>
                    <a:pt x="80" y="5"/>
                  </a:cubicBezTo>
                  <a:cubicBezTo>
                    <a:pt x="79" y="13"/>
                    <a:pt x="75" y="20"/>
                    <a:pt x="70" y="26"/>
                  </a:cubicBezTo>
                  <a:cubicBezTo>
                    <a:pt x="64" y="31"/>
                    <a:pt x="56" y="34"/>
                    <a:pt x="48" y="34"/>
                  </a:cubicBezTo>
                  <a:cubicBezTo>
                    <a:pt x="46" y="34"/>
                    <a:pt x="42" y="35"/>
                    <a:pt x="42" y="35"/>
                  </a:cubicBezTo>
                  <a:cubicBezTo>
                    <a:pt x="25" y="38"/>
                    <a:pt x="11" y="53"/>
                    <a:pt x="11" y="71"/>
                  </a:cubicBezTo>
                  <a:cubicBezTo>
                    <a:pt x="11" y="89"/>
                    <a:pt x="25" y="105"/>
                    <a:pt x="42" y="108"/>
                  </a:cubicBezTo>
                  <a:cubicBezTo>
                    <a:pt x="42" y="108"/>
                    <a:pt x="46" y="108"/>
                    <a:pt x="48" y="108"/>
                  </a:cubicBezTo>
                  <a:cubicBezTo>
                    <a:pt x="56" y="108"/>
                    <a:pt x="64" y="111"/>
                    <a:pt x="70" y="116"/>
                  </a:cubicBezTo>
                  <a:cubicBezTo>
                    <a:pt x="75" y="122"/>
                    <a:pt x="79" y="129"/>
                    <a:pt x="80" y="137"/>
                  </a:cubicBezTo>
                  <a:cubicBezTo>
                    <a:pt x="80" y="137"/>
                    <a:pt x="80" y="137"/>
                    <a:pt x="80" y="137"/>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46" name="Google Shape;1046;p52"/>
            <p:cNvSpPr/>
            <p:nvPr/>
          </p:nvSpPr>
          <p:spPr>
            <a:xfrm>
              <a:off x="4943803" y="1849311"/>
              <a:ext cx="165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1047" name="Google Shape;1047;p52"/>
          <p:cNvGrpSpPr/>
          <p:nvPr/>
        </p:nvGrpSpPr>
        <p:grpSpPr>
          <a:xfrm>
            <a:off x="1656626" y="1496599"/>
            <a:ext cx="263203" cy="362318"/>
            <a:chOff x="1524289" y="1512425"/>
            <a:chExt cx="269730" cy="371304"/>
          </a:xfrm>
        </p:grpSpPr>
        <p:sp>
          <p:nvSpPr>
            <p:cNvPr id="1048" name="Google Shape;1048;p52"/>
            <p:cNvSpPr/>
            <p:nvPr/>
          </p:nvSpPr>
          <p:spPr>
            <a:xfrm>
              <a:off x="1524289" y="1512425"/>
              <a:ext cx="269730" cy="371015"/>
            </a:xfrm>
            <a:custGeom>
              <a:avLst/>
              <a:gdLst/>
              <a:ahLst/>
              <a:cxnLst/>
              <a:rect l="l" t="t" r="r" b="b"/>
              <a:pathLst>
                <a:path w="103" h="142" extrusionOk="0">
                  <a:moveTo>
                    <a:pt x="100" y="0"/>
                  </a:moveTo>
                  <a:cubicBezTo>
                    <a:pt x="99" y="0"/>
                    <a:pt x="98" y="0"/>
                    <a:pt x="97" y="0"/>
                  </a:cubicBezTo>
                  <a:cubicBezTo>
                    <a:pt x="6" y="0"/>
                    <a:pt x="6" y="0"/>
                    <a:pt x="6" y="0"/>
                  </a:cubicBezTo>
                  <a:cubicBezTo>
                    <a:pt x="5" y="0"/>
                    <a:pt x="5" y="0"/>
                    <a:pt x="4" y="0"/>
                  </a:cubicBezTo>
                  <a:cubicBezTo>
                    <a:pt x="2" y="1"/>
                    <a:pt x="0" y="4"/>
                    <a:pt x="1" y="6"/>
                  </a:cubicBezTo>
                  <a:cubicBezTo>
                    <a:pt x="17" y="137"/>
                    <a:pt x="17" y="137"/>
                    <a:pt x="17" y="137"/>
                  </a:cubicBezTo>
                  <a:cubicBezTo>
                    <a:pt x="17" y="140"/>
                    <a:pt x="19" y="142"/>
                    <a:pt x="22" y="142"/>
                  </a:cubicBezTo>
                  <a:cubicBezTo>
                    <a:pt x="39" y="142"/>
                    <a:pt x="39" y="142"/>
                    <a:pt x="39" y="142"/>
                  </a:cubicBezTo>
                  <a:cubicBezTo>
                    <a:pt x="41" y="142"/>
                    <a:pt x="42" y="141"/>
                    <a:pt x="42" y="140"/>
                  </a:cubicBezTo>
                  <a:cubicBezTo>
                    <a:pt x="42" y="138"/>
                    <a:pt x="41" y="137"/>
                    <a:pt x="39" y="137"/>
                  </a:cubicBezTo>
                  <a:cubicBezTo>
                    <a:pt x="22" y="137"/>
                    <a:pt x="22" y="137"/>
                    <a:pt x="22" y="137"/>
                  </a:cubicBezTo>
                  <a:cubicBezTo>
                    <a:pt x="12" y="52"/>
                    <a:pt x="12" y="52"/>
                    <a:pt x="12" y="52"/>
                  </a:cubicBezTo>
                  <a:cubicBezTo>
                    <a:pt x="16" y="52"/>
                    <a:pt x="19" y="50"/>
                    <a:pt x="21" y="49"/>
                  </a:cubicBezTo>
                  <a:cubicBezTo>
                    <a:pt x="24" y="48"/>
                    <a:pt x="26" y="47"/>
                    <a:pt x="30" y="47"/>
                  </a:cubicBezTo>
                  <a:cubicBezTo>
                    <a:pt x="35" y="47"/>
                    <a:pt x="37" y="48"/>
                    <a:pt x="40" y="49"/>
                  </a:cubicBezTo>
                  <a:cubicBezTo>
                    <a:pt x="43" y="51"/>
                    <a:pt x="46" y="52"/>
                    <a:pt x="52" y="52"/>
                  </a:cubicBezTo>
                  <a:cubicBezTo>
                    <a:pt x="58" y="52"/>
                    <a:pt x="61" y="51"/>
                    <a:pt x="64" y="49"/>
                  </a:cubicBezTo>
                  <a:cubicBezTo>
                    <a:pt x="66" y="48"/>
                    <a:pt x="68" y="47"/>
                    <a:pt x="73" y="47"/>
                  </a:cubicBezTo>
                  <a:cubicBezTo>
                    <a:pt x="78" y="47"/>
                    <a:pt x="80" y="48"/>
                    <a:pt x="83" y="49"/>
                  </a:cubicBezTo>
                  <a:cubicBezTo>
                    <a:pt x="85" y="50"/>
                    <a:pt x="87" y="52"/>
                    <a:pt x="92" y="52"/>
                  </a:cubicBezTo>
                  <a:cubicBezTo>
                    <a:pt x="81" y="137"/>
                    <a:pt x="81" y="137"/>
                    <a:pt x="81" y="137"/>
                  </a:cubicBezTo>
                  <a:cubicBezTo>
                    <a:pt x="64" y="137"/>
                    <a:pt x="64" y="137"/>
                    <a:pt x="64" y="137"/>
                  </a:cubicBezTo>
                  <a:cubicBezTo>
                    <a:pt x="63" y="137"/>
                    <a:pt x="62" y="138"/>
                    <a:pt x="61" y="139"/>
                  </a:cubicBezTo>
                  <a:cubicBezTo>
                    <a:pt x="61" y="141"/>
                    <a:pt x="63" y="142"/>
                    <a:pt x="64" y="142"/>
                  </a:cubicBezTo>
                  <a:cubicBezTo>
                    <a:pt x="81" y="142"/>
                    <a:pt x="81" y="142"/>
                    <a:pt x="81" y="142"/>
                  </a:cubicBezTo>
                  <a:cubicBezTo>
                    <a:pt x="84" y="142"/>
                    <a:pt x="87" y="140"/>
                    <a:pt x="87" y="137"/>
                  </a:cubicBezTo>
                  <a:cubicBezTo>
                    <a:pt x="103" y="6"/>
                    <a:pt x="103" y="6"/>
                    <a:pt x="103" y="6"/>
                  </a:cubicBezTo>
                  <a:cubicBezTo>
                    <a:pt x="103" y="4"/>
                    <a:pt x="102" y="1"/>
                    <a:pt x="100" y="0"/>
                  </a:cubicBezTo>
                  <a:close/>
                  <a:moveTo>
                    <a:pt x="92" y="46"/>
                  </a:moveTo>
                  <a:cubicBezTo>
                    <a:pt x="89" y="46"/>
                    <a:pt x="87" y="45"/>
                    <a:pt x="85" y="44"/>
                  </a:cubicBezTo>
                  <a:cubicBezTo>
                    <a:pt x="82" y="43"/>
                    <a:pt x="79" y="41"/>
                    <a:pt x="73" y="41"/>
                  </a:cubicBezTo>
                  <a:cubicBezTo>
                    <a:pt x="67" y="41"/>
                    <a:pt x="64" y="43"/>
                    <a:pt x="61" y="44"/>
                  </a:cubicBezTo>
                  <a:cubicBezTo>
                    <a:pt x="59" y="45"/>
                    <a:pt x="56" y="46"/>
                    <a:pt x="52" y="46"/>
                  </a:cubicBezTo>
                  <a:cubicBezTo>
                    <a:pt x="47" y="46"/>
                    <a:pt x="45" y="45"/>
                    <a:pt x="42" y="44"/>
                  </a:cubicBezTo>
                  <a:cubicBezTo>
                    <a:pt x="40" y="43"/>
                    <a:pt x="36" y="41"/>
                    <a:pt x="30" y="41"/>
                  </a:cubicBezTo>
                  <a:cubicBezTo>
                    <a:pt x="24" y="41"/>
                    <a:pt x="21" y="43"/>
                    <a:pt x="18" y="44"/>
                  </a:cubicBezTo>
                  <a:cubicBezTo>
                    <a:pt x="16" y="45"/>
                    <a:pt x="14" y="46"/>
                    <a:pt x="11" y="46"/>
                  </a:cubicBezTo>
                  <a:cubicBezTo>
                    <a:pt x="6" y="5"/>
                    <a:pt x="6" y="5"/>
                    <a:pt x="6" y="5"/>
                  </a:cubicBezTo>
                  <a:cubicBezTo>
                    <a:pt x="97" y="5"/>
                    <a:pt x="97" y="5"/>
                    <a:pt x="97" y="5"/>
                  </a:cubicBezTo>
                  <a:lnTo>
                    <a:pt x="92" y="46"/>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49" name="Google Shape;1049;p52"/>
            <p:cNvSpPr/>
            <p:nvPr/>
          </p:nvSpPr>
          <p:spPr>
            <a:xfrm>
              <a:off x="1615667" y="1757934"/>
              <a:ext cx="89176" cy="89176"/>
            </a:xfrm>
            <a:custGeom>
              <a:avLst/>
              <a:gdLst/>
              <a:ahLst/>
              <a:cxnLst/>
              <a:rect l="l" t="t" r="r" b="b"/>
              <a:pathLst>
                <a:path w="34" h="34" extrusionOk="0">
                  <a:moveTo>
                    <a:pt x="5" y="29"/>
                  </a:moveTo>
                  <a:cubicBezTo>
                    <a:pt x="8" y="32"/>
                    <a:pt x="12" y="34"/>
                    <a:pt x="17" y="34"/>
                  </a:cubicBezTo>
                  <a:cubicBezTo>
                    <a:pt x="21" y="34"/>
                    <a:pt x="25" y="32"/>
                    <a:pt x="29" y="29"/>
                  </a:cubicBezTo>
                  <a:cubicBezTo>
                    <a:pt x="32" y="26"/>
                    <a:pt x="34" y="21"/>
                    <a:pt x="34" y="17"/>
                  </a:cubicBezTo>
                  <a:cubicBezTo>
                    <a:pt x="34" y="12"/>
                    <a:pt x="32" y="8"/>
                    <a:pt x="29" y="5"/>
                  </a:cubicBezTo>
                  <a:cubicBezTo>
                    <a:pt x="25" y="2"/>
                    <a:pt x="21" y="0"/>
                    <a:pt x="17" y="0"/>
                  </a:cubicBezTo>
                  <a:cubicBezTo>
                    <a:pt x="12" y="0"/>
                    <a:pt x="8" y="2"/>
                    <a:pt x="5" y="5"/>
                  </a:cubicBezTo>
                  <a:cubicBezTo>
                    <a:pt x="2" y="8"/>
                    <a:pt x="0" y="12"/>
                    <a:pt x="0" y="17"/>
                  </a:cubicBezTo>
                  <a:cubicBezTo>
                    <a:pt x="0" y="21"/>
                    <a:pt x="2" y="26"/>
                    <a:pt x="5" y="29"/>
                  </a:cubicBezTo>
                  <a:close/>
                  <a:moveTo>
                    <a:pt x="25" y="25"/>
                  </a:moveTo>
                  <a:cubicBezTo>
                    <a:pt x="25" y="25"/>
                    <a:pt x="25" y="25"/>
                    <a:pt x="25" y="25"/>
                  </a:cubicBezTo>
                  <a:cubicBezTo>
                    <a:pt x="23" y="27"/>
                    <a:pt x="20" y="28"/>
                    <a:pt x="17" y="28"/>
                  </a:cubicBezTo>
                  <a:cubicBezTo>
                    <a:pt x="15" y="28"/>
                    <a:pt x="13" y="27"/>
                    <a:pt x="11" y="26"/>
                  </a:cubicBezTo>
                  <a:cubicBezTo>
                    <a:pt x="26" y="11"/>
                    <a:pt x="26" y="11"/>
                    <a:pt x="26" y="11"/>
                  </a:cubicBezTo>
                  <a:cubicBezTo>
                    <a:pt x="27" y="13"/>
                    <a:pt x="28" y="15"/>
                    <a:pt x="28" y="17"/>
                  </a:cubicBezTo>
                  <a:cubicBezTo>
                    <a:pt x="28" y="20"/>
                    <a:pt x="27" y="23"/>
                    <a:pt x="25" y="25"/>
                  </a:cubicBezTo>
                  <a:close/>
                  <a:moveTo>
                    <a:pt x="9" y="9"/>
                  </a:moveTo>
                  <a:cubicBezTo>
                    <a:pt x="11" y="7"/>
                    <a:pt x="14" y="6"/>
                    <a:pt x="17" y="6"/>
                  </a:cubicBezTo>
                  <a:cubicBezTo>
                    <a:pt x="19" y="6"/>
                    <a:pt x="21" y="6"/>
                    <a:pt x="22" y="7"/>
                  </a:cubicBezTo>
                  <a:cubicBezTo>
                    <a:pt x="7" y="23"/>
                    <a:pt x="7" y="23"/>
                    <a:pt x="7" y="23"/>
                  </a:cubicBezTo>
                  <a:cubicBezTo>
                    <a:pt x="6" y="21"/>
                    <a:pt x="6" y="19"/>
                    <a:pt x="6" y="17"/>
                  </a:cubicBezTo>
                  <a:cubicBezTo>
                    <a:pt x="6" y="14"/>
                    <a:pt x="7" y="11"/>
                    <a:pt x="9" y="9"/>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50" name="Google Shape;1050;p52"/>
            <p:cNvSpPr/>
            <p:nvPr/>
          </p:nvSpPr>
          <p:spPr>
            <a:xfrm>
              <a:off x="1653099" y="1870229"/>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51" name="Google Shape;1051;p52"/>
            <p:cNvSpPr/>
            <p:nvPr/>
          </p:nvSpPr>
          <p:spPr>
            <a:xfrm>
              <a:off x="1626677" y="1727107"/>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52" name="Google Shape;1052;p52"/>
            <p:cNvSpPr/>
            <p:nvPr/>
          </p:nvSpPr>
          <p:spPr>
            <a:xfrm>
              <a:off x="1626677" y="1698483"/>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53" name="Google Shape;1053;p52"/>
            <p:cNvSpPr/>
            <p:nvPr/>
          </p:nvSpPr>
          <p:spPr>
            <a:xfrm>
              <a:off x="1626677" y="1668758"/>
              <a:ext cx="156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54" name="Google Shape;1054;p52"/>
            <p:cNvSpPr/>
            <p:nvPr/>
          </p:nvSpPr>
          <p:spPr>
            <a:xfrm>
              <a:off x="1678420" y="1727107"/>
              <a:ext cx="16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55" name="Google Shape;1055;p52"/>
            <p:cNvSpPr/>
            <p:nvPr/>
          </p:nvSpPr>
          <p:spPr>
            <a:xfrm>
              <a:off x="1653099" y="1710593"/>
              <a:ext cx="156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56" name="Google Shape;1056;p52"/>
            <p:cNvSpPr/>
            <p:nvPr/>
          </p:nvSpPr>
          <p:spPr>
            <a:xfrm>
              <a:off x="1653099" y="1685272"/>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57" name="Google Shape;1057;p52"/>
            <p:cNvSpPr/>
            <p:nvPr/>
          </p:nvSpPr>
          <p:spPr>
            <a:xfrm>
              <a:off x="1678420" y="1698483"/>
              <a:ext cx="16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58" name="Google Shape;1058;p52"/>
            <p:cNvSpPr/>
            <p:nvPr/>
          </p:nvSpPr>
          <p:spPr>
            <a:xfrm>
              <a:off x="1678420" y="1668758"/>
              <a:ext cx="165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1059" name="Google Shape;1059;p52"/>
          <p:cNvGrpSpPr/>
          <p:nvPr/>
        </p:nvGrpSpPr>
        <p:grpSpPr>
          <a:xfrm>
            <a:off x="3977104" y="1511639"/>
            <a:ext cx="362038" cy="331956"/>
            <a:chOff x="3910022" y="1527838"/>
            <a:chExt cx="371017" cy="340189"/>
          </a:xfrm>
        </p:grpSpPr>
        <p:sp>
          <p:nvSpPr>
            <p:cNvPr id="1060" name="Google Shape;1060;p52"/>
            <p:cNvSpPr/>
            <p:nvPr/>
          </p:nvSpPr>
          <p:spPr>
            <a:xfrm>
              <a:off x="3910022" y="1527838"/>
              <a:ext cx="371017" cy="340189"/>
            </a:xfrm>
            <a:custGeom>
              <a:avLst/>
              <a:gdLst/>
              <a:ahLst/>
              <a:cxnLst/>
              <a:rect l="l" t="t" r="r" b="b"/>
              <a:pathLst>
                <a:path w="142" h="130" extrusionOk="0">
                  <a:moveTo>
                    <a:pt x="134" y="0"/>
                  </a:moveTo>
                  <a:cubicBezTo>
                    <a:pt x="8" y="0"/>
                    <a:pt x="8" y="0"/>
                    <a:pt x="8" y="0"/>
                  </a:cubicBezTo>
                  <a:cubicBezTo>
                    <a:pt x="3" y="0"/>
                    <a:pt x="0" y="4"/>
                    <a:pt x="0" y="9"/>
                  </a:cubicBezTo>
                  <a:cubicBezTo>
                    <a:pt x="0" y="88"/>
                    <a:pt x="0" y="88"/>
                    <a:pt x="0" y="88"/>
                  </a:cubicBezTo>
                  <a:cubicBezTo>
                    <a:pt x="0" y="92"/>
                    <a:pt x="3" y="96"/>
                    <a:pt x="8" y="96"/>
                  </a:cubicBezTo>
                  <a:cubicBezTo>
                    <a:pt x="51" y="96"/>
                    <a:pt x="51" y="96"/>
                    <a:pt x="51" y="96"/>
                  </a:cubicBezTo>
                  <a:cubicBezTo>
                    <a:pt x="51" y="113"/>
                    <a:pt x="51" y="113"/>
                    <a:pt x="51" y="113"/>
                  </a:cubicBezTo>
                  <a:cubicBezTo>
                    <a:pt x="49" y="113"/>
                    <a:pt x="49" y="113"/>
                    <a:pt x="49" y="113"/>
                  </a:cubicBezTo>
                  <a:cubicBezTo>
                    <a:pt x="46" y="113"/>
                    <a:pt x="44" y="115"/>
                    <a:pt x="44" y="118"/>
                  </a:cubicBezTo>
                  <a:cubicBezTo>
                    <a:pt x="44" y="124"/>
                    <a:pt x="44" y="124"/>
                    <a:pt x="44" y="124"/>
                  </a:cubicBezTo>
                  <a:cubicBezTo>
                    <a:pt x="44" y="127"/>
                    <a:pt x="46" y="130"/>
                    <a:pt x="49" y="130"/>
                  </a:cubicBezTo>
                  <a:cubicBezTo>
                    <a:pt x="92" y="130"/>
                    <a:pt x="92" y="130"/>
                    <a:pt x="92" y="130"/>
                  </a:cubicBezTo>
                  <a:cubicBezTo>
                    <a:pt x="96" y="130"/>
                    <a:pt x="98" y="127"/>
                    <a:pt x="98" y="124"/>
                  </a:cubicBezTo>
                  <a:cubicBezTo>
                    <a:pt x="98" y="118"/>
                    <a:pt x="98" y="118"/>
                    <a:pt x="98" y="118"/>
                  </a:cubicBezTo>
                  <a:cubicBezTo>
                    <a:pt x="98" y="115"/>
                    <a:pt x="96" y="113"/>
                    <a:pt x="92" y="113"/>
                  </a:cubicBezTo>
                  <a:cubicBezTo>
                    <a:pt x="91" y="113"/>
                    <a:pt x="91" y="113"/>
                    <a:pt x="91" y="113"/>
                  </a:cubicBezTo>
                  <a:cubicBezTo>
                    <a:pt x="91" y="96"/>
                    <a:pt x="91" y="96"/>
                    <a:pt x="91" y="96"/>
                  </a:cubicBezTo>
                  <a:cubicBezTo>
                    <a:pt x="134" y="96"/>
                    <a:pt x="134" y="96"/>
                    <a:pt x="134" y="96"/>
                  </a:cubicBezTo>
                  <a:cubicBezTo>
                    <a:pt x="138" y="96"/>
                    <a:pt x="142" y="92"/>
                    <a:pt x="142" y="88"/>
                  </a:cubicBezTo>
                  <a:cubicBezTo>
                    <a:pt x="142" y="9"/>
                    <a:pt x="142" y="9"/>
                    <a:pt x="142" y="9"/>
                  </a:cubicBezTo>
                  <a:cubicBezTo>
                    <a:pt x="142" y="5"/>
                    <a:pt x="139" y="1"/>
                    <a:pt x="135" y="1"/>
                  </a:cubicBezTo>
                  <a:lnTo>
                    <a:pt x="134" y="0"/>
                  </a:lnTo>
                  <a:close/>
                  <a:moveTo>
                    <a:pt x="92" y="124"/>
                  </a:moveTo>
                  <a:cubicBezTo>
                    <a:pt x="49" y="124"/>
                    <a:pt x="49" y="124"/>
                    <a:pt x="49" y="124"/>
                  </a:cubicBezTo>
                  <a:cubicBezTo>
                    <a:pt x="49" y="118"/>
                    <a:pt x="49" y="118"/>
                    <a:pt x="49" y="118"/>
                  </a:cubicBezTo>
                  <a:cubicBezTo>
                    <a:pt x="92" y="118"/>
                    <a:pt x="92" y="118"/>
                    <a:pt x="92" y="118"/>
                  </a:cubicBezTo>
                  <a:lnTo>
                    <a:pt x="92" y="124"/>
                  </a:lnTo>
                  <a:close/>
                  <a:moveTo>
                    <a:pt x="85" y="113"/>
                  </a:moveTo>
                  <a:cubicBezTo>
                    <a:pt x="57" y="113"/>
                    <a:pt x="57" y="113"/>
                    <a:pt x="57" y="113"/>
                  </a:cubicBezTo>
                  <a:cubicBezTo>
                    <a:pt x="57" y="96"/>
                    <a:pt x="57" y="96"/>
                    <a:pt x="57" y="96"/>
                  </a:cubicBezTo>
                  <a:cubicBezTo>
                    <a:pt x="85" y="96"/>
                    <a:pt x="85" y="96"/>
                    <a:pt x="85" y="96"/>
                  </a:cubicBezTo>
                  <a:lnTo>
                    <a:pt x="85" y="113"/>
                  </a:lnTo>
                  <a:close/>
                  <a:moveTo>
                    <a:pt x="136" y="88"/>
                  </a:moveTo>
                  <a:cubicBezTo>
                    <a:pt x="136" y="89"/>
                    <a:pt x="135" y="90"/>
                    <a:pt x="134" y="90"/>
                  </a:cubicBezTo>
                  <a:cubicBezTo>
                    <a:pt x="8" y="90"/>
                    <a:pt x="8" y="90"/>
                    <a:pt x="8" y="90"/>
                  </a:cubicBezTo>
                  <a:cubicBezTo>
                    <a:pt x="6" y="90"/>
                    <a:pt x="5" y="89"/>
                    <a:pt x="5" y="88"/>
                  </a:cubicBezTo>
                  <a:cubicBezTo>
                    <a:pt x="5" y="9"/>
                    <a:pt x="5" y="9"/>
                    <a:pt x="5" y="9"/>
                  </a:cubicBezTo>
                  <a:cubicBezTo>
                    <a:pt x="5" y="7"/>
                    <a:pt x="6" y="6"/>
                    <a:pt x="8" y="6"/>
                  </a:cubicBezTo>
                  <a:cubicBezTo>
                    <a:pt x="134" y="6"/>
                    <a:pt x="134" y="6"/>
                    <a:pt x="134" y="6"/>
                  </a:cubicBezTo>
                  <a:cubicBezTo>
                    <a:pt x="135" y="6"/>
                    <a:pt x="136" y="7"/>
                    <a:pt x="136" y="9"/>
                  </a:cubicBezTo>
                  <a:cubicBezTo>
                    <a:pt x="136" y="88"/>
                    <a:pt x="136" y="88"/>
                    <a:pt x="136" y="88"/>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61" name="Google Shape;1061;p52"/>
            <p:cNvSpPr/>
            <p:nvPr/>
          </p:nvSpPr>
          <p:spPr>
            <a:xfrm>
              <a:off x="4019015" y="1567472"/>
              <a:ext cx="149728" cy="172847"/>
            </a:xfrm>
            <a:custGeom>
              <a:avLst/>
              <a:gdLst/>
              <a:ahLst/>
              <a:cxnLst/>
              <a:rect l="l" t="t" r="r" b="b"/>
              <a:pathLst>
                <a:path w="57" h="66" extrusionOk="0">
                  <a:moveTo>
                    <a:pt x="56" y="25"/>
                  </a:moveTo>
                  <a:cubicBezTo>
                    <a:pt x="56" y="24"/>
                    <a:pt x="54" y="24"/>
                    <a:pt x="53" y="25"/>
                  </a:cubicBezTo>
                  <a:cubicBezTo>
                    <a:pt x="52" y="25"/>
                    <a:pt x="51" y="26"/>
                    <a:pt x="50" y="26"/>
                  </a:cubicBezTo>
                  <a:cubicBezTo>
                    <a:pt x="44" y="29"/>
                    <a:pt x="38" y="31"/>
                    <a:pt x="32" y="31"/>
                  </a:cubicBezTo>
                  <a:cubicBezTo>
                    <a:pt x="32" y="26"/>
                    <a:pt x="32" y="26"/>
                    <a:pt x="32" y="26"/>
                  </a:cubicBezTo>
                  <a:cubicBezTo>
                    <a:pt x="39" y="25"/>
                    <a:pt x="46" y="23"/>
                    <a:pt x="51" y="19"/>
                  </a:cubicBezTo>
                  <a:cubicBezTo>
                    <a:pt x="53" y="18"/>
                    <a:pt x="53" y="15"/>
                    <a:pt x="51" y="14"/>
                  </a:cubicBezTo>
                  <a:cubicBezTo>
                    <a:pt x="50" y="14"/>
                    <a:pt x="49" y="14"/>
                    <a:pt x="48" y="14"/>
                  </a:cubicBezTo>
                  <a:cubicBezTo>
                    <a:pt x="44" y="18"/>
                    <a:pt x="38" y="20"/>
                    <a:pt x="32" y="20"/>
                  </a:cubicBezTo>
                  <a:cubicBezTo>
                    <a:pt x="32" y="15"/>
                    <a:pt x="32" y="15"/>
                    <a:pt x="32" y="15"/>
                  </a:cubicBezTo>
                  <a:cubicBezTo>
                    <a:pt x="38" y="14"/>
                    <a:pt x="44" y="11"/>
                    <a:pt x="47" y="8"/>
                  </a:cubicBezTo>
                  <a:cubicBezTo>
                    <a:pt x="48" y="7"/>
                    <a:pt x="48" y="6"/>
                    <a:pt x="47" y="5"/>
                  </a:cubicBezTo>
                  <a:cubicBezTo>
                    <a:pt x="47" y="3"/>
                    <a:pt x="44" y="3"/>
                    <a:pt x="43" y="4"/>
                  </a:cubicBezTo>
                  <a:cubicBezTo>
                    <a:pt x="41" y="7"/>
                    <a:pt x="36" y="8"/>
                    <a:pt x="32" y="9"/>
                  </a:cubicBezTo>
                  <a:cubicBezTo>
                    <a:pt x="32" y="4"/>
                    <a:pt x="32" y="4"/>
                    <a:pt x="32" y="4"/>
                  </a:cubicBezTo>
                  <a:cubicBezTo>
                    <a:pt x="32" y="3"/>
                    <a:pt x="31" y="2"/>
                    <a:pt x="30" y="1"/>
                  </a:cubicBezTo>
                  <a:cubicBezTo>
                    <a:pt x="28" y="0"/>
                    <a:pt x="26" y="2"/>
                    <a:pt x="26" y="4"/>
                  </a:cubicBezTo>
                  <a:cubicBezTo>
                    <a:pt x="26" y="9"/>
                    <a:pt x="26" y="9"/>
                    <a:pt x="26" y="9"/>
                  </a:cubicBezTo>
                  <a:cubicBezTo>
                    <a:pt x="21" y="8"/>
                    <a:pt x="17" y="7"/>
                    <a:pt x="15" y="4"/>
                  </a:cubicBezTo>
                  <a:cubicBezTo>
                    <a:pt x="14" y="3"/>
                    <a:pt x="13" y="3"/>
                    <a:pt x="12" y="3"/>
                  </a:cubicBezTo>
                  <a:cubicBezTo>
                    <a:pt x="10" y="4"/>
                    <a:pt x="9" y="6"/>
                    <a:pt x="11" y="8"/>
                  </a:cubicBezTo>
                  <a:cubicBezTo>
                    <a:pt x="14" y="12"/>
                    <a:pt x="20" y="14"/>
                    <a:pt x="26" y="15"/>
                  </a:cubicBezTo>
                  <a:cubicBezTo>
                    <a:pt x="26" y="20"/>
                    <a:pt x="26" y="20"/>
                    <a:pt x="26" y="20"/>
                  </a:cubicBezTo>
                  <a:cubicBezTo>
                    <a:pt x="20" y="20"/>
                    <a:pt x="14" y="18"/>
                    <a:pt x="10" y="14"/>
                  </a:cubicBezTo>
                  <a:cubicBezTo>
                    <a:pt x="8" y="13"/>
                    <a:pt x="6" y="14"/>
                    <a:pt x="5" y="16"/>
                  </a:cubicBezTo>
                  <a:cubicBezTo>
                    <a:pt x="5" y="17"/>
                    <a:pt x="5" y="18"/>
                    <a:pt x="6" y="19"/>
                  </a:cubicBezTo>
                  <a:cubicBezTo>
                    <a:pt x="12" y="23"/>
                    <a:pt x="18" y="25"/>
                    <a:pt x="26" y="26"/>
                  </a:cubicBezTo>
                  <a:cubicBezTo>
                    <a:pt x="26" y="31"/>
                    <a:pt x="26" y="31"/>
                    <a:pt x="26" y="31"/>
                  </a:cubicBezTo>
                  <a:cubicBezTo>
                    <a:pt x="19" y="31"/>
                    <a:pt x="13" y="29"/>
                    <a:pt x="8" y="26"/>
                  </a:cubicBezTo>
                  <a:cubicBezTo>
                    <a:pt x="7" y="26"/>
                    <a:pt x="6" y="25"/>
                    <a:pt x="5" y="25"/>
                  </a:cubicBezTo>
                  <a:cubicBezTo>
                    <a:pt x="4" y="24"/>
                    <a:pt x="3" y="24"/>
                    <a:pt x="2" y="24"/>
                  </a:cubicBezTo>
                  <a:cubicBezTo>
                    <a:pt x="0" y="26"/>
                    <a:pt x="0" y="28"/>
                    <a:pt x="2" y="29"/>
                  </a:cubicBezTo>
                  <a:cubicBezTo>
                    <a:pt x="3" y="30"/>
                    <a:pt x="4" y="31"/>
                    <a:pt x="5" y="31"/>
                  </a:cubicBezTo>
                  <a:cubicBezTo>
                    <a:pt x="11" y="35"/>
                    <a:pt x="18" y="36"/>
                    <a:pt x="26" y="37"/>
                  </a:cubicBezTo>
                  <a:cubicBezTo>
                    <a:pt x="26" y="44"/>
                    <a:pt x="26" y="44"/>
                    <a:pt x="26" y="44"/>
                  </a:cubicBezTo>
                  <a:cubicBezTo>
                    <a:pt x="14" y="44"/>
                    <a:pt x="14" y="44"/>
                    <a:pt x="14" y="44"/>
                  </a:cubicBezTo>
                  <a:cubicBezTo>
                    <a:pt x="12" y="44"/>
                    <a:pt x="11" y="45"/>
                    <a:pt x="10" y="46"/>
                  </a:cubicBezTo>
                  <a:cubicBezTo>
                    <a:pt x="6" y="48"/>
                    <a:pt x="5" y="52"/>
                    <a:pt x="6" y="56"/>
                  </a:cubicBezTo>
                  <a:cubicBezTo>
                    <a:pt x="9" y="62"/>
                    <a:pt x="9" y="62"/>
                    <a:pt x="9" y="62"/>
                  </a:cubicBezTo>
                  <a:cubicBezTo>
                    <a:pt x="10" y="64"/>
                    <a:pt x="13" y="66"/>
                    <a:pt x="16" y="66"/>
                  </a:cubicBezTo>
                  <a:cubicBezTo>
                    <a:pt x="42" y="66"/>
                    <a:pt x="42" y="66"/>
                    <a:pt x="42" y="66"/>
                  </a:cubicBezTo>
                  <a:cubicBezTo>
                    <a:pt x="45" y="66"/>
                    <a:pt x="47" y="64"/>
                    <a:pt x="48" y="62"/>
                  </a:cubicBezTo>
                  <a:cubicBezTo>
                    <a:pt x="51" y="55"/>
                    <a:pt x="51" y="55"/>
                    <a:pt x="51" y="55"/>
                  </a:cubicBezTo>
                  <a:cubicBezTo>
                    <a:pt x="52" y="54"/>
                    <a:pt x="52" y="53"/>
                    <a:pt x="52" y="51"/>
                  </a:cubicBezTo>
                  <a:cubicBezTo>
                    <a:pt x="51" y="47"/>
                    <a:pt x="48" y="44"/>
                    <a:pt x="44" y="44"/>
                  </a:cubicBezTo>
                  <a:cubicBezTo>
                    <a:pt x="32" y="44"/>
                    <a:pt x="32" y="44"/>
                    <a:pt x="32" y="44"/>
                  </a:cubicBezTo>
                  <a:cubicBezTo>
                    <a:pt x="32" y="37"/>
                    <a:pt x="32" y="37"/>
                    <a:pt x="32" y="37"/>
                  </a:cubicBezTo>
                  <a:cubicBezTo>
                    <a:pt x="39" y="36"/>
                    <a:pt x="46" y="35"/>
                    <a:pt x="52" y="31"/>
                  </a:cubicBezTo>
                  <a:cubicBezTo>
                    <a:pt x="54" y="31"/>
                    <a:pt x="55" y="30"/>
                    <a:pt x="56" y="29"/>
                  </a:cubicBezTo>
                  <a:cubicBezTo>
                    <a:pt x="57" y="28"/>
                    <a:pt x="57" y="27"/>
                    <a:pt x="56" y="25"/>
                  </a:cubicBezTo>
                  <a:close/>
                  <a:moveTo>
                    <a:pt x="46" y="53"/>
                  </a:moveTo>
                  <a:cubicBezTo>
                    <a:pt x="44" y="59"/>
                    <a:pt x="44" y="59"/>
                    <a:pt x="44" y="59"/>
                  </a:cubicBezTo>
                  <a:cubicBezTo>
                    <a:pt x="43" y="60"/>
                    <a:pt x="42" y="61"/>
                    <a:pt x="41" y="61"/>
                  </a:cubicBezTo>
                  <a:cubicBezTo>
                    <a:pt x="16" y="61"/>
                    <a:pt x="16" y="61"/>
                    <a:pt x="16" y="61"/>
                  </a:cubicBezTo>
                  <a:cubicBezTo>
                    <a:pt x="15" y="61"/>
                    <a:pt x="14" y="60"/>
                    <a:pt x="14" y="59"/>
                  </a:cubicBezTo>
                  <a:cubicBezTo>
                    <a:pt x="12" y="53"/>
                    <a:pt x="12" y="53"/>
                    <a:pt x="12" y="53"/>
                  </a:cubicBezTo>
                  <a:cubicBezTo>
                    <a:pt x="11" y="53"/>
                    <a:pt x="11" y="52"/>
                    <a:pt x="12" y="51"/>
                  </a:cubicBezTo>
                  <a:cubicBezTo>
                    <a:pt x="12" y="50"/>
                    <a:pt x="13" y="50"/>
                    <a:pt x="14" y="50"/>
                  </a:cubicBezTo>
                  <a:cubicBezTo>
                    <a:pt x="44" y="50"/>
                    <a:pt x="44" y="50"/>
                    <a:pt x="44" y="50"/>
                  </a:cubicBezTo>
                  <a:cubicBezTo>
                    <a:pt x="45" y="50"/>
                    <a:pt x="45" y="50"/>
                    <a:pt x="46" y="51"/>
                  </a:cubicBezTo>
                  <a:cubicBezTo>
                    <a:pt x="46" y="52"/>
                    <a:pt x="46" y="53"/>
                    <a:pt x="46" y="5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62" name="Google Shape;1062;p52"/>
            <p:cNvSpPr/>
            <p:nvPr/>
          </p:nvSpPr>
          <p:spPr>
            <a:xfrm>
              <a:off x="3938647" y="1559765"/>
              <a:ext cx="51744" cy="12111"/>
            </a:xfrm>
            <a:custGeom>
              <a:avLst/>
              <a:gdLst/>
              <a:ahLst/>
              <a:cxnLst/>
              <a:rect l="l" t="t" r="r" b="b"/>
              <a:pathLst>
                <a:path w="20" h="5" extrusionOk="0">
                  <a:moveTo>
                    <a:pt x="3" y="5"/>
                  </a:moveTo>
                  <a:cubicBezTo>
                    <a:pt x="17" y="5"/>
                    <a:pt x="17" y="5"/>
                    <a:pt x="17" y="5"/>
                  </a:cubicBezTo>
                  <a:cubicBezTo>
                    <a:pt x="18" y="5"/>
                    <a:pt x="19" y="4"/>
                    <a:pt x="20" y="3"/>
                  </a:cubicBezTo>
                  <a:cubicBezTo>
                    <a:pt x="20" y="1"/>
                    <a:pt x="19" y="0"/>
                    <a:pt x="17" y="0"/>
                  </a:cubicBezTo>
                  <a:cubicBezTo>
                    <a:pt x="4" y="0"/>
                    <a:pt x="4" y="0"/>
                    <a:pt x="4" y="0"/>
                  </a:cubicBezTo>
                  <a:cubicBezTo>
                    <a:pt x="2" y="0"/>
                    <a:pt x="1" y="1"/>
                    <a:pt x="1" y="2"/>
                  </a:cubicBezTo>
                  <a:cubicBezTo>
                    <a:pt x="0" y="4"/>
                    <a:pt x="2" y="5"/>
                    <a:pt x="3"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63" name="Google Shape;1063;p52"/>
            <p:cNvSpPr/>
            <p:nvPr/>
          </p:nvSpPr>
          <p:spPr>
            <a:xfrm>
              <a:off x="4165440" y="1734814"/>
              <a:ext cx="52845" cy="15413"/>
            </a:xfrm>
            <a:custGeom>
              <a:avLst/>
              <a:gdLst/>
              <a:ahLst/>
              <a:cxnLst/>
              <a:rect l="l" t="t" r="r" b="b"/>
              <a:pathLst>
                <a:path w="20" h="6" extrusionOk="0">
                  <a:moveTo>
                    <a:pt x="17" y="0"/>
                  </a:moveTo>
                  <a:cubicBezTo>
                    <a:pt x="3" y="0"/>
                    <a:pt x="3" y="0"/>
                    <a:pt x="3" y="0"/>
                  </a:cubicBezTo>
                  <a:cubicBezTo>
                    <a:pt x="2" y="0"/>
                    <a:pt x="1" y="1"/>
                    <a:pt x="0" y="3"/>
                  </a:cubicBezTo>
                  <a:cubicBezTo>
                    <a:pt x="0" y="5"/>
                    <a:pt x="1" y="6"/>
                    <a:pt x="3" y="6"/>
                  </a:cubicBezTo>
                  <a:cubicBezTo>
                    <a:pt x="16" y="6"/>
                    <a:pt x="16" y="6"/>
                    <a:pt x="16" y="6"/>
                  </a:cubicBezTo>
                  <a:cubicBezTo>
                    <a:pt x="18" y="6"/>
                    <a:pt x="19" y="5"/>
                    <a:pt x="19" y="4"/>
                  </a:cubicBezTo>
                  <a:cubicBezTo>
                    <a:pt x="20" y="2"/>
                    <a:pt x="18" y="0"/>
                    <a:pt x="17"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64" name="Google Shape;1064;p52"/>
            <p:cNvSpPr/>
            <p:nvPr/>
          </p:nvSpPr>
          <p:spPr>
            <a:xfrm>
              <a:off x="4184156" y="1559765"/>
              <a:ext cx="64956" cy="12111"/>
            </a:xfrm>
            <a:custGeom>
              <a:avLst/>
              <a:gdLst/>
              <a:ahLst/>
              <a:cxnLst/>
              <a:rect l="l" t="t" r="r" b="b"/>
              <a:pathLst>
                <a:path w="25" h="5" extrusionOk="0">
                  <a:moveTo>
                    <a:pt x="3" y="5"/>
                  </a:moveTo>
                  <a:cubicBezTo>
                    <a:pt x="22" y="5"/>
                    <a:pt x="22" y="5"/>
                    <a:pt x="22" y="5"/>
                  </a:cubicBezTo>
                  <a:cubicBezTo>
                    <a:pt x="23" y="5"/>
                    <a:pt x="25" y="4"/>
                    <a:pt x="25" y="3"/>
                  </a:cubicBezTo>
                  <a:cubicBezTo>
                    <a:pt x="25" y="1"/>
                    <a:pt x="24" y="0"/>
                    <a:pt x="22" y="0"/>
                  </a:cubicBezTo>
                  <a:cubicBezTo>
                    <a:pt x="3" y="0"/>
                    <a:pt x="3" y="0"/>
                    <a:pt x="3" y="0"/>
                  </a:cubicBezTo>
                  <a:cubicBezTo>
                    <a:pt x="2" y="0"/>
                    <a:pt x="0" y="1"/>
                    <a:pt x="0" y="2"/>
                  </a:cubicBezTo>
                  <a:cubicBezTo>
                    <a:pt x="0" y="4"/>
                    <a:pt x="1" y="5"/>
                    <a:pt x="3" y="5"/>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65" name="Google Shape;1065;p52"/>
            <p:cNvSpPr/>
            <p:nvPr/>
          </p:nvSpPr>
          <p:spPr>
            <a:xfrm>
              <a:off x="4207276" y="1588390"/>
              <a:ext cx="41836" cy="13211"/>
            </a:xfrm>
            <a:custGeom>
              <a:avLst/>
              <a:gdLst/>
              <a:ahLst/>
              <a:cxnLst/>
              <a:rect l="l" t="t" r="r" b="b"/>
              <a:pathLst>
                <a:path w="16" h="5" extrusionOk="0">
                  <a:moveTo>
                    <a:pt x="13" y="0"/>
                  </a:moveTo>
                  <a:cubicBezTo>
                    <a:pt x="4" y="0"/>
                    <a:pt x="4" y="0"/>
                    <a:pt x="4" y="0"/>
                  </a:cubicBezTo>
                  <a:cubicBezTo>
                    <a:pt x="2" y="0"/>
                    <a:pt x="1" y="1"/>
                    <a:pt x="1" y="2"/>
                  </a:cubicBezTo>
                  <a:cubicBezTo>
                    <a:pt x="0" y="4"/>
                    <a:pt x="2" y="5"/>
                    <a:pt x="3" y="5"/>
                  </a:cubicBezTo>
                  <a:cubicBezTo>
                    <a:pt x="13" y="5"/>
                    <a:pt x="13" y="5"/>
                    <a:pt x="13" y="5"/>
                  </a:cubicBezTo>
                  <a:cubicBezTo>
                    <a:pt x="15" y="5"/>
                    <a:pt x="16" y="4"/>
                    <a:pt x="16" y="2"/>
                  </a:cubicBezTo>
                  <a:cubicBezTo>
                    <a:pt x="16" y="1"/>
                    <a:pt x="14" y="0"/>
                    <a:pt x="13"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66" name="Google Shape;1066;p52"/>
            <p:cNvSpPr/>
            <p:nvPr/>
          </p:nvSpPr>
          <p:spPr>
            <a:xfrm>
              <a:off x="3940849" y="1734814"/>
              <a:ext cx="66056" cy="15413"/>
            </a:xfrm>
            <a:custGeom>
              <a:avLst/>
              <a:gdLst/>
              <a:ahLst/>
              <a:cxnLst/>
              <a:rect l="l" t="t" r="r" b="b"/>
              <a:pathLst>
                <a:path w="25" h="6" extrusionOk="0">
                  <a:moveTo>
                    <a:pt x="22" y="0"/>
                  </a:moveTo>
                  <a:cubicBezTo>
                    <a:pt x="3" y="0"/>
                    <a:pt x="3" y="0"/>
                    <a:pt x="3" y="0"/>
                  </a:cubicBezTo>
                  <a:cubicBezTo>
                    <a:pt x="1" y="0"/>
                    <a:pt x="0" y="1"/>
                    <a:pt x="0" y="3"/>
                  </a:cubicBezTo>
                  <a:cubicBezTo>
                    <a:pt x="0" y="5"/>
                    <a:pt x="1" y="6"/>
                    <a:pt x="3" y="6"/>
                  </a:cubicBezTo>
                  <a:cubicBezTo>
                    <a:pt x="22" y="6"/>
                    <a:pt x="22" y="6"/>
                    <a:pt x="22" y="6"/>
                  </a:cubicBezTo>
                  <a:cubicBezTo>
                    <a:pt x="23" y="6"/>
                    <a:pt x="24" y="5"/>
                    <a:pt x="24" y="4"/>
                  </a:cubicBezTo>
                  <a:cubicBezTo>
                    <a:pt x="25" y="2"/>
                    <a:pt x="23" y="0"/>
                    <a:pt x="22" y="0"/>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67" name="Google Shape;1067;p52"/>
            <p:cNvSpPr/>
            <p:nvPr/>
          </p:nvSpPr>
          <p:spPr>
            <a:xfrm>
              <a:off x="3938647" y="1706189"/>
              <a:ext cx="41836" cy="15413"/>
            </a:xfrm>
            <a:custGeom>
              <a:avLst/>
              <a:gdLst/>
              <a:ahLst/>
              <a:cxnLst/>
              <a:rect l="l" t="t" r="r" b="b"/>
              <a:pathLst>
                <a:path w="16" h="6" extrusionOk="0">
                  <a:moveTo>
                    <a:pt x="3" y="6"/>
                  </a:moveTo>
                  <a:cubicBezTo>
                    <a:pt x="13" y="6"/>
                    <a:pt x="13" y="6"/>
                    <a:pt x="13" y="6"/>
                  </a:cubicBezTo>
                  <a:cubicBezTo>
                    <a:pt x="14" y="6"/>
                    <a:pt x="16" y="5"/>
                    <a:pt x="16" y="4"/>
                  </a:cubicBezTo>
                  <a:cubicBezTo>
                    <a:pt x="16" y="2"/>
                    <a:pt x="15" y="0"/>
                    <a:pt x="13" y="0"/>
                  </a:cubicBezTo>
                  <a:cubicBezTo>
                    <a:pt x="4" y="0"/>
                    <a:pt x="4" y="0"/>
                    <a:pt x="4" y="0"/>
                  </a:cubicBezTo>
                  <a:cubicBezTo>
                    <a:pt x="2" y="0"/>
                    <a:pt x="1" y="1"/>
                    <a:pt x="1" y="3"/>
                  </a:cubicBezTo>
                  <a:cubicBezTo>
                    <a:pt x="0" y="4"/>
                    <a:pt x="2" y="6"/>
                    <a:pt x="3" y="6"/>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68" name="Google Shape;1068;p52"/>
            <p:cNvSpPr/>
            <p:nvPr/>
          </p:nvSpPr>
          <p:spPr>
            <a:xfrm>
              <a:off x="4009107" y="1556462"/>
              <a:ext cx="13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69" name="Google Shape;1069;p52"/>
            <p:cNvSpPr/>
            <p:nvPr/>
          </p:nvSpPr>
          <p:spPr>
            <a:xfrm>
              <a:off x="4233698" y="1734814"/>
              <a:ext cx="156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70" name="Google Shape;1070;p52"/>
            <p:cNvSpPr/>
            <p:nvPr/>
          </p:nvSpPr>
          <p:spPr>
            <a:xfrm>
              <a:off x="4064154" y="1706189"/>
              <a:ext cx="156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71" name="Google Shape;1071;p52"/>
            <p:cNvSpPr/>
            <p:nvPr/>
          </p:nvSpPr>
          <p:spPr>
            <a:xfrm>
              <a:off x="4111494" y="1706189"/>
              <a:ext cx="12300" cy="13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1072" name="Google Shape;1072;p52"/>
          <p:cNvGrpSpPr/>
          <p:nvPr/>
        </p:nvGrpSpPr>
        <p:grpSpPr>
          <a:xfrm>
            <a:off x="3264311" y="1496599"/>
            <a:ext cx="232047" cy="362036"/>
            <a:chOff x="3257166" y="1512425"/>
            <a:chExt cx="237802" cy="371015"/>
          </a:xfrm>
        </p:grpSpPr>
        <p:sp>
          <p:nvSpPr>
            <p:cNvPr id="1073" name="Google Shape;1073;p52"/>
            <p:cNvSpPr/>
            <p:nvPr/>
          </p:nvSpPr>
          <p:spPr>
            <a:xfrm>
              <a:off x="3257166" y="1512425"/>
              <a:ext cx="213582" cy="371015"/>
            </a:xfrm>
            <a:custGeom>
              <a:avLst/>
              <a:gdLst/>
              <a:ahLst/>
              <a:cxnLst/>
              <a:rect l="l" t="t" r="r" b="b"/>
              <a:pathLst>
                <a:path w="82" h="142" extrusionOk="0">
                  <a:moveTo>
                    <a:pt x="49" y="40"/>
                  </a:moveTo>
                  <a:cubicBezTo>
                    <a:pt x="47" y="40"/>
                    <a:pt x="47" y="40"/>
                    <a:pt x="47" y="40"/>
                  </a:cubicBezTo>
                  <a:cubicBezTo>
                    <a:pt x="47" y="36"/>
                    <a:pt x="47" y="36"/>
                    <a:pt x="47" y="36"/>
                  </a:cubicBezTo>
                  <a:cubicBezTo>
                    <a:pt x="47" y="31"/>
                    <a:pt x="43" y="27"/>
                    <a:pt x="38" y="27"/>
                  </a:cubicBezTo>
                  <a:cubicBezTo>
                    <a:pt x="37" y="27"/>
                    <a:pt x="37" y="27"/>
                    <a:pt x="37" y="27"/>
                  </a:cubicBezTo>
                  <a:cubicBezTo>
                    <a:pt x="37" y="18"/>
                    <a:pt x="37" y="18"/>
                    <a:pt x="37" y="18"/>
                  </a:cubicBezTo>
                  <a:cubicBezTo>
                    <a:pt x="76" y="18"/>
                    <a:pt x="76" y="18"/>
                    <a:pt x="76" y="18"/>
                  </a:cubicBezTo>
                  <a:cubicBezTo>
                    <a:pt x="79" y="18"/>
                    <a:pt x="82" y="16"/>
                    <a:pt x="82" y="12"/>
                  </a:cubicBezTo>
                  <a:cubicBezTo>
                    <a:pt x="82" y="5"/>
                    <a:pt x="82" y="5"/>
                    <a:pt x="82" y="5"/>
                  </a:cubicBezTo>
                  <a:cubicBezTo>
                    <a:pt x="82" y="2"/>
                    <a:pt x="79" y="0"/>
                    <a:pt x="76" y="0"/>
                  </a:cubicBezTo>
                  <a:cubicBezTo>
                    <a:pt x="13" y="0"/>
                    <a:pt x="13" y="0"/>
                    <a:pt x="13" y="0"/>
                  </a:cubicBezTo>
                  <a:cubicBezTo>
                    <a:pt x="10" y="0"/>
                    <a:pt x="7" y="2"/>
                    <a:pt x="7" y="5"/>
                  </a:cubicBezTo>
                  <a:cubicBezTo>
                    <a:pt x="7" y="12"/>
                    <a:pt x="7" y="12"/>
                    <a:pt x="7" y="12"/>
                  </a:cubicBezTo>
                  <a:cubicBezTo>
                    <a:pt x="7" y="16"/>
                    <a:pt x="10" y="18"/>
                    <a:pt x="13" y="18"/>
                  </a:cubicBezTo>
                  <a:cubicBezTo>
                    <a:pt x="19" y="18"/>
                    <a:pt x="19" y="18"/>
                    <a:pt x="19" y="18"/>
                  </a:cubicBezTo>
                  <a:cubicBezTo>
                    <a:pt x="19" y="27"/>
                    <a:pt x="19" y="27"/>
                    <a:pt x="19" y="27"/>
                  </a:cubicBezTo>
                  <a:cubicBezTo>
                    <a:pt x="19" y="27"/>
                    <a:pt x="19" y="27"/>
                    <a:pt x="19" y="27"/>
                  </a:cubicBezTo>
                  <a:cubicBezTo>
                    <a:pt x="14" y="27"/>
                    <a:pt x="10" y="31"/>
                    <a:pt x="10" y="36"/>
                  </a:cubicBezTo>
                  <a:cubicBezTo>
                    <a:pt x="10" y="40"/>
                    <a:pt x="10" y="40"/>
                    <a:pt x="10" y="40"/>
                  </a:cubicBezTo>
                  <a:cubicBezTo>
                    <a:pt x="3" y="40"/>
                    <a:pt x="3" y="40"/>
                    <a:pt x="3" y="40"/>
                  </a:cubicBezTo>
                  <a:cubicBezTo>
                    <a:pt x="1" y="40"/>
                    <a:pt x="0" y="41"/>
                    <a:pt x="0" y="44"/>
                  </a:cubicBezTo>
                  <a:cubicBezTo>
                    <a:pt x="0" y="62"/>
                    <a:pt x="0" y="62"/>
                    <a:pt x="0" y="62"/>
                  </a:cubicBezTo>
                  <a:cubicBezTo>
                    <a:pt x="0" y="62"/>
                    <a:pt x="0" y="62"/>
                    <a:pt x="0" y="62"/>
                  </a:cubicBezTo>
                  <a:cubicBezTo>
                    <a:pt x="0" y="62"/>
                    <a:pt x="0" y="62"/>
                    <a:pt x="0" y="62"/>
                  </a:cubicBezTo>
                  <a:cubicBezTo>
                    <a:pt x="0" y="120"/>
                    <a:pt x="0" y="120"/>
                    <a:pt x="0" y="120"/>
                  </a:cubicBezTo>
                  <a:cubicBezTo>
                    <a:pt x="0" y="120"/>
                    <a:pt x="0" y="120"/>
                    <a:pt x="0" y="120"/>
                  </a:cubicBezTo>
                  <a:cubicBezTo>
                    <a:pt x="0" y="120"/>
                    <a:pt x="0" y="120"/>
                    <a:pt x="0" y="120"/>
                  </a:cubicBezTo>
                  <a:cubicBezTo>
                    <a:pt x="0" y="139"/>
                    <a:pt x="0" y="139"/>
                    <a:pt x="0" y="139"/>
                  </a:cubicBezTo>
                  <a:cubicBezTo>
                    <a:pt x="0" y="141"/>
                    <a:pt x="1" y="142"/>
                    <a:pt x="3" y="142"/>
                  </a:cubicBezTo>
                  <a:cubicBezTo>
                    <a:pt x="54" y="142"/>
                    <a:pt x="54" y="142"/>
                    <a:pt x="54" y="142"/>
                  </a:cubicBezTo>
                  <a:cubicBezTo>
                    <a:pt x="56" y="142"/>
                    <a:pt x="57" y="141"/>
                    <a:pt x="57" y="139"/>
                  </a:cubicBezTo>
                  <a:cubicBezTo>
                    <a:pt x="57" y="107"/>
                    <a:pt x="57" y="107"/>
                    <a:pt x="57" y="107"/>
                  </a:cubicBezTo>
                  <a:cubicBezTo>
                    <a:pt x="57" y="107"/>
                    <a:pt x="57" y="106"/>
                    <a:pt x="57" y="106"/>
                  </a:cubicBezTo>
                  <a:cubicBezTo>
                    <a:pt x="54" y="104"/>
                    <a:pt x="51" y="105"/>
                    <a:pt x="51" y="108"/>
                  </a:cubicBezTo>
                  <a:cubicBezTo>
                    <a:pt x="51" y="118"/>
                    <a:pt x="51" y="118"/>
                    <a:pt x="51" y="118"/>
                  </a:cubicBezTo>
                  <a:cubicBezTo>
                    <a:pt x="5" y="118"/>
                    <a:pt x="5" y="118"/>
                    <a:pt x="5" y="118"/>
                  </a:cubicBezTo>
                  <a:cubicBezTo>
                    <a:pt x="5" y="65"/>
                    <a:pt x="5" y="65"/>
                    <a:pt x="5" y="65"/>
                  </a:cubicBezTo>
                  <a:cubicBezTo>
                    <a:pt x="51" y="65"/>
                    <a:pt x="51" y="65"/>
                    <a:pt x="51" y="65"/>
                  </a:cubicBezTo>
                  <a:cubicBezTo>
                    <a:pt x="51" y="83"/>
                    <a:pt x="51" y="83"/>
                    <a:pt x="51" y="83"/>
                  </a:cubicBezTo>
                  <a:cubicBezTo>
                    <a:pt x="51" y="84"/>
                    <a:pt x="52" y="86"/>
                    <a:pt x="54" y="86"/>
                  </a:cubicBezTo>
                  <a:cubicBezTo>
                    <a:pt x="55" y="86"/>
                    <a:pt x="57" y="85"/>
                    <a:pt x="57" y="83"/>
                  </a:cubicBezTo>
                  <a:cubicBezTo>
                    <a:pt x="57" y="48"/>
                    <a:pt x="57" y="48"/>
                    <a:pt x="57" y="48"/>
                  </a:cubicBezTo>
                  <a:cubicBezTo>
                    <a:pt x="57" y="43"/>
                    <a:pt x="53" y="40"/>
                    <a:pt x="49" y="40"/>
                  </a:cubicBezTo>
                  <a:close/>
                  <a:moveTo>
                    <a:pt x="13" y="5"/>
                  </a:moveTo>
                  <a:cubicBezTo>
                    <a:pt x="76" y="5"/>
                    <a:pt x="76" y="5"/>
                    <a:pt x="76" y="5"/>
                  </a:cubicBezTo>
                  <a:cubicBezTo>
                    <a:pt x="76" y="5"/>
                    <a:pt x="76" y="5"/>
                    <a:pt x="76" y="5"/>
                  </a:cubicBezTo>
                  <a:cubicBezTo>
                    <a:pt x="76" y="12"/>
                    <a:pt x="76" y="12"/>
                    <a:pt x="76" y="12"/>
                  </a:cubicBezTo>
                  <a:cubicBezTo>
                    <a:pt x="13" y="12"/>
                    <a:pt x="13" y="12"/>
                    <a:pt x="13" y="12"/>
                  </a:cubicBezTo>
                  <a:lnTo>
                    <a:pt x="13" y="5"/>
                  </a:lnTo>
                  <a:close/>
                  <a:moveTo>
                    <a:pt x="25" y="18"/>
                  </a:moveTo>
                  <a:cubicBezTo>
                    <a:pt x="32" y="18"/>
                    <a:pt x="32" y="18"/>
                    <a:pt x="32" y="18"/>
                  </a:cubicBezTo>
                  <a:cubicBezTo>
                    <a:pt x="32" y="27"/>
                    <a:pt x="32" y="27"/>
                    <a:pt x="32" y="27"/>
                  </a:cubicBezTo>
                  <a:cubicBezTo>
                    <a:pt x="25" y="27"/>
                    <a:pt x="25" y="27"/>
                    <a:pt x="25" y="27"/>
                  </a:cubicBezTo>
                  <a:lnTo>
                    <a:pt x="25" y="18"/>
                  </a:lnTo>
                  <a:close/>
                  <a:moveTo>
                    <a:pt x="15" y="36"/>
                  </a:moveTo>
                  <a:cubicBezTo>
                    <a:pt x="15" y="34"/>
                    <a:pt x="17" y="32"/>
                    <a:pt x="19" y="32"/>
                  </a:cubicBezTo>
                  <a:cubicBezTo>
                    <a:pt x="38" y="32"/>
                    <a:pt x="38" y="32"/>
                    <a:pt x="38" y="32"/>
                  </a:cubicBezTo>
                  <a:cubicBezTo>
                    <a:pt x="40" y="32"/>
                    <a:pt x="41" y="34"/>
                    <a:pt x="41" y="36"/>
                  </a:cubicBezTo>
                  <a:cubicBezTo>
                    <a:pt x="41" y="40"/>
                    <a:pt x="41" y="40"/>
                    <a:pt x="41" y="40"/>
                  </a:cubicBezTo>
                  <a:cubicBezTo>
                    <a:pt x="15" y="40"/>
                    <a:pt x="15" y="40"/>
                    <a:pt x="15" y="40"/>
                  </a:cubicBezTo>
                  <a:cubicBezTo>
                    <a:pt x="15" y="36"/>
                    <a:pt x="15" y="36"/>
                    <a:pt x="15" y="36"/>
                  </a:cubicBezTo>
                  <a:close/>
                  <a:moveTo>
                    <a:pt x="51" y="123"/>
                  </a:moveTo>
                  <a:cubicBezTo>
                    <a:pt x="51" y="134"/>
                    <a:pt x="51" y="134"/>
                    <a:pt x="51" y="134"/>
                  </a:cubicBezTo>
                  <a:cubicBezTo>
                    <a:pt x="51" y="136"/>
                    <a:pt x="50" y="137"/>
                    <a:pt x="49" y="137"/>
                  </a:cubicBezTo>
                  <a:cubicBezTo>
                    <a:pt x="8" y="137"/>
                    <a:pt x="8" y="137"/>
                    <a:pt x="8" y="137"/>
                  </a:cubicBezTo>
                  <a:cubicBezTo>
                    <a:pt x="6" y="137"/>
                    <a:pt x="5" y="136"/>
                    <a:pt x="5" y="134"/>
                  </a:cubicBezTo>
                  <a:cubicBezTo>
                    <a:pt x="5" y="123"/>
                    <a:pt x="5" y="123"/>
                    <a:pt x="5" y="123"/>
                  </a:cubicBezTo>
                  <a:lnTo>
                    <a:pt x="51" y="123"/>
                  </a:lnTo>
                  <a:close/>
                  <a:moveTo>
                    <a:pt x="5" y="59"/>
                  </a:moveTo>
                  <a:cubicBezTo>
                    <a:pt x="5" y="48"/>
                    <a:pt x="5" y="48"/>
                    <a:pt x="5" y="48"/>
                  </a:cubicBezTo>
                  <a:cubicBezTo>
                    <a:pt x="5" y="47"/>
                    <a:pt x="6" y="45"/>
                    <a:pt x="8" y="45"/>
                  </a:cubicBezTo>
                  <a:cubicBezTo>
                    <a:pt x="49" y="45"/>
                    <a:pt x="49" y="45"/>
                    <a:pt x="49" y="45"/>
                  </a:cubicBezTo>
                  <a:cubicBezTo>
                    <a:pt x="50" y="45"/>
                    <a:pt x="51" y="47"/>
                    <a:pt x="51" y="48"/>
                  </a:cubicBezTo>
                  <a:cubicBezTo>
                    <a:pt x="51" y="59"/>
                    <a:pt x="51" y="59"/>
                    <a:pt x="51" y="59"/>
                  </a:cubicBezTo>
                  <a:lnTo>
                    <a:pt x="5" y="59"/>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74" name="Google Shape;1074;p52"/>
            <p:cNvSpPr/>
            <p:nvPr/>
          </p:nvSpPr>
          <p:spPr>
            <a:xfrm>
              <a:off x="3290194" y="1710593"/>
              <a:ext cx="81469" cy="79267"/>
            </a:xfrm>
            <a:custGeom>
              <a:avLst/>
              <a:gdLst/>
              <a:ahLst/>
              <a:cxnLst/>
              <a:rect l="l" t="t" r="r" b="b"/>
              <a:pathLst>
                <a:path w="31" h="30" extrusionOk="0">
                  <a:moveTo>
                    <a:pt x="10" y="30"/>
                  </a:moveTo>
                  <a:cubicBezTo>
                    <a:pt x="21" y="30"/>
                    <a:pt x="21" y="30"/>
                    <a:pt x="21" y="30"/>
                  </a:cubicBezTo>
                  <a:cubicBezTo>
                    <a:pt x="23" y="30"/>
                    <a:pt x="24" y="29"/>
                    <a:pt x="24" y="27"/>
                  </a:cubicBezTo>
                  <a:cubicBezTo>
                    <a:pt x="24" y="24"/>
                    <a:pt x="24" y="24"/>
                    <a:pt x="24" y="24"/>
                  </a:cubicBezTo>
                  <a:cubicBezTo>
                    <a:pt x="28" y="24"/>
                    <a:pt x="28" y="24"/>
                    <a:pt x="28" y="24"/>
                  </a:cubicBezTo>
                  <a:cubicBezTo>
                    <a:pt x="29" y="24"/>
                    <a:pt x="31" y="22"/>
                    <a:pt x="31" y="20"/>
                  </a:cubicBezTo>
                  <a:cubicBezTo>
                    <a:pt x="31" y="10"/>
                    <a:pt x="31" y="10"/>
                    <a:pt x="31" y="10"/>
                  </a:cubicBezTo>
                  <a:cubicBezTo>
                    <a:pt x="31" y="8"/>
                    <a:pt x="29" y="6"/>
                    <a:pt x="28" y="6"/>
                  </a:cubicBezTo>
                  <a:cubicBezTo>
                    <a:pt x="24" y="6"/>
                    <a:pt x="24" y="6"/>
                    <a:pt x="24" y="6"/>
                  </a:cubicBezTo>
                  <a:cubicBezTo>
                    <a:pt x="24" y="3"/>
                    <a:pt x="24" y="3"/>
                    <a:pt x="24" y="3"/>
                  </a:cubicBezTo>
                  <a:cubicBezTo>
                    <a:pt x="24" y="1"/>
                    <a:pt x="23" y="0"/>
                    <a:pt x="21" y="0"/>
                  </a:cubicBezTo>
                  <a:cubicBezTo>
                    <a:pt x="10" y="0"/>
                    <a:pt x="10" y="0"/>
                    <a:pt x="10" y="0"/>
                  </a:cubicBezTo>
                  <a:cubicBezTo>
                    <a:pt x="8" y="0"/>
                    <a:pt x="7" y="1"/>
                    <a:pt x="7" y="3"/>
                  </a:cubicBezTo>
                  <a:cubicBezTo>
                    <a:pt x="7" y="6"/>
                    <a:pt x="7" y="6"/>
                    <a:pt x="7" y="6"/>
                  </a:cubicBezTo>
                  <a:cubicBezTo>
                    <a:pt x="3" y="6"/>
                    <a:pt x="3" y="6"/>
                    <a:pt x="3" y="6"/>
                  </a:cubicBezTo>
                  <a:cubicBezTo>
                    <a:pt x="1" y="6"/>
                    <a:pt x="0" y="8"/>
                    <a:pt x="0" y="10"/>
                  </a:cubicBezTo>
                  <a:cubicBezTo>
                    <a:pt x="0" y="20"/>
                    <a:pt x="0" y="20"/>
                    <a:pt x="0" y="20"/>
                  </a:cubicBezTo>
                  <a:cubicBezTo>
                    <a:pt x="0" y="22"/>
                    <a:pt x="1" y="24"/>
                    <a:pt x="3" y="24"/>
                  </a:cubicBezTo>
                  <a:cubicBezTo>
                    <a:pt x="7" y="24"/>
                    <a:pt x="7" y="24"/>
                    <a:pt x="7" y="24"/>
                  </a:cubicBezTo>
                  <a:cubicBezTo>
                    <a:pt x="7" y="27"/>
                    <a:pt x="7" y="27"/>
                    <a:pt x="7" y="27"/>
                  </a:cubicBezTo>
                  <a:cubicBezTo>
                    <a:pt x="7" y="29"/>
                    <a:pt x="8" y="30"/>
                    <a:pt x="10" y="30"/>
                  </a:cubicBezTo>
                  <a:close/>
                  <a:moveTo>
                    <a:pt x="6" y="18"/>
                  </a:moveTo>
                  <a:cubicBezTo>
                    <a:pt x="6" y="12"/>
                    <a:pt x="6" y="12"/>
                    <a:pt x="6" y="12"/>
                  </a:cubicBezTo>
                  <a:cubicBezTo>
                    <a:pt x="9" y="12"/>
                    <a:pt x="9" y="12"/>
                    <a:pt x="9" y="12"/>
                  </a:cubicBezTo>
                  <a:cubicBezTo>
                    <a:pt x="11" y="12"/>
                    <a:pt x="12" y="11"/>
                    <a:pt x="12" y="9"/>
                  </a:cubicBezTo>
                  <a:cubicBezTo>
                    <a:pt x="12" y="5"/>
                    <a:pt x="12" y="5"/>
                    <a:pt x="12" y="5"/>
                  </a:cubicBezTo>
                  <a:cubicBezTo>
                    <a:pt x="19" y="5"/>
                    <a:pt x="19" y="5"/>
                    <a:pt x="19" y="5"/>
                  </a:cubicBezTo>
                  <a:cubicBezTo>
                    <a:pt x="19" y="9"/>
                    <a:pt x="19" y="9"/>
                    <a:pt x="19" y="9"/>
                  </a:cubicBezTo>
                  <a:cubicBezTo>
                    <a:pt x="19" y="11"/>
                    <a:pt x="20" y="12"/>
                    <a:pt x="21" y="12"/>
                  </a:cubicBezTo>
                  <a:cubicBezTo>
                    <a:pt x="25" y="12"/>
                    <a:pt x="25" y="12"/>
                    <a:pt x="25" y="12"/>
                  </a:cubicBezTo>
                  <a:cubicBezTo>
                    <a:pt x="25" y="18"/>
                    <a:pt x="25" y="18"/>
                    <a:pt x="25" y="18"/>
                  </a:cubicBezTo>
                  <a:cubicBezTo>
                    <a:pt x="21" y="18"/>
                    <a:pt x="21" y="18"/>
                    <a:pt x="21" y="18"/>
                  </a:cubicBezTo>
                  <a:cubicBezTo>
                    <a:pt x="20" y="18"/>
                    <a:pt x="19" y="19"/>
                    <a:pt x="19" y="21"/>
                  </a:cubicBezTo>
                  <a:cubicBezTo>
                    <a:pt x="19" y="25"/>
                    <a:pt x="19" y="25"/>
                    <a:pt x="19" y="25"/>
                  </a:cubicBezTo>
                  <a:cubicBezTo>
                    <a:pt x="12" y="25"/>
                    <a:pt x="12" y="25"/>
                    <a:pt x="12" y="25"/>
                  </a:cubicBezTo>
                  <a:cubicBezTo>
                    <a:pt x="12" y="21"/>
                    <a:pt x="12" y="21"/>
                    <a:pt x="12" y="21"/>
                  </a:cubicBezTo>
                  <a:cubicBezTo>
                    <a:pt x="12" y="19"/>
                    <a:pt x="11" y="18"/>
                    <a:pt x="9" y="18"/>
                  </a:cubicBezTo>
                  <a:lnTo>
                    <a:pt x="6" y="18"/>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75" name="Google Shape;1075;p52"/>
            <p:cNvSpPr/>
            <p:nvPr/>
          </p:nvSpPr>
          <p:spPr>
            <a:xfrm>
              <a:off x="3426710" y="1577380"/>
              <a:ext cx="68258" cy="78167"/>
            </a:xfrm>
            <a:custGeom>
              <a:avLst/>
              <a:gdLst/>
              <a:ahLst/>
              <a:cxnLst/>
              <a:rect l="l" t="t" r="r" b="b"/>
              <a:pathLst>
                <a:path w="26" h="30" extrusionOk="0">
                  <a:moveTo>
                    <a:pt x="23" y="12"/>
                  </a:moveTo>
                  <a:cubicBezTo>
                    <a:pt x="18" y="3"/>
                    <a:pt x="18" y="3"/>
                    <a:pt x="18" y="3"/>
                  </a:cubicBezTo>
                  <a:cubicBezTo>
                    <a:pt x="17" y="1"/>
                    <a:pt x="15" y="0"/>
                    <a:pt x="13" y="0"/>
                  </a:cubicBezTo>
                  <a:cubicBezTo>
                    <a:pt x="10" y="0"/>
                    <a:pt x="8" y="1"/>
                    <a:pt x="7" y="3"/>
                  </a:cubicBezTo>
                  <a:cubicBezTo>
                    <a:pt x="2" y="12"/>
                    <a:pt x="2" y="12"/>
                    <a:pt x="2" y="12"/>
                  </a:cubicBezTo>
                  <a:cubicBezTo>
                    <a:pt x="0" y="15"/>
                    <a:pt x="0" y="20"/>
                    <a:pt x="2" y="24"/>
                  </a:cubicBezTo>
                  <a:cubicBezTo>
                    <a:pt x="4" y="28"/>
                    <a:pt x="8" y="30"/>
                    <a:pt x="13" y="30"/>
                  </a:cubicBezTo>
                  <a:cubicBezTo>
                    <a:pt x="17" y="30"/>
                    <a:pt x="21" y="28"/>
                    <a:pt x="23" y="24"/>
                  </a:cubicBezTo>
                  <a:cubicBezTo>
                    <a:pt x="26" y="20"/>
                    <a:pt x="26" y="15"/>
                    <a:pt x="23" y="12"/>
                  </a:cubicBezTo>
                  <a:close/>
                  <a:moveTo>
                    <a:pt x="18" y="21"/>
                  </a:moveTo>
                  <a:cubicBezTo>
                    <a:pt x="17" y="23"/>
                    <a:pt x="15" y="24"/>
                    <a:pt x="13" y="24"/>
                  </a:cubicBezTo>
                  <a:cubicBezTo>
                    <a:pt x="10" y="24"/>
                    <a:pt x="8" y="23"/>
                    <a:pt x="7" y="21"/>
                  </a:cubicBezTo>
                  <a:cubicBezTo>
                    <a:pt x="6" y="19"/>
                    <a:pt x="6" y="16"/>
                    <a:pt x="7" y="14"/>
                  </a:cubicBezTo>
                  <a:cubicBezTo>
                    <a:pt x="12" y="6"/>
                    <a:pt x="12" y="6"/>
                    <a:pt x="12" y="6"/>
                  </a:cubicBezTo>
                  <a:cubicBezTo>
                    <a:pt x="12" y="5"/>
                    <a:pt x="12" y="5"/>
                    <a:pt x="13" y="5"/>
                  </a:cubicBezTo>
                  <a:cubicBezTo>
                    <a:pt x="13" y="5"/>
                    <a:pt x="13" y="5"/>
                    <a:pt x="13" y="6"/>
                  </a:cubicBezTo>
                  <a:cubicBezTo>
                    <a:pt x="18" y="14"/>
                    <a:pt x="18" y="14"/>
                    <a:pt x="18" y="14"/>
                  </a:cubicBezTo>
                  <a:cubicBezTo>
                    <a:pt x="20" y="16"/>
                    <a:pt x="20" y="19"/>
                    <a:pt x="18" y="21"/>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76" name="Google Shape;1076;p52"/>
            <p:cNvSpPr/>
            <p:nvPr/>
          </p:nvSpPr>
          <p:spPr>
            <a:xfrm>
              <a:off x="3390380" y="1752429"/>
              <a:ext cx="15600" cy="165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grpSp>
        <p:nvGrpSpPr>
          <p:cNvPr id="1077" name="Google Shape;1077;p52"/>
          <p:cNvGrpSpPr/>
          <p:nvPr/>
        </p:nvGrpSpPr>
        <p:grpSpPr>
          <a:xfrm>
            <a:off x="2376943" y="1496599"/>
            <a:ext cx="362038" cy="362036"/>
            <a:chOff x="2332378" y="1512425"/>
            <a:chExt cx="371017" cy="371015"/>
          </a:xfrm>
        </p:grpSpPr>
        <p:sp>
          <p:nvSpPr>
            <p:cNvPr id="1078" name="Google Shape;1078;p52"/>
            <p:cNvSpPr/>
            <p:nvPr/>
          </p:nvSpPr>
          <p:spPr>
            <a:xfrm>
              <a:off x="2332378" y="1512425"/>
              <a:ext cx="371017" cy="371015"/>
            </a:xfrm>
            <a:custGeom>
              <a:avLst/>
              <a:gdLst/>
              <a:ahLst/>
              <a:cxnLst/>
              <a:rect l="l" t="t" r="r" b="b"/>
              <a:pathLst>
                <a:path w="142" h="142" extrusionOk="0">
                  <a:moveTo>
                    <a:pt x="134" y="74"/>
                  </a:moveTo>
                  <a:cubicBezTo>
                    <a:pt x="134" y="72"/>
                    <a:pt x="132" y="72"/>
                    <a:pt x="131" y="73"/>
                  </a:cubicBezTo>
                  <a:cubicBezTo>
                    <a:pt x="129" y="74"/>
                    <a:pt x="129" y="75"/>
                    <a:pt x="130" y="77"/>
                  </a:cubicBezTo>
                  <a:cubicBezTo>
                    <a:pt x="134" y="83"/>
                    <a:pt x="136" y="90"/>
                    <a:pt x="136" y="98"/>
                  </a:cubicBezTo>
                  <a:cubicBezTo>
                    <a:pt x="136" y="119"/>
                    <a:pt x="119" y="137"/>
                    <a:pt x="97" y="137"/>
                  </a:cubicBezTo>
                  <a:cubicBezTo>
                    <a:pt x="76" y="137"/>
                    <a:pt x="58" y="119"/>
                    <a:pt x="58" y="98"/>
                  </a:cubicBezTo>
                  <a:cubicBezTo>
                    <a:pt x="58" y="76"/>
                    <a:pt x="76" y="59"/>
                    <a:pt x="97" y="59"/>
                  </a:cubicBezTo>
                  <a:cubicBezTo>
                    <a:pt x="102" y="59"/>
                    <a:pt x="107" y="60"/>
                    <a:pt x="112" y="62"/>
                  </a:cubicBezTo>
                  <a:cubicBezTo>
                    <a:pt x="113" y="62"/>
                    <a:pt x="115" y="62"/>
                    <a:pt x="116" y="60"/>
                  </a:cubicBezTo>
                  <a:cubicBezTo>
                    <a:pt x="116" y="59"/>
                    <a:pt x="115" y="57"/>
                    <a:pt x="114" y="57"/>
                  </a:cubicBezTo>
                  <a:cubicBezTo>
                    <a:pt x="109" y="54"/>
                    <a:pt x="103" y="53"/>
                    <a:pt x="97" y="53"/>
                  </a:cubicBezTo>
                  <a:cubicBezTo>
                    <a:pt x="94" y="53"/>
                    <a:pt x="91" y="54"/>
                    <a:pt x="88" y="54"/>
                  </a:cubicBezTo>
                  <a:cubicBezTo>
                    <a:pt x="89" y="51"/>
                    <a:pt x="89" y="48"/>
                    <a:pt x="89" y="44"/>
                  </a:cubicBezTo>
                  <a:cubicBezTo>
                    <a:pt x="89" y="20"/>
                    <a:pt x="69" y="0"/>
                    <a:pt x="44" y="0"/>
                  </a:cubicBezTo>
                  <a:cubicBezTo>
                    <a:pt x="20" y="0"/>
                    <a:pt x="0" y="20"/>
                    <a:pt x="0" y="44"/>
                  </a:cubicBezTo>
                  <a:cubicBezTo>
                    <a:pt x="0" y="69"/>
                    <a:pt x="20" y="89"/>
                    <a:pt x="44" y="89"/>
                  </a:cubicBezTo>
                  <a:cubicBezTo>
                    <a:pt x="48" y="89"/>
                    <a:pt x="51" y="89"/>
                    <a:pt x="54" y="88"/>
                  </a:cubicBezTo>
                  <a:cubicBezTo>
                    <a:pt x="53" y="91"/>
                    <a:pt x="53" y="94"/>
                    <a:pt x="53" y="98"/>
                  </a:cubicBezTo>
                  <a:cubicBezTo>
                    <a:pt x="53" y="122"/>
                    <a:pt x="73" y="142"/>
                    <a:pt x="97" y="142"/>
                  </a:cubicBezTo>
                  <a:cubicBezTo>
                    <a:pt x="122" y="142"/>
                    <a:pt x="142" y="122"/>
                    <a:pt x="142" y="98"/>
                  </a:cubicBezTo>
                  <a:cubicBezTo>
                    <a:pt x="142" y="89"/>
                    <a:pt x="139" y="81"/>
                    <a:pt x="134" y="74"/>
                  </a:cubicBezTo>
                  <a:close/>
                  <a:moveTo>
                    <a:pt x="44" y="83"/>
                  </a:moveTo>
                  <a:cubicBezTo>
                    <a:pt x="23" y="83"/>
                    <a:pt x="6" y="66"/>
                    <a:pt x="6" y="44"/>
                  </a:cubicBezTo>
                  <a:cubicBezTo>
                    <a:pt x="6" y="23"/>
                    <a:pt x="23" y="5"/>
                    <a:pt x="44" y="5"/>
                  </a:cubicBezTo>
                  <a:cubicBezTo>
                    <a:pt x="66" y="5"/>
                    <a:pt x="83" y="23"/>
                    <a:pt x="83" y="44"/>
                  </a:cubicBezTo>
                  <a:cubicBezTo>
                    <a:pt x="83" y="48"/>
                    <a:pt x="83" y="52"/>
                    <a:pt x="82" y="56"/>
                  </a:cubicBezTo>
                  <a:cubicBezTo>
                    <a:pt x="70" y="61"/>
                    <a:pt x="60" y="70"/>
                    <a:pt x="56" y="82"/>
                  </a:cubicBezTo>
                  <a:cubicBezTo>
                    <a:pt x="52" y="83"/>
                    <a:pt x="48" y="83"/>
                    <a:pt x="44" y="83"/>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79" name="Google Shape;1079;p52"/>
            <p:cNvSpPr/>
            <p:nvPr/>
          </p:nvSpPr>
          <p:spPr>
            <a:xfrm>
              <a:off x="2386324" y="1564169"/>
              <a:ext cx="123305" cy="125506"/>
            </a:xfrm>
            <a:custGeom>
              <a:avLst/>
              <a:gdLst/>
              <a:ahLst/>
              <a:cxnLst/>
              <a:rect l="l" t="t" r="r" b="b"/>
              <a:pathLst>
                <a:path w="47" h="48" extrusionOk="0">
                  <a:moveTo>
                    <a:pt x="47" y="29"/>
                  </a:moveTo>
                  <a:cubicBezTo>
                    <a:pt x="47" y="20"/>
                    <a:pt x="47" y="20"/>
                    <a:pt x="47" y="20"/>
                  </a:cubicBezTo>
                  <a:cubicBezTo>
                    <a:pt x="47" y="17"/>
                    <a:pt x="45" y="15"/>
                    <a:pt x="43" y="15"/>
                  </a:cubicBezTo>
                  <a:cubicBezTo>
                    <a:pt x="33" y="15"/>
                    <a:pt x="33" y="15"/>
                    <a:pt x="33" y="15"/>
                  </a:cubicBezTo>
                  <a:cubicBezTo>
                    <a:pt x="33" y="5"/>
                    <a:pt x="33" y="5"/>
                    <a:pt x="33" y="5"/>
                  </a:cubicBezTo>
                  <a:cubicBezTo>
                    <a:pt x="33" y="3"/>
                    <a:pt x="31" y="0"/>
                    <a:pt x="28" y="0"/>
                  </a:cubicBezTo>
                  <a:cubicBezTo>
                    <a:pt x="19" y="0"/>
                    <a:pt x="19" y="0"/>
                    <a:pt x="19" y="0"/>
                  </a:cubicBezTo>
                  <a:cubicBezTo>
                    <a:pt x="16" y="0"/>
                    <a:pt x="14" y="3"/>
                    <a:pt x="14" y="5"/>
                  </a:cubicBezTo>
                  <a:cubicBezTo>
                    <a:pt x="14" y="15"/>
                    <a:pt x="14" y="15"/>
                    <a:pt x="14" y="15"/>
                  </a:cubicBezTo>
                  <a:cubicBezTo>
                    <a:pt x="4" y="15"/>
                    <a:pt x="4" y="15"/>
                    <a:pt x="4" y="15"/>
                  </a:cubicBezTo>
                  <a:cubicBezTo>
                    <a:pt x="2" y="15"/>
                    <a:pt x="0" y="17"/>
                    <a:pt x="0" y="20"/>
                  </a:cubicBezTo>
                  <a:cubicBezTo>
                    <a:pt x="0" y="29"/>
                    <a:pt x="0" y="29"/>
                    <a:pt x="0" y="29"/>
                  </a:cubicBezTo>
                  <a:cubicBezTo>
                    <a:pt x="0" y="32"/>
                    <a:pt x="2" y="34"/>
                    <a:pt x="4" y="34"/>
                  </a:cubicBezTo>
                  <a:cubicBezTo>
                    <a:pt x="14" y="34"/>
                    <a:pt x="14" y="34"/>
                    <a:pt x="14" y="34"/>
                  </a:cubicBezTo>
                  <a:cubicBezTo>
                    <a:pt x="14" y="44"/>
                    <a:pt x="14" y="44"/>
                    <a:pt x="14" y="44"/>
                  </a:cubicBezTo>
                  <a:cubicBezTo>
                    <a:pt x="14" y="46"/>
                    <a:pt x="16" y="48"/>
                    <a:pt x="19" y="48"/>
                  </a:cubicBezTo>
                  <a:cubicBezTo>
                    <a:pt x="28" y="48"/>
                    <a:pt x="28" y="48"/>
                    <a:pt x="28" y="48"/>
                  </a:cubicBezTo>
                  <a:cubicBezTo>
                    <a:pt x="31" y="48"/>
                    <a:pt x="33" y="46"/>
                    <a:pt x="33" y="44"/>
                  </a:cubicBezTo>
                  <a:cubicBezTo>
                    <a:pt x="33" y="34"/>
                    <a:pt x="33" y="34"/>
                    <a:pt x="33" y="34"/>
                  </a:cubicBezTo>
                  <a:cubicBezTo>
                    <a:pt x="43" y="34"/>
                    <a:pt x="43" y="34"/>
                    <a:pt x="43" y="34"/>
                  </a:cubicBezTo>
                  <a:cubicBezTo>
                    <a:pt x="45" y="34"/>
                    <a:pt x="47" y="32"/>
                    <a:pt x="47" y="29"/>
                  </a:cubicBezTo>
                  <a:close/>
                  <a:moveTo>
                    <a:pt x="42" y="28"/>
                  </a:moveTo>
                  <a:cubicBezTo>
                    <a:pt x="30" y="28"/>
                    <a:pt x="30" y="28"/>
                    <a:pt x="30" y="28"/>
                  </a:cubicBezTo>
                  <a:cubicBezTo>
                    <a:pt x="29" y="28"/>
                    <a:pt x="27" y="30"/>
                    <a:pt x="27" y="31"/>
                  </a:cubicBezTo>
                  <a:cubicBezTo>
                    <a:pt x="27" y="43"/>
                    <a:pt x="27" y="43"/>
                    <a:pt x="27" y="43"/>
                  </a:cubicBezTo>
                  <a:cubicBezTo>
                    <a:pt x="19" y="43"/>
                    <a:pt x="19" y="43"/>
                    <a:pt x="19" y="43"/>
                  </a:cubicBezTo>
                  <a:cubicBezTo>
                    <a:pt x="19" y="31"/>
                    <a:pt x="19" y="31"/>
                    <a:pt x="19" y="31"/>
                  </a:cubicBezTo>
                  <a:cubicBezTo>
                    <a:pt x="19" y="30"/>
                    <a:pt x="18" y="28"/>
                    <a:pt x="17" y="28"/>
                  </a:cubicBezTo>
                  <a:cubicBezTo>
                    <a:pt x="5" y="28"/>
                    <a:pt x="5" y="28"/>
                    <a:pt x="5" y="28"/>
                  </a:cubicBezTo>
                  <a:cubicBezTo>
                    <a:pt x="5" y="20"/>
                    <a:pt x="5" y="20"/>
                    <a:pt x="5" y="20"/>
                  </a:cubicBezTo>
                  <a:cubicBezTo>
                    <a:pt x="17" y="20"/>
                    <a:pt x="17" y="20"/>
                    <a:pt x="17" y="20"/>
                  </a:cubicBezTo>
                  <a:cubicBezTo>
                    <a:pt x="18" y="20"/>
                    <a:pt x="19" y="19"/>
                    <a:pt x="19" y="18"/>
                  </a:cubicBezTo>
                  <a:cubicBezTo>
                    <a:pt x="19" y="6"/>
                    <a:pt x="19" y="6"/>
                    <a:pt x="19" y="6"/>
                  </a:cubicBezTo>
                  <a:cubicBezTo>
                    <a:pt x="27" y="6"/>
                    <a:pt x="27" y="6"/>
                    <a:pt x="27" y="6"/>
                  </a:cubicBezTo>
                  <a:cubicBezTo>
                    <a:pt x="27" y="18"/>
                    <a:pt x="27" y="18"/>
                    <a:pt x="27" y="18"/>
                  </a:cubicBezTo>
                  <a:cubicBezTo>
                    <a:pt x="27" y="19"/>
                    <a:pt x="29" y="20"/>
                    <a:pt x="30" y="20"/>
                  </a:cubicBezTo>
                  <a:cubicBezTo>
                    <a:pt x="42" y="20"/>
                    <a:pt x="42" y="20"/>
                    <a:pt x="42" y="20"/>
                  </a:cubicBezTo>
                  <a:cubicBezTo>
                    <a:pt x="42" y="28"/>
                    <a:pt x="42" y="28"/>
                    <a:pt x="42" y="28"/>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80" name="Google Shape;1080;p52"/>
            <p:cNvSpPr/>
            <p:nvPr/>
          </p:nvSpPr>
          <p:spPr>
            <a:xfrm>
              <a:off x="2553667" y="1731511"/>
              <a:ext cx="49543" cy="71561"/>
            </a:xfrm>
            <a:custGeom>
              <a:avLst/>
              <a:gdLst/>
              <a:ahLst/>
              <a:cxnLst/>
              <a:rect l="l" t="t" r="r" b="b"/>
              <a:pathLst>
                <a:path w="19" h="27" extrusionOk="0">
                  <a:moveTo>
                    <a:pt x="14" y="27"/>
                  </a:moveTo>
                  <a:cubicBezTo>
                    <a:pt x="15" y="27"/>
                    <a:pt x="17" y="26"/>
                    <a:pt x="17" y="24"/>
                  </a:cubicBezTo>
                  <a:cubicBezTo>
                    <a:pt x="17" y="21"/>
                    <a:pt x="17" y="21"/>
                    <a:pt x="17" y="21"/>
                  </a:cubicBezTo>
                  <a:cubicBezTo>
                    <a:pt x="18" y="21"/>
                    <a:pt x="19" y="20"/>
                    <a:pt x="19" y="18"/>
                  </a:cubicBezTo>
                  <a:cubicBezTo>
                    <a:pt x="19" y="17"/>
                    <a:pt x="18" y="15"/>
                    <a:pt x="17" y="15"/>
                  </a:cubicBezTo>
                  <a:cubicBezTo>
                    <a:pt x="17" y="5"/>
                    <a:pt x="17" y="5"/>
                    <a:pt x="17" y="5"/>
                  </a:cubicBezTo>
                  <a:cubicBezTo>
                    <a:pt x="17" y="5"/>
                    <a:pt x="17" y="5"/>
                    <a:pt x="17" y="5"/>
                  </a:cubicBezTo>
                  <a:cubicBezTo>
                    <a:pt x="16" y="3"/>
                    <a:pt x="15" y="1"/>
                    <a:pt x="14" y="1"/>
                  </a:cubicBezTo>
                  <a:cubicBezTo>
                    <a:pt x="12" y="0"/>
                    <a:pt x="10" y="1"/>
                    <a:pt x="9" y="2"/>
                  </a:cubicBezTo>
                  <a:cubicBezTo>
                    <a:pt x="8" y="4"/>
                    <a:pt x="3" y="14"/>
                    <a:pt x="1" y="17"/>
                  </a:cubicBezTo>
                  <a:cubicBezTo>
                    <a:pt x="0" y="18"/>
                    <a:pt x="0" y="19"/>
                    <a:pt x="1" y="20"/>
                  </a:cubicBezTo>
                  <a:cubicBezTo>
                    <a:pt x="1" y="20"/>
                    <a:pt x="2" y="21"/>
                    <a:pt x="3" y="21"/>
                  </a:cubicBezTo>
                  <a:cubicBezTo>
                    <a:pt x="11" y="21"/>
                    <a:pt x="11" y="21"/>
                    <a:pt x="11" y="21"/>
                  </a:cubicBezTo>
                  <a:cubicBezTo>
                    <a:pt x="11" y="24"/>
                    <a:pt x="11" y="24"/>
                    <a:pt x="11" y="24"/>
                  </a:cubicBezTo>
                  <a:cubicBezTo>
                    <a:pt x="11" y="26"/>
                    <a:pt x="12" y="27"/>
                    <a:pt x="14" y="27"/>
                  </a:cubicBezTo>
                  <a:close/>
                  <a:moveTo>
                    <a:pt x="8" y="15"/>
                  </a:moveTo>
                  <a:cubicBezTo>
                    <a:pt x="9" y="13"/>
                    <a:pt x="10" y="12"/>
                    <a:pt x="11" y="10"/>
                  </a:cubicBezTo>
                  <a:cubicBezTo>
                    <a:pt x="11" y="15"/>
                    <a:pt x="11" y="15"/>
                    <a:pt x="11" y="15"/>
                  </a:cubicBezTo>
                  <a:lnTo>
                    <a:pt x="8" y="15"/>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81" name="Google Shape;1081;p52"/>
            <p:cNvSpPr/>
            <p:nvPr/>
          </p:nvSpPr>
          <p:spPr>
            <a:xfrm>
              <a:off x="2507427" y="1731511"/>
              <a:ext cx="44038" cy="71561"/>
            </a:xfrm>
            <a:custGeom>
              <a:avLst/>
              <a:gdLst/>
              <a:ahLst/>
              <a:cxnLst/>
              <a:rect l="l" t="t" r="r" b="b"/>
              <a:pathLst>
                <a:path w="17" h="27" extrusionOk="0">
                  <a:moveTo>
                    <a:pt x="9" y="12"/>
                  </a:moveTo>
                  <a:cubicBezTo>
                    <a:pt x="2" y="22"/>
                    <a:pt x="1" y="23"/>
                    <a:pt x="1" y="23"/>
                  </a:cubicBezTo>
                  <a:cubicBezTo>
                    <a:pt x="1" y="24"/>
                    <a:pt x="1" y="25"/>
                    <a:pt x="1" y="26"/>
                  </a:cubicBezTo>
                  <a:cubicBezTo>
                    <a:pt x="2" y="27"/>
                    <a:pt x="3" y="27"/>
                    <a:pt x="4" y="27"/>
                  </a:cubicBezTo>
                  <a:cubicBezTo>
                    <a:pt x="14" y="27"/>
                    <a:pt x="14" y="27"/>
                    <a:pt x="14" y="27"/>
                  </a:cubicBezTo>
                  <a:cubicBezTo>
                    <a:pt x="16" y="27"/>
                    <a:pt x="17" y="26"/>
                    <a:pt x="17" y="25"/>
                  </a:cubicBezTo>
                  <a:cubicBezTo>
                    <a:pt x="17" y="23"/>
                    <a:pt x="16" y="22"/>
                    <a:pt x="14" y="22"/>
                  </a:cubicBezTo>
                  <a:cubicBezTo>
                    <a:pt x="9" y="22"/>
                    <a:pt x="9" y="22"/>
                    <a:pt x="9" y="22"/>
                  </a:cubicBezTo>
                  <a:cubicBezTo>
                    <a:pt x="10" y="20"/>
                    <a:pt x="12" y="18"/>
                    <a:pt x="13" y="16"/>
                  </a:cubicBezTo>
                  <a:cubicBezTo>
                    <a:pt x="15" y="14"/>
                    <a:pt x="16" y="12"/>
                    <a:pt x="16" y="10"/>
                  </a:cubicBezTo>
                  <a:cubicBezTo>
                    <a:pt x="16" y="10"/>
                    <a:pt x="16" y="9"/>
                    <a:pt x="16" y="9"/>
                  </a:cubicBezTo>
                  <a:cubicBezTo>
                    <a:pt x="16" y="4"/>
                    <a:pt x="13" y="0"/>
                    <a:pt x="8" y="0"/>
                  </a:cubicBezTo>
                  <a:cubicBezTo>
                    <a:pt x="4" y="0"/>
                    <a:pt x="1" y="3"/>
                    <a:pt x="0" y="7"/>
                  </a:cubicBezTo>
                  <a:cubicBezTo>
                    <a:pt x="0" y="8"/>
                    <a:pt x="1" y="10"/>
                    <a:pt x="2" y="10"/>
                  </a:cubicBezTo>
                  <a:cubicBezTo>
                    <a:pt x="4" y="11"/>
                    <a:pt x="5" y="10"/>
                    <a:pt x="6" y="8"/>
                  </a:cubicBezTo>
                  <a:cubicBezTo>
                    <a:pt x="6" y="7"/>
                    <a:pt x="7" y="6"/>
                    <a:pt x="8" y="6"/>
                  </a:cubicBezTo>
                  <a:cubicBezTo>
                    <a:pt x="9" y="6"/>
                    <a:pt x="11" y="7"/>
                    <a:pt x="11" y="8"/>
                  </a:cubicBezTo>
                  <a:cubicBezTo>
                    <a:pt x="11" y="9"/>
                    <a:pt x="11" y="9"/>
                    <a:pt x="11" y="9"/>
                  </a:cubicBezTo>
                  <a:cubicBezTo>
                    <a:pt x="10" y="10"/>
                    <a:pt x="10" y="11"/>
                    <a:pt x="9" y="1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82" name="Google Shape;1082;p52"/>
            <p:cNvSpPr/>
            <p:nvPr/>
          </p:nvSpPr>
          <p:spPr>
            <a:xfrm>
              <a:off x="2616420" y="1734814"/>
              <a:ext cx="45139" cy="68258"/>
            </a:xfrm>
            <a:custGeom>
              <a:avLst/>
              <a:gdLst/>
              <a:ahLst/>
              <a:cxnLst/>
              <a:rect l="l" t="t" r="r" b="b"/>
              <a:pathLst>
                <a:path w="17" h="26" extrusionOk="0">
                  <a:moveTo>
                    <a:pt x="6" y="10"/>
                  </a:moveTo>
                  <a:cubicBezTo>
                    <a:pt x="6" y="2"/>
                    <a:pt x="6" y="2"/>
                    <a:pt x="6" y="2"/>
                  </a:cubicBezTo>
                  <a:cubicBezTo>
                    <a:pt x="6" y="1"/>
                    <a:pt x="5" y="0"/>
                    <a:pt x="3" y="0"/>
                  </a:cubicBezTo>
                  <a:cubicBezTo>
                    <a:pt x="2" y="0"/>
                    <a:pt x="0" y="1"/>
                    <a:pt x="0" y="2"/>
                  </a:cubicBezTo>
                  <a:cubicBezTo>
                    <a:pt x="0" y="24"/>
                    <a:pt x="0" y="24"/>
                    <a:pt x="0" y="24"/>
                  </a:cubicBezTo>
                  <a:cubicBezTo>
                    <a:pt x="0" y="25"/>
                    <a:pt x="2" y="26"/>
                    <a:pt x="3" y="26"/>
                  </a:cubicBezTo>
                  <a:cubicBezTo>
                    <a:pt x="5" y="26"/>
                    <a:pt x="6" y="25"/>
                    <a:pt x="6" y="24"/>
                  </a:cubicBezTo>
                  <a:cubicBezTo>
                    <a:pt x="6" y="16"/>
                    <a:pt x="6" y="16"/>
                    <a:pt x="6" y="16"/>
                  </a:cubicBezTo>
                  <a:cubicBezTo>
                    <a:pt x="11" y="16"/>
                    <a:pt x="11" y="16"/>
                    <a:pt x="11" y="16"/>
                  </a:cubicBezTo>
                  <a:cubicBezTo>
                    <a:pt x="11" y="24"/>
                    <a:pt x="11" y="24"/>
                    <a:pt x="11" y="24"/>
                  </a:cubicBezTo>
                  <a:cubicBezTo>
                    <a:pt x="11" y="25"/>
                    <a:pt x="13" y="26"/>
                    <a:pt x="14" y="26"/>
                  </a:cubicBezTo>
                  <a:cubicBezTo>
                    <a:pt x="16" y="26"/>
                    <a:pt x="17" y="25"/>
                    <a:pt x="17" y="24"/>
                  </a:cubicBezTo>
                  <a:cubicBezTo>
                    <a:pt x="17" y="2"/>
                    <a:pt x="17" y="2"/>
                    <a:pt x="17" y="2"/>
                  </a:cubicBezTo>
                  <a:cubicBezTo>
                    <a:pt x="17" y="1"/>
                    <a:pt x="16" y="0"/>
                    <a:pt x="14" y="0"/>
                  </a:cubicBezTo>
                  <a:cubicBezTo>
                    <a:pt x="13" y="0"/>
                    <a:pt x="11" y="1"/>
                    <a:pt x="11" y="2"/>
                  </a:cubicBezTo>
                  <a:cubicBezTo>
                    <a:pt x="11" y="10"/>
                    <a:pt x="11" y="10"/>
                    <a:pt x="11" y="10"/>
                  </a:cubicBezTo>
                  <a:lnTo>
                    <a:pt x="6" y="10"/>
                  </a:ln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sp>
          <p:nvSpPr>
            <p:cNvPr id="1083" name="Google Shape;1083;p52"/>
            <p:cNvSpPr/>
            <p:nvPr/>
          </p:nvSpPr>
          <p:spPr>
            <a:xfrm>
              <a:off x="2648347" y="1677565"/>
              <a:ext cx="13500" cy="15600"/>
            </a:xfrm>
            <a:prstGeom prst="ellipse">
              <a:avLst/>
            </a:pr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Calibri"/>
                <a:ea typeface="Calibri"/>
                <a:cs typeface="Calibri"/>
                <a:sym typeface="Calibri"/>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087"/>
        <p:cNvGrpSpPr/>
        <p:nvPr/>
      </p:nvGrpSpPr>
      <p:grpSpPr>
        <a:xfrm>
          <a:off x="0" y="0"/>
          <a:ext cx="0" cy="0"/>
          <a:chOff x="0" y="0"/>
          <a:chExt cx="0" cy="0"/>
        </a:xfrm>
      </p:grpSpPr>
      <p:sp>
        <p:nvSpPr>
          <p:cNvPr id="1088" name="Google Shape;1088;p53"/>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a:t>Alternative resources</a:t>
            </a:r>
            <a:endParaRPr/>
          </a:p>
        </p:txBody>
      </p:sp>
      <p:sp>
        <p:nvSpPr>
          <p:cNvPr id="1089" name="Google Shape;1089;p53"/>
          <p:cNvSpPr txBox="1">
            <a:spLocks noGrp="1"/>
          </p:cNvSpPr>
          <p:nvPr>
            <p:ph type="subTitle" idx="1"/>
          </p:nvPr>
        </p:nvSpPr>
        <p:spPr>
          <a:xfrm>
            <a:off x="715100" y="1093925"/>
            <a:ext cx="7713900" cy="7149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200"/>
              <a:buNone/>
            </a:pPr>
            <a:r>
              <a:rPr lang="en"/>
              <a:t>Here’s an assortment of alternative resources whose style fits that of this template:</a:t>
            </a:r>
            <a:endParaRPr/>
          </a:p>
          <a:p>
            <a:pPr marL="457200" lvl="0" indent="-304800" algn="l" rtl="0">
              <a:lnSpc>
                <a:spcPct val="100000"/>
              </a:lnSpc>
              <a:spcBef>
                <a:spcPts val="1000"/>
              </a:spcBef>
              <a:spcAft>
                <a:spcPts val="0"/>
              </a:spcAft>
              <a:buClr>
                <a:schemeClr val="lt2"/>
              </a:buClr>
              <a:buSzPts val="1200"/>
              <a:buChar char="●"/>
            </a:pPr>
            <a:r>
              <a:rPr lang="en" u="sng">
                <a:solidFill>
                  <a:schemeClr val="hlink"/>
                </a:solidFill>
                <a:hlinkClick r:id="rId3"/>
              </a:rPr>
              <a:t>Geometric background with gradients</a:t>
            </a:r>
            <a:endParaRPr/>
          </a:p>
        </p:txBody>
      </p:sp>
      <p:pic>
        <p:nvPicPr>
          <p:cNvPr id="1090" name="Google Shape;1090;p53"/>
          <p:cNvPicPr preferRelativeResize="0"/>
          <p:nvPr/>
        </p:nvPicPr>
        <p:blipFill rotWithShape="1">
          <a:blip r:embed="rId4">
            <a:alphaModFix/>
          </a:blip>
          <a:srcRect/>
          <a:stretch/>
        </p:blipFill>
        <p:spPr>
          <a:xfrm>
            <a:off x="2186329" y="2015003"/>
            <a:ext cx="568848" cy="1396874"/>
          </a:xfrm>
          <a:prstGeom prst="rect">
            <a:avLst/>
          </a:prstGeom>
          <a:noFill/>
          <a:ln>
            <a:noFill/>
          </a:ln>
        </p:spPr>
      </p:pic>
      <p:pic>
        <p:nvPicPr>
          <p:cNvPr id="1091" name="Google Shape;1091;p53"/>
          <p:cNvPicPr preferRelativeResize="0"/>
          <p:nvPr/>
        </p:nvPicPr>
        <p:blipFill rotWithShape="1">
          <a:blip r:embed="rId5">
            <a:alphaModFix/>
          </a:blip>
          <a:srcRect/>
          <a:stretch/>
        </p:blipFill>
        <p:spPr>
          <a:xfrm>
            <a:off x="2962456" y="2121750"/>
            <a:ext cx="593825" cy="1136328"/>
          </a:xfrm>
          <a:prstGeom prst="rect">
            <a:avLst/>
          </a:prstGeom>
          <a:noFill/>
          <a:ln>
            <a:noFill/>
          </a:ln>
        </p:spPr>
      </p:pic>
      <p:pic>
        <p:nvPicPr>
          <p:cNvPr id="1092" name="Google Shape;1092;p53"/>
          <p:cNvPicPr preferRelativeResize="0"/>
          <p:nvPr/>
        </p:nvPicPr>
        <p:blipFill rotWithShape="1">
          <a:blip r:embed="rId6">
            <a:alphaModFix/>
          </a:blip>
          <a:srcRect/>
          <a:stretch/>
        </p:blipFill>
        <p:spPr>
          <a:xfrm>
            <a:off x="3899721" y="2152388"/>
            <a:ext cx="568850" cy="1122104"/>
          </a:xfrm>
          <a:prstGeom prst="rect">
            <a:avLst/>
          </a:prstGeom>
          <a:noFill/>
          <a:ln>
            <a:noFill/>
          </a:ln>
        </p:spPr>
      </p:pic>
      <p:pic>
        <p:nvPicPr>
          <p:cNvPr id="1093" name="Google Shape;1093;p53"/>
          <p:cNvPicPr preferRelativeResize="0"/>
          <p:nvPr/>
        </p:nvPicPr>
        <p:blipFill rotWithShape="1">
          <a:blip r:embed="rId7">
            <a:alphaModFix/>
          </a:blip>
          <a:srcRect/>
          <a:stretch/>
        </p:blipFill>
        <p:spPr>
          <a:xfrm>
            <a:off x="2393050" y="3486775"/>
            <a:ext cx="1089290" cy="1089281"/>
          </a:xfrm>
          <a:prstGeom prst="rect">
            <a:avLst/>
          </a:prstGeom>
          <a:noFill/>
          <a:ln>
            <a:noFill/>
          </a:ln>
        </p:spPr>
      </p:pic>
      <p:pic>
        <p:nvPicPr>
          <p:cNvPr id="1094" name="Google Shape;1094;p53"/>
          <p:cNvPicPr preferRelativeResize="0"/>
          <p:nvPr/>
        </p:nvPicPr>
        <p:blipFill rotWithShape="1">
          <a:blip r:embed="rId8">
            <a:alphaModFix/>
          </a:blip>
          <a:srcRect/>
          <a:stretch/>
        </p:blipFill>
        <p:spPr>
          <a:xfrm>
            <a:off x="3689625" y="3627977"/>
            <a:ext cx="531300" cy="806876"/>
          </a:xfrm>
          <a:prstGeom prst="rect">
            <a:avLst/>
          </a:prstGeom>
          <a:noFill/>
          <a:ln>
            <a:noFill/>
          </a:ln>
        </p:spPr>
      </p:pic>
      <p:pic>
        <p:nvPicPr>
          <p:cNvPr id="1095" name="Google Shape;1095;p53"/>
          <p:cNvPicPr preferRelativeResize="0"/>
          <p:nvPr/>
        </p:nvPicPr>
        <p:blipFill rotWithShape="1">
          <a:blip r:embed="rId9">
            <a:alphaModFix/>
          </a:blip>
          <a:srcRect l="60" r="60"/>
          <a:stretch/>
        </p:blipFill>
        <p:spPr>
          <a:xfrm>
            <a:off x="4675429" y="1991478"/>
            <a:ext cx="568848" cy="1396874"/>
          </a:xfrm>
          <a:prstGeom prst="rect">
            <a:avLst/>
          </a:prstGeom>
          <a:noFill/>
          <a:ln>
            <a:noFill/>
          </a:ln>
        </p:spPr>
      </p:pic>
      <p:pic>
        <p:nvPicPr>
          <p:cNvPr id="1096" name="Google Shape;1096;p53"/>
          <p:cNvPicPr preferRelativeResize="0"/>
          <p:nvPr/>
        </p:nvPicPr>
        <p:blipFill rotWithShape="1">
          <a:blip r:embed="rId10">
            <a:alphaModFix/>
          </a:blip>
          <a:srcRect l="20" r="30"/>
          <a:stretch/>
        </p:blipFill>
        <p:spPr>
          <a:xfrm>
            <a:off x="5451556" y="2145274"/>
            <a:ext cx="593825" cy="1136325"/>
          </a:xfrm>
          <a:prstGeom prst="rect">
            <a:avLst/>
          </a:prstGeom>
          <a:noFill/>
          <a:ln>
            <a:noFill/>
          </a:ln>
        </p:spPr>
      </p:pic>
      <p:pic>
        <p:nvPicPr>
          <p:cNvPr id="1097" name="Google Shape;1097;p53"/>
          <p:cNvPicPr preferRelativeResize="0"/>
          <p:nvPr/>
        </p:nvPicPr>
        <p:blipFill rotWithShape="1">
          <a:blip r:embed="rId11">
            <a:alphaModFix/>
          </a:blip>
          <a:srcRect/>
          <a:stretch/>
        </p:blipFill>
        <p:spPr>
          <a:xfrm>
            <a:off x="6388821" y="2128863"/>
            <a:ext cx="568850" cy="1122104"/>
          </a:xfrm>
          <a:prstGeom prst="rect">
            <a:avLst/>
          </a:prstGeom>
          <a:noFill/>
          <a:ln>
            <a:noFill/>
          </a:ln>
        </p:spPr>
      </p:pic>
      <p:pic>
        <p:nvPicPr>
          <p:cNvPr id="1098" name="Google Shape;1098;p53"/>
          <p:cNvPicPr preferRelativeResize="0"/>
          <p:nvPr/>
        </p:nvPicPr>
        <p:blipFill rotWithShape="1">
          <a:blip r:embed="rId12">
            <a:alphaModFix/>
          </a:blip>
          <a:srcRect/>
          <a:stretch/>
        </p:blipFill>
        <p:spPr>
          <a:xfrm>
            <a:off x="4519075" y="3486775"/>
            <a:ext cx="1089290" cy="1089281"/>
          </a:xfrm>
          <a:prstGeom prst="rect">
            <a:avLst/>
          </a:prstGeom>
          <a:noFill/>
          <a:ln>
            <a:noFill/>
          </a:ln>
        </p:spPr>
      </p:pic>
      <p:pic>
        <p:nvPicPr>
          <p:cNvPr id="1099" name="Google Shape;1099;p53"/>
          <p:cNvPicPr preferRelativeResize="0"/>
          <p:nvPr/>
        </p:nvPicPr>
        <p:blipFill rotWithShape="1">
          <a:blip r:embed="rId13">
            <a:alphaModFix/>
          </a:blip>
          <a:srcRect/>
          <a:stretch/>
        </p:blipFill>
        <p:spPr>
          <a:xfrm>
            <a:off x="5815650" y="3627977"/>
            <a:ext cx="531300" cy="806876"/>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103"/>
        <p:cNvGrpSpPr/>
        <p:nvPr/>
      </p:nvGrpSpPr>
      <p:grpSpPr>
        <a:xfrm>
          <a:off x="0" y="0"/>
          <a:ext cx="0" cy="0"/>
          <a:chOff x="0" y="0"/>
          <a:chExt cx="0" cy="0"/>
        </a:xfrm>
      </p:grpSpPr>
      <p:sp>
        <p:nvSpPr>
          <p:cNvPr id="1104" name="Google Shape;1104;p54"/>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000"/>
              <a:buNone/>
            </a:pPr>
            <a:r>
              <a:rPr lang="en"/>
              <a:t>Resources</a:t>
            </a:r>
            <a:endParaRPr/>
          </a:p>
        </p:txBody>
      </p:sp>
      <p:sp>
        <p:nvSpPr>
          <p:cNvPr id="1105" name="Google Shape;1105;p54"/>
          <p:cNvSpPr txBox="1">
            <a:spLocks noGrp="1"/>
          </p:cNvSpPr>
          <p:nvPr>
            <p:ph type="subTitle" idx="1"/>
          </p:nvPr>
        </p:nvSpPr>
        <p:spPr>
          <a:xfrm>
            <a:off x="1894200" y="1109375"/>
            <a:ext cx="5355600" cy="296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200"/>
              <a:buNone/>
            </a:pPr>
            <a:r>
              <a:rPr lang="en"/>
              <a:t>Did you like the resources in this template? Get them at these websites:</a:t>
            </a:r>
            <a:endParaRPr/>
          </a:p>
          <a:p>
            <a:pPr marL="0" lvl="0" indent="0" algn="l" rtl="0">
              <a:lnSpc>
                <a:spcPct val="100000"/>
              </a:lnSpc>
              <a:spcBef>
                <a:spcPts val="1000"/>
              </a:spcBef>
              <a:spcAft>
                <a:spcPts val="0"/>
              </a:spcAft>
              <a:buSzPts val="1200"/>
              <a:buNone/>
            </a:pPr>
            <a:r>
              <a:rPr lang="en" b="1"/>
              <a:t>Photos</a:t>
            </a:r>
            <a:endParaRPr b="1"/>
          </a:p>
          <a:p>
            <a:pPr marL="457200" lvl="0" indent="-304800" algn="l" rtl="0">
              <a:lnSpc>
                <a:spcPct val="100000"/>
              </a:lnSpc>
              <a:spcBef>
                <a:spcPts val="0"/>
              </a:spcBef>
              <a:spcAft>
                <a:spcPts val="0"/>
              </a:spcAft>
              <a:buSzPts val="1200"/>
              <a:buFont typeface="Karla"/>
              <a:buChar char="●"/>
            </a:pPr>
            <a:r>
              <a:rPr lang="en" u="sng">
                <a:solidFill>
                  <a:schemeClr val="hlink"/>
                </a:solidFill>
                <a:hlinkClick r:id="rId3"/>
              </a:rPr>
              <a:t>Gynecologist performing ultrasound consultation</a:t>
            </a:r>
            <a:endParaRPr/>
          </a:p>
          <a:p>
            <a:pPr marL="457200" lvl="0" indent="-304800" algn="l" rtl="0">
              <a:lnSpc>
                <a:spcPct val="100000"/>
              </a:lnSpc>
              <a:spcBef>
                <a:spcPts val="0"/>
              </a:spcBef>
              <a:spcAft>
                <a:spcPts val="0"/>
              </a:spcAft>
              <a:buSzPts val="1200"/>
              <a:buChar char="●"/>
            </a:pPr>
            <a:r>
              <a:rPr lang="en" u="sng">
                <a:solidFill>
                  <a:schemeClr val="hlink"/>
                </a:solidFill>
                <a:hlinkClick r:id="rId4"/>
              </a:rPr>
              <a:t>Side view healthcare professionals meeting</a:t>
            </a:r>
            <a:endParaRPr/>
          </a:p>
          <a:p>
            <a:pPr marL="457200" lvl="0" indent="-304800" algn="l" rtl="0">
              <a:lnSpc>
                <a:spcPct val="100000"/>
              </a:lnSpc>
              <a:spcBef>
                <a:spcPts val="0"/>
              </a:spcBef>
              <a:spcAft>
                <a:spcPts val="0"/>
              </a:spcAft>
              <a:buSzPts val="1200"/>
              <a:buChar char="●"/>
            </a:pPr>
            <a:r>
              <a:rPr lang="en" u="sng">
                <a:solidFill>
                  <a:schemeClr val="hlink"/>
                </a:solidFill>
                <a:hlinkClick r:id="rId5"/>
              </a:rPr>
              <a:t>Black mother taking care of her child I</a:t>
            </a:r>
            <a:endParaRPr/>
          </a:p>
          <a:p>
            <a:pPr marL="457200" lvl="0" indent="-304800" algn="l" rtl="0">
              <a:lnSpc>
                <a:spcPct val="100000"/>
              </a:lnSpc>
              <a:spcBef>
                <a:spcPts val="0"/>
              </a:spcBef>
              <a:spcAft>
                <a:spcPts val="0"/>
              </a:spcAft>
              <a:buSzPts val="1200"/>
              <a:buChar char="●"/>
            </a:pPr>
            <a:r>
              <a:rPr lang="en" u="sng">
                <a:solidFill>
                  <a:schemeClr val="hlink"/>
                </a:solidFill>
                <a:hlinkClick r:id="rId6"/>
              </a:rPr>
              <a:t>Black mother taking care of her child II</a:t>
            </a:r>
            <a:endParaRPr/>
          </a:p>
          <a:p>
            <a:pPr marL="457200" lvl="0" indent="-304800" algn="l" rtl="0">
              <a:lnSpc>
                <a:spcPct val="100000"/>
              </a:lnSpc>
              <a:spcBef>
                <a:spcPts val="0"/>
              </a:spcBef>
              <a:spcAft>
                <a:spcPts val="0"/>
              </a:spcAft>
              <a:buSzPts val="1200"/>
              <a:buChar char="●"/>
            </a:pPr>
            <a:r>
              <a:rPr lang="en" u="sng">
                <a:solidFill>
                  <a:schemeClr val="hlink"/>
                </a:solidFill>
                <a:hlinkClick r:id="rId7"/>
              </a:rPr>
              <a:t>Doctor doing their work in pediatrics office I</a:t>
            </a:r>
            <a:endParaRPr/>
          </a:p>
          <a:p>
            <a:pPr marL="457200" lvl="0" indent="-304800" algn="l" rtl="0">
              <a:lnSpc>
                <a:spcPct val="100000"/>
              </a:lnSpc>
              <a:spcBef>
                <a:spcPts val="0"/>
              </a:spcBef>
              <a:spcAft>
                <a:spcPts val="0"/>
              </a:spcAft>
              <a:buSzPts val="1200"/>
              <a:buChar char="●"/>
            </a:pPr>
            <a:r>
              <a:rPr lang="en" u="sng">
                <a:solidFill>
                  <a:schemeClr val="hlink"/>
                </a:solidFill>
                <a:hlinkClick r:id="rId8"/>
              </a:rPr>
              <a:t>Doctor doing their work in pediatrics office II</a:t>
            </a:r>
            <a:endParaRPr/>
          </a:p>
          <a:p>
            <a:pPr marL="457200" lvl="0" indent="-304800" algn="l" rtl="0">
              <a:lnSpc>
                <a:spcPct val="100000"/>
              </a:lnSpc>
              <a:spcBef>
                <a:spcPts val="0"/>
              </a:spcBef>
              <a:spcAft>
                <a:spcPts val="0"/>
              </a:spcAft>
              <a:buSzPts val="1200"/>
              <a:buChar char="●"/>
            </a:pPr>
            <a:r>
              <a:rPr lang="en" u="sng">
                <a:solidFill>
                  <a:schemeClr val="hlink"/>
                </a:solidFill>
                <a:hlinkClick r:id="rId9"/>
              </a:rPr>
              <a:t>Side view smiley nurse with stethoscope</a:t>
            </a:r>
            <a:endParaRPr/>
          </a:p>
          <a:p>
            <a:pPr marL="457200" lvl="0" indent="-304800" algn="l" rtl="0">
              <a:lnSpc>
                <a:spcPct val="100000"/>
              </a:lnSpc>
              <a:spcBef>
                <a:spcPts val="0"/>
              </a:spcBef>
              <a:spcAft>
                <a:spcPts val="0"/>
              </a:spcAft>
              <a:buSzPts val="1200"/>
              <a:buChar char="●"/>
            </a:pPr>
            <a:r>
              <a:rPr lang="en" u="sng">
                <a:solidFill>
                  <a:schemeClr val="hlink"/>
                </a:solidFill>
                <a:hlinkClick r:id="rId10"/>
              </a:rPr>
              <a:t>Side view smiley doctor checking patient</a:t>
            </a:r>
            <a:endParaRPr/>
          </a:p>
          <a:p>
            <a:pPr marL="0" lvl="0" indent="0" algn="l" rtl="0">
              <a:lnSpc>
                <a:spcPct val="100000"/>
              </a:lnSpc>
              <a:spcBef>
                <a:spcPts val="0"/>
              </a:spcBef>
              <a:spcAft>
                <a:spcPts val="0"/>
              </a:spcAft>
              <a:buSzPts val="1200"/>
              <a:buNone/>
            </a:pPr>
            <a:r>
              <a:rPr lang="en" b="1"/>
              <a:t>Icons</a:t>
            </a:r>
            <a:endParaRPr b="1"/>
          </a:p>
          <a:p>
            <a:pPr marL="457200" lvl="0" indent="-304800" algn="l" rtl="0">
              <a:lnSpc>
                <a:spcPct val="100000"/>
              </a:lnSpc>
              <a:spcBef>
                <a:spcPts val="0"/>
              </a:spcBef>
              <a:spcAft>
                <a:spcPts val="0"/>
              </a:spcAft>
              <a:buSzPts val="1200"/>
              <a:buFont typeface="Karla"/>
              <a:buChar char="●"/>
            </a:pPr>
            <a:r>
              <a:rPr lang="en" u="sng">
                <a:solidFill>
                  <a:schemeClr val="hlink"/>
                </a:solidFill>
                <a:hlinkClick r:id="rId11"/>
              </a:rPr>
              <a:t>Icon Pack: Medicine | Lineal</a:t>
            </a:r>
            <a:endParaRPr/>
          </a:p>
          <a:p>
            <a:pPr marL="0" lvl="0" indent="0" algn="l" rtl="0">
              <a:lnSpc>
                <a:spcPct val="100000"/>
              </a:lnSpc>
              <a:spcBef>
                <a:spcPts val="0"/>
              </a:spcBef>
              <a:spcAft>
                <a:spcPts val="0"/>
              </a:spcAft>
              <a:buSzPts val="1200"/>
              <a:buNone/>
            </a:pPr>
            <a:r>
              <a:rPr lang="en" b="1"/>
              <a:t>Vectors</a:t>
            </a:r>
            <a:endParaRPr b="1"/>
          </a:p>
          <a:p>
            <a:pPr marL="457200" lvl="0" indent="-304800" algn="l" rtl="0">
              <a:lnSpc>
                <a:spcPct val="100000"/>
              </a:lnSpc>
              <a:spcBef>
                <a:spcPts val="0"/>
              </a:spcBef>
              <a:spcAft>
                <a:spcPts val="0"/>
              </a:spcAft>
              <a:buSzPts val="1200"/>
              <a:buFont typeface="Karla"/>
              <a:buChar char="●"/>
            </a:pPr>
            <a:r>
              <a:rPr lang="en" u="sng">
                <a:solidFill>
                  <a:schemeClr val="hlink"/>
                </a:solidFill>
                <a:hlinkClick r:id="rId12"/>
              </a:rPr>
              <a:t>Original lines background</a:t>
            </a:r>
            <a:endParaRPr/>
          </a:p>
        </p:txBody>
      </p:sp>
      <p:grpSp>
        <p:nvGrpSpPr>
          <p:cNvPr id="1106" name="Google Shape;1106;p54"/>
          <p:cNvGrpSpPr/>
          <p:nvPr/>
        </p:nvGrpSpPr>
        <p:grpSpPr>
          <a:xfrm>
            <a:off x="6734885" y="2540433"/>
            <a:ext cx="2409103" cy="3047603"/>
            <a:chOff x="6734885" y="2540433"/>
            <a:chExt cx="2409103" cy="3047603"/>
          </a:xfrm>
        </p:grpSpPr>
        <p:grpSp>
          <p:nvGrpSpPr>
            <p:cNvPr id="1107" name="Google Shape;1107;p54"/>
            <p:cNvGrpSpPr/>
            <p:nvPr/>
          </p:nvGrpSpPr>
          <p:grpSpPr>
            <a:xfrm>
              <a:off x="6734885" y="2540433"/>
              <a:ext cx="2409103" cy="3047603"/>
              <a:chOff x="6734885" y="2540433"/>
              <a:chExt cx="2409103" cy="3047603"/>
            </a:xfrm>
          </p:grpSpPr>
          <p:pic>
            <p:nvPicPr>
              <p:cNvPr id="1108" name="Google Shape;1108;p54"/>
              <p:cNvPicPr preferRelativeResize="0"/>
              <p:nvPr/>
            </p:nvPicPr>
            <p:blipFill rotWithShape="1">
              <a:blip r:embed="rId13">
                <a:alphaModFix/>
              </a:blip>
              <a:srcRect/>
              <a:stretch/>
            </p:blipFill>
            <p:spPr>
              <a:xfrm>
                <a:off x="6734885" y="3450777"/>
                <a:ext cx="2409103" cy="1692724"/>
              </a:xfrm>
              <a:prstGeom prst="rect">
                <a:avLst/>
              </a:prstGeom>
              <a:noFill/>
              <a:ln>
                <a:noFill/>
              </a:ln>
            </p:spPr>
          </p:pic>
          <p:pic>
            <p:nvPicPr>
              <p:cNvPr id="1109" name="Google Shape;1109;p54"/>
              <p:cNvPicPr preferRelativeResize="0"/>
              <p:nvPr/>
            </p:nvPicPr>
            <p:blipFill rotWithShape="1">
              <a:blip r:embed="rId14">
                <a:alphaModFix/>
              </a:blip>
              <a:srcRect t="2208" b="2208"/>
              <a:stretch/>
            </p:blipFill>
            <p:spPr>
              <a:xfrm rot="5400000" flipH="1">
                <a:off x="6861724" y="3977366"/>
                <a:ext cx="3047603" cy="173736"/>
              </a:xfrm>
              <a:prstGeom prst="rect">
                <a:avLst/>
              </a:prstGeom>
              <a:noFill/>
              <a:ln>
                <a:noFill/>
              </a:ln>
            </p:spPr>
          </p:pic>
        </p:grpSp>
        <p:sp>
          <p:nvSpPr>
            <p:cNvPr id="1110" name="Google Shape;1110;p54"/>
            <p:cNvSpPr/>
            <p:nvPr/>
          </p:nvSpPr>
          <p:spPr>
            <a:xfrm flipH="1">
              <a:off x="7889338" y="2898050"/>
              <a:ext cx="100200" cy="2112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Open Sans"/>
                <a:ea typeface="Open Sans"/>
                <a:cs typeface="Open Sans"/>
                <a:sym typeface="Open Sans"/>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
        <p:cNvGrpSpPr/>
        <p:nvPr/>
      </p:nvGrpSpPr>
      <p:grpSpPr>
        <a:xfrm>
          <a:off x="0" y="0"/>
          <a:ext cx="0" cy="0"/>
          <a:chOff x="0" y="0"/>
          <a:chExt cx="0" cy="0"/>
        </a:xfrm>
      </p:grpSpPr>
      <p:sp>
        <p:nvSpPr>
          <p:cNvPr id="1115" name="Google Shape;1115;p55"/>
          <p:cNvSpPr txBox="1">
            <a:spLocks noGrp="1"/>
          </p:cNvSpPr>
          <p:nvPr>
            <p:ph type="title"/>
          </p:nvPr>
        </p:nvSpPr>
        <p:spPr>
          <a:xfrm>
            <a:off x="716775" y="510900"/>
            <a:ext cx="77106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2400"/>
              <a:buNone/>
            </a:pPr>
            <a:r>
              <a:rPr lang="en"/>
              <a:t>Instructions for use</a:t>
            </a:r>
            <a:endParaRPr/>
          </a:p>
        </p:txBody>
      </p:sp>
      <p:sp>
        <p:nvSpPr>
          <p:cNvPr id="1116" name="Google Shape;1116;p55"/>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E2A47"/>
              </a:buClr>
              <a:buSzPts val="1100"/>
              <a:buFont typeface="Arial"/>
              <a:buNone/>
            </a:pPr>
            <a:r>
              <a:rPr lang="en" sz="1100" b="0" i="0" u="none" strike="noStrike" cap="none">
                <a:solidFill>
                  <a:schemeClr val="lt1"/>
                </a:solidFill>
                <a:latin typeface="Arial"/>
                <a:ea typeface="Arial"/>
                <a:cs typeface="Arial"/>
                <a:sym typeface="Arial"/>
              </a:rPr>
              <a:t>If you have a free account, in order to use this template, you must credit </a:t>
            </a:r>
            <a:r>
              <a:rPr lang="en" sz="1100" b="1" i="0" u="sng" strike="noStrike" cap="none">
                <a:solidFill>
                  <a:schemeClr val="hlink"/>
                </a:solidFill>
                <a:latin typeface="Arial"/>
                <a:ea typeface="Arial"/>
                <a:cs typeface="Arial"/>
                <a:sym typeface="Arial"/>
                <a:hlinkClick r:id="rId3"/>
              </a:rPr>
              <a:t>Slidesgo</a:t>
            </a:r>
            <a:r>
              <a:rPr lang="en" sz="1100" b="1" i="0" u="none" strike="noStrike" cap="none">
                <a:solidFill>
                  <a:schemeClr val="hlink"/>
                </a:solidFill>
                <a:latin typeface="Arial"/>
                <a:ea typeface="Arial"/>
                <a:cs typeface="Arial"/>
                <a:sym typeface="Arial"/>
              </a:rPr>
              <a:t> </a:t>
            </a:r>
            <a:r>
              <a:rPr lang="en" sz="1100" b="0" i="0" u="none" strike="noStrike" cap="none">
                <a:solidFill>
                  <a:schemeClr val="lt1"/>
                </a:solidFill>
                <a:latin typeface="Arial"/>
                <a:ea typeface="Arial"/>
                <a:cs typeface="Arial"/>
                <a:sym typeface="Arial"/>
              </a:rPr>
              <a:t>by keeping the </a:t>
            </a:r>
            <a:r>
              <a:rPr lang="en" sz="1100" b="1" i="0" u="sng" strike="noStrike" cap="none">
                <a:solidFill>
                  <a:schemeClr val="hlink"/>
                </a:solidFill>
                <a:latin typeface="Arial"/>
                <a:ea typeface="Arial"/>
                <a:cs typeface="Arial"/>
                <a:sym typeface="Arial"/>
                <a:hlinkClick r:id="rId4" action="ppaction://hlinksldjump"/>
              </a:rPr>
              <a:t>Thanks</a:t>
            </a:r>
            <a:r>
              <a:rPr lang="en" sz="1100" b="1" i="0" u="none" strike="noStrike" cap="none">
                <a:solidFill>
                  <a:schemeClr val="hlink"/>
                </a:solidFill>
                <a:latin typeface="Arial"/>
                <a:ea typeface="Arial"/>
                <a:cs typeface="Arial"/>
                <a:sym typeface="Arial"/>
              </a:rPr>
              <a:t> </a:t>
            </a:r>
            <a:r>
              <a:rPr lang="en" sz="1100" b="0" i="0" u="none" strike="noStrike" cap="none">
                <a:solidFill>
                  <a:schemeClr val="lt1"/>
                </a:solidFill>
                <a:latin typeface="Arial"/>
                <a:ea typeface="Arial"/>
                <a:cs typeface="Arial"/>
                <a:sym typeface="Arial"/>
              </a:rPr>
              <a:t>slide. Please refer to the next slide to read the instructions for premium users.</a:t>
            </a:r>
            <a:endParaRPr sz="1100" b="0" i="0" u="none" strike="noStrike" cap="none">
              <a:solidFill>
                <a:schemeClr val="lt1"/>
              </a:solidFill>
              <a:latin typeface="Arial"/>
              <a:ea typeface="Arial"/>
              <a:cs typeface="Arial"/>
              <a:sym typeface="Arial"/>
            </a:endParaRPr>
          </a:p>
          <a:p>
            <a:pPr marL="0" marR="0" lvl="0" indent="0" algn="l" rtl="0">
              <a:lnSpc>
                <a:spcPct val="100000"/>
              </a:lnSpc>
              <a:spcBef>
                <a:spcPts val="1000"/>
              </a:spcBef>
              <a:spcAft>
                <a:spcPts val="0"/>
              </a:spcAft>
              <a:buClr>
                <a:srgbClr val="0E2A47"/>
              </a:buClr>
              <a:buSzPts val="1100"/>
              <a:buFont typeface="Arial"/>
              <a:buNone/>
            </a:pPr>
            <a:r>
              <a:rPr lang="en" sz="1100" b="1" i="0" u="none" strike="noStrike" cap="none">
                <a:solidFill>
                  <a:schemeClr val="hlink"/>
                </a:solidFill>
                <a:latin typeface="Arial"/>
                <a:ea typeface="Arial"/>
                <a:cs typeface="Arial"/>
                <a:sym typeface="Arial"/>
              </a:rPr>
              <a:t>As a Free user, you are allowed to:</a:t>
            </a:r>
            <a:endParaRPr sz="1100" b="1" i="0" u="none" strike="noStrike" cap="none">
              <a:solidFill>
                <a:schemeClr val="hlink"/>
              </a:solidFill>
              <a:latin typeface="Arial"/>
              <a:ea typeface="Arial"/>
              <a:cs typeface="Arial"/>
              <a:sym typeface="Arial"/>
            </a:endParaRPr>
          </a:p>
          <a:p>
            <a:pPr marL="457200" marR="0" lvl="0" indent="-298450" algn="l" rtl="0">
              <a:lnSpc>
                <a:spcPct val="100000"/>
              </a:lnSpc>
              <a:spcBef>
                <a:spcPts val="40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Modify this template.</a:t>
            </a:r>
            <a:endParaRPr sz="1100" b="0" i="0" u="none" strike="noStrike" cap="none">
              <a:solidFill>
                <a:schemeClr val="lt1"/>
              </a:solidFill>
              <a:latin typeface="Arial"/>
              <a:ea typeface="Arial"/>
              <a:cs typeface="Arial"/>
              <a:sym typeface="Arial"/>
            </a:endParaRPr>
          </a:p>
          <a:p>
            <a:pPr marL="457200" marR="0" lvl="0" indent="-298450" algn="l" rtl="0">
              <a:lnSpc>
                <a:spcPct val="100000"/>
              </a:lnSpc>
              <a:spcBef>
                <a:spcPts val="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Use it for both personal and commercial projects.</a:t>
            </a:r>
            <a:endParaRPr sz="1100" b="0" i="0" u="none" strike="noStrike" cap="none">
              <a:solidFill>
                <a:schemeClr val="lt1"/>
              </a:solidFill>
              <a:latin typeface="Arial"/>
              <a:ea typeface="Arial"/>
              <a:cs typeface="Arial"/>
              <a:sym typeface="Arial"/>
            </a:endParaRPr>
          </a:p>
          <a:p>
            <a:pPr marL="0" marR="0" lvl="0" indent="0" algn="l" rtl="0">
              <a:lnSpc>
                <a:spcPct val="100000"/>
              </a:lnSpc>
              <a:spcBef>
                <a:spcPts val="1400"/>
              </a:spcBef>
              <a:spcAft>
                <a:spcPts val="0"/>
              </a:spcAft>
              <a:buClr>
                <a:srgbClr val="0E2A47"/>
              </a:buClr>
              <a:buSzPts val="1100"/>
              <a:buFont typeface="Arial"/>
              <a:buNone/>
            </a:pPr>
            <a:r>
              <a:rPr lang="en" sz="1100" b="1" i="0" u="none" strike="noStrike" cap="none">
                <a:solidFill>
                  <a:schemeClr val="hlink"/>
                </a:solidFill>
                <a:latin typeface="Arial"/>
                <a:ea typeface="Arial"/>
                <a:cs typeface="Arial"/>
                <a:sym typeface="Arial"/>
              </a:rPr>
              <a:t>You are not allowed to:</a:t>
            </a:r>
            <a:endParaRPr sz="1100" b="1" i="0" u="none" strike="noStrike" cap="none">
              <a:solidFill>
                <a:schemeClr val="hlink"/>
              </a:solidFill>
              <a:latin typeface="Arial"/>
              <a:ea typeface="Arial"/>
              <a:cs typeface="Arial"/>
              <a:sym typeface="Arial"/>
            </a:endParaRPr>
          </a:p>
          <a:p>
            <a:pPr marL="457200" marR="0" lvl="0" indent="-298450" algn="l" rtl="0">
              <a:lnSpc>
                <a:spcPct val="100000"/>
              </a:lnSpc>
              <a:spcBef>
                <a:spcPts val="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Sublicense, sell or rent any of Slidesgo Content (or a modified version of Slidesgo Content).</a:t>
            </a:r>
            <a:endParaRPr sz="1100" b="0" i="0" u="none" strike="noStrike" cap="none">
              <a:solidFill>
                <a:schemeClr val="lt1"/>
              </a:solidFill>
              <a:latin typeface="Arial"/>
              <a:ea typeface="Arial"/>
              <a:cs typeface="Arial"/>
              <a:sym typeface="Arial"/>
            </a:endParaRPr>
          </a:p>
          <a:p>
            <a:pPr marL="457200" marR="0" lvl="0" indent="-298450" algn="l" rtl="0">
              <a:lnSpc>
                <a:spcPct val="100000"/>
              </a:lnSpc>
              <a:spcBef>
                <a:spcPts val="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Distribute Slidesgo Content unless it has been expressly authorized by Slidesgo.</a:t>
            </a:r>
            <a:endParaRPr sz="1100" b="0" i="0" u="none" strike="noStrike" cap="none">
              <a:solidFill>
                <a:schemeClr val="lt1"/>
              </a:solidFill>
              <a:latin typeface="Arial"/>
              <a:ea typeface="Arial"/>
              <a:cs typeface="Arial"/>
              <a:sym typeface="Arial"/>
            </a:endParaRPr>
          </a:p>
          <a:p>
            <a:pPr marL="457200" marR="0" lvl="0" indent="-298450" algn="l" rtl="0">
              <a:lnSpc>
                <a:spcPct val="100000"/>
              </a:lnSpc>
              <a:spcBef>
                <a:spcPts val="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Include Slidesgo Content in an online or offline database or file.</a:t>
            </a:r>
            <a:endParaRPr sz="1100" b="0" i="0" u="none" strike="noStrike" cap="none">
              <a:solidFill>
                <a:schemeClr val="lt1"/>
              </a:solidFill>
              <a:latin typeface="Arial"/>
              <a:ea typeface="Arial"/>
              <a:cs typeface="Arial"/>
              <a:sym typeface="Arial"/>
            </a:endParaRPr>
          </a:p>
          <a:p>
            <a:pPr marL="457200" marR="0" lvl="0" indent="-298450" algn="l" rtl="0">
              <a:lnSpc>
                <a:spcPct val="100000"/>
              </a:lnSpc>
              <a:spcBef>
                <a:spcPts val="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Offer Slidesgo templates (or modified versions of Slidesgo templates) for download.</a:t>
            </a:r>
            <a:endParaRPr sz="1100" b="0" i="0" u="none" strike="noStrike" cap="none">
              <a:solidFill>
                <a:schemeClr val="lt1"/>
              </a:solidFill>
              <a:latin typeface="Arial"/>
              <a:ea typeface="Arial"/>
              <a:cs typeface="Arial"/>
              <a:sym typeface="Arial"/>
            </a:endParaRPr>
          </a:p>
          <a:p>
            <a:pPr marL="457200" marR="0" lvl="0" indent="-298450" algn="l" rtl="0">
              <a:lnSpc>
                <a:spcPct val="100000"/>
              </a:lnSpc>
              <a:spcBef>
                <a:spcPts val="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Acquire the copyright of Slidesgo Content.</a:t>
            </a:r>
            <a:endParaRPr sz="1100" b="0" i="0" u="none" strike="noStrike" cap="none">
              <a:solidFill>
                <a:schemeClr val="lt1"/>
              </a:solidFill>
              <a:latin typeface="Arial"/>
              <a:ea typeface="Arial"/>
              <a:cs typeface="Arial"/>
              <a:sym typeface="Arial"/>
            </a:endParaRPr>
          </a:p>
          <a:p>
            <a:pPr marL="0" marR="0" lvl="0" indent="0" algn="l" rtl="0">
              <a:lnSpc>
                <a:spcPct val="100000"/>
              </a:lnSpc>
              <a:spcBef>
                <a:spcPts val="0"/>
              </a:spcBef>
              <a:spcAft>
                <a:spcPts val="0"/>
              </a:spcAft>
              <a:buClr>
                <a:srgbClr val="0E2A47"/>
              </a:buClr>
              <a:buSzPts val="1100"/>
              <a:buFont typeface="Arial"/>
              <a:buNone/>
            </a:pPr>
            <a:endParaRPr sz="1100" b="0" i="0" u="none" strike="noStrike" cap="none">
              <a:solidFill>
                <a:schemeClr val="lt1"/>
              </a:solidFill>
              <a:latin typeface="Arial"/>
              <a:ea typeface="Arial"/>
              <a:cs typeface="Arial"/>
              <a:sym typeface="Arial"/>
            </a:endParaRPr>
          </a:p>
          <a:p>
            <a:pPr marL="0" marR="0" lvl="0" indent="0" algn="l" rtl="0">
              <a:lnSpc>
                <a:spcPct val="100000"/>
              </a:lnSpc>
              <a:spcBef>
                <a:spcPts val="0"/>
              </a:spcBef>
              <a:spcAft>
                <a:spcPts val="0"/>
              </a:spcAft>
              <a:buClr>
                <a:srgbClr val="0E2A47"/>
              </a:buClr>
              <a:buSzPts val="1100"/>
              <a:buFont typeface="Arial"/>
              <a:buNone/>
            </a:pPr>
            <a:endParaRPr sz="1100" b="0" i="0" u="none" strike="noStrike" cap="none">
              <a:solidFill>
                <a:schemeClr val="lt1"/>
              </a:solidFill>
              <a:latin typeface="Arial"/>
              <a:ea typeface="Arial"/>
              <a:cs typeface="Arial"/>
              <a:sym typeface="Arial"/>
            </a:endParaRPr>
          </a:p>
          <a:p>
            <a:pPr marL="0" marR="0" lvl="0" indent="0" algn="l" rtl="0">
              <a:lnSpc>
                <a:spcPct val="100000"/>
              </a:lnSpc>
              <a:spcBef>
                <a:spcPts val="0"/>
              </a:spcBef>
              <a:spcAft>
                <a:spcPts val="0"/>
              </a:spcAft>
              <a:buClr>
                <a:srgbClr val="0E2A47"/>
              </a:buClr>
              <a:buSzPts val="1100"/>
              <a:buFont typeface="Arial"/>
              <a:buNone/>
            </a:pPr>
            <a:endParaRPr sz="1100" b="0" i="0" u="none" strike="noStrike" cap="none">
              <a:solidFill>
                <a:schemeClr val="lt1"/>
              </a:solidFill>
              <a:latin typeface="Arial"/>
              <a:ea typeface="Arial"/>
              <a:cs typeface="Arial"/>
              <a:sym typeface="Arial"/>
            </a:endParaRPr>
          </a:p>
          <a:p>
            <a:pPr marL="0" marR="0" lvl="0" indent="0" algn="ctr" rtl="0">
              <a:lnSpc>
                <a:spcPct val="100000"/>
              </a:lnSpc>
              <a:spcBef>
                <a:spcPts val="0"/>
              </a:spcBef>
              <a:spcAft>
                <a:spcPts val="0"/>
              </a:spcAft>
              <a:buClr>
                <a:srgbClr val="0E2A47"/>
              </a:buClr>
              <a:buSzPts val="1100"/>
              <a:buFont typeface="Arial"/>
              <a:buNone/>
            </a:pPr>
            <a:endParaRPr sz="1100" b="0" i="0" u="none" strike="noStrike" cap="none">
              <a:solidFill>
                <a:schemeClr val="lt1"/>
              </a:solidFill>
              <a:latin typeface="Arial"/>
              <a:ea typeface="Arial"/>
              <a:cs typeface="Arial"/>
              <a:sym typeface="Arial"/>
            </a:endParaRPr>
          </a:p>
          <a:p>
            <a:pPr marL="0" marR="0" lvl="0" indent="0" algn="ctr" rtl="0">
              <a:lnSpc>
                <a:spcPct val="100000"/>
              </a:lnSpc>
              <a:spcBef>
                <a:spcPts val="0"/>
              </a:spcBef>
              <a:spcAft>
                <a:spcPts val="0"/>
              </a:spcAft>
              <a:buClr>
                <a:srgbClr val="0E2A47"/>
              </a:buClr>
              <a:buSzPts val="1100"/>
              <a:buFont typeface="Arial"/>
              <a:buNone/>
            </a:pPr>
            <a:r>
              <a:rPr lang="en" sz="1100" b="0" i="0" u="none" strike="noStrike" cap="none">
                <a:solidFill>
                  <a:schemeClr val="lt1"/>
                </a:solidFill>
                <a:latin typeface="Arial"/>
                <a:ea typeface="Arial"/>
                <a:cs typeface="Arial"/>
                <a:sym typeface="Arial"/>
              </a:rPr>
              <a:t>For more information about editing slides, please read our FAQs or visit our blog:</a:t>
            </a:r>
            <a:endParaRPr sz="1100" b="0" i="0" u="none" strike="noStrike" cap="none">
              <a:solidFill>
                <a:schemeClr val="lt1"/>
              </a:solidFill>
              <a:latin typeface="Arial"/>
              <a:ea typeface="Arial"/>
              <a:cs typeface="Arial"/>
              <a:sym typeface="Arial"/>
            </a:endParaRPr>
          </a:p>
          <a:p>
            <a:pPr marL="0" marR="0" lvl="0" indent="0" algn="ctr" rtl="0">
              <a:lnSpc>
                <a:spcPct val="100000"/>
              </a:lnSpc>
              <a:spcBef>
                <a:spcPts val="0"/>
              </a:spcBef>
              <a:spcAft>
                <a:spcPts val="0"/>
              </a:spcAft>
              <a:buClr>
                <a:srgbClr val="0E2A47"/>
              </a:buClr>
              <a:buSzPts val="1100"/>
              <a:buFont typeface="Arial"/>
              <a:buNone/>
            </a:pPr>
            <a:r>
              <a:rPr lang="en" sz="1100" b="1" i="0" u="sng" strike="noStrike" cap="none">
                <a:solidFill>
                  <a:schemeClr val="hlink"/>
                </a:solidFill>
                <a:latin typeface="Arial"/>
                <a:ea typeface="Arial"/>
                <a:cs typeface="Arial"/>
                <a:sym typeface="Arial"/>
                <a:hlinkClick r:id="rId5"/>
              </a:rPr>
              <a:t>https://slidesgo.com/faqs</a:t>
            </a:r>
            <a:r>
              <a:rPr lang="en" sz="1100" b="0" i="0" u="none" strike="noStrike" cap="none">
                <a:solidFill>
                  <a:schemeClr val="lt1"/>
                </a:solidFill>
                <a:latin typeface="Arial"/>
                <a:ea typeface="Arial"/>
                <a:cs typeface="Arial"/>
                <a:sym typeface="Arial"/>
              </a:rPr>
              <a:t> and </a:t>
            </a:r>
            <a:r>
              <a:rPr lang="en" sz="1100" b="1" i="0" u="sng" strike="noStrike" cap="none">
                <a:solidFill>
                  <a:schemeClr val="hlink"/>
                </a:solidFill>
                <a:latin typeface="Arial"/>
                <a:ea typeface="Arial"/>
                <a:cs typeface="Arial"/>
                <a:sym typeface="Arial"/>
                <a:hlinkClick r:id="rId6"/>
              </a:rPr>
              <a:t>https://slidesgo.com/slidesgo-school</a:t>
            </a:r>
            <a:endParaRPr sz="1000" b="0" i="0" u="none" strike="noStrike" cap="none">
              <a:solidFill>
                <a:srgbClr val="FFFFFF"/>
              </a:solidFill>
              <a:latin typeface="Arial"/>
              <a:ea typeface="Arial"/>
              <a:cs typeface="Arial"/>
              <a:sym typeface="Arial"/>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20"/>
        <p:cNvGrpSpPr/>
        <p:nvPr/>
      </p:nvGrpSpPr>
      <p:grpSpPr>
        <a:xfrm>
          <a:off x="0" y="0"/>
          <a:ext cx="0" cy="0"/>
          <a:chOff x="0" y="0"/>
          <a:chExt cx="0" cy="0"/>
        </a:xfrm>
      </p:grpSpPr>
      <p:sp>
        <p:nvSpPr>
          <p:cNvPr id="1121" name="Google Shape;1121;p56"/>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chemeClr val="dk1"/>
              </a:buClr>
              <a:buSzPts val="1100"/>
              <a:buFont typeface="Arial"/>
              <a:buNone/>
            </a:pPr>
            <a:r>
              <a:rPr lang="en" sz="1100" b="0" i="0" u="none" strike="noStrike" cap="none">
                <a:solidFill>
                  <a:schemeClr val="lt1"/>
                </a:solidFill>
                <a:latin typeface="Arial"/>
                <a:ea typeface="Arial"/>
                <a:cs typeface="Arial"/>
                <a:sym typeface="Arial"/>
              </a:rPr>
              <a:t>As a Premium user, you can use this template without attributing </a:t>
            </a:r>
            <a:r>
              <a:rPr lang="en" sz="1100" b="1" i="0" u="sng" strike="noStrike" cap="none">
                <a:solidFill>
                  <a:schemeClr val="hlink"/>
                </a:solidFill>
                <a:latin typeface="Arial"/>
                <a:ea typeface="Arial"/>
                <a:cs typeface="Arial"/>
                <a:sym typeface="Arial"/>
                <a:hlinkClick r:id="rId3"/>
              </a:rPr>
              <a:t>Slidesgo</a:t>
            </a:r>
            <a:r>
              <a:rPr lang="en" sz="1100" b="1" i="0" u="none" strike="noStrike" cap="none">
                <a:solidFill>
                  <a:schemeClr val="hlink"/>
                </a:solidFill>
                <a:latin typeface="Arial"/>
                <a:ea typeface="Arial"/>
                <a:cs typeface="Arial"/>
                <a:sym typeface="Arial"/>
              </a:rPr>
              <a:t> </a:t>
            </a:r>
            <a:r>
              <a:rPr lang="en" sz="1100" b="0" i="0" u="none" strike="noStrike" cap="none">
                <a:solidFill>
                  <a:schemeClr val="lt1"/>
                </a:solidFill>
                <a:latin typeface="Arial"/>
                <a:ea typeface="Arial"/>
                <a:cs typeface="Arial"/>
                <a:sym typeface="Arial"/>
              </a:rPr>
              <a:t>or keeping the "</a:t>
            </a:r>
            <a:r>
              <a:rPr lang="en" sz="1100" b="1" i="0" u="sng" strike="noStrike" cap="none">
                <a:solidFill>
                  <a:schemeClr val="hlink"/>
                </a:solidFill>
                <a:latin typeface="Arial"/>
                <a:ea typeface="Arial"/>
                <a:cs typeface="Arial"/>
                <a:sym typeface="Arial"/>
                <a:hlinkClick r:id="rId4" action="ppaction://hlinksldjump"/>
              </a:rPr>
              <a:t>Thanks</a:t>
            </a:r>
            <a:r>
              <a:rPr lang="en" sz="1100" b="0" i="0" u="none" strike="noStrike" cap="none">
                <a:solidFill>
                  <a:schemeClr val="lt1"/>
                </a:solidFill>
                <a:latin typeface="Arial"/>
                <a:ea typeface="Arial"/>
                <a:cs typeface="Arial"/>
                <a:sym typeface="Arial"/>
              </a:rPr>
              <a:t>" slide.</a:t>
            </a:r>
            <a:endParaRPr sz="1100" b="0" i="0" u="none" strike="noStrike" cap="none">
              <a:solidFill>
                <a:schemeClr val="lt1"/>
              </a:solidFill>
              <a:latin typeface="Arial"/>
              <a:ea typeface="Arial"/>
              <a:cs typeface="Arial"/>
              <a:sym typeface="Arial"/>
            </a:endParaRPr>
          </a:p>
          <a:p>
            <a:pPr marL="0" marR="0" lvl="0" indent="0" algn="l" rtl="0">
              <a:lnSpc>
                <a:spcPct val="100000"/>
              </a:lnSpc>
              <a:spcBef>
                <a:spcPts val="1000"/>
              </a:spcBef>
              <a:spcAft>
                <a:spcPts val="0"/>
              </a:spcAft>
              <a:buClr>
                <a:schemeClr val="dk1"/>
              </a:buClr>
              <a:buSzPts val="1100"/>
              <a:buFont typeface="Arial"/>
              <a:buNone/>
            </a:pPr>
            <a:r>
              <a:rPr lang="en" sz="1100" b="1" i="0" u="none" strike="noStrike" cap="none">
                <a:solidFill>
                  <a:schemeClr val="hlink"/>
                </a:solidFill>
                <a:latin typeface="Arial"/>
                <a:ea typeface="Arial"/>
                <a:cs typeface="Arial"/>
                <a:sym typeface="Arial"/>
              </a:rPr>
              <a:t>You are allowed to:</a:t>
            </a:r>
            <a:endParaRPr sz="1100" b="1" i="0" u="none" strike="noStrike" cap="none">
              <a:solidFill>
                <a:schemeClr val="hlink"/>
              </a:solidFill>
              <a:latin typeface="Arial"/>
              <a:ea typeface="Arial"/>
              <a:cs typeface="Arial"/>
              <a:sym typeface="Arial"/>
            </a:endParaRPr>
          </a:p>
          <a:p>
            <a:pPr marL="457200" marR="0" lvl="0" indent="-298450" algn="l" rtl="0">
              <a:lnSpc>
                <a:spcPct val="100000"/>
              </a:lnSpc>
              <a:spcBef>
                <a:spcPts val="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Modify this template.</a:t>
            </a:r>
            <a:endParaRPr sz="1100" b="0" i="0" u="none" strike="noStrike" cap="none">
              <a:solidFill>
                <a:schemeClr val="lt1"/>
              </a:solidFill>
              <a:latin typeface="Arial"/>
              <a:ea typeface="Arial"/>
              <a:cs typeface="Arial"/>
              <a:sym typeface="Arial"/>
            </a:endParaRPr>
          </a:p>
          <a:p>
            <a:pPr marL="457200" marR="0" lvl="0" indent="-298450" algn="l" rtl="0">
              <a:lnSpc>
                <a:spcPct val="100000"/>
              </a:lnSpc>
              <a:spcBef>
                <a:spcPts val="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Use it for both personal and commercial purposes.</a:t>
            </a:r>
            <a:endParaRPr sz="1100" b="0" i="0" u="none" strike="noStrike" cap="none">
              <a:solidFill>
                <a:schemeClr val="lt1"/>
              </a:solidFill>
              <a:latin typeface="Arial"/>
              <a:ea typeface="Arial"/>
              <a:cs typeface="Arial"/>
              <a:sym typeface="Arial"/>
            </a:endParaRPr>
          </a:p>
          <a:p>
            <a:pPr marL="457200" marR="0" lvl="0" indent="-298450" algn="l" rtl="0">
              <a:lnSpc>
                <a:spcPct val="100000"/>
              </a:lnSpc>
              <a:spcBef>
                <a:spcPts val="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Hide or delete the “Thanks” slide and the mention to Slidesgo in the credits.</a:t>
            </a:r>
            <a:endParaRPr sz="1100" b="0" i="0" u="none" strike="noStrike" cap="none">
              <a:solidFill>
                <a:schemeClr val="lt1"/>
              </a:solidFill>
              <a:latin typeface="Arial"/>
              <a:ea typeface="Arial"/>
              <a:cs typeface="Arial"/>
              <a:sym typeface="Arial"/>
            </a:endParaRPr>
          </a:p>
          <a:p>
            <a:pPr marL="457200" marR="0" lvl="0" indent="-298450" algn="l" rtl="0">
              <a:lnSpc>
                <a:spcPct val="100000"/>
              </a:lnSpc>
              <a:spcBef>
                <a:spcPts val="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Share this template in an editable format with people who are not part of your team.</a:t>
            </a:r>
            <a:endParaRPr sz="1100" b="0" i="0" u="none" strike="noStrike" cap="none">
              <a:solidFill>
                <a:schemeClr val="lt1"/>
              </a:solidFill>
              <a:latin typeface="Arial"/>
              <a:ea typeface="Arial"/>
              <a:cs typeface="Arial"/>
              <a:sym typeface="Arial"/>
            </a:endParaRPr>
          </a:p>
          <a:p>
            <a:pPr marL="0" marR="0" lvl="0" indent="0" algn="l" rtl="0">
              <a:lnSpc>
                <a:spcPct val="100000"/>
              </a:lnSpc>
              <a:spcBef>
                <a:spcPts val="1000"/>
              </a:spcBef>
              <a:spcAft>
                <a:spcPts val="0"/>
              </a:spcAft>
              <a:buClr>
                <a:schemeClr val="dk1"/>
              </a:buClr>
              <a:buSzPts val="1100"/>
              <a:buFont typeface="Arial"/>
              <a:buNone/>
            </a:pPr>
            <a:r>
              <a:rPr lang="en" sz="1100" b="1" i="0" u="none" strike="noStrike" cap="none">
                <a:solidFill>
                  <a:schemeClr val="hlink"/>
                </a:solidFill>
                <a:latin typeface="Arial"/>
                <a:ea typeface="Arial"/>
                <a:cs typeface="Arial"/>
                <a:sym typeface="Arial"/>
              </a:rPr>
              <a:t>You are not allowed to:</a:t>
            </a:r>
            <a:endParaRPr sz="1100" b="1" i="0" u="none" strike="noStrike" cap="none">
              <a:solidFill>
                <a:schemeClr val="hlink"/>
              </a:solidFill>
              <a:latin typeface="Arial"/>
              <a:ea typeface="Arial"/>
              <a:cs typeface="Arial"/>
              <a:sym typeface="Arial"/>
            </a:endParaRPr>
          </a:p>
          <a:p>
            <a:pPr marL="457200" marR="0" lvl="0" indent="-298450" algn="l" rtl="0">
              <a:lnSpc>
                <a:spcPct val="100000"/>
              </a:lnSpc>
              <a:spcBef>
                <a:spcPts val="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Sublicense, sell or rent this Slidesgo Template (or a modified version of this Slidesgo Template).</a:t>
            </a:r>
            <a:endParaRPr sz="1100" b="0" i="0" u="none" strike="noStrike" cap="none">
              <a:solidFill>
                <a:schemeClr val="lt1"/>
              </a:solidFill>
              <a:latin typeface="Arial"/>
              <a:ea typeface="Arial"/>
              <a:cs typeface="Arial"/>
              <a:sym typeface="Arial"/>
            </a:endParaRPr>
          </a:p>
          <a:p>
            <a:pPr marL="457200" marR="0" lvl="0" indent="-298450" algn="l" rtl="0">
              <a:lnSpc>
                <a:spcPct val="100000"/>
              </a:lnSpc>
              <a:spcBef>
                <a:spcPts val="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100" b="0" i="0" u="none" strike="noStrike" cap="none">
              <a:solidFill>
                <a:schemeClr val="lt1"/>
              </a:solidFill>
              <a:latin typeface="Arial"/>
              <a:ea typeface="Arial"/>
              <a:cs typeface="Arial"/>
              <a:sym typeface="Arial"/>
            </a:endParaRPr>
          </a:p>
          <a:p>
            <a:pPr marL="457200" marR="0" lvl="0" indent="-298450" algn="l" rtl="0">
              <a:lnSpc>
                <a:spcPct val="100000"/>
              </a:lnSpc>
              <a:spcBef>
                <a:spcPts val="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Use any of the elements that are part of this Slidesgo Template in an isolated and separated way from this Template.</a:t>
            </a:r>
            <a:endParaRPr sz="1100" b="0" i="0" u="none" strike="noStrike" cap="none">
              <a:solidFill>
                <a:schemeClr val="lt1"/>
              </a:solidFill>
              <a:latin typeface="Arial"/>
              <a:ea typeface="Arial"/>
              <a:cs typeface="Arial"/>
              <a:sym typeface="Arial"/>
            </a:endParaRPr>
          </a:p>
          <a:p>
            <a:pPr marL="457200" marR="0" lvl="0" indent="-298450" algn="l" rtl="0">
              <a:lnSpc>
                <a:spcPct val="100000"/>
              </a:lnSpc>
              <a:spcBef>
                <a:spcPts val="0"/>
              </a:spcBef>
              <a:spcAft>
                <a:spcPts val="0"/>
              </a:spcAft>
              <a:buClr>
                <a:schemeClr val="lt1"/>
              </a:buClr>
              <a:buSzPts val="1100"/>
              <a:buFont typeface="Arial"/>
              <a:buChar char="●"/>
            </a:pPr>
            <a:r>
              <a:rPr lang="en" sz="1100" b="0" i="0" u="none" strike="noStrike" cap="none">
                <a:solidFill>
                  <a:schemeClr val="lt1"/>
                </a:solidFill>
                <a:latin typeface="Arial"/>
                <a:ea typeface="Arial"/>
                <a:cs typeface="Arial"/>
                <a:sym typeface="Arial"/>
              </a:rPr>
              <a:t>Register any of the elements that are part of this template as a trademark or logo, or register it as a work in an intellectual property registry or similar.</a:t>
            </a:r>
            <a:endParaRPr sz="1100" b="0" i="0" u="none" strike="noStrike" cap="none">
              <a:solidFill>
                <a:schemeClr val="lt1"/>
              </a:solidFill>
              <a:latin typeface="Arial"/>
              <a:ea typeface="Arial"/>
              <a:cs typeface="Arial"/>
              <a:sym typeface="Arial"/>
            </a:endParaRPr>
          </a:p>
          <a:p>
            <a:pPr marL="0" marR="0" lvl="0" indent="0" algn="l" rtl="0">
              <a:lnSpc>
                <a:spcPct val="100000"/>
              </a:lnSpc>
              <a:spcBef>
                <a:spcPts val="0"/>
              </a:spcBef>
              <a:spcAft>
                <a:spcPts val="0"/>
              </a:spcAft>
              <a:buClr>
                <a:schemeClr val="dk1"/>
              </a:buClr>
              <a:buSzPts val="1100"/>
              <a:buFont typeface="Arial"/>
              <a:buNone/>
            </a:pPr>
            <a:endParaRPr sz="1100" b="0" i="0" u="none" strike="noStrike" cap="none">
              <a:solidFill>
                <a:schemeClr val="lt1"/>
              </a:solidFill>
              <a:latin typeface="Arial"/>
              <a:ea typeface="Arial"/>
              <a:cs typeface="Arial"/>
              <a:sym typeface="Arial"/>
            </a:endParaRPr>
          </a:p>
          <a:p>
            <a:pPr marL="0" marR="0" lvl="0" indent="0" algn="ctr" rtl="0">
              <a:lnSpc>
                <a:spcPct val="100000"/>
              </a:lnSpc>
              <a:spcBef>
                <a:spcPts val="0"/>
              </a:spcBef>
              <a:spcAft>
                <a:spcPts val="0"/>
              </a:spcAft>
              <a:buClr>
                <a:schemeClr val="dk1"/>
              </a:buClr>
              <a:buSzPts val="1100"/>
              <a:buFont typeface="Arial"/>
              <a:buNone/>
            </a:pPr>
            <a:r>
              <a:rPr lang="en" sz="1100" b="0" i="0" u="none" strike="noStrike" cap="none">
                <a:solidFill>
                  <a:schemeClr val="lt1"/>
                </a:solidFill>
                <a:latin typeface="Arial"/>
                <a:ea typeface="Arial"/>
                <a:cs typeface="Arial"/>
                <a:sym typeface="Arial"/>
              </a:rPr>
              <a:t>For more information about editing slides, please read our FAQs or visit our blog:</a:t>
            </a:r>
            <a:endParaRPr sz="1100" b="0" i="0" u="none" strike="noStrike" cap="none">
              <a:solidFill>
                <a:schemeClr val="lt1"/>
              </a:solidFill>
              <a:latin typeface="Arial"/>
              <a:ea typeface="Arial"/>
              <a:cs typeface="Arial"/>
              <a:sym typeface="Arial"/>
            </a:endParaRPr>
          </a:p>
          <a:p>
            <a:pPr marL="0" marR="0" lvl="0" indent="0" algn="ctr" rtl="0">
              <a:lnSpc>
                <a:spcPct val="100000"/>
              </a:lnSpc>
              <a:spcBef>
                <a:spcPts val="0"/>
              </a:spcBef>
              <a:spcAft>
                <a:spcPts val="0"/>
              </a:spcAft>
              <a:buClr>
                <a:schemeClr val="dk1"/>
              </a:buClr>
              <a:buSzPts val="1100"/>
              <a:buFont typeface="Arial"/>
              <a:buNone/>
            </a:pPr>
            <a:r>
              <a:rPr lang="en" sz="1100" b="1" i="0" u="sng" strike="noStrike" cap="none">
                <a:solidFill>
                  <a:schemeClr val="hlink"/>
                </a:solidFill>
                <a:latin typeface="Arial"/>
                <a:ea typeface="Arial"/>
                <a:cs typeface="Arial"/>
                <a:sym typeface="Arial"/>
                <a:hlinkClick r:id="rId5"/>
              </a:rPr>
              <a:t>https://slidesgo.com/faqs</a:t>
            </a:r>
            <a:r>
              <a:rPr lang="en" sz="1100" b="0" i="0" u="none" strike="noStrike" cap="none">
                <a:solidFill>
                  <a:schemeClr val="lt1"/>
                </a:solidFill>
                <a:latin typeface="Arial"/>
                <a:ea typeface="Arial"/>
                <a:cs typeface="Arial"/>
                <a:sym typeface="Arial"/>
              </a:rPr>
              <a:t> and </a:t>
            </a:r>
            <a:r>
              <a:rPr lang="en" sz="1100" b="1" i="0" u="sng" strike="noStrike" cap="none">
                <a:solidFill>
                  <a:schemeClr val="hlink"/>
                </a:solidFill>
                <a:latin typeface="Arial"/>
                <a:ea typeface="Arial"/>
                <a:cs typeface="Arial"/>
                <a:sym typeface="Arial"/>
                <a:hlinkClick r:id="rId6"/>
              </a:rPr>
              <a:t>https://slidesgo.com/slidesgo-school</a:t>
            </a:r>
            <a:endParaRPr sz="1000" b="0" i="0" u="none" strike="noStrike" cap="none">
              <a:solidFill>
                <a:schemeClr val="lt1"/>
              </a:solidFill>
              <a:latin typeface="Arial"/>
              <a:ea typeface="Arial"/>
              <a:cs typeface="Arial"/>
              <a:sym typeface="Arial"/>
            </a:endParaRPr>
          </a:p>
        </p:txBody>
      </p:sp>
      <p:sp>
        <p:nvSpPr>
          <p:cNvPr id="1122" name="Google Shape;1122;p56"/>
          <p:cNvSpPr txBox="1">
            <a:spLocks noGrp="1"/>
          </p:cNvSpPr>
          <p:nvPr>
            <p:ph type="title"/>
          </p:nvPr>
        </p:nvSpPr>
        <p:spPr>
          <a:xfrm>
            <a:off x="716775" y="510900"/>
            <a:ext cx="77106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2400"/>
              <a:buNone/>
            </a:pPr>
            <a:r>
              <a:rPr lang="en"/>
              <a:t>Instructions for use (premium users)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26"/>
        <p:cNvGrpSpPr/>
        <p:nvPr/>
      </p:nvGrpSpPr>
      <p:grpSpPr>
        <a:xfrm>
          <a:off x="0" y="0"/>
          <a:ext cx="0" cy="0"/>
          <a:chOff x="0" y="0"/>
          <a:chExt cx="0" cy="0"/>
        </a:xfrm>
      </p:grpSpPr>
      <p:sp>
        <p:nvSpPr>
          <p:cNvPr id="1127" name="Google Shape;1127;p57"/>
          <p:cNvSpPr txBox="1"/>
          <p:nvPr/>
        </p:nvSpPr>
        <p:spPr>
          <a:xfrm>
            <a:off x="716700" y="1188000"/>
            <a:ext cx="7710600" cy="14259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chemeClr val="dk1"/>
              </a:buClr>
              <a:buSzPts val="1100"/>
              <a:buFont typeface="Arial"/>
              <a:buNone/>
            </a:pPr>
            <a:r>
              <a:rPr lang="en" sz="1100" b="0" i="0" u="none" strike="noStrike" cap="none">
                <a:solidFill>
                  <a:schemeClr val="lt1"/>
                </a:solidFill>
                <a:latin typeface="Arial"/>
                <a:ea typeface="Arial"/>
                <a:cs typeface="Arial"/>
                <a:sym typeface="Arial"/>
              </a:rPr>
              <a:t>This presentation has been made using the following fonts:</a:t>
            </a:r>
            <a:endParaRPr sz="1100" b="0" i="0" u="none" strike="noStrike" cap="none">
              <a:solidFill>
                <a:schemeClr val="lt1"/>
              </a:solidFill>
              <a:latin typeface="Arial"/>
              <a:ea typeface="Arial"/>
              <a:cs typeface="Arial"/>
              <a:sym typeface="Arial"/>
            </a:endParaRPr>
          </a:p>
          <a:p>
            <a:pPr marL="0" marR="0" lvl="0" indent="0" algn="ctr" rtl="0">
              <a:lnSpc>
                <a:spcPct val="100000"/>
              </a:lnSpc>
              <a:spcBef>
                <a:spcPts val="1000"/>
              </a:spcBef>
              <a:spcAft>
                <a:spcPts val="0"/>
              </a:spcAft>
              <a:buClr>
                <a:schemeClr val="dk1"/>
              </a:buClr>
              <a:buSzPts val="1100"/>
              <a:buFont typeface="Arial"/>
              <a:buNone/>
            </a:pPr>
            <a:r>
              <a:rPr lang="en" sz="1100" b="1" i="0" u="none" strike="noStrike" cap="none">
                <a:solidFill>
                  <a:schemeClr val="lt1"/>
                </a:solidFill>
                <a:latin typeface="Arial"/>
                <a:ea typeface="Arial"/>
                <a:cs typeface="Arial"/>
                <a:sym typeface="Arial"/>
              </a:rPr>
              <a:t>DM Sans</a:t>
            </a:r>
            <a:endParaRPr sz="1100" b="1" i="0" u="none" strike="noStrike" cap="none">
              <a:solidFill>
                <a:schemeClr val="lt1"/>
              </a:solidFill>
              <a:latin typeface="Arial"/>
              <a:ea typeface="Arial"/>
              <a:cs typeface="Arial"/>
              <a:sym typeface="Arial"/>
            </a:endParaRPr>
          </a:p>
          <a:p>
            <a:pPr marL="0" marR="0" lvl="0" indent="0" algn="ctr" rtl="0">
              <a:lnSpc>
                <a:spcPct val="100000"/>
              </a:lnSpc>
              <a:spcBef>
                <a:spcPts val="0"/>
              </a:spcBef>
              <a:spcAft>
                <a:spcPts val="0"/>
              </a:spcAft>
              <a:buClr>
                <a:schemeClr val="dk1"/>
              </a:buClr>
              <a:buSzPts val="1100"/>
              <a:buFont typeface="Arial"/>
              <a:buNone/>
            </a:pPr>
            <a:r>
              <a:rPr lang="en" sz="1100" b="0" i="0" u="none" strike="noStrike" cap="none">
                <a:solidFill>
                  <a:schemeClr val="lt1"/>
                </a:solidFill>
                <a:latin typeface="Arial"/>
                <a:ea typeface="Arial"/>
                <a:cs typeface="Arial"/>
                <a:sym typeface="Arial"/>
              </a:rPr>
              <a:t>(</a:t>
            </a:r>
            <a:r>
              <a:rPr lang="en" sz="1100" b="0" i="0" u="sng" strike="noStrike" cap="none">
                <a:solidFill>
                  <a:schemeClr val="lt1"/>
                </a:solid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https://fonts.google.com/specimen/DM+Sans</a:t>
            </a:r>
            <a:r>
              <a:rPr lang="en" sz="1100" b="0" i="0" u="none" strike="noStrike" cap="none">
                <a:solidFill>
                  <a:schemeClr val="lt1"/>
                </a:solidFill>
                <a:latin typeface="Arial"/>
                <a:ea typeface="Arial"/>
                <a:cs typeface="Arial"/>
                <a:sym typeface="Arial"/>
              </a:rPr>
              <a:t>)</a:t>
            </a:r>
            <a:endParaRPr sz="1100" b="0" i="0" u="none" strike="noStrike" cap="none">
              <a:solidFill>
                <a:schemeClr val="lt1"/>
              </a:solidFill>
              <a:latin typeface="Arial"/>
              <a:ea typeface="Arial"/>
              <a:cs typeface="Arial"/>
              <a:sym typeface="Arial"/>
            </a:endParaRPr>
          </a:p>
          <a:p>
            <a:pPr marL="0" marR="0" lvl="0" indent="0" algn="ctr" rtl="0">
              <a:lnSpc>
                <a:spcPct val="100000"/>
              </a:lnSpc>
              <a:spcBef>
                <a:spcPts val="0"/>
              </a:spcBef>
              <a:spcAft>
                <a:spcPts val="0"/>
              </a:spcAft>
              <a:buClr>
                <a:schemeClr val="dk1"/>
              </a:buClr>
              <a:buSzPts val="1100"/>
              <a:buFont typeface="Arial"/>
              <a:buNone/>
            </a:pPr>
            <a:endParaRPr sz="1100" b="0" i="0" u="none" strike="noStrike" cap="none">
              <a:solidFill>
                <a:schemeClr val="lt1"/>
              </a:solidFill>
              <a:latin typeface="Arial"/>
              <a:ea typeface="Arial"/>
              <a:cs typeface="Arial"/>
              <a:sym typeface="Arial"/>
            </a:endParaRPr>
          </a:p>
          <a:p>
            <a:pPr marL="0" marR="0" lvl="0" indent="0" algn="ctr" rtl="0">
              <a:lnSpc>
                <a:spcPct val="100000"/>
              </a:lnSpc>
              <a:spcBef>
                <a:spcPts val="0"/>
              </a:spcBef>
              <a:spcAft>
                <a:spcPts val="0"/>
              </a:spcAft>
              <a:buClr>
                <a:schemeClr val="dk1"/>
              </a:buClr>
              <a:buSzPts val="1100"/>
              <a:buFont typeface="Arial"/>
              <a:buNone/>
            </a:pPr>
            <a:r>
              <a:rPr lang="en" sz="1100" b="1" i="0" u="none" strike="noStrike" cap="none">
                <a:solidFill>
                  <a:schemeClr val="lt1"/>
                </a:solidFill>
                <a:latin typeface="Arial"/>
                <a:ea typeface="Arial"/>
                <a:cs typeface="Arial"/>
                <a:sym typeface="Arial"/>
              </a:rPr>
              <a:t>Karla</a:t>
            </a:r>
            <a:endParaRPr sz="1100" b="1" i="0" u="none" strike="noStrike" cap="none">
              <a:solidFill>
                <a:schemeClr val="lt1"/>
              </a:solidFill>
              <a:latin typeface="Arial"/>
              <a:ea typeface="Arial"/>
              <a:cs typeface="Arial"/>
              <a:sym typeface="Arial"/>
            </a:endParaRPr>
          </a:p>
          <a:p>
            <a:pPr marL="0" marR="0" lvl="0" indent="0" algn="ctr" rtl="0">
              <a:lnSpc>
                <a:spcPct val="100000"/>
              </a:lnSpc>
              <a:spcBef>
                <a:spcPts val="0"/>
              </a:spcBef>
              <a:spcAft>
                <a:spcPts val="0"/>
              </a:spcAft>
              <a:buClr>
                <a:schemeClr val="dk1"/>
              </a:buClr>
              <a:buSzPts val="1100"/>
              <a:buFont typeface="Arial"/>
              <a:buNone/>
            </a:pPr>
            <a:r>
              <a:rPr lang="en" sz="1100" b="0" i="0" u="none" strike="noStrike" cap="none">
                <a:solidFill>
                  <a:schemeClr val="lt1"/>
                </a:solidFill>
                <a:latin typeface="Arial"/>
                <a:ea typeface="Arial"/>
                <a:cs typeface="Arial"/>
                <a:sym typeface="Arial"/>
              </a:rPr>
              <a:t>(</a:t>
            </a:r>
            <a:r>
              <a:rPr lang="en" sz="1100" b="0" i="0" u="sng" strike="noStrike" cap="none">
                <a:solidFill>
                  <a:schemeClr val="lt1"/>
                </a:solid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https://fonts.google.com/specimen/Karla</a:t>
            </a:r>
            <a:r>
              <a:rPr lang="en" sz="1100" b="0" i="0" u="none" strike="noStrike" cap="none">
                <a:solidFill>
                  <a:schemeClr val="lt1"/>
                </a:solidFill>
                <a:latin typeface="Arial"/>
                <a:ea typeface="Arial"/>
                <a:cs typeface="Arial"/>
                <a:sym typeface="Arial"/>
              </a:rPr>
              <a:t>)</a:t>
            </a:r>
            <a:endParaRPr sz="1100" b="0" i="0" u="none" strike="noStrike" cap="none">
              <a:solidFill>
                <a:schemeClr val="lt1"/>
              </a:solidFill>
              <a:latin typeface="Arial"/>
              <a:ea typeface="Arial"/>
              <a:cs typeface="Arial"/>
              <a:sym typeface="Arial"/>
            </a:endParaRPr>
          </a:p>
        </p:txBody>
      </p:sp>
      <p:sp>
        <p:nvSpPr>
          <p:cNvPr id="1128" name="Google Shape;1128;p57"/>
          <p:cNvSpPr/>
          <p:nvPr/>
        </p:nvSpPr>
        <p:spPr>
          <a:xfrm>
            <a:off x="3114443" y="2947800"/>
            <a:ext cx="791400" cy="754200"/>
          </a:xfrm>
          <a:prstGeom prst="roundRect">
            <a:avLst>
              <a:gd name="adj" fmla="val 16667"/>
            </a:avLst>
          </a:prstGeom>
          <a:solidFill>
            <a:srgbClr val="435D7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 name="Google Shape;1129;p57"/>
          <p:cNvSpPr/>
          <p:nvPr/>
        </p:nvSpPr>
        <p:spPr>
          <a:xfrm>
            <a:off x="4176263" y="2947800"/>
            <a:ext cx="791400" cy="754200"/>
          </a:xfrm>
          <a:prstGeom prst="roundRect">
            <a:avLst>
              <a:gd name="adj" fmla="val 16667"/>
            </a:avLst>
          </a:prstGeom>
          <a:solidFill>
            <a:srgbClr val="FDFDF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 name="Google Shape;1130;p57"/>
          <p:cNvSpPr/>
          <p:nvPr/>
        </p:nvSpPr>
        <p:spPr>
          <a:xfrm>
            <a:off x="3114432" y="3878900"/>
            <a:ext cx="791400" cy="754200"/>
          </a:xfrm>
          <a:prstGeom prst="roundRect">
            <a:avLst>
              <a:gd name="adj" fmla="val 16667"/>
            </a:avLst>
          </a:prstGeom>
          <a:solidFill>
            <a:srgbClr val="7ECCB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 name="Google Shape;1131;p57"/>
          <p:cNvSpPr txBox="1"/>
          <p:nvPr/>
        </p:nvSpPr>
        <p:spPr>
          <a:xfrm>
            <a:off x="3114443" y="3104850"/>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FFFFFF"/>
                </a:solidFill>
                <a:latin typeface="Arial"/>
                <a:ea typeface="Arial"/>
                <a:cs typeface="Arial"/>
                <a:sym typeface="Arial"/>
              </a:rPr>
              <a:t>#435d74</a:t>
            </a:r>
            <a:endParaRPr sz="1000" b="0" i="0" u="none" strike="noStrike" cap="none">
              <a:solidFill>
                <a:srgbClr val="FFFFFF"/>
              </a:solidFill>
              <a:latin typeface="Arial"/>
              <a:ea typeface="Arial"/>
              <a:cs typeface="Arial"/>
              <a:sym typeface="Arial"/>
            </a:endParaRPr>
          </a:p>
        </p:txBody>
      </p:sp>
      <p:sp>
        <p:nvSpPr>
          <p:cNvPr id="1132" name="Google Shape;1132;p57"/>
          <p:cNvSpPr txBox="1"/>
          <p:nvPr/>
        </p:nvSpPr>
        <p:spPr>
          <a:xfrm>
            <a:off x="4176268" y="3104850"/>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40566D"/>
                </a:solidFill>
                <a:latin typeface="Arial"/>
                <a:ea typeface="Arial"/>
                <a:cs typeface="Arial"/>
                <a:sym typeface="Arial"/>
              </a:rPr>
              <a:t>#fdfdfd</a:t>
            </a:r>
            <a:endParaRPr sz="1000" b="0" i="0" u="none" strike="noStrike" cap="none">
              <a:solidFill>
                <a:srgbClr val="40566D"/>
              </a:solidFill>
              <a:latin typeface="Arial"/>
              <a:ea typeface="Arial"/>
              <a:cs typeface="Arial"/>
              <a:sym typeface="Arial"/>
            </a:endParaRPr>
          </a:p>
        </p:txBody>
      </p:sp>
      <p:sp>
        <p:nvSpPr>
          <p:cNvPr id="1133" name="Google Shape;1133;p57"/>
          <p:cNvSpPr txBox="1"/>
          <p:nvPr/>
        </p:nvSpPr>
        <p:spPr>
          <a:xfrm>
            <a:off x="3114443" y="4035950"/>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FFFFFF"/>
                </a:solidFill>
                <a:latin typeface="Arial"/>
                <a:ea typeface="Arial"/>
                <a:cs typeface="Arial"/>
                <a:sym typeface="Arial"/>
              </a:rPr>
              <a:t>#7eccb9</a:t>
            </a:r>
            <a:endParaRPr sz="1000" b="0" i="0" u="none" strike="noStrike" cap="none">
              <a:solidFill>
                <a:srgbClr val="FFFFFF"/>
              </a:solidFill>
              <a:latin typeface="Arial"/>
              <a:ea typeface="Arial"/>
              <a:cs typeface="Arial"/>
              <a:sym typeface="Arial"/>
            </a:endParaRPr>
          </a:p>
        </p:txBody>
      </p:sp>
      <p:sp>
        <p:nvSpPr>
          <p:cNvPr id="1134" name="Google Shape;1134;p57"/>
          <p:cNvSpPr/>
          <p:nvPr/>
        </p:nvSpPr>
        <p:spPr>
          <a:xfrm>
            <a:off x="5238093" y="2947800"/>
            <a:ext cx="791400" cy="754200"/>
          </a:xfrm>
          <a:prstGeom prst="roundRect">
            <a:avLst>
              <a:gd name="adj" fmla="val 16667"/>
            </a:avLst>
          </a:prstGeom>
          <a:solidFill>
            <a:srgbClr val="91C9F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 name="Google Shape;1135;p57"/>
          <p:cNvSpPr txBox="1"/>
          <p:nvPr/>
        </p:nvSpPr>
        <p:spPr>
          <a:xfrm>
            <a:off x="5238093" y="3104850"/>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chemeClr val="dk1"/>
                </a:solidFill>
                <a:latin typeface="Arial"/>
                <a:ea typeface="Arial"/>
                <a:cs typeface="Arial"/>
                <a:sym typeface="Arial"/>
              </a:rPr>
              <a:t>#91c9fb</a:t>
            </a:r>
            <a:endParaRPr sz="1000" b="0" i="0" u="none" strike="noStrike" cap="none">
              <a:solidFill>
                <a:schemeClr val="dk1"/>
              </a:solidFill>
              <a:latin typeface="Arial"/>
              <a:ea typeface="Arial"/>
              <a:cs typeface="Arial"/>
              <a:sym typeface="Arial"/>
            </a:endParaRPr>
          </a:p>
        </p:txBody>
      </p:sp>
      <p:sp>
        <p:nvSpPr>
          <p:cNvPr id="1136" name="Google Shape;1136;p57"/>
          <p:cNvSpPr/>
          <p:nvPr/>
        </p:nvSpPr>
        <p:spPr>
          <a:xfrm>
            <a:off x="5238168" y="3878900"/>
            <a:ext cx="791400" cy="754200"/>
          </a:xfrm>
          <a:prstGeom prst="roundRect">
            <a:avLst>
              <a:gd name="adj" fmla="val 16667"/>
            </a:avLst>
          </a:prstGeom>
          <a:solidFill>
            <a:srgbClr val="E4ECE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 name="Google Shape;1137;p57"/>
          <p:cNvSpPr txBox="1"/>
          <p:nvPr/>
        </p:nvSpPr>
        <p:spPr>
          <a:xfrm>
            <a:off x="5238168" y="4035950"/>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40566D"/>
                </a:solidFill>
                <a:latin typeface="Arial"/>
                <a:ea typeface="Arial"/>
                <a:cs typeface="Arial"/>
                <a:sym typeface="Arial"/>
              </a:rPr>
              <a:t>#e4ecec</a:t>
            </a:r>
            <a:endParaRPr sz="1000" b="0" i="0" u="none" strike="noStrike" cap="none">
              <a:solidFill>
                <a:srgbClr val="40566D"/>
              </a:solidFill>
              <a:latin typeface="Arial"/>
              <a:ea typeface="Arial"/>
              <a:cs typeface="Arial"/>
              <a:sym typeface="Arial"/>
            </a:endParaRPr>
          </a:p>
        </p:txBody>
      </p:sp>
      <p:sp>
        <p:nvSpPr>
          <p:cNvPr id="1138" name="Google Shape;1138;p57"/>
          <p:cNvSpPr/>
          <p:nvPr/>
        </p:nvSpPr>
        <p:spPr>
          <a:xfrm>
            <a:off x="4176268" y="3878900"/>
            <a:ext cx="791400" cy="754200"/>
          </a:xfrm>
          <a:prstGeom prst="roundRect">
            <a:avLst>
              <a:gd name="adj" fmla="val 16667"/>
            </a:avLst>
          </a:prstGeom>
          <a:solidFill>
            <a:srgbClr val="B9CCC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 name="Google Shape;1139;p57"/>
          <p:cNvSpPr txBox="1"/>
          <p:nvPr/>
        </p:nvSpPr>
        <p:spPr>
          <a:xfrm>
            <a:off x="4176268" y="4035950"/>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40566D"/>
                </a:solidFill>
                <a:latin typeface="Arial"/>
                <a:ea typeface="Arial"/>
                <a:cs typeface="Arial"/>
                <a:sym typeface="Arial"/>
              </a:rPr>
              <a:t>#b9cccb</a:t>
            </a:r>
            <a:endParaRPr sz="1000" b="0" i="0" u="none" strike="noStrike" cap="none">
              <a:solidFill>
                <a:srgbClr val="40566D"/>
              </a:solidFill>
              <a:latin typeface="Arial"/>
              <a:ea typeface="Arial"/>
              <a:cs typeface="Arial"/>
              <a:sym typeface="Arial"/>
            </a:endParaRPr>
          </a:p>
        </p:txBody>
      </p:sp>
      <p:sp>
        <p:nvSpPr>
          <p:cNvPr id="1140" name="Google Shape;1140;p57"/>
          <p:cNvSpPr txBox="1">
            <a:spLocks noGrp="1"/>
          </p:cNvSpPr>
          <p:nvPr>
            <p:ph type="title"/>
          </p:nvPr>
        </p:nvSpPr>
        <p:spPr>
          <a:xfrm>
            <a:off x="716775" y="510900"/>
            <a:ext cx="77106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2400"/>
              <a:buNone/>
            </a:pPr>
            <a:r>
              <a:rPr lang="en">
                <a:solidFill>
                  <a:schemeClr val="lt1"/>
                </a:solidFill>
              </a:rPr>
              <a:t>Fonts &amp; colors used</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44"/>
        <p:cNvGrpSpPr/>
        <p:nvPr/>
      </p:nvGrpSpPr>
      <p:grpSpPr>
        <a:xfrm>
          <a:off x="0" y="0"/>
          <a:ext cx="0" cy="0"/>
          <a:chOff x="0" y="0"/>
          <a:chExt cx="0" cy="0"/>
        </a:xfrm>
      </p:grpSpPr>
      <p:sp>
        <p:nvSpPr>
          <p:cNvPr id="1145" name="Google Shape;1145;p58"/>
          <p:cNvSpPr txBox="1"/>
          <p:nvPr/>
        </p:nvSpPr>
        <p:spPr>
          <a:xfrm>
            <a:off x="1572600" y="1188000"/>
            <a:ext cx="5998800" cy="8526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chemeClr val="dk1"/>
              </a:buClr>
              <a:buSzPts val="1100"/>
              <a:buFont typeface="Arial"/>
              <a:buNone/>
            </a:pPr>
            <a:r>
              <a:rPr lang="en" sz="1100" b="0" i="0" u="none" strike="noStrike" cap="none">
                <a:solidFill>
                  <a:schemeClr val="lt1"/>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 </a:t>
            </a:r>
            <a:r>
              <a:rPr lang="en" sz="1100" b="1" i="0" u="none" strike="noStrike" cap="none">
                <a:solidFill>
                  <a:schemeClr val="hlink"/>
                </a:solidFill>
                <a:latin typeface="Arial"/>
                <a:ea typeface="Arial"/>
                <a:cs typeface="Arial"/>
                <a:sym typeface="Arial"/>
              </a:rPr>
              <a:t>h</a:t>
            </a:r>
            <a:r>
              <a:rPr lang="en" sz="1100" b="1" i="0" u="none" strike="noStrike" cap="none">
                <a:solidFill>
                  <a:schemeClr val="hlink"/>
                </a:solidFill>
                <a:uFill>
                  <a:noFill/>
                </a:uFill>
                <a:latin typeface="Arial"/>
                <a:ea typeface="Arial"/>
                <a:cs typeface="Arial"/>
                <a:sym typeface="Arial"/>
                <a:hlinkClick r:id="rId3"/>
              </a:rPr>
              <a:t>ow it works</a:t>
            </a:r>
            <a:r>
              <a:rPr lang="en" sz="1100" b="0" i="0" u="none" strike="noStrike" cap="none">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a:t>
            </a:r>
            <a:endParaRPr sz="1100" b="0" i="0" u="none" strike="noStrike" cap="none">
              <a:solidFill>
                <a:srgbClr val="869FB2"/>
              </a:solidFill>
              <a:latin typeface="Arial"/>
              <a:ea typeface="Arial"/>
              <a:cs typeface="Arial"/>
              <a:sym typeface="Arial"/>
            </a:endParaRPr>
          </a:p>
        </p:txBody>
      </p:sp>
      <p:sp>
        <p:nvSpPr>
          <p:cNvPr id="1146" name="Google Shape;1146;p58"/>
          <p:cNvSpPr txBox="1">
            <a:spLocks noGrp="1"/>
          </p:cNvSpPr>
          <p:nvPr>
            <p:ph type="title"/>
          </p:nvPr>
        </p:nvSpPr>
        <p:spPr>
          <a:xfrm>
            <a:off x="716775" y="510900"/>
            <a:ext cx="77106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chemeClr val="lt1"/>
                </a:solidFill>
              </a:rPr>
              <a:t>Storyset</a:t>
            </a:r>
            <a:endParaRPr/>
          </a:p>
        </p:txBody>
      </p:sp>
      <p:pic>
        <p:nvPicPr>
          <p:cNvPr id="1147" name="Google Shape;1147;p58"/>
          <p:cNvPicPr preferRelativeResize="0"/>
          <p:nvPr/>
        </p:nvPicPr>
        <p:blipFill rotWithShape="1">
          <a:blip r:embed="rId4">
            <a:alphaModFix/>
          </a:blip>
          <a:srcRect t="16547" b="16541"/>
          <a:stretch/>
        </p:blipFill>
        <p:spPr>
          <a:xfrm>
            <a:off x="723400" y="2607125"/>
            <a:ext cx="1522615" cy="1018800"/>
          </a:xfrm>
          <a:prstGeom prst="rect">
            <a:avLst/>
          </a:prstGeom>
          <a:noFill/>
          <a:ln>
            <a:noFill/>
          </a:ln>
        </p:spPr>
      </p:pic>
      <p:sp>
        <p:nvSpPr>
          <p:cNvPr id="1148" name="Google Shape;1148;p58">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n" sz="1400" b="1" i="0" u="none" strike="noStrike" cap="none">
                <a:solidFill>
                  <a:srgbClr val="869FB2"/>
                </a:solidFill>
                <a:uFill>
                  <a:noFill/>
                </a:uFill>
                <a:latin typeface="Arial"/>
                <a:ea typeface="Arial"/>
                <a:cs typeface="Arial"/>
                <a:sym typeface="Arial"/>
                <a:hlinkClick r:id="rId5">
                  <a:extLst>
                    <a:ext uri="{A12FA001-AC4F-418D-AE19-62706E023703}">
                      <ahyp:hlinkClr xmlns:ahyp="http://schemas.microsoft.com/office/drawing/2018/hyperlinkcolor" val="tx"/>
                    </a:ext>
                  </a:extLst>
                </a:hlinkClick>
              </a:rPr>
              <a:t>Pana</a:t>
            </a:r>
            <a:endParaRPr sz="1400" b="1" i="0" u="none" strike="noStrike" cap="none">
              <a:solidFill>
                <a:srgbClr val="869FB2"/>
              </a:solidFill>
              <a:latin typeface="Arial"/>
              <a:ea typeface="Arial"/>
              <a:cs typeface="Arial"/>
              <a:sym typeface="Arial"/>
            </a:endParaRPr>
          </a:p>
        </p:txBody>
      </p:sp>
      <p:sp>
        <p:nvSpPr>
          <p:cNvPr id="1149" name="Google Shape;1149;p58">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n" sz="1400" b="1" i="0" u="none" strike="noStrike" cap="none">
                <a:solidFill>
                  <a:srgbClr val="869FB2"/>
                </a:solidFill>
                <a:uFill>
                  <a:noFill/>
                </a:uFill>
                <a:latin typeface="Arial"/>
                <a:ea typeface="Arial"/>
                <a:cs typeface="Arial"/>
                <a:sym typeface="Arial"/>
                <a:hlinkClick r:id="rId6">
                  <a:extLst>
                    <a:ext uri="{A12FA001-AC4F-418D-AE19-62706E023703}">
                      <ahyp:hlinkClr xmlns:ahyp="http://schemas.microsoft.com/office/drawing/2018/hyperlinkcolor" val="tx"/>
                    </a:ext>
                  </a:extLst>
                </a:hlinkClick>
              </a:rPr>
              <a:t>Amico</a:t>
            </a:r>
            <a:endParaRPr sz="1400" b="1" i="0" u="none" strike="noStrike" cap="none">
              <a:solidFill>
                <a:srgbClr val="869FB2"/>
              </a:solidFill>
              <a:latin typeface="Arial"/>
              <a:ea typeface="Arial"/>
              <a:cs typeface="Arial"/>
              <a:sym typeface="Arial"/>
            </a:endParaRPr>
          </a:p>
        </p:txBody>
      </p:sp>
      <p:sp>
        <p:nvSpPr>
          <p:cNvPr id="1150" name="Google Shape;1150;p58">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n" sz="1400" b="1" i="0" u="none" strike="noStrike" cap="none">
                <a:solidFill>
                  <a:srgbClr val="869FB2"/>
                </a:solidFill>
                <a:uFill>
                  <a:noFill/>
                </a:uFill>
                <a:latin typeface="Arial"/>
                <a:ea typeface="Arial"/>
                <a:cs typeface="Arial"/>
                <a:sym typeface="Arial"/>
                <a:hlinkClick r:id="rId7">
                  <a:extLst>
                    <a:ext uri="{A12FA001-AC4F-418D-AE19-62706E023703}">
                      <ahyp:hlinkClr xmlns:ahyp="http://schemas.microsoft.com/office/drawing/2018/hyperlinkcolor" val="tx"/>
                    </a:ext>
                  </a:extLst>
                </a:hlinkClick>
              </a:rPr>
              <a:t>Bro</a:t>
            </a:r>
            <a:endParaRPr sz="1400" b="1" i="0" u="none" strike="noStrike" cap="none">
              <a:solidFill>
                <a:srgbClr val="869FB2"/>
              </a:solidFill>
              <a:latin typeface="Arial"/>
              <a:ea typeface="Arial"/>
              <a:cs typeface="Arial"/>
              <a:sym typeface="Arial"/>
            </a:endParaRPr>
          </a:p>
        </p:txBody>
      </p:sp>
      <p:sp>
        <p:nvSpPr>
          <p:cNvPr id="1151" name="Google Shape;1151;p58">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n" sz="1400" b="1" i="0" u="none" strike="noStrike" cap="none">
                <a:solidFill>
                  <a:srgbClr val="869FB2"/>
                </a:solidFill>
                <a:uFill>
                  <a:noFill/>
                </a:uFill>
                <a:latin typeface="Arial"/>
                <a:ea typeface="Arial"/>
                <a:cs typeface="Arial"/>
                <a:sym typeface="Arial"/>
                <a:hlinkClick r:id="rId8">
                  <a:extLst>
                    <a:ext uri="{A12FA001-AC4F-418D-AE19-62706E023703}">
                      <ahyp:hlinkClr xmlns:ahyp="http://schemas.microsoft.com/office/drawing/2018/hyperlinkcolor" val="tx"/>
                    </a:ext>
                  </a:extLst>
                </a:hlinkClick>
              </a:rPr>
              <a:t>Rafiki</a:t>
            </a:r>
            <a:endParaRPr sz="1400" b="1" i="0" u="none" strike="noStrike" cap="none">
              <a:solidFill>
                <a:srgbClr val="869FB2"/>
              </a:solidFill>
              <a:latin typeface="Arial"/>
              <a:ea typeface="Arial"/>
              <a:cs typeface="Arial"/>
              <a:sym typeface="Arial"/>
            </a:endParaRPr>
          </a:p>
        </p:txBody>
      </p:sp>
      <p:pic>
        <p:nvPicPr>
          <p:cNvPr id="1152" name="Google Shape;1152;p58"/>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153" name="Google Shape;1153;p58"/>
          <p:cNvPicPr preferRelativeResize="0"/>
          <p:nvPr/>
        </p:nvPicPr>
        <p:blipFill rotWithShape="1">
          <a:blip r:embed="rId10">
            <a:alphaModFix/>
          </a:blip>
          <a:srcRect t="6378" b="6378"/>
          <a:stretch/>
        </p:blipFill>
        <p:spPr>
          <a:xfrm>
            <a:off x="3816030" y="2517800"/>
            <a:ext cx="1372495" cy="1197450"/>
          </a:xfrm>
          <a:prstGeom prst="rect">
            <a:avLst/>
          </a:prstGeom>
          <a:noFill/>
          <a:ln>
            <a:noFill/>
          </a:ln>
        </p:spPr>
      </p:pic>
      <p:pic>
        <p:nvPicPr>
          <p:cNvPr id="1154" name="Google Shape;1154;p58"/>
          <p:cNvPicPr preferRelativeResize="0"/>
          <p:nvPr/>
        </p:nvPicPr>
        <p:blipFill rotWithShape="1">
          <a:blip r:embed="rId11">
            <a:alphaModFix/>
          </a:blip>
          <a:srcRect t="9257" b="9257"/>
          <a:stretch/>
        </p:blipFill>
        <p:spPr>
          <a:xfrm>
            <a:off x="5306751" y="2557330"/>
            <a:ext cx="1372475" cy="1118390"/>
          </a:xfrm>
          <a:prstGeom prst="rect">
            <a:avLst/>
          </a:prstGeom>
          <a:noFill/>
          <a:ln>
            <a:noFill/>
          </a:ln>
        </p:spPr>
      </p:pic>
      <p:pic>
        <p:nvPicPr>
          <p:cNvPr id="1155" name="Google Shape;1155;p58"/>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156" name="Google Shape;1156;p58">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n" sz="1400" b="1" i="0" u="none" strike="noStrike" cap="none">
                <a:solidFill>
                  <a:srgbClr val="869FB2"/>
                </a:solidFill>
                <a:uFill>
                  <a:noFill/>
                </a:uFill>
                <a:latin typeface="Arial"/>
                <a:ea typeface="Arial"/>
                <a:cs typeface="Arial"/>
                <a:sym typeface="Arial"/>
                <a:hlinkClick r:id="rId13">
                  <a:extLst>
                    <a:ext uri="{A12FA001-AC4F-418D-AE19-62706E023703}">
                      <ahyp:hlinkClr xmlns:ahyp="http://schemas.microsoft.com/office/drawing/2018/hyperlinkcolor" val="tx"/>
                    </a:ext>
                  </a:extLst>
                </a:hlinkClick>
              </a:rPr>
              <a:t>Cuate</a:t>
            </a:r>
            <a:endParaRPr sz="1400" b="1" i="0" u="none" strike="noStrike" cap="none">
              <a:solidFill>
                <a:srgbClr val="869FB2"/>
              </a:solidFill>
              <a:latin typeface="Arial"/>
              <a:ea typeface="Arial"/>
              <a:cs typeface="Arial"/>
              <a:sym typeface="Aria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60"/>
        <p:cNvGrpSpPr/>
        <p:nvPr/>
      </p:nvGrpSpPr>
      <p:grpSpPr>
        <a:xfrm>
          <a:off x="0" y="0"/>
          <a:ext cx="0" cy="0"/>
          <a:chOff x="0" y="0"/>
          <a:chExt cx="0" cy="0"/>
        </a:xfrm>
      </p:grpSpPr>
      <p:sp>
        <p:nvSpPr>
          <p:cNvPr id="1161" name="Google Shape;1161;p59"/>
          <p:cNvSpPr txBox="1"/>
          <p:nvPr/>
        </p:nvSpPr>
        <p:spPr>
          <a:xfrm>
            <a:off x="716775" y="1188000"/>
            <a:ext cx="7710600" cy="7725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chemeClr val="dk1"/>
              </a:buClr>
              <a:buSzPts val="1100"/>
              <a:buFont typeface="Arial"/>
              <a:buNone/>
            </a:pPr>
            <a:r>
              <a:rPr lang="en" sz="1100" b="0" i="0" u="none" strike="noStrike" cap="none">
                <a:solidFill>
                  <a:schemeClr val="lt1"/>
                </a:solidFill>
                <a:latin typeface="Arial"/>
                <a:ea typeface="Arial"/>
                <a:cs typeface="Arial"/>
                <a:sym typeface="Arial"/>
              </a:rPr>
              <a:t>You can easily </a:t>
            </a:r>
            <a:r>
              <a:rPr lang="en" sz="1100" b="1" i="0" u="none" strike="noStrike" cap="none">
                <a:solidFill>
                  <a:schemeClr val="hlink"/>
                </a:solidFill>
                <a:latin typeface="Arial"/>
                <a:ea typeface="Arial"/>
                <a:cs typeface="Arial"/>
                <a:sym typeface="Arial"/>
              </a:rPr>
              <a:t>resize </a:t>
            </a:r>
            <a:r>
              <a:rPr lang="en" sz="1100" b="0" i="0" u="none" strike="noStrike" cap="none">
                <a:solidFill>
                  <a:schemeClr val="lt1"/>
                </a:solidFill>
                <a:latin typeface="Arial"/>
                <a:ea typeface="Arial"/>
                <a:cs typeface="Arial"/>
                <a:sym typeface="Arial"/>
              </a:rPr>
              <a:t>these resources without losing quality. To </a:t>
            </a:r>
            <a:r>
              <a:rPr lang="en" sz="1100" b="1" i="0" u="none" strike="noStrike" cap="none">
                <a:solidFill>
                  <a:schemeClr val="hlink"/>
                </a:solidFill>
                <a:latin typeface="Arial"/>
                <a:ea typeface="Arial"/>
                <a:cs typeface="Arial"/>
                <a:sym typeface="Arial"/>
              </a:rPr>
              <a:t>change the color</a:t>
            </a:r>
            <a:r>
              <a:rPr lang="en" sz="1100" b="0" i="0" u="none" strike="noStrike" cap="none">
                <a:solidFill>
                  <a:schemeClr val="lt1"/>
                </a:solidFill>
                <a:latin typeface="Arial"/>
                <a:ea typeface="Arial"/>
                <a:cs typeface="Arial"/>
                <a:sym typeface="Arial"/>
              </a:rPr>
              <a:t>, just ungroup the resource and click on the object you want to change. Then, click on the paint bucket and select the color you want. Group the resource again when you’re done. You can also look for more </a:t>
            </a:r>
            <a:r>
              <a:rPr lang="en" sz="1100" b="1" i="0" u="none" strike="noStrike" cap="none">
                <a:solidFill>
                  <a:schemeClr val="hlink"/>
                </a:solidFill>
                <a:uFill>
                  <a:noFill/>
                </a:uFill>
                <a:latin typeface="Arial"/>
                <a:ea typeface="Arial"/>
                <a:cs typeface="Arial"/>
                <a:sym typeface="Arial"/>
                <a:hlinkClick r:id="rId3"/>
              </a:rPr>
              <a:t>infographics</a:t>
            </a:r>
            <a:r>
              <a:rPr lang="en" sz="1100" b="1" i="0" u="none" strike="noStrike" cap="none">
                <a:solidFill>
                  <a:schemeClr val="hlink"/>
                </a:solidFill>
                <a:latin typeface="Arial"/>
                <a:ea typeface="Arial"/>
                <a:cs typeface="Arial"/>
                <a:sym typeface="Arial"/>
              </a:rPr>
              <a:t> </a:t>
            </a:r>
            <a:r>
              <a:rPr lang="en" sz="1100" b="0" i="0" u="none" strike="noStrike" cap="none">
                <a:solidFill>
                  <a:schemeClr val="lt1"/>
                </a:solidFill>
                <a:latin typeface="Arial"/>
                <a:ea typeface="Arial"/>
                <a:cs typeface="Arial"/>
                <a:sym typeface="Arial"/>
              </a:rPr>
              <a:t>on Slidesgo.</a:t>
            </a:r>
            <a:endParaRPr sz="1100" b="0" i="0" u="none" strike="noStrike" cap="none">
              <a:solidFill>
                <a:srgbClr val="FFFFFF"/>
              </a:solidFill>
              <a:latin typeface="Arial"/>
              <a:ea typeface="Arial"/>
              <a:cs typeface="Arial"/>
              <a:sym typeface="Arial"/>
            </a:endParaRPr>
          </a:p>
        </p:txBody>
      </p:sp>
      <p:grpSp>
        <p:nvGrpSpPr>
          <p:cNvPr id="1162" name="Google Shape;1162;p59"/>
          <p:cNvGrpSpPr/>
          <p:nvPr/>
        </p:nvGrpSpPr>
        <p:grpSpPr>
          <a:xfrm>
            <a:off x="5117640" y="3085736"/>
            <a:ext cx="474294" cy="551291"/>
            <a:chOff x="4727025" y="1332775"/>
            <a:chExt cx="59900" cy="69625"/>
          </a:xfrm>
        </p:grpSpPr>
        <p:sp>
          <p:nvSpPr>
            <p:cNvPr id="1163" name="Google Shape;1163;p59"/>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 name="Google Shape;1164;p59"/>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5" name="Google Shape;1165;p59"/>
          <p:cNvGrpSpPr/>
          <p:nvPr/>
        </p:nvGrpSpPr>
        <p:grpSpPr>
          <a:xfrm>
            <a:off x="5731296" y="2314340"/>
            <a:ext cx="555653" cy="557031"/>
            <a:chOff x="4820425" y="1329900"/>
            <a:chExt cx="70175" cy="70350"/>
          </a:xfrm>
        </p:grpSpPr>
        <p:sp>
          <p:nvSpPr>
            <p:cNvPr id="1166" name="Google Shape;1166;p59"/>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 name="Google Shape;1167;p59"/>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 name="Google Shape;1168;p59"/>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 name="Google Shape;1169;p59"/>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0" name="Google Shape;1170;p59"/>
          <p:cNvGrpSpPr/>
          <p:nvPr/>
        </p:nvGrpSpPr>
        <p:grpSpPr>
          <a:xfrm>
            <a:off x="6357664" y="2318845"/>
            <a:ext cx="582574" cy="533871"/>
            <a:chOff x="4903200" y="1331525"/>
            <a:chExt cx="73575" cy="67425"/>
          </a:xfrm>
        </p:grpSpPr>
        <p:sp>
          <p:nvSpPr>
            <p:cNvPr id="1171" name="Google Shape;1171;p59"/>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 name="Google Shape;1172;p59"/>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3" name="Google Shape;1173;p59"/>
          <p:cNvGrpSpPr/>
          <p:nvPr/>
        </p:nvGrpSpPr>
        <p:grpSpPr>
          <a:xfrm>
            <a:off x="5717142" y="3078709"/>
            <a:ext cx="583960" cy="565345"/>
            <a:chOff x="4815575" y="1416800"/>
            <a:chExt cx="73750" cy="71400"/>
          </a:xfrm>
        </p:grpSpPr>
        <p:sp>
          <p:nvSpPr>
            <p:cNvPr id="1174" name="Google Shape;1174;p59"/>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 name="Google Shape;1175;p59"/>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 name="Google Shape;1176;p59"/>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7" name="Google Shape;1177;p59"/>
          <p:cNvGrpSpPr/>
          <p:nvPr/>
        </p:nvGrpSpPr>
        <p:grpSpPr>
          <a:xfrm>
            <a:off x="6351924" y="3108896"/>
            <a:ext cx="589898" cy="504970"/>
            <a:chOff x="4902475" y="1418875"/>
            <a:chExt cx="74500" cy="63775"/>
          </a:xfrm>
        </p:grpSpPr>
        <p:sp>
          <p:nvSpPr>
            <p:cNvPr id="1178" name="Google Shape;1178;p59"/>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 name="Google Shape;1179;p59"/>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0" name="Google Shape;1180;p59"/>
          <p:cNvGrpSpPr/>
          <p:nvPr/>
        </p:nvGrpSpPr>
        <p:grpSpPr>
          <a:xfrm>
            <a:off x="5727139" y="3826000"/>
            <a:ext cx="563967" cy="567127"/>
            <a:chOff x="4818100" y="1507675"/>
            <a:chExt cx="71225" cy="71625"/>
          </a:xfrm>
        </p:grpSpPr>
        <p:sp>
          <p:nvSpPr>
            <p:cNvPr id="1181" name="Google Shape;1181;p59"/>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 name="Google Shape;1182;p59"/>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 name="Google Shape;1183;p59"/>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 name="Google Shape;1184;p59"/>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5" name="Google Shape;1185;p59"/>
          <p:cNvGrpSpPr/>
          <p:nvPr/>
        </p:nvGrpSpPr>
        <p:grpSpPr>
          <a:xfrm>
            <a:off x="5040636" y="3829461"/>
            <a:ext cx="628301" cy="588505"/>
            <a:chOff x="4721450" y="1509475"/>
            <a:chExt cx="79350" cy="74325"/>
          </a:xfrm>
        </p:grpSpPr>
        <p:sp>
          <p:nvSpPr>
            <p:cNvPr id="1186" name="Google Shape;1186;p59"/>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 name="Google Shape;1187;p59"/>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 name="Google Shape;1188;p59"/>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 name="Google Shape;1189;p59"/>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0" name="Google Shape;1190;p59"/>
          <p:cNvGrpSpPr/>
          <p:nvPr/>
        </p:nvGrpSpPr>
        <p:grpSpPr>
          <a:xfrm>
            <a:off x="6386170" y="3814027"/>
            <a:ext cx="557038" cy="562772"/>
            <a:chOff x="4906800" y="1507500"/>
            <a:chExt cx="70350" cy="71075"/>
          </a:xfrm>
        </p:grpSpPr>
        <p:sp>
          <p:nvSpPr>
            <p:cNvPr id="1191" name="Google Shape;1191;p59"/>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 name="Google Shape;1192;p59"/>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 name="Google Shape;1193;p59"/>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 name="Google Shape;1194;p59"/>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 name="Google Shape;1195;p59"/>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6" name="Google Shape;1196;p59"/>
          <p:cNvGrpSpPr/>
          <p:nvPr/>
        </p:nvGrpSpPr>
        <p:grpSpPr>
          <a:xfrm>
            <a:off x="4423778" y="2340963"/>
            <a:ext cx="517934" cy="517934"/>
            <a:chOff x="3736598" y="2170606"/>
            <a:chExt cx="404889" cy="404889"/>
          </a:xfrm>
        </p:grpSpPr>
        <p:sp>
          <p:nvSpPr>
            <p:cNvPr id="1197" name="Google Shape;1197;p59"/>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 name="Google Shape;1198;p59"/>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 name="Google Shape;1199;p59"/>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 name="Google Shape;1200;p59"/>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1" name="Google Shape;1201;p59"/>
          <p:cNvGrpSpPr/>
          <p:nvPr/>
        </p:nvGrpSpPr>
        <p:grpSpPr>
          <a:xfrm>
            <a:off x="3690839" y="2341061"/>
            <a:ext cx="586986" cy="517740"/>
            <a:chOff x="3161917" y="2170682"/>
            <a:chExt cx="458870" cy="404737"/>
          </a:xfrm>
        </p:grpSpPr>
        <p:sp>
          <p:nvSpPr>
            <p:cNvPr id="1202" name="Google Shape;1202;p59"/>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 name="Google Shape;1203;p59"/>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 name="Google Shape;1204;p59"/>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5" name="Google Shape;1205;p59"/>
          <p:cNvGrpSpPr/>
          <p:nvPr/>
        </p:nvGrpSpPr>
        <p:grpSpPr>
          <a:xfrm>
            <a:off x="3713860" y="3102400"/>
            <a:ext cx="540943" cy="517963"/>
            <a:chOff x="3179914" y="2889488"/>
            <a:chExt cx="422876" cy="404911"/>
          </a:xfrm>
        </p:grpSpPr>
        <p:sp>
          <p:nvSpPr>
            <p:cNvPr id="1206" name="Google Shape;1206;p59"/>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 name="Google Shape;1207;p59"/>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 name="Google Shape;1208;p59"/>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 name="Google Shape;1209;p59"/>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 name="Google Shape;1210;p59"/>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 name="Google Shape;1211;p59"/>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2" name="Google Shape;1212;p59"/>
          <p:cNvGrpSpPr/>
          <p:nvPr/>
        </p:nvGrpSpPr>
        <p:grpSpPr>
          <a:xfrm>
            <a:off x="4414654" y="3102358"/>
            <a:ext cx="536179" cy="518047"/>
            <a:chOff x="3729467" y="2889422"/>
            <a:chExt cx="419152" cy="404977"/>
          </a:xfrm>
        </p:grpSpPr>
        <p:sp>
          <p:nvSpPr>
            <p:cNvPr id="1213" name="Google Shape;1213;p59"/>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 name="Google Shape;1214;p59"/>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 name="Google Shape;1215;p59"/>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 name="Google Shape;1216;p59"/>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 name="Google Shape;1217;p59"/>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 name="Google Shape;1218;p59"/>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 name="Google Shape;1219;p59"/>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0" name="Google Shape;1220;p59"/>
          <p:cNvGrpSpPr/>
          <p:nvPr/>
        </p:nvGrpSpPr>
        <p:grpSpPr>
          <a:xfrm>
            <a:off x="1951688" y="3445787"/>
            <a:ext cx="965352" cy="134612"/>
            <a:chOff x="4411970" y="2962952"/>
            <a:chExt cx="706545" cy="104213"/>
          </a:xfrm>
        </p:grpSpPr>
        <p:sp>
          <p:nvSpPr>
            <p:cNvPr id="1221" name="Google Shape;1221;p59"/>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 name="Google Shape;1222;p59"/>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 name="Google Shape;1223;p59"/>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 name="Google Shape;1224;p59"/>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5" name="Google Shape;1225;p59"/>
          <p:cNvGrpSpPr/>
          <p:nvPr/>
        </p:nvGrpSpPr>
        <p:grpSpPr>
          <a:xfrm>
            <a:off x="1951688" y="3041077"/>
            <a:ext cx="960158" cy="289172"/>
            <a:chOff x="4411970" y="2726085"/>
            <a:chExt cx="643107" cy="193659"/>
          </a:xfrm>
        </p:grpSpPr>
        <p:sp>
          <p:nvSpPr>
            <p:cNvPr id="1226" name="Google Shape;1226;p59"/>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 name="Google Shape;1227;p59"/>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 name="Google Shape;1228;p59"/>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9" name="Google Shape;1229;p59"/>
          <p:cNvGrpSpPr/>
          <p:nvPr/>
        </p:nvGrpSpPr>
        <p:grpSpPr>
          <a:xfrm>
            <a:off x="960185" y="3295400"/>
            <a:ext cx="811504" cy="252583"/>
            <a:chOff x="4411970" y="4340222"/>
            <a:chExt cx="779468" cy="242682"/>
          </a:xfrm>
        </p:grpSpPr>
        <p:sp>
          <p:nvSpPr>
            <p:cNvPr id="1230" name="Google Shape;1230;p59"/>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 name="Google Shape;1231;p59"/>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 name="Google Shape;1232;p59"/>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3" name="Google Shape;1233;p59"/>
          <p:cNvGrpSpPr/>
          <p:nvPr/>
        </p:nvGrpSpPr>
        <p:grpSpPr>
          <a:xfrm>
            <a:off x="1951688" y="2709308"/>
            <a:ext cx="965160" cy="216230"/>
            <a:chOff x="4411970" y="2468674"/>
            <a:chExt cx="747317" cy="167425"/>
          </a:xfrm>
        </p:grpSpPr>
        <p:sp>
          <p:nvSpPr>
            <p:cNvPr id="1234" name="Google Shape;1234;p59"/>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 name="Google Shape;1235;p59"/>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36" name="Google Shape;1236;p59"/>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37" name="Google Shape;1237;p59"/>
          <p:cNvGrpSpPr/>
          <p:nvPr/>
        </p:nvGrpSpPr>
        <p:grpSpPr>
          <a:xfrm>
            <a:off x="959254" y="2334687"/>
            <a:ext cx="1959041" cy="208784"/>
            <a:chOff x="6336019" y="3733725"/>
            <a:chExt cx="2566206" cy="351310"/>
          </a:xfrm>
        </p:grpSpPr>
        <p:sp>
          <p:nvSpPr>
            <p:cNvPr id="1238" name="Google Shape;1238;p59"/>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 name="Google Shape;1239;p59"/>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 name="Google Shape;1240;p59"/>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 name="Google Shape;1241;p59"/>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2" name="Google Shape;1242;p59"/>
          <p:cNvGrpSpPr/>
          <p:nvPr/>
        </p:nvGrpSpPr>
        <p:grpSpPr>
          <a:xfrm>
            <a:off x="1951688" y="3950602"/>
            <a:ext cx="946551" cy="153200"/>
            <a:chOff x="4404545" y="3301592"/>
            <a:chExt cx="782403" cy="129272"/>
          </a:xfrm>
        </p:grpSpPr>
        <p:sp>
          <p:nvSpPr>
            <p:cNvPr id="1243" name="Google Shape;1243;p59"/>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 name="Google Shape;1244;p59"/>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5" name="Google Shape;1245;p59"/>
          <p:cNvGrpSpPr/>
          <p:nvPr/>
        </p:nvGrpSpPr>
        <p:grpSpPr>
          <a:xfrm>
            <a:off x="1951688" y="3695937"/>
            <a:ext cx="962257" cy="139127"/>
            <a:chOff x="4411970" y="3131459"/>
            <a:chExt cx="710520" cy="117397"/>
          </a:xfrm>
        </p:grpSpPr>
        <p:sp>
          <p:nvSpPr>
            <p:cNvPr id="1246" name="Google Shape;1246;p59"/>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 name="Google Shape;1247;p59"/>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48" name="Google Shape;1248;p59"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49" name="Google Shape;1249;p59"/>
          <p:cNvGrpSpPr/>
          <p:nvPr/>
        </p:nvGrpSpPr>
        <p:grpSpPr>
          <a:xfrm>
            <a:off x="951833" y="3621603"/>
            <a:ext cx="823838" cy="458988"/>
            <a:chOff x="4411970" y="1801825"/>
            <a:chExt cx="734586" cy="409262"/>
          </a:xfrm>
        </p:grpSpPr>
        <p:sp>
          <p:nvSpPr>
            <p:cNvPr id="1250" name="Google Shape;1250;p59"/>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 name="Google Shape;1251;p59"/>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2" name="Google Shape;1252;p59"/>
          <p:cNvGrpSpPr/>
          <p:nvPr/>
        </p:nvGrpSpPr>
        <p:grpSpPr>
          <a:xfrm>
            <a:off x="3056804" y="2339173"/>
            <a:ext cx="521514" cy="521514"/>
            <a:chOff x="5681300" y="2527788"/>
            <a:chExt cx="805800" cy="805800"/>
          </a:xfrm>
        </p:grpSpPr>
        <p:sp>
          <p:nvSpPr>
            <p:cNvPr id="1253" name="Google Shape;1253;p59"/>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 name="Google Shape;1254;p59"/>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5" name="Google Shape;1255;p59"/>
          <p:cNvGrpSpPr/>
          <p:nvPr/>
        </p:nvGrpSpPr>
        <p:grpSpPr>
          <a:xfrm>
            <a:off x="3051044" y="3094865"/>
            <a:ext cx="533033" cy="533033"/>
            <a:chOff x="4049800" y="640400"/>
            <a:chExt cx="858900" cy="858900"/>
          </a:xfrm>
        </p:grpSpPr>
        <p:sp>
          <p:nvSpPr>
            <p:cNvPr id="1256" name="Google Shape;1256;p59"/>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 name="Google Shape;1257;p59"/>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8" name="Google Shape;1258;p59"/>
          <p:cNvGrpSpPr/>
          <p:nvPr/>
        </p:nvGrpSpPr>
        <p:grpSpPr>
          <a:xfrm>
            <a:off x="2976527" y="3772543"/>
            <a:ext cx="682068" cy="682068"/>
            <a:chOff x="5080187" y="927900"/>
            <a:chExt cx="961200" cy="961200"/>
          </a:xfrm>
        </p:grpSpPr>
        <p:sp>
          <p:nvSpPr>
            <p:cNvPr id="1259" name="Google Shape;1259;p59"/>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 name="Google Shape;1260;p59"/>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 name="Google Shape;1261;p59"/>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 name="Google Shape;1262;p59"/>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 name="Google Shape;1263;p59"/>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 name="Google Shape;1264;p59"/>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 name="Google Shape;1265;p59"/>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 name="Google Shape;1266;p59"/>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7" name="Google Shape;1267;p59"/>
          <p:cNvGrpSpPr/>
          <p:nvPr/>
        </p:nvGrpSpPr>
        <p:grpSpPr>
          <a:xfrm>
            <a:off x="4440026" y="3869234"/>
            <a:ext cx="505651" cy="504006"/>
            <a:chOff x="6039282" y="1042577"/>
            <a:chExt cx="734316" cy="731929"/>
          </a:xfrm>
        </p:grpSpPr>
        <p:sp>
          <p:nvSpPr>
            <p:cNvPr id="1268" name="Google Shape;1268;p59"/>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 name="Google Shape;1269;p59"/>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 name="Google Shape;1270;p59"/>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 name="Google Shape;1271;p59"/>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 name="Google Shape;1272;p59"/>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 name="Google Shape;1273;p59"/>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 name="Google Shape;1274;p59"/>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 name="Google Shape;1275;p59"/>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 name="Google Shape;1276;p59"/>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 name="Google Shape;1277;p59"/>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 name="Google Shape;1278;p59"/>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 name="Google Shape;1279;p59"/>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 name="Google Shape;1280;p59"/>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 name="Google Shape;1281;p59"/>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 name="Google Shape;1282;p59"/>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 name="Google Shape;1283;p59"/>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 name="Google Shape;1284;p59"/>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 name="Google Shape;1285;p59"/>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 name="Google Shape;1286;p59"/>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 name="Google Shape;1287;p59"/>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 name="Google Shape;1288;p59"/>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9" name="Google Shape;1289;p59"/>
          <p:cNvGrpSpPr/>
          <p:nvPr/>
        </p:nvGrpSpPr>
        <p:grpSpPr>
          <a:xfrm>
            <a:off x="5052628" y="2298862"/>
            <a:ext cx="567744" cy="602136"/>
            <a:chOff x="1825800" y="1651625"/>
            <a:chExt cx="539989" cy="571775"/>
          </a:xfrm>
        </p:grpSpPr>
        <p:sp>
          <p:nvSpPr>
            <p:cNvPr id="1290" name="Google Shape;1290;p59"/>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 name="Google Shape;1291;p59"/>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 name="Google Shape;1292;p59"/>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 name="Google Shape;1293;p59"/>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4" name="Google Shape;1294;p59"/>
          <p:cNvGrpSpPr/>
          <p:nvPr/>
        </p:nvGrpSpPr>
        <p:grpSpPr>
          <a:xfrm>
            <a:off x="3727557" y="3855579"/>
            <a:ext cx="508123" cy="507955"/>
            <a:chOff x="1897577" y="2802432"/>
            <a:chExt cx="492176" cy="492014"/>
          </a:xfrm>
        </p:grpSpPr>
        <p:sp>
          <p:nvSpPr>
            <p:cNvPr id="1295" name="Google Shape;1295;p59"/>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 name="Google Shape;1296;p59"/>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 name="Google Shape;1297;p59"/>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 name="Google Shape;1298;p59"/>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 name="Google Shape;1299;p59"/>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 name="Google Shape;1300;p59"/>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 name="Google Shape;1301;p59"/>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 name="Google Shape;1302;p59"/>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 name="Google Shape;1303;p59"/>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 name="Google Shape;1304;p59"/>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 name="Google Shape;1305;p59"/>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 name="Google Shape;1306;p59"/>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07" name="Google Shape;1307;p59"/>
          <p:cNvGrpSpPr/>
          <p:nvPr/>
        </p:nvGrpSpPr>
        <p:grpSpPr>
          <a:xfrm>
            <a:off x="959087" y="4169123"/>
            <a:ext cx="809227" cy="200843"/>
            <a:chOff x="2013045" y="4813233"/>
            <a:chExt cx="921986" cy="228855"/>
          </a:xfrm>
        </p:grpSpPr>
        <p:sp>
          <p:nvSpPr>
            <p:cNvPr id="1308" name="Google Shape;1308;p59"/>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 name="Google Shape;1309;p59"/>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10" name="Google Shape;1310;p59"/>
          <p:cNvGrpSpPr/>
          <p:nvPr/>
        </p:nvGrpSpPr>
        <p:grpSpPr>
          <a:xfrm>
            <a:off x="967547" y="2656004"/>
            <a:ext cx="792421" cy="269941"/>
            <a:chOff x="1046767" y="4756633"/>
            <a:chExt cx="859646" cy="292841"/>
          </a:xfrm>
        </p:grpSpPr>
        <p:sp>
          <p:nvSpPr>
            <p:cNvPr id="1311" name="Google Shape;1311;p59"/>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 name="Google Shape;1312;p59"/>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 name="Google Shape;1313;p59"/>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314" name="Google Shape;1314;p59"/>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 name="Google Shape;1315;p59"/>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 name="Google Shape;1316;p59"/>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 name="Google Shape;1317;p59"/>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318" name="Google Shape;1318;p59"/>
          <p:cNvGrpSpPr/>
          <p:nvPr/>
        </p:nvGrpSpPr>
        <p:grpSpPr>
          <a:xfrm>
            <a:off x="7103403" y="2550562"/>
            <a:ext cx="166473" cy="141497"/>
            <a:chOff x="4660325" y="1866850"/>
            <a:chExt cx="68350" cy="58100"/>
          </a:xfrm>
        </p:grpSpPr>
        <p:sp>
          <p:nvSpPr>
            <p:cNvPr id="1319" name="Google Shape;1319;p59"/>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 name="Google Shape;1320;p59"/>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1" name="Google Shape;1321;p59"/>
          <p:cNvGrpSpPr/>
          <p:nvPr/>
        </p:nvGrpSpPr>
        <p:grpSpPr>
          <a:xfrm>
            <a:off x="7412747" y="2576286"/>
            <a:ext cx="162515" cy="90049"/>
            <a:chOff x="4791775" y="1877500"/>
            <a:chExt cx="66725" cy="36975"/>
          </a:xfrm>
        </p:grpSpPr>
        <p:sp>
          <p:nvSpPr>
            <p:cNvPr id="1322" name="Google Shape;1322;p59"/>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 name="Google Shape;1323;p59"/>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4" name="Google Shape;1324;p59"/>
          <p:cNvGrpSpPr/>
          <p:nvPr/>
        </p:nvGrpSpPr>
        <p:grpSpPr>
          <a:xfrm>
            <a:off x="7734460" y="2576286"/>
            <a:ext cx="144979" cy="90049"/>
            <a:chOff x="4923925" y="1877500"/>
            <a:chExt cx="59525" cy="36975"/>
          </a:xfrm>
        </p:grpSpPr>
        <p:sp>
          <p:nvSpPr>
            <p:cNvPr id="1325" name="Google Shape;1325;p59"/>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 name="Google Shape;1326;p59"/>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7" name="Google Shape;1327;p59"/>
          <p:cNvGrpSpPr/>
          <p:nvPr/>
        </p:nvGrpSpPr>
        <p:grpSpPr>
          <a:xfrm>
            <a:off x="8028952" y="2558477"/>
            <a:ext cx="141447" cy="125667"/>
            <a:chOff x="5058450" y="1870100"/>
            <a:chExt cx="58075" cy="51600"/>
          </a:xfrm>
        </p:grpSpPr>
        <p:sp>
          <p:nvSpPr>
            <p:cNvPr id="1328" name="Google Shape;1328;p59"/>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 name="Google Shape;1329;p59"/>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0" name="Google Shape;1330;p59"/>
          <p:cNvGrpSpPr/>
          <p:nvPr/>
        </p:nvGrpSpPr>
        <p:grpSpPr>
          <a:xfrm>
            <a:off x="7443466" y="2980885"/>
            <a:ext cx="101077" cy="107645"/>
            <a:chOff x="4811425" y="2065025"/>
            <a:chExt cx="41500" cy="44200"/>
          </a:xfrm>
        </p:grpSpPr>
        <p:sp>
          <p:nvSpPr>
            <p:cNvPr id="1331" name="Google Shape;1331;p59"/>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 name="Google Shape;1332;p59"/>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3" name="Google Shape;1333;p59"/>
          <p:cNvGrpSpPr/>
          <p:nvPr/>
        </p:nvGrpSpPr>
        <p:grpSpPr>
          <a:xfrm>
            <a:off x="7735904" y="2981098"/>
            <a:ext cx="120867" cy="107218"/>
            <a:chOff x="4929875" y="2065025"/>
            <a:chExt cx="49625" cy="44025"/>
          </a:xfrm>
        </p:grpSpPr>
        <p:sp>
          <p:nvSpPr>
            <p:cNvPr id="1334" name="Google Shape;1334;p59"/>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 name="Google Shape;1335;p59"/>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6" name="Google Shape;1336;p59"/>
          <p:cNvGrpSpPr/>
          <p:nvPr/>
        </p:nvGrpSpPr>
        <p:grpSpPr>
          <a:xfrm>
            <a:off x="8064572" y="2984112"/>
            <a:ext cx="70206" cy="101191"/>
            <a:chOff x="5083925" y="2066350"/>
            <a:chExt cx="28825" cy="41550"/>
          </a:xfrm>
        </p:grpSpPr>
        <p:sp>
          <p:nvSpPr>
            <p:cNvPr id="1337" name="Google Shape;1337;p59"/>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 name="Google Shape;1338;p59"/>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9" name="Google Shape;1339;p59"/>
          <p:cNvGrpSpPr/>
          <p:nvPr/>
        </p:nvGrpSpPr>
        <p:grpSpPr>
          <a:xfrm>
            <a:off x="7096126" y="2999759"/>
            <a:ext cx="181026" cy="69896"/>
            <a:chOff x="4659775" y="2072775"/>
            <a:chExt cx="74325" cy="28700"/>
          </a:xfrm>
        </p:grpSpPr>
        <p:sp>
          <p:nvSpPr>
            <p:cNvPr id="1340" name="Google Shape;1340;p59"/>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 name="Google Shape;1341;p59"/>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 name="Google Shape;1342;p59"/>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3" name="Google Shape;1343;p59"/>
          <p:cNvGrpSpPr/>
          <p:nvPr/>
        </p:nvGrpSpPr>
        <p:grpSpPr>
          <a:xfrm>
            <a:off x="8015982" y="2790324"/>
            <a:ext cx="167387" cy="89197"/>
            <a:chOff x="4662475" y="1976500"/>
            <a:chExt cx="68725" cy="36625"/>
          </a:xfrm>
        </p:grpSpPr>
        <p:sp>
          <p:nvSpPr>
            <p:cNvPr id="1344" name="Google Shape;1344;p59"/>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 name="Google Shape;1345;p59"/>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 name="Google Shape;1346;p59"/>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7" name="Google Shape;1347;p59"/>
          <p:cNvGrpSpPr/>
          <p:nvPr/>
        </p:nvGrpSpPr>
        <p:grpSpPr>
          <a:xfrm>
            <a:off x="7712887" y="2793764"/>
            <a:ext cx="166899" cy="82317"/>
            <a:chOff x="4920150" y="1977875"/>
            <a:chExt cx="68525" cy="33800"/>
          </a:xfrm>
        </p:grpSpPr>
        <p:sp>
          <p:nvSpPr>
            <p:cNvPr id="1348" name="Google Shape;1348;p59"/>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 name="Google Shape;1349;p59"/>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 name="Google Shape;1350;p59"/>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1" name="Google Shape;1351;p59"/>
          <p:cNvGrpSpPr/>
          <p:nvPr/>
        </p:nvGrpSpPr>
        <p:grpSpPr>
          <a:xfrm>
            <a:off x="7124044" y="3197682"/>
            <a:ext cx="125190" cy="127859"/>
            <a:chOff x="4676550" y="2160575"/>
            <a:chExt cx="51400" cy="52500"/>
          </a:xfrm>
        </p:grpSpPr>
        <p:sp>
          <p:nvSpPr>
            <p:cNvPr id="1352" name="Google Shape;1352;p59"/>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 name="Google Shape;1353;p59"/>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 name="Google Shape;1354;p59"/>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5" name="Google Shape;1355;p59"/>
          <p:cNvGrpSpPr/>
          <p:nvPr/>
        </p:nvGrpSpPr>
        <p:grpSpPr>
          <a:xfrm>
            <a:off x="7421302" y="3204714"/>
            <a:ext cx="145405" cy="113794"/>
            <a:chOff x="4768325" y="2163475"/>
            <a:chExt cx="59700" cy="46725"/>
          </a:xfrm>
        </p:grpSpPr>
        <p:sp>
          <p:nvSpPr>
            <p:cNvPr id="1356" name="Google Shape;1356;p59"/>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 name="Google Shape;1357;p59"/>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358" name="Google Shape;1358;p59"/>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 name="Google Shape;1359;p59"/>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 name="Google Shape;1360;p59"/>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 name="Google Shape;1361;p59"/>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 name="Google Shape;1362;p59"/>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 name="Google Shape;1363;p59"/>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364" name="Google Shape;1364;p59"/>
          <p:cNvGrpSpPr/>
          <p:nvPr/>
        </p:nvGrpSpPr>
        <p:grpSpPr>
          <a:xfrm>
            <a:off x="7437621" y="3459808"/>
            <a:ext cx="112768" cy="106853"/>
            <a:chOff x="4768575" y="2253950"/>
            <a:chExt cx="46300" cy="43875"/>
          </a:xfrm>
        </p:grpSpPr>
        <p:sp>
          <p:nvSpPr>
            <p:cNvPr id="1365" name="Google Shape;1365;p59"/>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 name="Google Shape;1366;p59"/>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7" name="Google Shape;1367;p59"/>
          <p:cNvGrpSpPr/>
          <p:nvPr/>
        </p:nvGrpSpPr>
        <p:grpSpPr>
          <a:xfrm>
            <a:off x="7737243" y="3948834"/>
            <a:ext cx="118187" cy="146246"/>
            <a:chOff x="4960900" y="2433225"/>
            <a:chExt cx="48525" cy="60050"/>
          </a:xfrm>
        </p:grpSpPr>
        <p:sp>
          <p:nvSpPr>
            <p:cNvPr id="1368" name="Google Shape;1368;p59"/>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 name="Google Shape;1369;p59"/>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70" name="Google Shape;1370;p59"/>
          <p:cNvGrpSpPr/>
          <p:nvPr/>
        </p:nvGrpSpPr>
        <p:grpSpPr>
          <a:xfrm>
            <a:off x="7425808" y="4212895"/>
            <a:ext cx="136394" cy="143810"/>
            <a:chOff x="4854075" y="2527625"/>
            <a:chExt cx="56000" cy="59050"/>
          </a:xfrm>
        </p:grpSpPr>
        <p:sp>
          <p:nvSpPr>
            <p:cNvPr id="1371" name="Google Shape;1371;p59"/>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 name="Google Shape;1372;p59"/>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373" name="Google Shape;1373;p59"/>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 name="Google Shape;1374;p59"/>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 name="Google Shape;1375;p59"/>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376" name="Google Shape;1376;p59"/>
          <p:cNvGrpSpPr/>
          <p:nvPr/>
        </p:nvGrpSpPr>
        <p:grpSpPr>
          <a:xfrm>
            <a:off x="8050020" y="3676639"/>
            <a:ext cx="99312" cy="160797"/>
            <a:chOff x="5059700" y="2334775"/>
            <a:chExt cx="40775" cy="66025"/>
          </a:xfrm>
        </p:grpSpPr>
        <p:sp>
          <p:nvSpPr>
            <p:cNvPr id="1377" name="Google Shape;1377;p59"/>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 name="Google Shape;1378;p59"/>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 name="Google Shape;1379;p59"/>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 name="Google Shape;1380;p59"/>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 name="Google Shape;1381;p59"/>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 name="Google Shape;1382;p59"/>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 name="Google Shape;1383;p59"/>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 name="Google Shape;1384;p59"/>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 name="Google Shape;1385;p59"/>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86" name="Google Shape;1386;p59"/>
          <p:cNvGrpSpPr/>
          <p:nvPr/>
        </p:nvGrpSpPr>
        <p:grpSpPr>
          <a:xfrm>
            <a:off x="8007184" y="3941771"/>
            <a:ext cx="184984" cy="160371"/>
            <a:chOff x="5037700" y="2430325"/>
            <a:chExt cx="75950" cy="65850"/>
          </a:xfrm>
        </p:grpSpPr>
        <p:sp>
          <p:nvSpPr>
            <p:cNvPr id="1387" name="Google Shape;1387;p59"/>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 name="Google Shape;1388;p59"/>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89" name="Google Shape;1389;p59"/>
          <p:cNvGrpSpPr/>
          <p:nvPr/>
        </p:nvGrpSpPr>
        <p:grpSpPr>
          <a:xfrm>
            <a:off x="7426689" y="3708223"/>
            <a:ext cx="173014" cy="97629"/>
            <a:chOff x="4756975" y="2341800"/>
            <a:chExt cx="91975" cy="51925"/>
          </a:xfrm>
        </p:grpSpPr>
        <p:sp>
          <p:nvSpPr>
            <p:cNvPr id="1390" name="Google Shape;1390;p59"/>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 name="Google Shape;1391;p59"/>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 name="Google Shape;1392;p59"/>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 name="Google Shape;1393;p59"/>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 name="Google Shape;1394;p59"/>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 name="Google Shape;1395;p59"/>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 name="Google Shape;1396;p59"/>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 name="Google Shape;1397;p59"/>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 name="Google Shape;1398;p59"/>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 name="Google Shape;1399;p59"/>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 name="Google Shape;1400;p59"/>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 name="Google Shape;1401;p59"/>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 name="Google Shape;1402;p59"/>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 name="Google Shape;1403;p59"/>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 name="Google Shape;1404;p59"/>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 name="Google Shape;1405;p59"/>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 name="Google Shape;1406;p59"/>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 name="Google Shape;1407;p59"/>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 name="Google Shape;1408;p59"/>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 name="Google Shape;1409;p59"/>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0" name="Google Shape;1410;p59"/>
          <p:cNvGrpSpPr/>
          <p:nvPr/>
        </p:nvGrpSpPr>
        <p:grpSpPr>
          <a:xfrm>
            <a:off x="7693626" y="4196920"/>
            <a:ext cx="212497" cy="175761"/>
            <a:chOff x="4943575" y="2516350"/>
            <a:chExt cx="98675" cy="81700"/>
          </a:xfrm>
        </p:grpSpPr>
        <p:sp>
          <p:nvSpPr>
            <p:cNvPr id="1411" name="Google Shape;1411;p59"/>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 name="Google Shape;1412;p59"/>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 name="Google Shape;1413;p59"/>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 name="Google Shape;1414;p59"/>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 name="Google Shape;1415;p59"/>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 name="Google Shape;1416;p59"/>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 name="Google Shape;1417;p59"/>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 name="Google Shape;1418;p59"/>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 name="Google Shape;1419;p59"/>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 name="Google Shape;1420;p59"/>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 name="Google Shape;1421;p59"/>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 name="Google Shape;1422;p59"/>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 name="Google Shape;1423;p59"/>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 name="Google Shape;1424;p59"/>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 name="Google Shape;1425;p59"/>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 name="Google Shape;1426;p59"/>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 name="Google Shape;1427;p59"/>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 name="Google Shape;1428;p59"/>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 name="Google Shape;1429;p59"/>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 name="Google Shape;1430;p59"/>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 name="Google Shape;1431;p59"/>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 name="Google Shape;1432;p59"/>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 name="Google Shape;1433;p59"/>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 name="Google Shape;1434;p59"/>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 name="Google Shape;1435;p59"/>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 name="Google Shape;1436;p59"/>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 name="Google Shape;1437;p59"/>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 name="Google Shape;1438;p59"/>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 name="Google Shape;1439;p59"/>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 name="Google Shape;1440;p59"/>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 name="Google Shape;1441;p59"/>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 name="Google Shape;1442;p59"/>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 name="Google Shape;1443;p59"/>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 name="Google Shape;1444;p59"/>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 name="Google Shape;1445;p59"/>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 name="Google Shape;1446;p59"/>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 name="Google Shape;1447;p59"/>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 name="Google Shape;1448;p59"/>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 name="Google Shape;1449;p59"/>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 name="Google Shape;1450;p59"/>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 name="Google Shape;1451;p59"/>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 name="Google Shape;1452;p59"/>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 name="Google Shape;1453;p59"/>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 name="Google Shape;1454;p59"/>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 name="Google Shape;1455;p59"/>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 name="Google Shape;1456;p59"/>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 name="Google Shape;1457;p59"/>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 name="Google Shape;1458;p59"/>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 name="Google Shape;1459;p59"/>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 name="Google Shape;1460;p59"/>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 name="Google Shape;1461;p59"/>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 name="Google Shape;1462;p59"/>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 name="Google Shape;1463;p59"/>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 name="Google Shape;1464;p59"/>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 name="Google Shape;1465;p59"/>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 name="Google Shape;1466;p59"/>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 name="Google Shape;1467;p59"/>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 name="Google Shape;1468;p59"/>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 name="Google Shape;1469;p59"/>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 name="Google Shape;1470;p59"/>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 name="Google Shape;1471;p59"/>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 name="Google Shape;1472;p59"/>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 name="Google Shape;1473;p59"/>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 name="Google Shape;1474;p59"/>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 name="Google Shape;1475;p59"/>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 name="Google Shape;1476;p59"/>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 name="Google Shape;1477;p59"/>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 name="Google Shape;1478;p59"/>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 name="Google Shape;1479;p59"/>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 name="Google Shape;1480;p59"/>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 name="Google Shape;1481;p59"/>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 name="Google Shape;1482;p59"/>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 name="Google Shape;1483;p59"/>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 name="Google Shape;1484;p59"/>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 name="Google Shape;1485;p59"/>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 name="Google Shape;1486;p59"/>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 name="Google Shape;1487;p59"/>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 name="Google Shape;1488;p59"/>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489" name="Google Shape;1489;p59"/>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 name="Google Shape;1490;p59"/>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 name="Google Shape;1491;p59"/>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 name="Google Shape;1492;p59"/>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 name="Google Shape;1493;p59"/>
          <p:cNvSpPr txBox="1">
            <a:spLocks noGrp="1"/>
          </p:cNvSpPr>
          <p:nvPr>
            <p:ph type="title"/>
          </p:nvPr>
        </p:nvSpPr>
        <p:spPr>
          <a:xfrm>
            <a:off x="716775" y="510900"/>
            <a:ext cx="77106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2400"/>
              <a:buNone/>
            </a:pPr>
            <a:r>
              <a:rPr lang="en">
                <a:solidFill>
                  <a:schemeClr val="lt1"/>
                </a:solidFill>
              </a:rPr>
              <a:t>Use our editable graphic resources...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497"/>
        <p:cNvGrpSpPr/>
        <p:nvPr/>
      </p:nvGrpSpPr>
      <p:grpSpPr>
        <a:xfrm>
          <a:off x="0" y="0"/>
          <a:ext cx="0" cy="0"/>
          <a:chOff x="0" y="0"/>
          <a:chExt cx="0" cy="0"/>
        </a:xfrm>
      </p:grpSpPr>
      <p:grpSp>
        <p:nvGrpSpPr>
          <p:cNvPr id="1498" name="Google Shape;1498;p60"/>
          <p:cNvGrpSpPr/>
          <p:nvPr/>
        </p:nvGrpSpPr>
        <p:grpSpPr>
          <a:xfrm>
            <a:off x="6681268" y="3584496"/>
            <a:ext cx="560636" cy="516497"/>
            <a:chOff x="6652051" y="3714143"/>
            <a:chExt cx="560636" cy="516497"/>
          </a:xfrm>
        </p:grpSpPr>
        <p:grpSp>
          <p:nvGrpSpPr>
            <p:cNvPr id="1499" name="Google Shape;1499;p60"/>
            <p:cNvGrpSpPr/>
            <p:nvPr/>
          </p:nvGrpSpPr>
          <p:grpSpPr>
            <a:xfrm>
              <a:off x="6669657" y="3716715"/>
              <a:ext cx="466768" cy="464314"/>
              <a:chOff x="3139766" y="765669"/>
              <a:chExt cx="886380" cy="881888"/>
            </a:xfrm>
          </p:grpSpPr>
          <p:grpSp>
            <p:nvGrpSpPr>
              <p:cNvPr id="1500" name="Google Shape;1500;p60"/>
              <p:cNvGrpSpPr/>
              <p:nvPr/>
            </p:nvGrpSpPr>
            <p:grpSpPr>
              <a:xfrm>
                <a:off x="3139766" y="765669"/>
                <a:ext cx="886380" cy="881888"/>
                <a:chOff x="3139766" y="765669"/>
                <a:chExt cx="886380" cy="881888"/>
              </a:xfrm>
            </p:grpSpPr>
            <p:sp>
              <p:nvSpPr>
                <p:cNvPr id="1501" name="Google Shape;1501;p60"/>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 name="Google Shape;1502;p60"/>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 name="Google Shape;1503;p60"/>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 name="Google Shape;1504;p60"/>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 name="Google Shape;1505;p60"/>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 name="Google Shape;1506;p60"/>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 name="Google Shape;1507;p60"/>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 name="Google Shape;1508;p60"/>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 name="Google Shape;1509;p60"/>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10" name="Google Shape;1510;p60"/>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 name="Google Shape;1511;p60"/>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 name="Google Shape;1512;p60"/>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 name="Google Shape;1513;p60"/>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14" name="Google Shape;1514;p60"/>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5" name="Google Shape;1515;p60"/>
          <p:cNvGrpSpPr/>
          <p:nvPr/>
        </p:nvGrpSpPr>
        <p:grpSpPr>
          <a:xfrm>
            <a:off x="7679978" y="3065079"/>
            <a:ext cx="104231" cy="320340"/>
            <a:chOff x="7564426" y="3224343"/>
            <a:chExt cx="119985" cy="368801"/>
          </a:xfrm>
        </p:grpSpPr>
        <p:sp>
          <p:nvSpPr>
            <p:cNvPr id="1516" name="Google Shape;1516;p60"/>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 name="Google Shape;1517;p60"/>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8" name="Google Shape;1518;p60"/>
          <p:cNvGrpSpPr/>
          <p:nvPr/>
        </p:nvGrpSpPr>
        <p:grpSpPr>
          <a:xfrm>
            <a:off x="7379466" y="3059180"/>
            <a:ext cx="189489" cy="332132"/>
            <a:chOff x="8370831" y="3202002"/>
            <a:chExt cx="218129" cy="382376"/>
          </a:xfrm>
        </p:grpSpPr>
        <p:sp>
          <p:nvSpPr>
            <p:cNvPr id="1519" name="Google Shape;1519;p60"/>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 name="Google Shape;1520;p60"/>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1" name="Google Shape;1521;p60"/>
          <p:cNvGrpSpPr/>
          <p:nvPr/>
        </p:nvGrpSpPr>
        <p:grpSpPr>
          <a:xfrm>
            <a:off x="8102855" y="3470312"/>
            <a:ext cx="309429" cy="267000"/>
            <a:chOff x="6742064" y="3750480"/>
            <a:chExt cx="399315" cy="344560"/>
          </a:xfrm>
        </p:grpSpPr>
        <p:sp>
          <p:nvSpPr>
            <p:cNvPr id="1522" name="Google Shape;1522;p60"/>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 name="Google Shape;1523;p60"/>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4" name="Google Shape;1524;p60"/>
          <p:cNvGrpSpPr/>
          <p:nvPr/>
        </p:nvGrpSpPr>
        <p:grpSpPr>
          <a:xfrm>
            <a:off x="7641874" y="3821360"/>
            <a:ext cx="180437" cy="281608"/>
            <a:chOff x="7248525" y="3739696"/>
            <a:chExt cx="230531" cy="359790"/>
          </a:xfrm>
        </p:grpSpPr>
        <p:sp>
          <p:nvSpPr>
            <p:cNvPr id="1525" name="Google Shape;1525;p60"/>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 name="Google Shape;1526;p60"/>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7" name="Google Shape;1527;p60"/>
          <p:cNvGrpSpPr/>
          <p:nvPr/>
        </p:nvGrpSpPr>
        <p:grpSpPr>
          <a:xfrm>
            <a:off x="7887794" y="3464584"/>
            <a:ext cx="162896" cy="278710"/>
            <a:chOff x="7601242" y="3729267"/>
            <a:chExt cx="222566" cy="380803"/>
          </a:xfrm>
        </p:grpSpPr>
        <p:sp>
          <p:nvSpPr>
            <p:cNvPr id="1528" name="Google Shape;1528;p60"/>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 name="Google Shape;1529;p60"/>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30" name="Google Shape;1530;p60"/>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531" name="Google Shape;1531;p60"/>
          <p:cNvGrpSpPr/>
          <p:nvPr/>
        </p:nvGrpSpPr>
        <p:grpSpPr>
          <a:xfrm>
            <a:off x="7377439" y="3465724"/>
            <a:ext cx="193542" cy="275990"/>
            <a:chOff x="8304647" y="3738687"/>
            <a:chExt cx="225075" cy="320956"/>
          </a:xfrm>
        </p:grpSpPr>
        <p:sp>
          <p:nvSpPr>
            <p:cNvPr id="1532" name="Google Shape;1532;p60"/>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 name="Google Shape;1533;p60"/>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 name="Google Shape;1534;p60"/>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35" name="Google Shape;1535;p60"/>
          <p:cNvGrpSpPr/>
          <p:nvPr/>
        </p:nvGrpSpPr>
        <p:grpSpPr>
          <a:xfrm>
            <a:off x="7649932" y="3465724"/>
            <a:ext cx="178492" cy="275990"/>
            <a:chOff x="8615101" y="3738687"/>
            <a:chExt cx="207573" cy="320956"/>
          </a:xfrm>
        </p:grpSpPr>
        <p:sp>
          <p:nvSpPr>
            <p:cNvPr id="1536" name="Google Shape;1536;p60"/>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 name="Google Shape;1537;p60"/>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 name="Google Shape;1538;p60"/>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39" name="Google Shape;1539;p60"/>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540" name="Google Shape;1540;p60"/>
          <p:cNvGrpSpPr/>
          <p:nvPr/>
        </p:nvGrpSpPr>
        <p:grpSpPr>
          <a:xfrm>
            <a:off x="7875463" y="3868385"/>
            <a:ext cx="187557" cy="187557"/>
            <a:chOff x="8565775" y="671075"/>
            <a:chExt cx="441000" cy="441000"/>
          </a:xfrm>
        </p:grpSpPr>
        <p:sp>
          <p:nvSpPr>
            <p:cNvPr id="1541" name="Google Shape;1541;p60"/>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 name="Google Shape;1542;p60"/>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43" name="Google Shape;1543;p60"/>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 name="Google Shape;1544;p60"/>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545" name="Google Shape;1545;p60"/>
          <p:cNvGrpSpPr/>
          <p:nvPr/>
        </p:nvGrpSpPr>
        <p:grpSpPr>
          <a:xfrm>
            <a:off x="6029935" y="2940910"/>
            <a:ext cx="587865" cy="517731"/>
            <a:chOff x="6000718" y="3070557"/>
            <a:chExt cx="587865" cy="517731"/>
          </a:xfrm>
        </p:grpSpPr>
        <p:sp>
          <p:nvSpPr>
            <p:cNvPr id="1546" name="Google Shape;1546;p60"/>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 name="Google Shape;1547;p60"/>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 name="Google Shape;1548;p60"/>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 name="Google Shape;1549;p60"/>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 name="Google Shape;1550;p60"/>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 name="Google Shape;1551;p60"/>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 name="Google Shape;1552;p60"/>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 name="Google Shape;1553;p60"/>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 name="Google Shape;1554;p60"/>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 name="Google Shape;1555;p60"/>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56" name="Google Shape;1556;p60"/>
          <p:cNvGrpSpPr/>
          <p:nvPr/>
        </p:nvGrpSpPr>
        <p:grpSpPr>
          <a:xfrm>
            <a:off x="6044740" y="3584570"/>
            <a:ext cx="557665" cy="516387"/>
            <a:chOff x="6015523" y="3714217"/>
            <a:chExt cx="557665" cy="516387"/>
          </a:xfrm>
        </p:grpSpPr>
        <p:grpSp>
          <p:nvGrpSpPr>
            <p:cNvPr id="1557" name="Google Shape;1557;p60"/>
            <p:cNvGrpSpPr/>
            <p:nvPr/>
          </p:nvGrpSpPr>
          <p:grpSpPr>
            <a:xfrm>
              <a:off x="6036094" y="3716980"/>
              <a:ext cx="529822" cy="510481"/>
              <a:chOff x="3148311" y="-545634"/>
              <a:chExt cx="1006118" cy="969573"/>
            </a:xfrm>
          </p:grpSpPr>
          <p:sp>
            <p:nvSpPr>
              <p:cNvPr id="1558" name="Google Shape;1558;p60"/>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 name="Google Shape;1559;p60"/>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 name="Google Shape;1560;p60"/>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 name="Google Shape;1561;p60"/>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 name="Google Shape;1562;p60"/>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 name="Google Shape;1563;p60"/>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 name="Google Shape;1564;p60"/>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 name="Google Shape;1565;p60"/>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 name="Google Shape;1566;p60"/>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 name="Google Shape;1567;p60"/>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68" name="Google Shape;1568;p60"/>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69" name="Google Shape;1569;p60"/>
          <p:cNvGrpSpPr/>
          <p:nvPr/>
        </p:nvGrpSpPr>
        <p:grpSpPr>
          <a:xfrm>
            <a:off x="6673522" y="2943981"/>
            <a:ext cx="576302" cy="511871"/>
            <a:chOff x="6644304" y="3073628"/>
            <a:chExt cx="576302" cy="511871"/>
          </a:xfrm>
        </p:grpSpPr>
        <p:grpSp>
          <p:nvGrpSpPr>
            <p:cNvPr id="1570" name="Google Shape;1570;p60"/>
            <p:cNvGrpSpPr/>
            <p:nvPr/>
          </p:nvGrpSpPr>
          <p:grpSpPr>
            <a:xfrm>
              <a:off x="6712169" y="3073651"/>
              <a:ext cx="481611" cy="506712"/>
              <a:chOff x="1833536" y="-546641"/>
              <a:chExt cx="914567" cy="962418"/>
            </a:xfrm>
          </p:grpSpPr>
          <p:grpSp>
            <p:nvGrpSpPr>
              <p:cNvPr id="1571" name="Google Shape;1571;p60"/>
              <p:cNvGrpSpPr/>
              <p:nvPr/>
            </p:nvGrpSpPr>
            <p:grpSpPr>
              <a:xfrm>
                <a:off x="1833536" y="-524249"/>
                <a:ext cx="914567" cy="940026"/>
                <a:chOff x="1833536" y="-524249"/>
                <a:chExt cx="914567" cy="940026"/>
              </a:xfrm>
            </p:grpSpPr>
            <p:sp>
              <p:nvSpPr>
                <p:cNvPr id="1572" name="Google Shape;1572;p60"/>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 name="Google Shape;1573;p60"/>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 name="Google Shape;1574;p60"/>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 name="Google Shape;1575;p60"/>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 name="Google Shape;1576;p60"/>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77" name="Google Shape;1577;p60"/>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 name="Google Shape;1578;p60"/>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 name="Google Shape;1579;p60"/>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 name="Google Shape;1580;p60"/>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81" name="Google Shape;1581;p60"/>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2" name="Google Shape;1582;p60"/>
          <p:cNvGrpSpPr/>
          <p:nvPr/>
        </p:nvGrpSpPr>
        <p:grpSpPr>
          <a:xfrm>
            <a:off x="752796" y="2869970"/>
            <a:ext cx="2622876" cy="1333540"/>
            <a:chOff x="238125" y="1038125"/>
            <a:chExt cx="7146800" cy="3633625"/>
          </a:xfrm>
        </p:grpSpPr>
        <p:sp>
          <p:nvSpPr>
            <p:cNvPr id="1583" name="Google Shape;1583;p60"/>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 name="Google Shape;1584;p60"/>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 name="Google Shape;1585;p60"/>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 name="Google Shape;1586;p60"/>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 name="Google Shape;1587;p60"/>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 name="Google Shape;1588;p60"/>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 name="Google Shape;1589;p60"/>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 name="Google Shape;1590;p60"/>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 name="Google Shape;1591;p60"/>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 name="Google Shape;1592;p60"/>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 name="Google Shape;1593;p60"/>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 name="Google Shape;1594;p60"/>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 name="Google Shape;1595;p60"/>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 name="Google Shape;1596;p60"/>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 name="Google Shape;1597;p60"/>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 name="Google Shape;1598;p60"/>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 name="Google Shape;1599;p60"/>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 name="Google Shape;1600;p60"/>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 name="Google Shape;1601;p60"/>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 name="Google Shape;1602;p60"/>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 name="Google Shape;1603;p60"/>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 name="Google Shape;1604;p60"/>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 name="Google Shape;1605;p60"/>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 name="Google Shape;1606;p60"/>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 name="Google Shape;1607;p60"/>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 name="Google Shape;1608;p60"/>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 name="Google Shape;1609;p60"/>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 name="Google Shape;1610;p60"/>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 name="Google Shape;1611;p60"/>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 name="Google Shape;1612;p60"/>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 name="Google Shape;1613;p60"/>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 name="Google Shape;1614;p60"/>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 name="Google Shape;1615;p60"/>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 name="Google Shape;1616;p60"/>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 name="Google Shape;1617;p60"/>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 name="Google Shape;1618;p60"/>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 name="Google Shape;1619;p60"/>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 name="Google Shape;1620;p60"/>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 name="Google Shape;1621;p60"/>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 name="Google Shape;1622;p60"/>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 name="Google Shape;1623;p60"/>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 name="Google Shape;1624;p60"/>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 name="Google Shape;1625;p60"/>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 name="Google Shape;1626;p60"/>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 name="Google Shape;1627;p60"/>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 name="Google Shape;1628;p60"/>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 name="Google Shape;1629;p60"/>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 name="Google Shape;1630;p60"/>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 name="Google Shape;1631;p60"/>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 name="Google Shape;1632;p60"/>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 name="Google Shape;1633;p60"/>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 name="Google Shape;1634;p60"/>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 name="Google Shape;1635;p60"/>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6" name="Google Shape;1636;p60"/>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7" name="Google Shape;1637;p60"/>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 name="Google Shape;1638;p60"/>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 name="Google Shape;1639;p60"/>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 name="Google Shape;1640;p60"/>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 name="Google Shape;1641;p60"/>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 name="Google Shape;1642;p60"/>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 name="Google Shape;1643;p60"/>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 name="Google Shape;1644;p60"/>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 name="Google Shape;1645;p60"/>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 name="Google Shape;1646;p60"/>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 name="Google Shape;1647;p60"/>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 name="Google Shape;1648;p60"/>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 name="Google Shape;1649;p60"/>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 name="Google Shape;1650;p60"/>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 name="Google Shape;1651;p60"/>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 name="Google Shape;1652;p60"/>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 name="Google Shape;1653;p60"/>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 name="Google Shape;1654;p60"/>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 name="Google Shape;1655;p60"/>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 name="Google Shape;1656;p60"/>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 name="Google Shape;1657;p60"/>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 name="Google Shape;1658;p60"/>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 name="Google Shape;1659;p60"/>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 name="Google Shape;1660;p60"/>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 name="Google Shape;1661;p60"/>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 name="Google Shape;1662;p60"/>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 name="Google Shape;1663;p60"/>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 name="Google Shape;1664;p60"/>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 name="Google Shape;1665;p60"/>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 name="Google Shape;1666;p60"/>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 name="Google Shape;1667;p60"/>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 name="Google Shape;1668;p60"/>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 name="Google Shape;1669;p60"/>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 name="Google Shape;1670;p60"/>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 name="Google Shape;1671;p60"/>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 name="Google Shape;1672;p60"/>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 name="Google Shape;1673;p60"/>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 name="Google Shape;1674;p60"/>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 name="Google Shape;1675;p60"/>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 name="Google Shape;1676;p60"/>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 name="Google Shape;1677;p60"/>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 name="Google Shape;1678;p60"/>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 name="Google Shape;1679;p60"/>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 name="Google Shape;1680;p60"/>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 name="Google Shape;1681;p60"/>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 name="Google Shape;1682;p60"/>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 name="Google Shape;1683;p60"/>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 name="Google Shape;1684;p60"/>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 name="Google Shape;1685;p60"/>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 name="Google Shape;1686;p60"/>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 name="Google Shape;1687;p60"/>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 name="Google Shape;1688;p60"/>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 name="Google Shape;1689;p60"/>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 name="Google Shape;1690;p60"/>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 name="Google Shape;1691;p60"/>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 name="Google Shape;1692;p60"/>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 name="Google Shape;1693;p60"/>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 name="Google Shape;1694;p60"/>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 name="Google Shape;1695;p60"/>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 name="Google Shape;1696;p60"/>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 name="Google Shape;1697;p60"/>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 name="Google Shape;1698;p60"/>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 name="Google Shape;1699;p60"/>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 name="Google Shape;1700;p60"/>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 name="Google Shape;1701;p60"/>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 name="Google Shape;1702;p60"/>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 name="Google Shape;1703;p60"/>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 name="Google Shape;1704;p60"/>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 name="Google Shape;1705;p60"/>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 name="Google Shape;1706;p60"/>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 name="Google Shape;1707;p60"/>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 name="Google Shape;1708;p60"/>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 name="Google Shape;1709;p60"/>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 name="Google Shape;1710;p60"/>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 name="Google Shape;1711;p60"/>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 name="Google Shape;1712;p60"/>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 name="Google Shape;1713;p60"/>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 name="Google Shape;1714;p60"/>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 name="Google Shape;1715;p60"/>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 name="Google Shape;1716;p60"/>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7" name="Google Shape;1717;p60"/>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 name="Google Shape;1718;p60"/>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 name="Google Shape;1719;p60"/>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 name="Google Shape;1720;p60"/>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 name="Google Shape;1721;p60"/>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 name="Google Shape;1722;p60"/>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 name="Google Shape;1723;p60"/>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 name="Google Shape;1724;p60"/>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 name="Google Shape;1725;p60"/>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 name="Google Shape;1726;p60"/>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 name="Google Shape;1727;p60"/>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 name="Google Shape;1728;p60"/>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 name="Google Shape;1729;p60"/>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 name="Google Shape;1730;p60"/>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 name="Google Shape;1731;p60"/>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 name="Google Shape;1732;p60"/>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 name="Google Shape;1733;p60"/>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 name="Google Shape;1734;p60"/>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 name="Google Shape;1735;p60"/>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 name="Google Shape;1736;p60"/>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 name="Google Shape;1737;p60"/>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 name="Google Shape;1738;p60"/>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 name="Google Shape;1739;p60"/>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 name="Google Shape;1740;p60"/>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 name="Google Shape;1741;p60"/>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 name="Google Shape;1742;p60"/>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 name="Google Shape;1743;p60"/>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 name="Google Shape;1744;p60"/>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 name="Google Shape;1745;p60"/>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 name="Google Shape;1746;p60"/>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 name="Google Shape;1747;p60"/>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 name="Google Shape;1748;p60"/>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 name="Google Shape;1749;p60"/>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 name="Google Shape;1750;p60"/>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 name="Google Shape;1751;p60"/>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 name="Google Shape;1752;p60"/>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 name="Google Shape;1753;p60"/>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 name="Google Shape;1754;p60"/>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 name="Google Shape;1755;p60"/>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 name="Google Shape;1756;p60"/>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 name="Google Shape;1757;p60"/>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 name="Google Shape;1758;p60"/>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 name="Google Shape;1759;p60"/>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 name="Google Shape;1760;p60"/>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 name="Google Shape;1761;p60"/>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 name="Google Shape;1762;p60"/>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 name="Google Shape;1763;p60"/>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 name="Google Shape;1764;p60"/>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 name="Google Shape;1765;p60"/>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 name="Google Shape;1766;p60"/>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 name="Google Shape;1767;p60"/>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 name="Google Shape;1768;p60"/>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 name="Google Shape;1769;p60"/>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 name="Google Shape;1770;p60"/>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 name="Google Shape;1771;p60"/>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 name="Google Shape;1772;p60"/>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 name="Google Shape;1773;p60"/>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 name="Google Shape;1774;p60"/>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 name="Google Shape;1775;p60"/>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 name="Google Shape;1776;p60"/>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 name="Google Shape;1777;p60"/>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 name="Google Shape;1778;p60"/>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 name="Google Shape;1779;p60"/>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 name="Google Shape;1780;p60"/>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 name="Google Shape;1781;p60"/>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 name="Google Shape;1782;p60"/>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 name="Google Shape;1783;p60"/>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 name="Google Shape;1784;p60"/>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 name="Google Shape;1785;p60"/>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 name="Google Shape;1786;p60"/>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 name="Google Shape;1787;p60"/>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 name="Google Shape;1788;p60"/>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 name="Google Shape;1789;p60"/>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 name="Google Shape;1790;p60"/>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 name="Google Shape;1791;p60"/>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 name="Google Shape;1792;p60"/>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 name="Google Shape;1793;p60"/>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 name="Google Shape;1794;p60"/>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5" name="Google Shape;1795;p60"/>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 name="Google Shape;1796;p60"/>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7" name="Google Shape;1797;p60"/>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 name="Google Shape;1798;p60"/>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 name="Google Shape;1799;p60"/>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0" name="Google Shape;1800;p60"/>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 name="Google Shape;1801;p60"/>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2" name="Google Shape;1802;p60"/>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3" name="Google Shape;1803;p60"/>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4" name="Google Shape;1804;p60"/>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 name="Google Shape;1805;p60"/>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6" name="Google Shape;1806;p60"/>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7" name="Google Shape;1807;p60"/>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8" name="Google Shape;1808;p60"/>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9" name="Google Shape;1809;p60"/>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 name="Google Shape;1810;p60"/>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 name="Google Shape;1811;p60"/>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 name="Google Shape;1812;p60"/>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3" name="Google Shape;1813;p60"/>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 name="Google Shape;1814;p60"/>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 name="Google Shape;1815;p60"/>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6" name="Google Shape;1816;p60"/>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 name="Google Shape;1817;p60"/>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8" name="Google Shape;1818;p60"/>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 name="Google Shape;1819;p60"/>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0" name="Google Shape;1820;p60"/>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 name="Google Shape;1821;p60"/>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2" name="Google Shape;1822;p60"/>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 name="Google Shape;1823;p60"/>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 name="Google Shape;1824;p60"/>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 name="Google Shape;1825;p60"/>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 name="Google Shape;1826;p60"/>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7" name="Google Shape;1827;p60"/>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8" name="Google Shape;1828;p60"/>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9" name="Google Shape;1829;p60"/>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 name="Google Shape;1830;p60"/>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1" name="Google Shape;1831;p60"/>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2" name="Google Shape;1832;p60"/>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 name="Google Shape;1833;p60"/>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4" name="Google Shape;1834;p60"/>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 name="Google Shape;1835;p60"/>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6" name="Google Shape;1836;p60"/>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 name="Google Shape;1837;p60"/>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8" name="Google Shape;1838;p60"/>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 name="Google Shape;1839;p60"/>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 name="Google Shape;1840;p60"/>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1" name="Google Shape;1841;p60"/>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2" name="Google Shape;1842;p60"/>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 name="Google Shape;1843;p60"/>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4" name="Google Shape;1844;p60"/>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5" name="Google Shape;1845;p60"/>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 name="Google Shape;1846;p60"/>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 name="Google Shape;1847;p60"/>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 name="Google Shape;1848;p60"/>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9" name="Google Shape;1849;p60"/>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 name="Google Shape;1850;p60"/>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1" name="Google Shape;1851;p60"/>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2" name="Google Shape;1852;p60"/>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 name="Google Shape;1853;p60"/>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 name="Google Shape;1854;p60"/>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5" name="Google Shape;1855;p60"/>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 name="Google Shape;1856;p60"/>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7" name="Google Shape;1857;p60"/>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8" name="Google Shape;1858;p60"/>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9" name="Google Shape;1859;p60"/>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0" name="Google Shape;1860;p60"/>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1" name="Google Shape;1861;p60"/>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2" name="Google Shape;1862;p60"/>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3" name="Google Shape;1863;p60"/>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 name="Google Shape;1864;p60"/>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5" name="Google Shape;1865;p60"/>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6" name="Google Shape;1866;p60"/>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 name="Google Shape;1867;p60"/>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8" name="Google Shape;1868;p60"/>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9" name="Google Shape;1869;p60"/>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0" name="Google Shape;1870;p60"/>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 name="Google Shape;1871;p60"/>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 name="Google Shape;1872;p60"/>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 name="Google Shape;1873;p60"/>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 name="Google Shape;1874;p60"/>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5" name="Google Shape;1875;p60"/>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6" name="Google Shape;1876;p60"/>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 name="Google Shape;1877;p60"/>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 name="Google Shape;1878;p60"/>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 name="Google Shape;1879;p60"/>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0" name="Google Shape;1880;p60"/>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 name="Google Shape;1881;p60"/>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2" name="Google Shape;1882;p60"/>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 name="Google Shape;1883;p60"/>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 name="Google Shape;1884;p60"/>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5" name="Google Shape;1885;p60"/>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 name="Google Shape;1886;p60"/>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7" name="Google Shape;1887;p60"/>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8" name="Google Shape;1888;p60"/>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9" name="Google Shape;1889;p60"/>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 name="Google Shape;1890;p60"/>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1" name="Google Shape;1891;p60"/>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 name="Google Shape;1892;p60"/>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 name="Google Shape;1893;p60"/>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4" name="Google Shape;1894;p60"/>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 name="Google Shape;1895;p60"/>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6" name="Google Shape;1896;p60"/>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 name="Google Shape;1897;p60"/>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8" name="Google Shape;1898;p60"/>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9" name="Google Shape;1899;p60"/>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 name="Google Shape;1900;p60"/>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1" name="Google Shape;1901;p60"/>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 name="Google Shape;1902;p60"/>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3" name="Google Shape;1903;p60"/>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 name="Google Shape;1904;p60"/>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 name="Google Shape;1905;p60"/>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6" name="Google Shape;1906;p60"/>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 name="Google Shape;1907;p60"/>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8" name="Google Shape;1908;p60"/>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9" name="Google Shape;1909;p60"/>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 name="Google Shape;1910;p60"/>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1" name="Google Shape;1911;p60"/>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2" name="Google Shape;1912;p60"/>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 name="Google Shape;1913;p60"/>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4" name="Google Shape;1914;p60"/>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 name="Google Shape;1915;p60"/>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 name="Google Shape;1916;p60"/>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7" name="Google Shape;1917;p60"/>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8" name="Google Shape;1918;p60"/>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 name="Google Shape;1919;p60"/>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0" name="Google Shape;1920;p60"/>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1" name="Google Shape;1921;p60"/>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2" name="Google Shape;1922;p60"/>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3" name="Google Shape;1923;p60"/>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4" name="Google Shape;1924;p60"/>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5" name="Google Shape;1925;p60"/>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6" name="Google Shape;1926;p60"/>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 name="Google Shape;1927;p60"/>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8" name="Google Shape;1928;p60"/>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9" name="Google Shape;1929;p60"/>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 name="Google Shape;1930;p60"/>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1" name="Google Shape;1931;p60"/>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2" name="Google Shape;1932;p60"/>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 name="Google Shape;1933;p60"/>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4" name="Google Shape;1934;p60"/>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5" name="Google Shape;1935;p60"/>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6" name="Google Shape;1936;p60"/>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7" name="Google Shape;1937;p60"/>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 name="Google Shape;1938;p60"/>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 name="Google Shape;1939;p60"/>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0" name="Google Shape;1940;p60"/>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1" name="Google Shape;1941;p60"/>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 name="Google Shape;1942;p60"/>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3" name="Google Shape;1943;p60"/>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4" name="Google Shape;1944;p60"/>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5" name="Google Shape;1945;p60"/>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 name="Google Shape;1946;p60"/>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7" name="Google Shape;1947;p60"/>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8" name="Google Shape;1948;p60"/>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9" name="Google Shape;1949;p60"/>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0" name="Google Shape;1950;p60"/>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 name="Google Shape;1951;p60"/>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2" name="Google Shape;1952;p60"/>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 name="Google Shape;1953;p60"/>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4" name="Google Shape;1954;p60"/>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5" name="Google Shape;1955;p60"/>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6" name="Google Shape;1956;p60"/>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7" name="Google Shape;1957;p60"/>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8" name="Google Shape;1958;p60"/>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9" name="Google Shape;1959;p60"/>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0" name="Google Shape;1960;p60"/>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 name="Google Shape;1961;p60"/>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 name="Google Shape;1962;p60"/>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 name="Google Shape;1963;p60"/>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4" name="Google Shape;1964;p60"/>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 name="Google Shape;1965;p60"/>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6" name="Google Shape;1966;p60"/>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7" name="Google Shape;1967;p60"/>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 name="Google Shape;1968;p60"/>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9" name="Google Shape;1969;p60"/>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 name="Google Shape;1970;p60"/>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1" name="Google Shape;1971;p60"/>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2" name="Google Shape;1972;p60"/>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 name="Google Shape;1973;p60"/>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4" name="Google Shape;1974;p60"/>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 name="Google Shape;1975;p60"/>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 name="Google Shape;1976;p60"/>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7" name="Google Shape;1977;p60"/>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 name="Google Shape;1978;p60"/>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 name="Google Shape;1979;p60"/>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 name="Google Shape;1980;p60"/>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1" name="Google Shape;1981;p60"/>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2" name="Google Shape;1982;p60"/>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 name="Google Shape;1983;p60"/>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4" name="Google Shape;1984;p60"/>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5" name="Google Shape;1985;p60"/>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6" name="Google Shape;1986;p60"/>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7" name="Google Shape;1987;p60"/>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 name="Google Shape;1988;p60"/>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9" name="Google Shape;1989;p60"/>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 name="Google Shape;1990;p60"/>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1" name="Google Shape;1991;p60"/>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2" name="Google Shape;1992;p60"/>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3" name="Google Shape;1993;p60"/>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 name="Google Shape;1994;p60"/>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5" name="Google Shape;1995;p60"/>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 name="Google Shape;1996;p60"/>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7" name="Google Shape;1997;p60"/>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8" name="Google Shape;1998;p60"/>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9" name="Google Shape;1999;p60"/>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0" name="Google Shape;2000;p60"/>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1" name="Google Shape;2001;p60"/>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 name="Google Shape;2002;p60"/>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3" name="Google Shape;2003;p60"/>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4" name="Google Shape;2004;p60"/>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 name="Google Shape;2005;p60"/>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6" name="Google Shape;2006;p60"/>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 name="Google Shape;2007;p60"/>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8" name="Google Shape;2008;p60"/>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9" name="Google Shape;2009;p60"/>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 name="Google Shape;2010;p60"/>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1" name="Google Shape;2011;p60"/>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 name="Google Shape;2012;p60"/>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3" name="Google Shape;2013;p60"/>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 name="Google Shape;2014;p60"/>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 name="Google Shape;2015;p60"/>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6" name="Google Shape;2016;p60"/>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 name="Google Shape;2017;p60"/>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8" name="Google Shape;2018;p60"/>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9" name="Google Shape;2019;p60"/>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0" name="Google Shape;2020;p60"/>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 name="Google Shape;2021;p60"/>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2" name="Google Shape;2022;p60"/>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 name="Google Shape;2023;p60"/>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4" name="Google Shape;2024;p60"/>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5" name="Google Shape;2025;p60"/>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6" name="Google Shape;2026;p60"/>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7" name="Google Shape;2027;p60"/>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 name="Google Shape;2028;p60"/>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 name="Google Shape;2029;p60"/>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 name="Google Shape;2030;p60"/>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 name="Google Shape;2031;p60"/>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 name="Google Shape;2032;p60"/>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3" name="Google Shape;2033;p60"/>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 name="Google Shape;2034;p60"/>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 name="Google Shape;2035;p60"/>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6" name="Google Shape;2036;p60"/>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 name="Google Shape;2037;p60"/>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8" name="Google Shape;2038;p60"/>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9" name="Google Shape;2039;p60"/>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0" name="Google Shape;2040;p60"/>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1" name="Google Shape;2041;p60"/>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 name="Google Shape;2042;p60"/>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3" name="Google Shape;2043;p60"/>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4" name="Google Shape;2044;p60"/>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5" name="Google Shape;2045;p60"/>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6" name="Google Shape;2046;p60"/>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7" name="Google Shape;2047;p60"/>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 name="Google Shape;2048;p60"/>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9" name="Google Shape;2049;p60"/>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0" name="Google Shape;2050;p60"/>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1" name="Google Shape;2051;p60"/>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2" name="Google Shape;2052;p60"/>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3" name="Google Shape;2053;p60"/>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 name="Google Shape;2054;p60"/>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5" name="Google Shape;2055;p60"/>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6" name="Google Shape;2056;p60"/>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 name="Google Shape;2057;p60"/>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 name="Google Shape;2058;p60"/>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 name="Google Shape;2059;p60"/>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0" name="Google Shape;2060;p60"/>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1" name="Google Shape;2061;p60"/>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 name="Google Shape;2062;p60"/>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 name="Google Shape;2063;p60"/>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4" name="Google Shape;2064;p60"/>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5" name="Google Shape;2065;p60"/>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6" name="Google Shape;2066;p60"/>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7" name="Google Shape;2067;p60"/>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8" name="Google Shape;2068;p60"/>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9" name="Google Shape;2069;p60"/>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0" name="Google Shape;2070;p60"/>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1" name="Google Shape;2071;p60"/>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2" name="Google Shape;2072;p60"/>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3" name="Google Shape;2073;p60"/>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 name="Google Shape;2074;p60"/>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5" name="Google Shape;2075;p60"/>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 name="Google Shape;2076;p60"/>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 name="Google Shape;2077;p60"/>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 name="Google Shape;2078;p60"/>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9" name="Google Shape;2079;p60"/>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0" name="Google Shape;2080;p60"/>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1" name="Google Shape;2081;p60"/>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 name="Google Shape;2082;p60"/>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3" name="Google Shape;2083;p60"/>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 name="Google Shape;2084;p60"/>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 name="Google Shape;2085;p60"/>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 name="Google Shape;2086;p60"/>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 name="Google Shape;2087;p60"/>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8" name="Google Shape;2088;p60"/>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 name="Google Shape;2089;p60"/>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0" name="Google Shape;2090;p60"/>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 name="Google Shape;2091;p60"/>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 name="Google Shape;2092;p60"/>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3" name="Google Shape;2093;p60"/>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 name="Google Shape;2094;p60"/>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5" name="Google Shape;2095;p60"/>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 name="Google Shape;2096;p60"/>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7" name="Google Shape;2097;p60"/>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 name="Google Shape;2098;p60"/>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9" name="Google Shape;2099;p60"/>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 name="Google Shape;2100;p60"/>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1" name="Google Shape;2101;p60"/>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 name="Google Shape;2102;p60"/>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3" name="Google Shape;2103;p60"/>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 name="Google Shape;2104;p60"/>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 name="Google Shape;2105;p60"/>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6" name="Google Shape;2106;p60"/>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 name="Google Shape;2107;p60"/>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 name="Google Shape;2108;p60"/>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9" name="Google Shape;2109;p60"/>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 name="Google Shape;2110;p60"/>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 name="Google Shape;2111;p60"/>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 name="Google Shape;2112;p60"/>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 name="Google Shape;2113;p60"/>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 name="Google Shape;2114;p60"/>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 name="Google Shape;2115;p60"/>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 name="Google Shape;2116;p60"/>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 name="Google Shape;2117;p60"/>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8" name="Google Shape;2118;p60"/>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 name="Google Shape;2119;p60"/>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 name="Google Shape;2120;p60"/>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 name="Google Shape;2121;p60"/>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2" name="Google Shape;2122;p60"/>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3" name="Google Shape;2123;p60"/>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 name="Google Shape;2124;p60"/>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5" name="Google Shape;2125;p60"/>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 name="Google Shape;2126;p60"/>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 name="Google Shape;2127;p60"/>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 name="Google Shape;2128;p60"/>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 name="Google Shape;2129;p60"/>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0" name="Google Shape;2130;p60"/>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 name="Google Shape;2131;p60"/>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 name="Google Shape;2132;p60"/>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3" name="Google Shape;2133;p60"/>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 name="Google Shape;2134;p60"/>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 name="Google Shape;2135;p60"/>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 name="Google Shape;2136;p60"/>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7" name="Google Shape;2137;p60"/>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 name="Google Shape;2138;p60"/>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 name="Google Shape;2139;p60"/>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0" name="Google Shape;2140;p60"/>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 name="Google Shape;2141;p60"/>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2" name="Google Shape;2142;p60"/>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3" name="Google Shape;2143;p60"/>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 name="Google Shape;2144;p60"/>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5" name="Google Shape;2145;p60"/>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 name="Google Shape;2146;p60"/>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 name="Google Shape;2147;p60"/>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8" name="Google Shape;2148;p60"/>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 name="Google Shape;2149;p60"/>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0" name="Google Shape;2150;p60"/>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1" name="Google Shape;2151;p60"/>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2" name="Google Shape;2152;p60"/>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 name="Google Shape;2153;p60"/>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 name="Google Shape;2154;p60"/>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 name="Google Shape;2155;p60"/>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 name="Google Shape;2156;p60"/>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7" name="Google Shape;2157;p60"/>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 name="Google Shape;2158;p60"/>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9" name="Google Shape;2159;p60"/>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 name="Google Shape;2160;p60"/>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 name="Google Shape;2161;p60"/>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 name="Google Shape;2162;p60"/>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 name="Google Shape;2163;p60"/>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4" name="Google Shape;2164;p60"/>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5" name="Google Shape;2165;p60"/>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 name="Google Shape;2166;p60"/>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7" name="Google Shape;2167;p60"/>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8" name="Google Shape;2168;p60"/>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9" name="Google Shape;2169;p60"/>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 name="Google Shape;2170;p60"/>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1" name="Google Shape;2171;p60"/>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2" name="Google Shape;2172;p60"/>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3" name="Google Shape;2173;p60"/>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4" name="Google Shape;2174;p60"/>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 name="Google Shape;2175;p60"/>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6" name="Google Shape;2176;p60"/>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7" name="Google Shape;2177;p60"/>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8" name="Google Shape;2178;p60"/>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9" name="Google Shape;2179;p60"/>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0" name="Google Shape;2180;p60"/>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1" name="Google Shape;2181;p60"/>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2" name="Google Shape;2182;p60"/>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3" name="Google Shape;2183;p60"/>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4" name="Google Shape;2184;p60"/>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5" name="Google Shape;2185;p60"/>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6" name="Google Shape;2186;p60"/>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7" name="Google Shape;2187;p60"/>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8" name="Google Shape;2188;p60"/>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9" name="Google Shape;2189;p60"/>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0" name="Google Shape;2190;p60"/>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1" name="Google Shape;2191;p60"/>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2" name="Google Shape;2192;p60"/>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3" name="Google Shape;2193;p60"/>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4" name="Google Shape;2194;p60"/>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5" name="Google Shape;2195;p60"/>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6" name="Google Shape;2196;p60"/>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7" name="Google Shape;2197;p60"/>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8" name="Google Shape;2198;p60"/>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9" name="Google Shape;2199;p60"/>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0" name="Google Shape;2200;p60"/>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1" name="Google Shape;2201;p60"/>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2" name="Google Shape;2202;p60"/>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3" name="Google Shape;2203;p60"/>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4" name="Google Shape;2204;p60"/>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5" name="Google Shape;2205;p60"/>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6" name="Google Shape;2206;p60"/>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7" name="Google Shape;2207;p60"/>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8" name="Google Shape;2208;p60"/>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9" name="Google Shape;2209;p60"/>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0" name="Google Shape;2210;p60"/>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1" name="Google Shape;2211;p60"/>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2" name="Google Shape;2212;p60"/>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3" name="Google Shape;2213;p60"/>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4" name="Google Shape;2214;p60"/>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5" name="Google Shape;2215;p60"/>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6" name="Google Shape;2216;p60"/>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7" name="Google Shape;2217;p60"/>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8" name="Google Shape;2218;p60"/>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9" name="Google Shape;2219;p60"/>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0" name="Google Shape;2220;p60"/>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1" name="Google Shape;2221;p60"/>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2" name="Google Shape;2222;p60"/>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3" name="Google Shape;2223;p60"/>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4" name="Google Shape;2224;p60"/>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5" name="Google Shape;2225;p60"/>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6" name="Google Shape;2226;p60"/>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7" name="Google Shape;2227;p60"/>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8" name="Google Shape;2228;p60"/>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9" name="Google Shape;2229;p60"/>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0" name="Google Shape;2230;p60"/>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1" name="Google Shape;2231;p60"/>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2" name="Google Shape;2232;p60"/>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3" name="Google Shape;2233;p60"/>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4" name="Google Shape;2234;p60"/>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5" name="Google Shape;2235;p60"/>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6" name="Google Shape;2236;p60"/>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7" name="Google Shape;2237;p60"/>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8" name="Google Shape;2238;p60"/>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9" name="Google Shape;2239;p60"/>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0" name="Google Shape;2240;p60"/>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1" name="Google Shape;2241;p60"/>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2" name="Google Shape;2242;p60"/>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3" name="Google Shape;2243;p60"/>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4" name="Google Shape;2244;p60"/>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5" name="Google Shape;2245;p60"/>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6" name="Google Shape;2246;p60"/>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7" name="Google Shape;2247;p60"/>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8" name="Google Shape;2248;p60"/>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9" name="Google Shape;2249;p60"/>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0" name="Google Shape;2250;p60"/>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1" name="Google Shape;2251;p60"/>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2" name="Google Shape;2252;p60"/>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3" name="Google Shape;2253;p60"/>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4" name="Google Shape;2254;p60"/>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5" name="Google Shape;2255;p60"/>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6" name="Google Shape;2256;p60"/>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7" name="Google Shape;2257;p60"/>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8" name="Google Shape;2258;p60"/>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9" name="Google Shape;2259;p60"/>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0" name="Google Shape;2260;p60"/>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1" name="Google Shape;2261;p60"/>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2" name="Google Shape;2262;p60"/>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3" name="Google Shape;2263;p60"/>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4" name="Google Shape;2264;p60"/>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5" name="Google Shape;2265;p60"/>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6" name="Google Shape;2266;p60"/>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7" name="Google Shape;2267;p60"/>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8" name="Google Shape;2268;p60"/>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9" name="Google Shape;2269;p60"/>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0" name="Google Shape;2270;p60"/>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1" name="Google Shape;2271;p60"/>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2" name="Google Shape;2272;p60"/>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3" name="Google Shape;2273;p60"/>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4" name="Google Shape;2274;p60"/>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5" name="Google Shape;2275;p60"/>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6" name="Google Shape;2276;p60"/>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7" name="Google Shape;2277;p60"/>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8" name="Google Shape;2278;p60"/>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9" name="Google Shape;2279;p60"/>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0" name="Google Shape;2280;p60"/>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1" name="Google Shape;2281;p60"/>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2" name="Google Shape;2282;p60"/>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3" name="Google Shape;2283;p60"/>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4" name="Google Shape;2284;p60"/>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5" name="Google Shape;2285;p60"/>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6" name="Google Shape;2286;p60"/>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7" name="Google Shape;2287;p60"/>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8" name="Google Shape;2288;p60"/>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9" name="Google Shape;2289;p60"/>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0" name="Google Shape;2290;p60"/>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1" name="Google Shape;2291;p60"/>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2" name="Google Shape;2292;p60"/>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3" name="Google Shape;2293;p60"/>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4" name="Google Shape;2294;p60"/>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5" name="Google Shape;2295;p60"/>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6" name="Google Shape;2296;p60"/>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7" name="Google Shape;2297;p60"/>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8" name="Google Shape;2298;p60"/>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9" name="Google Shape;2299;p60"/>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0" name="Google Shape;2300;p60"/>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1" name="Google Shape;2301;p60"/>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2" name="Google Shape;2302;p60"/>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3" name="Google Shape;2303;p60"/>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4" name="Google Shape;2304;p60"/>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5" name="Google Shape;2305;p60"/>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6" name="Google Shape;2306;p60"/>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7" name="Google Shape;2307;p60"/>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8" name="Google Shape;2308;p60"/>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9" name="Google Shape;2309;p60"/>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0" name="Google Shape;2310;p60"/>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1" name="Google Shape;2311;p60"/>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2" name="Google Shape;2312;p60"/>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3" name="Google Shape;2313;p60"/>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4" name="Google Shape;2314;p60"/>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5" name="Google Shape;2315;p60"/>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6" name="Google Shape;2316;p60"/>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7" name="Google Shape;2317;p60"/>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8" name="Google Shape;2318;p60"/>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9" name="Google Shape;2319;p60"/>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0" name="Google Shape;2320;p60"/>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1" name="Google Shape;2321;p60"/>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2" name="Google Shape;2322;p60"/>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3" name="Google Shape;2323;p60"/>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4" name="Google Shape;2324;p60"/>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5" name="Google Shape;2325;p60"/>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6" name="Google Shape;2326;p60"/>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7" name="Google Shape;2327;p60"/>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8" name="Google Shape;2328;p60"/>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9" name="Google Shape;2329;p60"/>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0" name="Google Shape;2330;p60"/>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1" name="Google Shape;2331;p60"/>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2" name="Google Shape;2332;p60"/>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3" name="Google Shape;2333;p60"/>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4" name="Google Shape;2334;p60"/>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5" name="Google Shape;2335;p60"/>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6" name="Google Shape;2336;p60"/>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7" name="Google Shape;2337;p60"/>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8" name="Google Shape;2338;p60"/>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9" name="Google Shape;2339;p60"/>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0" name="Google Shape;2340;p60"/>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1" name="Google Shape;2341;p60"/>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2" name="Google Shape;2342;p60"/>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3" name="Google Shape;2343;p60"/>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4" name="Google Shape;2344;p60"/>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5" name="Google Shape;2345;p60"/>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6" name="Google Shape;2346;p60"/>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7" name="Google Shape;2347;p60"/>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8" name="Google Shape;2348;p60"/>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9" name="Google Shape;2349;p60"/>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0" name="Google Shape;2350;p60"/>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1" name="Google Shape;2351;p60"/>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2" name="Google Shape;2352;p60"/>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3" name="Google Shape;2353;p60"/>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4" name="Google Shape;2354;p60"/>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5" name="Google Shape;2355;p60"/>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6" name="Google Shape;2356;p60"/>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7" name="Google Shape;2357;p60"/>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8" name="Google Shape;2358;p60"/>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9" name="Google Shape;2359;p60"/>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0" name="Google Shape;2360;p60"/>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1" name="Google Shape;2361;p60"/>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2" name="Google Shape;2362;p60"/>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3" name="Google Shape;2363;p60"/>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4" name="Google Shape;2364;p60"/>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5" name="Google Shape;2365;p60"/>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6" name="Google Shape;2366;p60"/>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7" name="Google Shape;2367;p60"/>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8" name="Google Shape;2368;p60"/>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9" name="Google Shape;2369;p60"/>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0" name="Google Shape;2370;p60"/>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1" name="Google Shape;2371;p60"/>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2" name="Google Shape;2372;p60"/>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3" name="Google Shape;2373;p60"/>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4" name="Google Shape;2374;p60"/>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5" name="Google Shape;2375;p60"/>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6" name="Google Shape;2376;p60"/>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7" name="Google Shape;2377;p60"/>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8" name="Google Shape;2378;p60"/>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9" name="Google Shape;2379;p60"/>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0" name="Google Shape;2380;p60"/>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1" name="Google Shape;2381;p60"/>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2" name="Google Shape;2382;p60"/>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3" name="Google Shape;2383;p60"/>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4" name="Google Shape;2384;p60"/>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5" name="Google Shape;2385;p60"/>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6" name="Google Shape;2386;p60"/>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7" name="Google Shape;2387;p60"/>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8" name="Google Shape;2388;p60"/>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9" name="Google Shape;2389;p60"/>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0" name="Google Shape;2390;p60"/>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1" name="Google Shape;2391;p60"/>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2" name="Google Shape;2392;p60"/>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3" name="Google Shape;2393;p60"/>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4" name="Google Shape;2394;p60"/>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5" name="Google Shape;2395;p60"/>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6" name="Google Shape;2396;p60"/>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7" name="Google Shape;2397;p60"/>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8" name="Google Shape;2398;p60"/>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9" name="Google Shape;2399;p60"/>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0" name="Google Shape;2400;p60"/>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1" name="Google Shape;2401;p60"/>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2" name="Google Shape;2402;p60"/>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3" name="Google Shape;2403;p60"/>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4" name="Google Shape;2404;p60"/>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5" name="Google Shape;2405;p60"/>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6" name="Google Shape;2406;p60"/>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7" name="Google Shape;2407;p60"/>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8" name="Google Shape;2408;p60"/>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9" name="Google Shape;2409;p60"/>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0" name="Google Shape;2410;p60"/>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1" name="Google Shape;2411;p60"/>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2" name="Google Shape;2412;p60"/>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3" name="Google Shape;2413;p60"/>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4" name="Google Shape;2414;p60"/>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5" name="Google Shape;2415;p60"/>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6" name="Google Shape;2416;p60"/>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7" name="Google Shape;2417;p60"/>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8" name="Google Shape;2418;p60"/>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9" name="Google Shape;2419;p60"/>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0" name="Google Shape;2420;p60"/>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1" name="Google Shape;2421;p60"/>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2" name="Google Shape;2422;p60"/>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3" name="Google Shape;2423;p60"/>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4" name="Google Shape;2424;p60"/>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5" name="Google Shape;2425;p60"/>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6" name="Google Shape;2426;p60"/>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7" name="Google Shape;2427;p60"/>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8" name="Google Shape;2428;p60"/>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9" name="Google Shape;2429;p60"/>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0" name="Google Shape;2430;p60"/>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1" name="Google Shape;2431;p60"/>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2" name="Google Shape;2432;p60"/>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3" name="Google Shape;2433;p60"/>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4" name="Google Shape;2434;p60"/>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5" name="Google Shape;2435;p60"/>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6" name="Google Shape;2436;p60"/>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7" name="Google Shape;2437;p60"/>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8" name="Google Shape;2438;p60"/>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9" name="Google Shape;2439;p60"/>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0" name="Google Shape;2440;p60"/>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1" name="Google Shape;2441;p60"/>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2" name="Google Shape;2442;p60"/>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3" name="Google Shape;2443;p60"/>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4" name="Google Shape;2444;p60"/>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5" name="Google Shape;2445;p60"/>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6" name="Google Shape;2446;p60"/>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7" name="Google Shape;2447;p60"/>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8" name="Google Shape;2448;p60"/>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9" name="Google Shape;2449;p60"/>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0" name="Google Shape;2450;p60"/>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1" name="Google Shape;2451;p60"/>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2" name="Google Shape;2452;p60"/>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3" name="Google Shape;2453;p60"/>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4" name="Google Shape;2454;p60"/>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5" name="Google Shape;2455;p60"/>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6" name="Google Shape;2456;p60"/>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7" name="Google Shape;2457;p60"/>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8" name="Google Shape;2458;p60"/>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9" name="Google Shape;2459;p60"/>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0" name="Google Shape;2460;p60"/>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1" name="Google Shape;2461;p60"/>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2" name="Google Shape;2462;p60"/>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3" name="Google Shape;2463;p60"/>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4" name="Google Shape;2464;p60"/>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5" name="Google Shape;2465;p60"/>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6" name="Google Shape;2466;p60"/>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7" name="Google Shape;2467;p60"/>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8" name="Google Shape;2468;p60"/>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9" name="Google Shape;2469;p60"/>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0" name="Google Shape;2470;p60"/>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1" name="Google Shape;2471;p60"/>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2" name="Google Shape;2472;p60"/>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3" name="Google Shape;2473;p60"/>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4" name="Google Shape;2474;p60"/>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5" name="Google Shape;2475;p60"/>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6" name="Google Shape;2476;p60"/>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7" name="Google Shape;2477;p60"/>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8" name="Google Shape;2478;p60"/>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9" name="Google Shape;2479;p60"/>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0" name="Google Shape;2480;p60"/>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1" name="Google Shape;2481;p60"/>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2" name="Google Shape;2482;p60"/>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3" name="Google Shape;2483;p60"/>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4" name="Google Shape;2484;p60"/>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5" name="Google Shape;2485;p60"/>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6" name="Google Shape;2486;p60"/>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7" name="Google Shape;2487;p60"/>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8" name="Google Shape;2488;p60"/>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9" name="Google Shape;2489;p60"/>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0" name="Google Shape;2490;p60"/>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1" name="Google Shape;2491;p60"/>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2" name="Google Shape;2492;p60"/>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3" name="Google Shape;2493;p60"/>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4" name="Google Shape;2494;p60"/>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5" name="Google Shape;2495;p60"/>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6" name="Google Shape;2496;p60"/>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7" name="Google Shape;2497;p60"/>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8" name="Google Shape;2498;p60"/>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9" name="Google Shape;2499;p60"/>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0" name="Google Shape;2500;p60"/>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1" name="Google Shape;2501;p60"/>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2" name="Google Shape;2502;p60"/>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3" name="Google Shape;2503;p60"/>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4" name="Google Shape;2504;p60"/>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5" name="Google Shape;2505;p60"/>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6" name="Google Shape;2506;p60"/>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7" name="Google Shape;2507;p60"/>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8" name="Google Shape;2508;p60"/>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9" name="Google Shape;2509;p60"/>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0" name="Google Shape;2510;p60"/>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1" name="Google Shape;2511;p60"/>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2" name="Google Shape;2512;p60"/>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3" name="Google Shape;2513;p60"/>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4" name="Google Shape;2514;p60"/>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5" name="Google Shape;2515;p60"/>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6" name="Google Shape;2516;p60"/>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7" name="Google Shape;2517;p60"/>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8" name="Google Shape;2518;p60"/>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9" name="Google Shape;2519;p60"/>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0" name="Google Shape;2520;p60"/>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1" name="Google Shape;2521;p60"/>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2" name="Google Shape;2522;p60"/>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3" name="Google Shape;2523;p60"/>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4" name="Google Shape;2524;p60"/>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5" name="Google Shape;2525;p60"/>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6" name="Google Shape;2526;p60"/>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7" name="Google Shape;2527;p60"/>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8" name="Google Shape;2528;p60"/>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9" name="Google Shape;2529;p60"/>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0" name="Google Shape;2530;p60"/>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1" name="Google Shape;2531;p60"/>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2" name="Google Shape;2532;p60"/>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3" name="Google Shape;2533;p60"/>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4" name="Google Shape;2534;p60"/>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5" name="Google Shape;2535;p60"/>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6" name="Google Shape;2536;p60"/>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7" name="Google Shape;2537;p60"/>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8" name="Google Shape;2538;p60"/>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9" name="Google Shape;2539;p60"/>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0" name="Google Shape;2540;p60"/>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1" name="Google Shape;2541;p60"/>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2" name="Google Shape;2542;p60"/>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3" name="Google Shape;2543;p60"/>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4" name="Google Shape;2544;p60"/>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5" name="Google Shape;2545;p60"/>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6" name="Google Shape;2546;p60"/>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7" name="Google Shape;2547;p60"/>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8" name="Google Shape;2548;p60"/>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9" name="Google Shape;2549;p60"/>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0" name="Google Shape;2550;p60"/>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1" name="Google Shape;2551;p60"/>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2" name="Google Shape;2552;p60"/>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3" name="Google Shape;2553;p60"/>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4" name="Google Shape;2554;p60"/>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5" name="Google Shape;2555;p60"/>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6" name="Google Shape;2556;p60"/>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7" name="Google Shape;2557;p60"/>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8" name="Google Shape;2558;p60"/>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9" name="Google Shape;2559;p60"/>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0" name="Google Shape;2560;p60"/>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1" name="Google Shape;2561;p60"/>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2" name="Google Shape;2562;p60"/>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3" name="Google Shape;2563;p60"/>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4" name="Google Shape;2564;p60"/>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5" name="Google Shape;2565;p60"/>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6" name="Google Shape;2566;p60"/>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7" name="Google Shape;2567;p60"/>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8" name="Google Shape;2568;p60"/>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9" name="Google Shape;2569;p60"/>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0" name="Google Shape;2570;p60"/>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1" name="Google Shape;2571;p60"/>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2" name="Google Shape;2572;p60"/>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3" name="Google Shape;2573;p60"/>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4" name="Google Shape;2574;p60"/>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5" name="Google Shape;2575;p60"/>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6" name="Google Shape;2576;p60"/>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7" name="Google Shape;2577;p60"/>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8" name="Google Shape;2578;p60"/>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9" name="Google Shape;2579;p60"/>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0" name="Google Shape;2580;p60"/>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1" name="Google Shape;2581;p60"/>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2" name="Google Shape;2582;p60"/>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3" name="Google Shape;2583;p60"/>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4" name="Google Shape;2584;p60"/>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5" name="Google Shape;2585;p60"/>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6" name="Google Shape;2586;p60"/>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7" name="Google Shape;2587;p60"/>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8" name="Google Shape;2588;p60"/>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9" name="Google Shape;2589;p60"/>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0" name="Google Shape;2590;p60"/>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1" name="Google Shape;2591;p60"/>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2" name="Google Shape;2592;p60"/>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3" name="Google Shape;2593;p60"/>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4" name="Google Shape;2594;p60"/>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5" name="Google Shape;2595;p60"/>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6" name="Google Shape;2596;p60"/>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7" name="Google Shape;2597;p60"/>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8" name="Google Shape;2598;p60"/>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9" name="Google Shape;2599;p60"/>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0" name="Google Shape;2600;p60"/>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1" name="Google Shape;2601;p60"/>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2" name="Google Shape;2602;p60"/>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3" name="Google Shape;2603;p60"/>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4" name="Google Shape;2604;p60"/>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5" name="Google Shape;2605;p60"/>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6" name="Google Shape;2606;p60"/>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7" name="Google Shape;2607;p60"/>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8" name="Google Shape;2608;p60"/>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9" name="Google Shape;2609;p60"/>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0" name="Google Shape;2610;p60"/>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1" name="Google Shape;2611;p60"/>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2" name="Google Shape;2612;p60"/>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3" name="Google Shape;2613;p60"/>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4" name="Google Shape;2614;p60"/>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5" name="Google Shape;2615;p60"/>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6" name="Google Shape;2616;p60"/>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7" name="Google Shape;2617;p60"/>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8" name="Google Shape;2618;p60"/>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9" name="Google Shape;2619;p60"/>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0" name="Google Shape;2620;p60"/>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1" name="Google Shape;2621;p60"/>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2" name="Google Shape;2622;p60"/>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3" name="Google Shape;2623;p60"/>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4" name="Google Shape;2624;p60"/>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5" name="Google Shape;2625;p60"/>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6" name="Google Shape;2626;p60"/>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7" name="Google Shape;2627;p60"/>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8" name="Google Shape;2628;p60"/>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9" name="Google Shape;2629;p60"/>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0" name="Google Shape;2630;p60"/>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1" name="Google Shape;2631;p60"/>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2" name="Google Shape;2632;p60"/>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3" name="Google Shape;2633;p60"/>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4" name="Google Shape;2634;p60"/>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5" name="Google Shape;2635;p60"/>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6" name="Google Shape;2636;p60"/>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7" name="Google Shape;2637;p60"/>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8" name="Google Shape;2638;p60"/>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9" name="Google Shape;2639;p60"/>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0" name="Google Shape;2640;p60"/>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1" name="Google Shape;2641;p60"/>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2" name="Google Shape;2642;p60"/>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3" name="Google Shape;2643;p60"/>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4" name="Google Shape;2644;p60"/>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5" name="Google Shape;2645;p60"/>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6" name="Google Shape;2646;p60"/>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7" name="Google Shape;2647;p60"/>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8" name="Google Shape;2648;p60"/>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9" name="Google Shape;2649;p60"/>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0" name="Google Shape;2650;p60"/>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1" name="Google Shape;2651;p60"/>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2" name="Google Shape;2652;p60"/>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3" name="Google Shape;2653;p60"/>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4" name="Google Shape;2654;p60"/>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5" name="Google Shape;2655;p60"/>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6" name="Google Shape;2656;p60"/>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7" name="Google Shape;2657;p60"/>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8" name="Google Shape;2658;p60"/>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9" name="Google Shape;2659;p60"/>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0" name="Google Shape;2660;p60"/>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1" name="Google Shape;2661;p60"/>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2" name="Google Shape;2662;p60"/>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3" name="Google Shape;2663;p60"/>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4" name="Google Shape;2664;p60"/>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5" name="Google Shape;2665;p60"/>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6" name="Google Shape;2666;p60"/>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7" name="Google Shape;2667;p60"/>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8" name="Google Shape;2668;p60"/>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9" name="Google Shape;2669;p60"/>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0" name="Google Shape;2670;p60"/>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1" name="Google Shape;2671;p60"/>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2" name="Google Shape;2672;p60"/>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3" name="Google Shape;2673;p60"/>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4" name="Google Shape;2674;p60"/>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5" name="Google Shape;2675;p60"/>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6" name="Google Shape;2676;p60"/>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7" name="Google Shape;2677;p60"/>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8" name="Google Shape;2678;p60"/>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9" name="Google Shape;2679;p60"/>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0" name="Google Shape;2680;p60"/>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1" name="Google Shape;2681;p60"/>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2" name="Google Shape;2682;p60"/>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3" name="Google Shape;2683;p60"/>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4" name="Google Shape;2684;p60"/>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5" name="Google Shape;2685;p60"/>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6" name="Google Shape;2686;p60"/>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7" name="Google Shape;2687;p60"/>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8" name="Google Shape;2688;p60"/>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9" name="Google Shape;2689;p60"/>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0" name="Google Shape;2690;p60"/>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1" name="Google Shape;2691;p60"/>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2" name="Google Shape;2692;p60"/>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3" name="Google Shape;2693;p60"/>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4" name="Google Shape;2694;p60"/>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5" name="Google Shape;2695;p60"/>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6" name="Google Shape;2696;p60"/>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7" name="Google Shape;2697;p60"/>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8" name="Google Shape;2698;p60"/>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9" name="Google Shape;2699;p60"/>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0" name="Google Shape;2700;p60"/>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1" name="Google Shape;2701;p60"/>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2" name="Google Shape;2702;p60"/>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3" name="Google Shape;2703;p60"/>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4" name="Google Shape;2704;p60"/>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5" name="Google Shape;2705;p60"/>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6" name="Google Shape;2706;p60"/>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7" name="Google Shape;2707;p60"/>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8" name="Google Shape;2708;p60"/>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9" name="Google Shape;2709;p60"/>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0" name="Google Shape;2710;p60"/>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1" name="Google Shape;2711;p60"/>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2" name="Google Shape;2712;p60"/>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3" name="Google Shape;2713;p60"/>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4" name="Google Shape;2714;p60"/>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5" name="Google Shape;2715;p60"/>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6" name="Google Shape;2716;p60"/>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7" name="Google Shape;2717;p60"/>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8" name="Google Shape;2718;p60"/>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9" name="Google Shape;2719;p60"/>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0" name="Google Shape;2720;p60"/>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1" name="Google Shape;2721;p60"/>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2" name="Google Shape;2722;p60"/>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3" name="Google Shape;2723;p60"/>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4" name="Google Shape;2724;p60"/>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5" name="Google Shape;2725;p60"/>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6" name="Google Shape;2726;p60"/>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7" name="Google Shape;2727;p60"/>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8" name="Google Shape;2728;p60"/>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9" name="Google Shape;2729;p60"/>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0" name="Google Shape;2730;p60"/>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1" name="Google Shape;2731;p60"/>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2" name="Google Shape;2732;p60"/>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3" name="Google Shape;2733;p60"/>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4" name="Google Shape;2734;p60"/>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5" name="Google Shape;2735;p60"/>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6" name="Google Shape;2736;p60"/>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7" name="Google Shape;2737;p60"/>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8" name="Google Shape;2738;p60"/>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9" name="Google Shape;2739;p60"/>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0" name="Google Shape;2740;p60"/>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1" name="Google Shape;2741;p60"/>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2" name="Google Shape;2742;p60"/>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3" name="Google Shape;2743;p60"/>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4" name="Google Shape;2744;p60"/>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5" name="Google Shape;2745;p60"/>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6" name="Google Shape;2746;p60"/>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7" name="Google Shape;2747;p60"/>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8" name="Google Shape;2748;p60"/>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9" name="Google Shape;2749;p60"/>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0" name="Google Shape;2750;p60"/>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1" name="Google Shape;2751;p60"/>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2" name="Google Shape;2752;p60"/>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3" name="Google Shape;2753;p60"/>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4" name="Google Shape;2754;p60"/>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5" name="Google Shape;2755;p60"/>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6" name="Google Shape;2756;p60"/>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7" name="Google Shape;2757;p60"/>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8" name="Google Shape;2758;p60"/>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9" name="Google Shape;2759;p60"/>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0" name="Google Shape;2760;p60"/>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1" name="Google Shape;2761;p60"/>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2" name="Google Shape;2762;p60"/>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3" name="Google Shape;2763;p60"/>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4" name="Google Shape;2764;p60"/>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5" name="Google Shape;2765;p60"/>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6" name="Google Shape;2766;p60"/>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7" name="Google Shape;2767;p60"/>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8" name="Google Shape;2768;p60"/>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9" name="Google Shape;2769;p60"/>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0" name="Google Shape;2770;p60"/>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1" name="Google Shape;2771;p60"/>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2" name="Google Shape;2772;p60"/>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3" name="Google Shape;2773;p60"/>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4" name="Google Shape;2774;p60"/>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5" name="Google Shape;2775;p60"/>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6" name="Google Shape;2776;p60"/>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7" name="Google Shape;2777;p60"/>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8" name="Google Shape;2778;p60"/>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9" name="Google Shape;2779;p60"/>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0" name="Google Shape;2780;p60"/>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1" name="Google Shape;2781;p60"/>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2" name="Google Shape;2782;p60"/>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3" name="Google Shape;2783;p60"/>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4" name="Google Shape;2784;p60"/>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5" name="Google Shape;2785;p60"/>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6" name="Google Shape;2786;p60"/>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7" name="Google Shape;2787;p60"/>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8" name="Google Shape;2788;p60"/>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9" name="Google Shape;2789;p60"/>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0" name="Google Shape;2790;p60"/>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1" name="Google Shape;2791;p60"/>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2" name="Google Shape;2792;p60"/>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3" name="Google Shape;2793;p60"/>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4" name="Google Shape;2794;p60"/>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5" name="Google Shape;2795;p60"/>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6" name="Google Shape;2796;p60"/>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7" name="Google Shape;2797;p60"/>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8" name="Google Shape;2798;p60"/>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9" name="Google Shape;2799;p60"/>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0" name="Google Shape;2800;p60"/>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1" name="Google Shape;2801;p60"/>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2" name="Google Shape;2802;p60"/>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3" name="Google Shape;2803;p60"/>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4" name="Google Shape;2804;p60"/>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5" name="Google Shape;2805;p60"/>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6" name="Google Shape;2806;p60"/>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7" name="Google Shape;2807;p60"/>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8" name="Google Shape;2808;p60"/>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9" name="Google Shape;2809;p60"/>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0" name="Google Shape;2810;p60"/>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1" name="Google Shape;2811;p60"/>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2" name="Google Shape;2812;p60"/>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3" name="Google Shape;2813;p60"/>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4" name="Google Shape;2814;p60"/>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5" name="Google Shape;2815;p60"/>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6" name="Google Shape;2816;p60"/>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7" name="Google Shape;2817;p60"/>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8" name="Google Shape;2818;p60"/>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9" name="Google Shape;2819;p60"/>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0" name="Google Shape;2820;p60"/>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1" name="Google Shape;2821;p60"/>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2" name="Google Shape;2822;p60"/>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3" name="Google Shape;2823;p60"/>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4" name="Google Shape;2824;p60"/>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5" name="Google Shape;2825;p60"/>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6" name="Google Shape;2826;p60"/>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7" name="Google Shape;2827;p60"/>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8" name="Google Shape;2828;p60"/>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9" name="Google Shape;2829;p60"/>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0" name="Google Shape;2830;p60"/>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1" name="Google Shape;2831;p60"/>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2" name="Google Shape;2832;p60"/>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3" name="Google Shape;2833;p60"/>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4" name="Google Shape;2834;p60"/>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5" name="Google Shape;2835;p60"/>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6" name="Google Shape;2836;p60"/>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7" name="Google Shape;2837;p60"/>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8" name="Google Shape;2838;p60"/>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9" name="Google Shape;2839;p60"/>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0" name="Google Shape;2840;p60"/>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1" name="Google Shape;2841;p60"/>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2" name="Google Shape;2842;p60"/>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3" name="Google Shape;2843;p60"/>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4" name="Google Shape;2844;p60"/>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5" name="Google Shape;2845;p60"/>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6" name="Google Shape;2846;p60"/>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7" name="Google Shape;2847;p60"/>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8" name="Google Shape;2848;p60"/>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9" name="Google Shape;2849;p60"/>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0" name="Google Shape;2850;p60"/>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1" name="Google Shape;2851;p60"/>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2" name="Google Shape;2852;p60"/>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3" name="Google Shape;2853;p60"/>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4" name="Google Shape;2854;p60"/>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5" name="Google Shape;2855;p60"/>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6" name="Google Shape;2856;p60"/>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7" name="Google Shape;2857;p60"/>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8" name="Google Shape;2858;p60"/>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9" name="Google Shape;2859;p60"/>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0" name="Google Shape;2860;p60"/>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1" name="Google Shape;2861;p60"/>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2" name="Google Shape;2862;p60"/>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3" name="Google Shape;2863;p60"/>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4" name="Google Shape;2864;p60"/>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5" name="Google Shape;2865;p60"/>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6" name="Google Shape;2866;p60"/>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7" name="Google Shape;2867;p60"/>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8" name="Google Shape;2868;p60"/>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9" name="Google Shape;2869;p60"/>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0" name="Google Shape;2870;p60"/>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1" name="Google Shape;2871;p60"/>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2" name="Google Shape;2872;p60"/>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3" name="Google Shape;2873;p60"/>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4" name="Google Shape;2874;p60"/>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5" name="Google Shape;2875;p60"/>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6" name="Google Shape;2876;p60"/>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7" name="Google Shape;2877;p60"/>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8" name="Google Shape;2878;p60"/>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9" name="Google Shape;2879;p60"/>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0" name="Google Shape;2880;p60"/>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1" name="Google Shape;2881;p60"/>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2" name="Google Shape;2882;p60"/>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3" name="Google Shape;2883;p60"/>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4" name="Google Shape;2884;p60"/>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5" name="Google Shape;2885;p60"/>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6" name="Google Shape;2886;p60"/>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7" name="Google Shape;2887;p60"/>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8" name="Google Shape;2888;p60"/>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9" name="Google Shape;2889;p60"/>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0" name="Google Shape;2890;p60"/>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1" name="Google Shape;2891;p60"/>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2" name="Google Shape;2892;p60"/>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3" name="Google Shape;2893;p60"/>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4" name="Google Shape;2894;p60"/>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5" name="Google Shape;2895;p60"/>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6" name="Google Shape;2896;p60"/>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7" name="Google Shape;2897;p60"/>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8" name="Google Shape;2898;p60"/>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9" name="Google Shape;2899;p60"/>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0" name="Google Shape;2900;p60"/>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1" name="Google Shape;2901;p60"/>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2" name="Google Shape;2902;p60"/>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3" name="Google Shape;2903;p60"/>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4" name="Google Shape;2904;p60"/>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5" name="Google Shape;2905;p60"/>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6" name="Google Shape;2906;p60"/>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7" name="Google Shape;2907;p60"/>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8" name="Google Shape;2908;p60"/>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9" name="Google Shape;2909;p60"/>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0" name="Google Shape;2910;p60"/>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1" name="Google Shape;2911;p60"/>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2" name="Google Shape;2912;p60"/>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3" name="Google Shape;2913;p60"/>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4" name="Google Shape;2914;p60"/>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5" name="Google Shape;2915;p60"/>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6" name="Google Shape;2916;p60"/>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7" name="Google Shape;2917;p60"/>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8" name="Google Shape;2918;p60"/>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9" name="Google Shape;2919;p60"/>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0" name="Google Shape;2920;p60"/>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1" name="Google Shape;2921;p60"/>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2" name="Google Shape;2922;p60"/>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3" name="Google Shape;2923;p60"/>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4" name="Google Shape;2924;p60"/>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5" name="Google Shape;2925;p60"/>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6" name="Google Shape;2926;p60"/>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7" name="Google Shape;2927;p60"/>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8" name="Google Shape;2928;p60"/>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9" name="Google Shape;2929;p60"/>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0" name="Google Shape;2930;p60"/>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1" name="Google Shape;2931;p60"/>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2" name="Google Shape;2932;p60"/>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3" name="Google Shape;2933;p60"/>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4" name="Google Shape;2934;p60"/>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5" name="Google Shape;2935;p60"/>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6" name="Google Shape;2936;p60"/>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7" name="Google Shape;2937;p60"/>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8" name="Google Shape;2938;p60"/>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9" name="Google Shape;2939;p60"/>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0" name="Google Shape;2940;p60"/>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1" name="Google Shape;2941;p60"/>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2" name="Google Shape;2942;p60"/>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3" name="Google Shape;2943;p60"/>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4" name="Google Shape;2944;p60"/>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5" name="Google Shape;2945;p60"/>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6" name="Google Shape;2946;p60"/>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7" name="Google Shape;2947;p60"/>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8" name="Google Shape;2948;p60"/>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9" name="Google Shape;2949;p60"/>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0" name="Google Shape;2950;p60"/>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1" name="Google Shape;2951;p60"/>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2" name="Google Shape;2952;p60"/>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3" name="Google Shape;2953;p60"/>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4" name="Google Shape;2954;p60"/>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5" name="Google Shape;2955;p60"/>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6" name="Google Shape;2956;p60"/>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7" name="Google Shape;2957;p60"/>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8" name="Google Shape;2958;p60"/>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9" name="Google Shape;2959;p60"/>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0" name="Google Shape;2960;p60"/>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1" name="Google Shape;2961;p60"/>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2" name="Google Shape;2962;p60"/>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3" name="Google Shape;2963;p60"/>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4" name="Google Shape;2964;p60"/>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5" name="Google Shape;2965;p60"/>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6" name="Google Shape;2966;p60"/>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7" name="Google Shape;2967;p60"/>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8" name="Google Shape;2968;p60"/>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9" name="Google Shape;2969;p60"/>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0" name="Google Shape;2970;p60"/>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1" name="Google Shape;2971;p60"/>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2" name="Google Shape;2972;p60"/>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3" name="Google Shape;2973;p60"/>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4" name="Google Shape;2974;p60"/>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5" name="Google Shape;2975;p60"/>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6" name="Google Shape;2976;p60"/>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7" name="Google Shape;2977;p60"/>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8" name="Google Shape;2978;p60"/>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9" name="Google Shape;2979;p60"/>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0" name="Google Shape;2980;p60"/>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1" name="Google Shape;2981;p60"/>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2" name="Google Shape;2982;p60"/>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3" name="Google Shape;2983;p60"/>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4" name="Google Shape;2984;p60"/>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5" name="Google Shape;2985;p60"/>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6" name="Google Shape;2986;p60"/>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7" name="Google Shape;2987;p60"/>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8" name="Google Shape;2988;p60"/>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9" name="Google Shape;2989;p60"/>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0" name="Google Shape;2990;p60"/>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1" name="Google Shape;2991;p60"/>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2" name="Google Shape;2992;p60"/>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3" name="Google Shape;2993;p60"/>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4" name="Google Shape;2994;p60"/>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5" name="Google Shape;2995;p60"/>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6" name="Google Shape;2996;p60"/>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7" name="Google Shape;2997;p60"/>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8" name="Google Shape;2998;p60"/>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9" name="Google Shape;2999;p60"/>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0" name="Google Shape;3000;p60"/>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1" name="Google Shape;3001;p60"/>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2" name="Google Shape;3002;p60"/>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3" name="Google Shape;3003;p60"/>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4" name="Google Shape;3004;p60"/>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5" name="Google Shape;3005;p60"/>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6" name="Google Shape;3006;p60"/>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7" name="Google Shape;3007;p60"/>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8" name="Google Shape;3008;p60"/>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9" name="Google Shape;3009;p60"/>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0" name="Google Shape;3010;p60"/>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1" name="Google Shape;3011;p60"/>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2" name="Google Shape;3012;p60"/>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3" name="Google Shape;3013;p60"/>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4" name="Google Shape;3014;p60"/>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5" name="Google Shape;3015;p60"/>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6" name="Google Shape;3016;p60"/>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7" name="Google Shape;3017;p60"/>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8" name="Google Shape;3018;p60"/>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9" name="Google Shape;3019;p60"/>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0" name="Google Shape;3020;p60"/>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1" name="Google Shape;3021;p60"/>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2" name="Google Shape;3022;p60"/>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3" name="Google Shape;3023;p60"/>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4" name="Google Shape;3024;p60"/>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5" name="Google Shape;3025;p60"/>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6" name="Google Shape;3026;p60"/>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7" name="Google Shape;3027;p60"/>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8" name="Google Shape;3028;p60"/>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9" name="Google Shape;3029;p60"/>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0" name="Google Shape;3030;p60"/>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1" name="Google Shape;3031;p60"/>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2" name="Google Shape;3032;p60"/>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3" name="Google Shape;3033;p60"/>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4" name="Google Shape;3034;p60"/>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5" name="Google Shape;3035;p60"/>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6" name="Google Shape;3036;p60"/>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7" name="Google Shape;3037;p60"/>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8" name="Google Shape;3038;p60"/>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9" name="Google Shape;3039;p60"/>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0" name="Google Shape;3040;p60"/>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1" name="Google Shape;3041;p60"/>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2" name="Google Shape;3042;p60"/>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3" name="Google Shape;3043;p60"/>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4" name="Google Shape;3044;p60"/>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5" name="Google Shape;3045;p60"/>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6" name="Google Shape;3046;p60"/>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7" name="Google Shape;3047;p60"/>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8" name="Google Shape;3048;p60"/>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9" name="Google Shape;3049;p60"/>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0" name="Google Shape;3050;p60"/>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1" name="Google Shape;3051;p60"/>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2" name="Google Shape;3052;p60"/>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3" name="Google Shape;3053;p60"/>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4" name="Google Shape;3054;p60"/>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5" name="Google Shape;3055;p60"/>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6" name="Google Shape;3056;p60"/>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7" name="Google Shape;3057;p60"/>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8" name="Google Shape;3058;p60"/>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9" name="Google Shape;3059;p60"/>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0" name="Google Shape;3060;p60"/>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1" name="Google Shape;3061;p60"/>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2" name="Google Shape;3062;p60"/>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3" name="Google Shape;3063;p60"/>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4" name="Google Shape;3064;p60"/>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5" name="Google Shape;3065;p60"/>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6" name="Google Shape;3066;p60"/>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7" name="Google Shape;3067;p60"/>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8" name="Google Shape;3068;p60"/>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9" name="Google Shape;3069;p60"/>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0" name="Google Shape;3070;p60"/>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1" name="Google Shape;3071;p60"/>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2" name="Google Shape;3072;p60"/>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3" name="Google Shape;3073;p60"/>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4" name="Google Shape;3074;p60"/>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5" name="Google Shape;3075;p60"/>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6" name="Google Shape;3076;p60"/>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7" name="Google Shape;3077;p60"/>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8" name="Google Shape;3078;p60"/>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9" name="Google Shape;3079;p60"/>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0" name="Google Shape;3080;p60"/>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1" name="Google Shape;3081;p60"/>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2" name="Google Shape;3082;p60"/>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3" name="Google Shape;3083;p60"/>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4" name="Google Shape;3084;p60"/>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5" name="Google Shape;3085;p60"/>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6" name="Google Shape;3086;p60"/>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7" name="Google Shape;3087;p60"/>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8" name="Google Shape;3088;p60"/>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9" name="Google Shape;3089;p60"/>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0" name="Google Shape;3090;p60"/>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1" name="Google Shape;3091;p60"/>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2" name="Google Shape;3092;p60"/>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3" name="Google Shape;3093;p60"/>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4" name="Google Shape;3094;p60"/>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5" name="Google Shape;3095;p60"/>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6" name="Google Shape;3096;p60"/>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7" name="Google Shape;3097;p60"/>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8" name="Google Shape;3098;p60"/>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9" name="Google Shape;3099;p60"/>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0" name="Google Shape;3100;p60"/>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1" name="Google Shape;3101;p60"/>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2" name="Google Shape;3102;p60"/>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3" name="Google Shape;3103;p60"/>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4" name="Google Shape;3104;p60"/>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5" name="Google Shape;3105;p60"/>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6" name="Google Shape;3106;p60"/>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7" name="Google Shape;3107;p60"/>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8" name="Google Shape;3108;p60"/>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9" name="Google Shape;3109;p60"/>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0" name="Google Shape;3110;p60"/>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1" name="Google Shape;3111;p60"/>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2" name="Google Shape;3112;p60"/>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3" name="Google Shape;3113;p60"/>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4" name="Google Shape;3114;p60"/>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5" name="Google Shape;3115;p60"/>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6" name="Google Shape;3116;p60"/>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7" name="Google Shape;3117;p60"/>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8" name="Google Shape;3118;p60"/>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9" name="Google Shape;3119;p60"/>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0" name="Google Shape;3120;p60"/>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1" name="Google Shape;3121;p60"/>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2" name="Google Shape;3122;p60"/>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3" name="Google Shape;3123;p60"/>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4" name="Google Shape;3124;p60"/>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5" name="Google Shape;3125;p60"/>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6" name="Google Shape;3126;p60"/>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7" name="Google Shape;3127;p60"/>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8" name="Google Shape;3128;p60"/>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9" name="Google Shape;3129;p60"/>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0" name="Google Shape;3130;p60"/>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1" name="Google Shape;3131;p60"/>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2" name="Google Shape;3132;p60"/>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3" name="Google Shape;3133;p60"/>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4" name="Google Shape;3134;p60"/>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5" name="Google Shape;3135;p60"/>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6" name="Google Shape;3136;p60"/>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7" name="Google Shape;3137;p60"/>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8" name="Google Shape;3138;p60"/>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9" name="Google Shape;3139;p60"/>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0" name="Google Shape;3140;p60"/>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1" name="Google Shape;3141;p60"/>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2" name="Google Shape;3142;p60"/>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3" name="Google Shape;3143;p60"/>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4" name="Google Shape;3144;p60"/>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5" name="Google Shape;3145;p60"/>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6" name="Google Shape;3146;p60"/>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7" name="Google Shape;3147;p60"/>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8" name="Google Shape;3148;p60"/>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9" name="Google Shape;3149;p60"/>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0" name="Google Shape;3150;p60"/>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1" name="Google Shape;3151;p60"/>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2" name="Google Shape;3152;p60"/>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3" name="Google Shape;3153;p60"/>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4" name="Google Shape;3154;p60"/>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155" name="Google Shape;3155;p60"/>
          <p:cNvGrpSpPr/>
          <p:nvPr/>
        </p:nvGrpSpPr>
        <p:grpSpPr>
          <a:xfrm>
            <a:off x="5938558" y="1033351"/>
            <a:ext cx="2435960" cy="1297725"/>
            <a:chOff x="233350" y="949250"/>
            <a:chExt cx="7137300" cy="3802300"/>
          </a:xfrm>
        </p:grpSpPr>
        <p:sp>
          <p:nvSpPr>
            <p:cNvPr id="3156" name="Google Shape;3156;p60"/>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7" name="Google Shape;3157;p60"/>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8" name="Google Shape;3158;p60"/>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9" name="Google Shape;3159;p60"/>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0" name="Google Shape;3160;p60"/>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1" name="Google Shape;3161;p60"/>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2" name="Google Shape;3162;p60"/>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3" name="Google Shape;3163;p60"/>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4" name="Google Shape;3164;p60"/>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5" name="Google Shape;3165;p60"/>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6" name="Google Shape;3166;p60"/>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7" name="Google Shape;3167;p60"/>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8" name="Google Shape;3168;p60"/>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9" name="Google Shape;3169;p60"/>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0" name="Google Shape;3170;p60"/>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1" name="Google Shape;3171;p60"/>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2" name="Google Shape;3172;p60"/>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3" name="Google Shape;3173;p60"/>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4" name="Google Shape;3174;p60"/>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5" name="Google Shape;3175;p60"/>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6" name="Google Shape;3176;p60"/>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7" name="Google Shape;3177;p60"/>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8" name="Google Shape;3178;p60"/>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9" name="Google Shape;3179;p60"/>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0" name="Google Shape;3180;p60"/>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1" name="Google Shape;3181;p60"/>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2" name="Google Shape;3182;p60"/>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3" name="Google Shape;3183;p60"/>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4" name="Google Shape;3184;p60"/>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5" name="Google Shape;3185;p60"/>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6" name="Google Shape;3186;p60"/>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7" name="Google Shape;3187;p60"/>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8" name="Google Shape;3188;p60"/>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9" name="Google Shape;3189;p60"/>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0" name="Google Shape;3190;p60"/>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1" name="Google Shape;3191;p60"/>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2" name="Google Shape;3192;p60"/>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3" name="Google Shape;3193;p60"/>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4" name="Google Shape;3194;p60"/>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5" name="Google Shape;3195;p60"/>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6" name="Google Shape;3196;p60"/>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7" name="Google Shape;3197;p60"/>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8" name="Google Shape;3198;p60"/>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9" name="Google Shape;3199;p60"/>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0" name="Google Shape;3200;p60"/>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1" name="Google Shape;3201;p60"/>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2" name="Google Shape;3202;p60"/>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3" name="Google Shape;3203;p60"/>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4" name="Google Shape;3204;p60"/>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5" name="Google Shape;3205;p60"/>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6" name="Google Shape;3206;p60"/>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207" name="Google Shape;3207;p60"/>
          <p:cNvGrpSpPr/>
          <p:nvPr/>
        </p:nvGrpSpPr>
        <p:grpSpPr>
          <a:xfrm>
            <a:off x="731715" y="995041"/>
            <a:ext cx="2665073" cy="1317140"/>
            <a:chOff x="793334" y="1192826"/>
            <a:chExt cx="2665073" cy="1317140"/>
          </a:xfrm>
        </p:grpSpPr>
        <p:sp>
          <p:nvSpPr>
            <p:cNvPr id="3208" name="Google Shape;3208;p60"/>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9" name="Google Shape;3209;p60"/>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0" name="Google Shape;3210;p60"/>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1" name="Google Shape;3211;p60"/>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2" name="Google Shape;3212;p60"/>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3" name="Google Shape;3213;p60"/>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4" name="Google Shape;3214;p60"/>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5" name="Google Shape;3215;p60"/>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6" name="Google Shape;3216;p60"/>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7" name="Google Shape;3217;p60"/>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8" name="Google Shape;3218;p60"/>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9" name="Google Shape;3219;p60"/>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0" name="Google Shape;3220;p60"/>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1" name="Google Shape;3221;p60"/>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2" name="Google Shape;3222;p60"/>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3" name="Google Shape;3223;p60"/>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4" name="Google Shape;3224;p60"/>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5" name="Google Shape;3225;p60"/>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6" name="Google Shape;3226;p60"/>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7" name="Google Shape;3227;p60"/>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8" name="Google Shape;3228;p60"/>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9" name="Google Shape;3229;p60"/>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0" name="Google Shape;3230;p60"/>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1" name="Google Shape;3231;p60"/>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2" name="Google Shape;3232;p60"/>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3" name="Google Shape;3233;p60"/>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4" name="Google Shape;3234;p60"/>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5" name="Google Shape;3235;p60"/>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6" name="Google Shape;3236;p60"/>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7" name="Google Shape;3237;p60"/>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8" name="Google Shape;3238;p60"/>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9" name="Google Shape;3239;p60"/>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0" name="Google Shape;3240;p60"/>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1" name="Google Shape;3241;p60"/>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2" name="Google Shape;3242;p60"/>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3" name="Google Shape;3243;p60"/>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4" name="Google Shape;3244;p60"/>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5" name="Google Shape;3245;p60"/>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6" name="Google Shape;3246;p60"/>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7" name="Google Shape;3247;p60"/>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8" name="Google Shape;3248;p60"/>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9" name="Google Shape;3249;p60"/>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0" name="Google Shape;3250;p60"/>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1" name="Google Shape;3251;p60"/>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2" name="Google Shape;3252;p60"/>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3" name="Google Shape;3253;p60"/>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4" name="Google Shape;3254;p60"/>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5" name="Google Shape;3255;p60"/>
            <p:cNvSpPr/>
            <p:nvPr/>
          </p:nvSpPr>
          <p:spPr>
            <a:xfrm>
              <a:off x="2257871" y="2210406"/>
              <a:ext cx="0" cy="149"/>
            </a:xfrm>
            <a:custGeom>
              <a:avLst/>
              <a:gdLst/>
              <a:ahLst/>
              <a:cxnLst/>
              <a:rect l="l" t="t" r="r" b="b"/>
              <a:pathLst>
                <a:path w="120000"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6" name="Google Shape;3256;p60"/>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7" name="Google Shape;3257;p60"/>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8" name="Google Shape;3258;p60"/>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9" name="Google Shape;3259;p60"/>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0" name="Google Shape;3260;p60"/>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1" name="Google Shape;3261;p60"/>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2" name="Google Shape;3262;p60"/>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3" name="Google Shape;3263;p60"/>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4" name="Google Shape;3264;p60"/>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5" name="Google Shape;3265;p60"/>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6" name="Google Shape;3266;p60"/>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7" name="Google Shape;3267;p60"/>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8" name="Google Shape;3268;p60"/>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9" name="Google Shape;3269;p60"/>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0" name="Google Shape;3270;p60"/>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1" name="Google Shape;3271;p60"/>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2" name="Google Shape;3272;p60"/>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3" name="Google Shape;3273;p60"/>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4" name="Google Shape;3274;p60"/>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5" name="Google Shape;3275;p60"/>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6" name="Google Shape;3276;p60"/>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7" name="Google Shape;3277;p60"/>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8" name="Google Shape;3278;p60"/>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9" name="Google Shape;3279;p60"/>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0" name="Google Shape;3280;p60"/>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1" name="Google Shape;3281;p60"/>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2" name="Google Shape;3282;p60"/>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3" name="Google Shape;3283;p60"/>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4" name="Google Shape;3284;p60"/>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5" name="Google Shape;3285;p60"/>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6" name="Google Shape;3286;p60"/>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7" name="Google Shape;3287;p60"/>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8" name="Google Shape;3288;p60"/>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9" name="Google Shape;3289;p60"/>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0" name="Google Shape;3290;p60"/>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1" name="Google Shape;3291;p60"/>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2" name="Google Shape;3292;p60"/>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3" name="Google Shape;3293;p60"/>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4" name="Google Shape;3294;p60"/>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5" name="Google Shape;3295;p60"/>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6" name="Google Shape;3296;p60"/>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7" name="Google Shape;3297;p60"/>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8" name="Google Shape;3298;p60"/>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9" name="Google Shape;3299;p60"/>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0" name="Google Shape;3300;p60"/>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1" name="Google Shape;3301;p60"/>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2" name="Google Shape;3302;p60"/>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3" name="Google Shape;3303;p60"/>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4" name="Google Shape;3304;p60"/>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5" name="Google Shape;3305;p60"/>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6" name="Google Shape;3306;p60"/>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7" name="Google Shape;3307;p60"/>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8" name="Google Shape;3308;p60"/>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9" name="Google Shape;3309;p60"/>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0" name="Google Shape;3310;p60"/>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1" name="Google Shape;3311;p60"/>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2" name="Google Shape;3312;p60"/>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3" name="Google Shape;3313;p60"/>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4" name="Google Shape;3314;p60"/>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5" name="Google Shape;3315;p60"/>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6" name="Google Shape;3316;p60"/>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7" name="Google Shape;3317;p60"/>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8" name="Google Shape;3318;p60"/>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9" name="Google Shape;3319;p60"/>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0" name="Google Shape;3320;p60"/>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1" name="Google Shape;3321;p60"/>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2" name="Google Shape;3322;p60"/>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3" name="Google Shape;3323;p60"/>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4" name="Google Shape;3324;p60"/>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5" name="Google Shape;3325;p60"/>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6" name="Google Shape;3326;p60"/>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7" name="Google Shape;3327;p60"/>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8" name="Google Shape;3328;p60"/>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9" name="Google Shape;3329;p60"/>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0" name="Google Shape;3330;p60"/>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1" name="Google Shape;3331;p60"/>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2" name="Google Shape;3332;p60"/>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3" name="Google Shape;3333;p60"/>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4" name="Google Shape;3334;p60"/>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5" name="Google Shape;3335;p60"/>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6" name="Google Shape;3336;p60"/>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7" name="Google Shape;3337;p60"/>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8" name="Google Shape;3338;p60"/>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9" name="Google Shape;3339;p60"/>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0" name="Google Shape;3340;p60"/>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1" name="Google Shape;3341;p60"/>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2" name="Google Shape;3342;p60"/>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3" name="Google Shape;3343;p60"/>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4" name="Google Shape;3344;p60"/>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5" name="Google Shape;3345;p60"/>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6" name="Google Shape;3346;p60"/>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7" name="Google Shape;3347;p60"/>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8" name="Google Shape;3348;p60"/>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9" name="Google Shape;3349;p60"/>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0" name="Google Shape;3350;p60"/>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1" name="Google Shape;3351;p60"/>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2" name="Google Shape;3352;p60"/>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3" name="Google Shape;3353;p60"/>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4" name="Google Shape;3354;p60"/>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5" name="Google Shape;3355;p60"/>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6" name="Google Shape;3356;p60"/>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7" name="Google Shape;3357;p60"/>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8" name="Google Shape;3358;p60"/>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9" name="Google Shape;3359;p60"/>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0" name="Google Shape;3360;p60"/>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1" name="Google Shape;3361;p60"/>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2" name="Google Shape;3362;p60"/>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3" name="Google Shape;3363;p60"/>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4" name="Google Shape;3364;p60"/>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5" name="Google Shape;3365;p60"/>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6" name="Google Shape;3366;p60"/>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7" name="Google Shape;3367;p60"/>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8" name="Google Shape;3368;p60"/>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9" name="Google Shape;3369;p60"/>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0" name="Google Shape;3370;p60"/>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1" name="Google Shape;3371;p60"/>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2" name="Google Shape;3372;p60"/>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3" name="Google Shape;3373;p60"/>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4" name="Google Shape;3374;p60"/>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5" name="Google Shape;3375;p60"/>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6" name="Google Shape;3376;p60"/>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7" name="Google Shape;3377;p60"/>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8" name="Google Shape;3378;p60"/>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9" name="Google Shape;3379;p60"/>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0" name="Google Shape;3380;p60"/>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1" name="Google Shape;3381;p60"/>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2" name="Google Shape;3382;p60"/>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3" name="Google Shape;3383;p60"/>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4" name="Google Shape;3384;p60"/>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5" name="Google Shape;3385;p60"/>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6" name="Google Shape;3386;p60"/>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7" name="Google Shape;3387;p60"/>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8" name="Google Shape;3388;p60"/>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9" name="Google Shape;3389;p60"/>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0" name="Google Shape;3390;p60"/>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1" name="Google Shape;3391;p60"/>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2" name="Google Shape;3392;p60"/>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3" name="Google Shape;3393;p60"/>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4" name="Google Shape;3394;p60"/>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5" name="Google Shape;3395;p60"/>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6" name="Google Shape;3396;p60"/>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7" name="Google Shape;3397;p60"/>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8" name="Google Shape;3398;p60"/>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9" name="Google Shape;3399;p60"/>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0" name="Google Shape;3400;p60"/>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1" name="Google Shape;3401;p60"/>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2" name="Google Shape;3402;p60"/>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3" name="Google Shape;3403;p60"/>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4" name="Google Shape;3404;p60"/>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5" name="Google Shape;3405;p60"/>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6" name="Google Shape;3406;p60"/>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7" name="Google Shape;3407;p60"/>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8" name="Google Shape;3408;p60"/>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9" name="Google Shape;3409;p60"/>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0" name="Google Shape;3410;p60"/>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1" name="Google Shape;3411;p60"/>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2" name="Google Shape;3412;p60"/>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3" name="Google Shape;3413;p60"/>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4" name="Google Shape;3414;p60"/>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5" name="Google Shape;3415;p60"/>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6" name="Google Shape;3416;p60"/>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7" name="Google Shape;3417;p60"/>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8" name="Google Shape;3418;p60"/>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9" name="Google Shape;3419;p60"/>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0" name="Google Shape;3420;p60"/>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1" name="Google Shape;3421;p60"/>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2" name="Google Shape;3422;p60"/>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3" name="Google Shape;3423;p60"/>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4" name="Google Shape;3424;p60"/>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5" name="Google Shape;3425;p60"/>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6" name="Google Shape;3426;p60"/>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7" name="Google Shape;3427;p60"/>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8" name="Google Shape;3428;p60"/>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9" name="Google Shape;3429;p60"/>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0" name="Google Shape;3430;p60"/>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1" name="Google Shape;3431;p60"/>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2" name="Google Shape;3432;p60"/>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3" name="Google Shape;3433;p60"/>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4" name="Google Shape;3434;p60"/>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5" name="Google Shape;3435;p60"/>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6" name="Google Shape;3436;p60"/>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7" name="Google Shape;3437;p60"/>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8" name="Google Shape;3438;p60"/>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9" name="Google Shape;3439;p60"/>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0" name="Google Shape;3440;p60"/>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1" name="Google Shape;3441;p60"/>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2" name="Google Shape;3442;p60"/>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3" name="Google Shape;3443;p60"/>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4" name="Google Shape;3444;p60"/>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5" name="Google Shape;3445;p60"/>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6" name="Google Shape;3446;p60"/>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7" name="Google Shape;3447;p60"/>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8" name="Google Shape;3448;p60"/>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9" name="Google Shape;3449;p60"/>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0" name="Google Shape;3450;p60"/>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1" name="Google Shape;3451;p60"/>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2" name="Google Shape;3452;p60"/>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3" name="Google Shape;3453;p60"/>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4" name="Google Shape;3454;p60"/>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5" name="Google Shape;3455;p60"/>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6" name="Google Shape;3456;p60"/>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7" name="Google Shape;3457;p60"/>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8" name="Google Shape;3458;p60"/>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9" name="Google Shape;3459;p60"/>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0" name="Google Shape;3460;p60"/>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1" name="Google Shape;3461;p60"/>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2" name="Google Shape;3462;p60"/>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3" name="Google Shape;3463;p60"/>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4" name="Google Shape;3464;p60"/>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5" name="Google Shape;3465;p60"/>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6" name="Google Shape;3466;p60"/>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7" name="Google Shape;3467;p60"/>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8" name="Google Shape;3468;p60"/>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9" name="Google Shape;3469;p60"/>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0" name="Google Shape;3470;p60"/>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1" name="Google Shape;3471;p60"/>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2" name="Google Shape;3472;p60"/>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3" name="Google Shape;3473;p60"/>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4" name="Google Shape;3474;p60"/>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5" name="Google Shape;3475;p60"/>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6" name="Google Shape;3476;p60"/>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7" name="Google Shape;3477;p60"/>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8" name="Google Shape;3478;p60"/>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9" name="Google Shape;3479;p60"/>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0" name="Google Shape;3480;p60"/>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1" name="Google Shape;3481;p60"/>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2" name="Google Shape;3482;p60"/>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3" name="Google Shape;3483;p60"/>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4" name="Google Shape;3484;p60"/>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5" name="Google Shape;3485;p60"/>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6" name="Google Shape;3486;p60"/>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7" name="Google Shape;3487;p60"/>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8" name="Google Shape;3488;p60"/>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9" name="Google Shape;3489;p60"/>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0" name="Google Shape;3490;p60"/>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1" name="Google Shape;3491;p60"/>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2" name="Google Shape;3492;p60"/>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3" name="Google Shape;3493;p60"/>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4" name="Google Shape;3494;p60"/>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5" name="Google Shape;3495;p60"/>
            <p:cNvSpPr/>
            <p:nvPr/>
          </p:nvSpPr>
          <p:spPr>
            <a:xfrm>
              <a:off x="2060373" y="1991414"/>
              <a:ext cx="0" cy="679"/>
            </a:xfrm>
            <a:custGeom>
              <a:avLst/>
              <a:gdLst/>
              <a:ahLst/>
              <a:cxnLst/>
              <a:rect l="l" t="t" r="r" b="b"/>
              <a:pathLst>
                <a:path w="120000"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6" name="Google Shape;3496;p60"/>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7" name="Google Shape;3497;p60"/>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8" name="Google Shape;3498;p60"/>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9" name="Google Shape;3499;p60"/>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0" name="Google Shape;3500;p60"/>
            <p:cNvSpPr/>
            <p:nvPr/>
          </p:nvSpPr>
          <p:spPr>
            <a:xfrm>
              <a:off x="2060088" y="1984435"/>
              <a:ext cx="0" cy="530"/>
            </a:xfrm>
            <a:custGeom>
              <a:avLst/>
              <a:gdLst/>
              <a:ahLst/>
              <a:cxnLst/>
              <a:rect l="l" t="t" r="r" b="b"/>
              <a:pathLst>
                <a:path w="120000"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1" name="Google Shape;3501;p60"/>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2" name="Google Shape;3502;p60"/>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3" name="Google Shape;3503;p60"/>
            <p:cNvSpPr/>
            <p:nvPr/>
          </p:nvSpPr>
          <p:spPr>
            <a:xfrm>
              <a:off x="2060183" y="1986621"/>
              <a:ext cx="0" cy="584"/>
            </a:xfrm>
            <a:custGeom>
              <a:avLst/>
              <a:gdLst/>
              <a:ahLst/>
              <a:cxnLst/>
              <a:rect l="l" t="t" r="r" b="b"/>
              <a:pathLst>
                <a:path w="120000"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4" name="Google Shape;3504;p60"/>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5" name="Google Shape;3505;p60"/>
            <p:cNvSpPr/>
            <p:nvPr/>
          </p:nvSpPr>
          <p:spPr>
            <a:xfrm>
              <a:off x="2060088" y="1985101"/>
              <a:ext cx="0" cy="530"/>
            </a:xfrm>
            <a:custGeom>
              <a:avLst/>
              <a:gdLst/>
              <a:ahLst/>
              <a:cxnLst/>
              <a:rect l="l" t="t" r="r" b="b"/>
              <a:pathLst>
                <a:path w="120000"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6" name="Google Shape;3506;p60"/>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7" name="Google Shape;3507;p60"/>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8" name="Google Shape;3508;p60"/>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9" name="Google Shape;3509;p60"/>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0" name="Google Shape;3510;p60"/>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1" name="Google Shape;3511;p60"/>
            <p:cNvSpPr/>
            <p:nvPr/>
          </p:nvSpPr>
          <p:spPr>
            <a:xfrm>
              <a:off x="2060278" y="1988427"/>
              <a:ext cx="0" cy="530"/>
            </a:xfrm>
            <a:custGeom>
              <a:avLst/>
              <a:gdLst/>
              <a:ahLst/>
              <a:cxnLst/>
              <a:rect l="l" t="t" r="r" b="b"/>
              <a:pathLst>
                <a:path w="120000"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2" name="Google Shape;3512;p60"/>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3" name="Google Shape;3513;p60"/>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4" name="Google Shape;3514;p60"/>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5" name="Google Shape;3515;p60"/>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6" name="Google Shape;3516;p60"/>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7" name="Google Shape;3517;p60"/>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8" name="Google Shape;3518;p60"/>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9" name="Google Shape;3519;p60"/>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0" name="Google Shape;3520;p60"/>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1" name="Google Shape;3521;p60"/>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2" name="Google Shape;3522;p60"/>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3" name="Google Shape;3523;p60"/>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4" name="Google Shape;3524;p60"/>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5" name="Google Shape;3525;p60"/>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6" name="Google Shape;3526;p60"/>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7" name="Google Shape;3527;p60"/>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8" name="Google Shape;3528;p60"/>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9" name="Google Shape;3529;p60"/>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0" name="Google Shape;3530;p60"/>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1" name="Google Shape;3531;p60"/>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2" name="Google Shape;3532;p60"/>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3" name="Google Shape;3533;p60"/>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4" name="Google Shape;3534;p60"/>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5" name="Google Shape;3535;p60"/>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6" name="Google Shape;3536;p60"/>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7" name="Google Shape;3537;p60"/>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8" name="Google Shape;3538;p60"/>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9" name="Google Shape;3539;p60"/>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0" name="Google Shape;3540;p60"/>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1" name="Google Shape;3541;p60"/>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2" name="Google Shape;3542;p60"/>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3" name="Google Shape;3543;p60"/>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4" name="Google Shape;3544;p60"/>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5" name="Google Shape;3545;p60"/>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6" name="Google Shape;3546;p60"/>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7" name="Google Shape;3547;p60"/>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8" name="Google Shape;3548;p60"/>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9" name="Google Shape;3549;p60"/>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0" name="Google Shape;3550;p60"/>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1" name="Google Shape;3551;p60"/>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2" name="Google Shape;3552;p60"/>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3" name="Google Shape;3553;p60"/>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4" name="Google Shape;3554;p60"/>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5" name="Google Shape;3555;p60"/>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6" name="Google Shape;3556;p60"/>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7" name="Google Shape;3557;p60"/>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8" name="Google Shape;3558;p60"/>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9" name="Google Shape;3559;p60"/>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0" name="Google Shape;3560;p60"/>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1" name="Google Shape;3561;p60"/>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2" name="Google Shape;3562;p60"/>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3" name="Google Shape;3563;p60"/>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4" name="Google Shape;3564;p60"/>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5" name="Google Shape;3565;p60"/>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6" name="Google Shape;3566;p60"/>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7" name="Google Shape;3567;p60"/>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8" name="Google Shape;3568;p60"/>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9" name="Google Shape;3569;p60"/>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0" name="Google Shape;3570;p60"/>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1" name="Google Shape;3571;p60"/>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2" name="Google Shape;3572;p60"/>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3" name="Google Shape;3573;p60"/>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4" name="Google Shape;3574;p60"/>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5" name="Google Shape;3575;p60"/>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6" name="Google Shape;3576;p60"/>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7" name="Google Shape;3577;p60"/>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8" name="Google Shape;3578;p60"/>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9" name="Google Shape;3579;p60"/>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0" name="Google Shape;3580;p60"/>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1" name="Google Shape;3581;p60"/>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2" name="Google Shape;3582;p60"/>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3" name="Google Shape;3583;p60"/>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4" name="Google Shape;3584;p60"/>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5" name="Google Shape;3585;p60"/>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6" name="Google Shape;3586;p60"/>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7" name="Google Shape;3587;p60"/>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8" name="Google Shape;3588;p60"/>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9" name="Google Shape;3589;p60"/>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0" name="Google Shape;3590;p60"/>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1" name="Google Shape;3591;p60"/>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2" name="Google Shape;3592;p60"/>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3" name="Google Shape;3593;p60"/>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4" name="Google Shape;3594;p60"/>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5" name="Google Shape;3595;p60"/>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6" name="Google Shape;3596;p60"/>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7" name="Google Shape;3597;p60"/>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8" name="Google Shape;3598;p60"/>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9" name="Google Shape;3599;p60"/>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0" name="Google Shape;3600;p60"/>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1" name="Google Shape;3601;p60"/>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2" name="Google Shape;3602;p60"/>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3" name="Google Shape;3603;p60"/>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4" name="Google Shape;3604;p60"/>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5" name="Google Shape;3605;p60"/>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6" name="Google Shape;3606;p60"/>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7" name="Google Shape;3607;p60"/>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8" name="Google Shape;3608;p60"/>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9" name="Google Shape;3609;p60"/>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0" name="Google Shape;3610;p60"/>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1" name="Google Shape;3611;p60"/>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2" name="Google Shape;3612;p60"/>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3" name="Google Shape;3613;p60"/>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4" name="Google Shape;3614;p60"/>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5" name="Google Shape;3615;p60"/>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6" name="Google Shape;3616;p60"/>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7" name="Google Shape;3617;p60"/>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8" name="Google Shape;3618;p60"/>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9" name="Google Shape;3619;p60"/>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0" name="Google Shape;3620;p60"/>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1" name="Google Shape;3621;p60"/>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2" name="Google Shape;3622;p60"/>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3" name="Google Shape;3623;p60"/>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4" name="Google Shape;3624;p60"/>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5" name="Google Shape;3625;p60"/>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6" name="Google Shape;3626;p60"/>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7" name="Google Shape;3627;p60"/>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8" name="Google Shape;3628;p60"/>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9" name="Google Shape;3629;p60"/>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0" name="Google Shape;3630;p60"/>
            <p:cNvSpPr/>
            <p:nvPr/>
          </p:nvSpPr>
          <p:spPr>
            <a:xfrm>
              <a:off x="1946865" y="1950206"/>
              <a:ext cx="0" cy="68"/>
            </a:xfrm>
            <a:custGeom>
              <a:avLst/>
              <a:gdLst/>
              <a:ahLst/>
              <a:cxnLst/>
              <a:rect l="l" t="t" r="r" b="b"/>
              <a:pathLst>
                <a:path w="120000"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1" name="Google Shape;3631;p60"/>
            <p:cNvSpPr/>
            <p:nvPr/>
          </p:nvSpPr>
          <p:spPr>
            <a:xfrm>
              <a:off x="1946960" y="1949595"/>
              <a:ext cx="0" cy="109"/>
            </a:xfrm>
            <a:custGeom>
              <a:avLst/>
              <a:gdLst/>
              <a:ahLst/>
              <a:cxnLst/>
              <a:rect l="l" t="t" r="r" b="b"/>
              <a:pathLst>
                <a:path w="120000"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2" name="Google Shape;3632;p60"/>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3" name="Google Shape;3633;p60"/>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4" name="Google Shape;3634;p60"/>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5" name="Google Shape;3635;p60"/>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6" name="Google Shape;3636;p60"/>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7" name="Google Shape;3637;p60"/>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8" name="Google Shape;3638;p60"/>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9" name="Google Shape;3639;p60"/>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0" name="Google Shape;3640;p60"/>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1" name="Google Shape;3641;p60"/>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2" name="Google Shape;3642;p60"/>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3" name="Google Shape;3643;p60"/>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4" name="Google Shape;3644;p60"/>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5" name="Google Shape;3645;p60"/>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6" name="Google Shape;3646;p60"/>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7" name="Google Shape;3647;p60"/>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8" name="Google Shape;3648;p60"/>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9" name="Google Shape;3649;p60"/>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0" name="Google Shape;3650;p60"/>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1" name="Google Shape;3651;p60"/>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2" name="Google Shape;3652;p60"/>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3" name="Google Shape;3653;p60"/>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4" name="Google Shape;3654;p60"/>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5" name="Google Shape;3655;p60"/>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6" name="Google Shape;3656;p60"/>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7" name="Google Shape;3657;p60"/>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8" name="Google Shape;3658;p60"/>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9" name="Google Shape;3659;p60"/>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0" name="Google Shape;3660;p60"/>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1" name="Google Shape;3661;p60"/>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2" name="Google Shape;3662;p60"/>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3" name="Google Shape;3663;p60"/>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4" name="Google Shape;3664;p60"/>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5" name="Google Shape;3665;p60"/>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6" name="Google Shape;3666;p60"/>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7" name="Google Shape;3667;p60"/>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8" name="Google Shape;3668;p60"/>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9" name="Google Shape;3669;p60"/>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0" name="Google Shape;3670;p60"/>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1" name="Google Shape;3671;p60"/>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2" name="Google Shape;3672;p60"/>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3" name="Google Shape;3673;p60"/>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4" name="Google Shape;3674;p60"/>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5" name="Google Shape;3675;p60"/>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6" name="Google Shape;3676;p60"/>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7" name="Google Shape;3677;p60"/>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8" name="Google Shape;3678;p60"/>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9" name="Google Shape;3679;p60"/>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0" name="Google Shape;3680;p60"/>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1" name="Google Shape;3681;p60"/>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2" name="Google Shape;3682;p60"/>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3" name="Google Shape;3683;p60"/>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4" name="Google Shape;3684;p60"/>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5" name="Google Shape;3685;p60"/>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6" name="Google Shape;3686;p60"/>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7" name="Google Shape;3687;p60"/>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8" name="Google Shape;3688;p60"/>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9" name="Google Shape;3689;p60"/>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0" name="Google Shape;3690;p60"/>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1" name="Google Shape;3691;p60"/>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2" name="Google Shape;3692;p60"/>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3" name="Google Shape;3693;p60"/>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4" name="Google Shape;3694;p60"/>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5" name="Google Shape;3695;p60"/>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6" name="Google Shape;3696;p60"/>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7" name="Google Shape;3697;p60"/>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8" name="Google Shape;3698;p60"/>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9" name="Google Shape;3699;p60"/>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0" name="Google Shape;3700;p60"/>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1" name="Google Shape;3701;p60"/>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2" name="Google Shape;3702;p60"/>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3" name="Google Shape;3703;p60"/>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4" name="Google Shape;3704;p60"/>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5" name="Google Shape;3705;p60"/>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6" name="Google Shape;3706;p60"/>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7" name="Google Shape;3707;p60"/>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8" name="Google Shape;3708;p60"/>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9" name="Google Shape;3709;p60"/>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0" name="Google Shape;3710;p60"/>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1" name="Google Shape;3711;p60"/>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2" name="Google Shape;3712;p60"/>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3" name="Google Shape;3713;p60"/>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4" name="Google Shape;3714;p60"/>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5" name="Google Shape;3715;p60"/>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6" name="Google Shape;3716;p60"/>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7" name="Google Shape;3717;p60"/>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8" name="Google Shape;3718;p60"/>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9" name="Google Shape;3719;p60"/>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0" name="Google Shape;3720;p60"/>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1" name="Google Shape;3721;p60"/>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2" name="Google Shape;3722;p60"/>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3" name="Google Shape;3723;p60"/>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4" name="Google Shape;3724;p60"/>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5" name="Google Shape;3725;p60"/>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6" name="Google Shape;3726;p60"/>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7" name="Google Shape;3727;p60"/>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8" name="Google Shape;3728;p60"/>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9" name="Google Shape;3729;p60"/>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0" name="Google Shape;3730;p60"/>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1" name="Google Shape;3731;p60"/>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2" name="Google Shape;3732;p60"/>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3" name="Google Shape;3733;p60"/>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4" name="Google Shape;3734;p60"/>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5" name="Google Shape;3735;p60"/>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6" name="Google Shape;3736;p60"/>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7" name="Google Shape;3737;p60"/>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8" name="Google Shape;3738;p60"/>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9" name="Google Shape;3739;p60"/>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0" name="Google Shape;3740;p60"/>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1" name="Google Shape;3741;p60"/>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2" name="Google Shape;3742;p60"/>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3" name="Google Shape;3743;p60"/>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4" name="Google Shape;3744;p60"/>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5" name="Google Shape;3745;p60"/>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6" name="Google Shape;3746;p60"/>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7" name="Google Shape;3747;p60"/>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8" name="Google Shape;3748;p60"/>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9" name="Google Shape;3749;p60"/>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0" name="Google Shape;3750;p60"/>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1" name="Google Shape;3751;p60"/>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2" name="Google Shape;3752;p60"/>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3" name="Google Shape;3753;p60"/>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4" name="Google Shape;3754;p60"/>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5" name="Google Shape;3755;p60"/>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6" name="Google Shape;3756;p60"/>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7" name="Google Shape;3757;p60"/>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8" name="Google Shape;3758;p60"/>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9" name="Google Shape;3759;p60"/>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0" name="Google Shape;3760;p60"/>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1" name="Google Shape;3761;p60"/>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2" name="Google Shape;3762;p60"/>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3" name="Google Shape;3763;p60"/>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4" name="Google Shape;3764;p60"/>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5" name="Google Shape;3765;p60"/>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6" name="Google Shape;3766;p60"/>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7" name="Google Shape;3767;p60"/>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8" name="Google Shape;3768;p60"/>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9" name="Google Shape;3769;p60"/>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0" name="Google Shape;3770;p60"/>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1" name="Google Shape;3771;p60"/>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2" name="Google Shape;3772;p60"/>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3" name="Google Shape;3773;p60"/>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4" name="Google Shape;3774;p60"/>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5" name="Google Shape;3775;p60"/>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6" name="Google Shape;3776;p60"/>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7" name="Google Shape;3777;p60"/>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8" name="Google Shape;3778;p60"/>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9" name="Google Shape;3779;p60"/>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0" name="Google Shape;3780;p60"/>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1" name="Google Shape;3781;p60"/>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2" name="Google Shape;3782;p60"/>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3" name="Google Shape;3783;p60"/>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4" name="Google Shape;3784;p60"/>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5" name="Google Shape;3785;p60"/>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6" name="Google Shape;3786;p60"/>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7" name="Google Shape;3787;p60"/>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8" name="Google Shape;3788;p60"/>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9" name="Google Shape;3789;p60"/>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0" name="Google Shape;3790;p60"/>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1" name="Google Shape;3791;p60"/>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2" name="Google Shape;3792;p60"/>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3" name="Google Shape;3793;p60"/>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4" name="Google Shape;3794;p60"/>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5" name="Google Shape;3795;p60"/>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6" name="Google Shape;3796;p60"/>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7" name="Google Shape;3797;p60"/>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8" name="Google Shape;3798;p60"/>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9" name="Google Shape;3799;p60"/>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0" name="Google Shape;3800;p60"/>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1" name="Google Shape;3801;p60"/>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2" name="Google Shape;3802;p60"/>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3" name="Google Shape;3803;p60"/>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4" name="Google Shape;3804;p60"/>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5" name="Google Shape;3805;p60"/>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6" name="Google Shape;3806;p60"/>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7" name="Google Shape;3807;p60"/>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8" name="Google Shape;3808;p60"/>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9" name="Google Shape;3809;p60"/>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0" name="Google Shape;3810;p60"/>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1" name="Google Shape;3811;p60"/>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2" name="Google Shape;3812;p60"/>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3" name="Google Shape;3813;p60"/>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4" name="Google Shape;3814;p60"/>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5" name="Google Shape;3815;p60"/>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6" name="Google Shape;3816;p60"/>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7" name="Google Shape;3817;p60"/>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8" name="Google Shape;3818;p60"/>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9" name="Google Shape;3819;p60"/>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0" name="Google Shape;3820;p60"/>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1" name="Google Shape;3821;p60"/>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2" name="Google Shape;3822;p60"/>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3" name="Google Shape;3823;p60"/>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4" name="Google Shape;3824;p60"/>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5" name="Google Shape;3825;p60"/>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6" name="Google Shape;3826;p60"/>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7" name="Google Shape;3827;p60"/>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8" name="Google Shape;3828;p60"/>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9" name="Google Shape;3829;p60"/>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0" name="Google Shape;3830;p60"/>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1" name="Google Shape;3831;p60"/>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2" name="Google Shape;3832;p60"/>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3" name="Google Shape;3833;p60"/>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4" name="Google Shape;3834;p60"/>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5" name="Google Shape;3835;p60"/>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6" name="Google Shape;3836;p60"/>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7" name="Google Shape;3837;p60"/>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8" name="Google Shape;3838;p60"/>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9" name="Google Shape;3839;p60"/>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0" name="Google Shape;3840;p60"/>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1" name="Google Shape;3841;p60"/>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2" name="Google Shape;3842;p60"/>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3" name="Google Shape;3843;p60"/>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4" name="Google Shape;3844;p60"/>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5" name="Google Shape;3845;p60"/>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6" name="Google Shape;3846;p60"/>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7" name="Google Shape;3847;p60"/>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8" name="Google Shape;3848;p60"/>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9" name="Google Shape;3849;p60"/>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0" name="Google Shape;3850;p60"/>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1" name="Google Shape;3851;p60"/>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2" name="Google Shape;3852;p60"/>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3" name="Google Shape;3853;p60"/>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4" name="Google Shape;3854;p60"/>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5" name="Google Shape;3855;p60"/>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6" name="Google Shape;3856;p60"/>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7" name="Google Shape;3857;p60"/>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8" name="Google Shape;3858;p60"/>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9" name="Google Shape;3859;p60"/>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0" name="Google Shape;3860;p60"/>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1" name="Google Shape;3861;p60"/>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2" name="Google Shape;3862;p60"/>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3" name="Google Shape;3863;p60"/>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4" name="Google Shape;3864;p60"/>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5" name="Google Shape;3865;p60"/>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6" name="Google Shape;3866;p60"/>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7" name="Google Shape;3867;p60"/>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8" name="Google Shape;3868;p60"/>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9" name="Google Shape;3869;p60"/>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0" name="Google Shape;3870;p60"/>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1" name="Google Shape;3871;p60"/>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2" name="Google Shape;3872;p60"/>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3" name="Google Shape;3873;p60"/>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4" name="Google Shape;3874;p60"/>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5" name="Google Shape;3875;p60"/>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6" name="Google Shape;3876;p60"/>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7" name="Google Shape;3877;p60"/>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8" name="Google Shape;3878;p60"/>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9" name="Google Shape;3879;p60"/>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0" name="Google Shape;3880;p60"/>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1" name="Google Shape;3881;p60"/>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2" name="Google Shape;3882;p60"/>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3" name="Google Shape;3883;p60"/>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4" name="Google Shape;3884;p60"/>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5" name="Google Shape;3885;p60"/>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6" name="Google Shape;3886;p60"/>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7" name="Google Shape;3887;p60"/>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8" name="Google Shape;3888;p60"/>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9" name="Google Shape;3889;p60"/>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0" name="Google Shape;3890;p60"/>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1" name="Google Shape;3891;p60"/>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2" name="Google Shape;3892;p60"/>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3" name="Google Shape;3893;p60"/>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4" name="Google Shape;3894;p60"/>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5" name="Google Shape;3895;p60"/>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6" name="Google Shape;3896;p60"/>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7" name="Google Shape;3897;p60"/>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8" name="Google Shape;3898;p60"/>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9" name="Google Shape;3899;p60"/>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0" name="Google Shape;3900;p60"/>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1" name="Google Shape;3901;p60"/>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2" name="Google Shape;3902;p60"/>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3" name="Google Shape;3903;p60"/>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4" name="Google Shape;3904;p60"/>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5" name="Google Shape;3905;p60"/>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6" name="Google Shape;3906;p60"/>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7" name="Google Shape;3907;p60"/>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8" name="Google Shape;3908;p60"/>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9" name="Google Shape;3909;p60"/>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0" name="Google Shape;3910;p60"/>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1" name="Google Shape;3911;p60"/>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2" name="Google Shape;3912;p60"/>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3" name="Google Shape;3913;p60"/>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4" name="Google Shape;3914;p60"/>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5" name="Google Shape;3915;p60"/>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6" name="Google Shape;3916;p60"/>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7" name="Google Shape;3917;p60"/>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8" name="Google Shape;3918;p60"/>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9" name="Google Shape;3919;p60"/>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0" name="Google Shape;3920;p60"/>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1" name="Google Shape;3921;p60"/>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2" name="Google Shape;3922;p60"/>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3" name="Google Shape;3923;p60"/>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4" name="Google Shape;3924;p60"/>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5" name="Google Shape;3925;p60"/>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6" name="Google Shape;3926;p60"/>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7" name="Google Shape;3927;p60"/>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8" name="Google Shape;3928;p60"/>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9" name="Google Shape;3929;p60"/>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0" name="Google Shape;3930;p60"/>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1" name="Google Shape;3931;p60"/>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2" name="Google Shape;3932;p60"/>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3" name="Google Shape;3933;p60"/>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4" name="Google Shape;3934;p60"/>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5" name="Google Shape;3935;p60"/>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6" name="Google Shape;3936;p60"/>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7" name="Google Shape;3937;p60"/>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8" name="Google Shape;3938;p60"/>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9" name="Google Shape;3939;p60"/>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0" name="Google Shape;3940;p60"/>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1" name="Google Shape;3941;p60"/>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2" name="Google Shape;3942;p60"/>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3" name="Google Shape;3943;p60"/>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4" name="Google Shape;3944;p60"/>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5" name="Google Shape;3945;p60"/>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6" name="Google Shape;3946;p60"/>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7" name="Google Shape;3947;p60"/>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8" name="Google Shape;3948;p60"/>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9" name="Google Shape;3949;p60"/>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0" name="Google Shape;3950;p60"/>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1" name="Google Shape;3951;p60"/>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2" name="Google Shape;3952;p60"/>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3" name="Google Shape;3953;p60"/>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4" name="Google Shape;3954;p60"/>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5" name="Google Shape;3955;p60"/>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6" name="Google Shape;3956;p60"/>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7" name="Google Shape;3957;p60"/>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8" name="Google Shape;3958;p60"/>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9" name="Google Shape;3959;p60"/>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0" name="Google Shape;3960;p60"/>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1" name="Google Shape;3961;p60"/>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2" name="Google Shape;3962;p60"/>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3" name="Google Shape;3963;p60"/>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4" name="Google Shape;3964;p60"/>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5" name="Google Shape;3965;p60"/>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6" name="Google Shape;3966;p60"/>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7" name="Google Shape;3967;p60"/>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8" name="Google Shape;3968;p60"/>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9" name="Google Shape;3969;p60"/>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0" name="Google Shape;3970;p60"/>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1" name="Google Shape;3971;p60"/>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2" name="Google Shape;3972;p60"/>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3" name="Google Shape;3973;p60"/>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4" name="Google Shape;3974;p60"/>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5" name="Google Shape;3975;p60"/>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6" name="Google Shape;3976;p60"/>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7" name="Google Shape;3977;p60"/>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8" name="Google Shape;3978;p60"/>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9" name="Google Shape;3979;p60"/>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0" name="Google Shape;3980;p60"/>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1" name="Google Shape;3981;p60"/>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2" name="Google Shape;3982;p60"/>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3" name="Google Shape;3983;p60"/>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4" name="Google Shape;3984;p60"/>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5" name="Google Shape;3985;p60"/>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6" name="Google Shape;3986;p60"/>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7" name="Google Shape;3987;p60"/>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8" name="Google Shape;3988;p60"/>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9" name="Google Shape;3989;p60"/>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0" name="Google Shape;3990;p60"/>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1" name="Google Shape;3991;p60"/>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2" name="Google Shape;3992;p60"/>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3" name="Google Shape;3993;p60"/>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4" name="Google Shape;3994;p60"/>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5" name="Google Shape;3995;p60"/>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6" name="Google Shape;3996;p60"/>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7" name="Google Shape;3997;p60"/>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8" name="Google Shape;3998;p60"/>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9" name="Google Shape;3999;p60"/>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0" name="Google Shape;4000;p60"/>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1" name="Google Shape;4001;p60"/>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2" name="Google Shape;4002;p60"/>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3" name="Google Shape;4003;p60"/>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4" name="Google Shape;4004;p60"/>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5" name="Google Shape;4005;p60"/>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6" name="Google Shape;4006;p60"/>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7" name="Google Shape;4007;p60"/>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8" name="Google Shape;4008;p60"/>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9" name="Google Shape;4009;p60"/>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0" name="Google Shape;4010;p60"/>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1" name="Google Shape;4011;p60"/>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2" name="Google Shape;4012;p60"/>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3" name="Google Shape;4013;p60"/>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4" name="Google Shape;4014;p60"/>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5" name="Google Shape;4015;p60"/>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6" name="Google Shape;4016;p60"/>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7" name="Google Shape;4017;p60"/>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8" name="Google Shape;4018;p60"/>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9" name="Google Shape;4019;p60"/>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0" name="Google Shape;4020;p60"/>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1" name="Google Shape;4021;p60"/>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2" name="Google Shape;4022;p60"/>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3" name="Google Shape;4023;p60"/>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4" name="Google Shape;4024;p60"/>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5" name="Google Shape;4025;p60"/>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6" name="Google Shape;4026;p60"/>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7" name="Google Shape;4027;p60"/>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8" name="Google Shape;4028;p60"/>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9" name="Google Shape;4029;p60"/>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0" name="Google Shape;4030;p60"/>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1" name="Google Shape;4031;p60"/>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2" name="Google Shape;4032;p60"/>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3" name="Google Shape;4033;p60"/>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4" name="Google Shape;4034;p60"/>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5" name="Google Shape;4035;p60"/>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6" name="Google Shape;4036;p60"/>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7" name="Google Shape;4037;p60"/>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8" name="Google Shape;4038;p60"/>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9" name="Google Shape;4039;p60"/>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0" name="Google Shape;4040;p60"/>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1" name="Google Shape;4041;p60"/>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2" name="Google Shape;4042;p60"/>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3" name="Google Shape;4043;p60"/>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4" name="Google Shape;4044;p60"/>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5" name="Google Shape;4045;p60"/>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6" name="Google Shape;4046;p60"/>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7" name="Google Shape;4047;p60"/>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8" name="Google Shape;4048;p60"/>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9" name="Google Shape;4049;p60"/>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0" name="Google Shape;4050;p60"/>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1" name="Google Shape;4051;p60"/>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2" name="Google Shape;4052;p60"/>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3" name="Google Shape;4053;p60"/>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4" name="Google Shape;4054;p60"/>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5" name="Google Shape;4055;p60"/>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6" name="Google Shape;4056;p60"/>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7" name="Google Shape;4057;p60"/>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8" name="Google Shape;4058;p60"/>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9" name="Google Shape;4059;p60"/>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0" name="Google Shape;4060;p60"/>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1" name="Google Shape;4061;p60"/>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2" name="Google Shape;4062;p60"/>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3" name="Google Shape;4063;p60"/>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4" name="Google Shape;4064;p60"/>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5" name="Google Shape;4065;p60"/>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6" name="Google Shape;4066;p60"/>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7" name="Google Shape;4067;p60"/>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8" name="Google Shape;4068;p60"/>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9" name="Google Shape;4069;p60"/>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0" name="Google Shape;4070;p60"/>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1" name="Google Shape;4071;p60"/>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2" name="Google Shape;4072;p60"/>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3" name="Google Shape;4073;p60"/>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4" name="Google Shape;4074;p60"/>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5" name="Google Shape;4075;p60"/>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6" name="Google Shape;4076;p60"/>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7" name="Google Shape;4077;p60"/>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8" name="Google Shape;4078;p60"/>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9" name="Google Shape;4079;p60"/>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0" name="Google Shape;4080;p60"/>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1" name="Google Shape;4081;p60"/>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2" name="Google Shape;4082;p60"/>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3" name="Google Shape;4083;p60"/>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4" name="Google Shape;4084;p60"/>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5" name="Google Shape;4085;p60"/>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6" name="Google Shape;4086;p60"/>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7" name="Google Shape;4087;p60"/>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8" name="Google Shape;4088;p60"/>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9" name="Google Shape;4089;p60"/>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0" name="Google Shape;4090;p60"/>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1" name="Google Shape;4091;p60"/>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2" name="Google Shape;4092;p60"/>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3" name="Google Shape;4093;p60"/>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4" name="Google Shape;4094;p60"/>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5" name="Google Shape;4095;p60"/>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6" name="Google Shape;4096;p60"/>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7" name="Google Shape;4097;p60"/>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8" name="Google Shape;4098;p60"/>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9" name="Google Shape;4099;p60"/>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0" name="Google Shape;4100;p60"/>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1" name="Google Shape;4101;p60"/>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2" name="Google Shape;4102;p60"/>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3" name="Google Shape;4103;p60"/>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4" name="Google Shape;4104;p60"/>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5" name="Google Shape;4105;p60"/>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6" name="Google Shape;4106;p60"/>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7" name="Google Shape;4107;p60"/>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8" name="Google Shape;4108;p60"/>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9" name="Google Shape;4109;p60"/>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0" name="Google Shape;4110;p60"/>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1" name="Google Shape;4111;p60"/>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2" name="Google Shape;4112;p60"/>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3" name="Google Shape;4113;p60"/>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4" name="Google Shape;4114;p60"/>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5" name="Google Shape;4115;p60"/>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6" name="Google Shape;4116;p60"/>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7" name="Google Shape;4117;p60"/>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8" name="Google Shape;4118;p60"/>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9" name="Google Shape;4119;p60"/>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0" name="Google Shape;4120;p60"/>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1" name="Google Shape;4121;p60"/>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2" name="Google Shape;4122;p60"/>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3" name="Google Shape;4123;p60"/>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4" name="Google Shape;4124;p60"/>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5" name="Google Shape;4125;p60"/>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6" name="Google Shape;4126;p60"/>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7" name="Google Shape;4127;p60"/>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8" name="Google Shape;4128;p60"/>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9" name="Google Shape;4129;p60"/>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0" name="Google Shape;4130;p60"/>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1" name="Google Shape;4131;p60"/>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2" name="Google Shape;4132;p60"/>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3" name="Google Shape;4133;p60"/>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4" name="Google Shape;4134;p60"/>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5" name="Google Shape;4135;p60"/>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6" name="Google Shape;4136;p60"/>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7" name="Google Shape;4137;p60"/>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8" name="Google Shape;4138;p60"/>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9" name="Google Shape;4139;p60"/>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0" name="Google Shape;4140;p60"/>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1" name="Google Shape;4141;p60"/>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2" name="Google Shape;4142;p60"/>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3" name="Google Shape;4143;p60"/>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4" name="Google Shape;4144;p60"/>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5" name="Google Shape;4145;p60"/>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6" name="Google Shape;4146;p60"/>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7" name="Google Shape;4147;p60"/>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8" name="Google Shape;4148;p60"/>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9" name="Google Shape;4149;p60"/>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0" name="Google Shape;4150;p60"/>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1" name="Google Shape;4151;p60"/>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2" name="Google Shape;4152;p60"/>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3" name="Google Shape;4153;p60"/>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4" name="Google Shape;4154;p60"/>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5" name="Google Shape;4155;p60"/>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6" name="Google Shape;4156;p60"/>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7" name="Google Shape;4157;p60"/>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8" name="Google Shape;4158;p60"/>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9" name="Google Shape;4159;p60"/>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0" name="Google Shape;4160;p60"/>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1" name="Google Shape;4161;p60"/>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2" name="Google Shape;4162;p60"/>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3" name="Google Shape;4163;p60"/>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4" name="Google Shape;4164;p60"/>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5" name="Google Shape;4165;p60"/>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6" name="Google Shape;4166;p60"/>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7" name="Google Shape;4167;p60"/>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8" name="Google Shape;4168;p60"/>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9" name="Google Shape;4169;p60"/>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0" name="Google Shape;4170;p60"/>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1" name="Google Shape;4171;p60"/>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2" name="Google Shape;4172;p60"/>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3" name="Google Shape;4173;p60"/>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4" name="Google Shape;4174;p60"/>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5" name="Google Shape;4175;p60"/>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6" name="Google Shape;4176;p60"/>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7" name="Google Shape;4177;p60"/>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8" name="Google Shape;4178;p60"/>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9" name="Google Shape;4179;p60"/>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0" name="Google Shape;4180;p60"/>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1" name="Google Shape;4181;p60"/>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2" name="Google Shape;4182;p60"/>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3" name="Google Shape;4183;p60"/>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4" name="Google Shape;4184;p60"/>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5" name="Google Shape;4185;p60"/>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6" name="Google Shape;4186;p60"/>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7" name="Google Shape;4187;p60"/>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8" name="Google Shape;4188;p60"/>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9" name="Google Shape;4189;p60"/>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0" name="Google Shape;4190;p60"/>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1" name="Google Shape;4191;p60"/>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2" name="Google Shape;4192;p60"/>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3" name="Google Shape;4193;p60"/>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4" name="Google Shape;4194;p60"/>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5" name="Google Shape;4195;p60"/>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6" name="Google Shape;4196;p60"/>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7" name="Google Shape;4197;p60"/>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8" name="Google Shape;4198;p60"/>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9" name="Google Shape;4199;p60"/>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0" name="Google Shape;4200;p60"/>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1" name="Google Shape;4201;p60"/>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2" name="Google Shape;4202;p60"/>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3" name="Google Shape;4203;p60"/>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4" name="Google Shape;4204;p60"/>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5" name="Google Shape;4205;p60"/>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6" name="Google Shape;4206;p60"/>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7" name="Google Shape;4207;p60"/>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8" name="Google Shape;4208;p60"/>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9" name="Google Shape;4209;p60"/>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0" name="Google Shape;4210;p60"/>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1" name="Google Shape;4211;p60"/>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2" name="Google Shape;4212;p60"/>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3" name="Google Shape;4213;p60"/>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4" name="Google Shape;4214;p60"/>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5" name="Google Shape;4215;p60"/>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6" name="Google Shape;4216;p60"/>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7" name="Google Shape;4217;p60"/>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8" name="Google Shape;4218;p60"/>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9" name="Google Shape;4219;p60"/>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0" name="Google Shape;4220;p60"/>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1" name="Google Shape;4221;p60"/>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2" name="Google Shape;4222;p60"/>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3" name="Google Shape;4223;p60"/>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4" name="Google Shape;4224;p60"/>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5" name="Google Shape;4225;p60"/>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6" name="Google Shape;4226;p60"/>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7" name="Google Shape;4227;p60"/>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8" name="Google Shape;4228;p60"/>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9" name="Google Shape;4229;p60"/>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0" name="Google Shape;4230;p60"/>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1" name="Google Shape;4231;p60"/>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2" name="Google Shape;4232;p60"/>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3" name="Google Shape;4233;p60"/>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4" name="Google Shape;4234;p60"/>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5" name="Google Shape;4235;p60"/>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6" name="Google Shape;4236;p60"/>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7" name="Google Shape;4237;p60"/>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8" name="Google Shape;4238;p60"/>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9" name="Google Shape;4239;p60"/>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0" name="Google Shape;4240;p60"/>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1" name="Google Shape;4241;p60"/>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2" name="Google Shape;4242;p60"/>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3" name="Google Shape;4243;p60"/>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4" name="Google Shape;4244;p60"/>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5" name="Google Shape;4245;p60"/>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6" name="Google Shape;4246;p60"/>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7" name="Google Shape;4247;p60"/>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8" name="Google Shape;4248;p60"/>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9" name="Google Shape;4249;p60"/>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0" name="Google Shape;4250;p60"/>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1" name="Google Shape;4251;p60"/>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2" name="Google Shape;4252;p60"/>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3" name="Google Shape;4253;p60"/>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4" name="Google Shape;4254;p60"/>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5" name="Google Shape;4255;p60"/>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6" name="Google Shape;4256;p60"/>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7" name="Google Shape;4257;p60"/>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8" name="Google Shape;4258;p60"/>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9" name="Google Shape;4259;p60"/>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0" name="Google Shape;4260;p60"/>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1" name="Google Shape;4261;p60"/>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2" name="Google Shape;4262;p60"/>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3" name="Google Shape;4263;p60"/>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4" name="Google Shape;4264;p60"/>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5" name="Google Shape;4265;p60"/>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6" name="Google Shape;4266;p60"/>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7" name="Google Shape;4267;p60"/>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8" name="Google Shape;4268;p60"/>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9" name="Google Shape;4269;p60"/>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0" name="Google Shape;4270;p60"/>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1" name="Google Shape;4271;p60"/>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2" name="Google Shape;4272;p60"/>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3" name="Google Shape;4273;p60"/>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4" name="Google Shape;4274;p60"/>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5" name="Google Shape;4275;p60"/>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6" name="Google Shape;4276;p60"/>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7" name="Google Shape;4277;p60"/>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8" name="Google Shape;4278;p60"/>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9" name="Google Shape;4279;p60"/>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0" name="Google Shape;4280;p60"/>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1" name="Google Shape;4281;p60"/>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2" name="Google Shape;4282;p60"/>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3" name="Google Shape;4283;p60"/>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4" name="Google Shape;4284;p60"/>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5" name="Google Shape;4285;p60"/>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6" name="Google Shape;4286;p60"/>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7" name="Google Shape;4287;p60"/>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8" name="Google Shape;4288;p60"/>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9" name="Google Shape;4289;p60"/>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0" name="Google Shape;4290;p60"/>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1" name="Google Shape;4291;p60"/>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2" name="Google Shape;4292;p60"/>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3" name="Google Shape;4293;p60"/>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4" name="Google Shape;4294;p60"/>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5" name="Google Shape;4295;p60"/>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6" name="Google Shape;4296;p60"/>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7" name="Google Shape;4297;p60"/>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8" name="Google Shape;4298;p60"/>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9" name="Google Shape;4299;p60"/>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0" name="Google Shape;4300;p60"/>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1" name="Google Shape;4301;p60"/>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2" name="Google Shape;4302;p60"/>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3" name="Google Shape;4303;p60"/>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4" name="Google Shape;4304;p60"/>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5" name="Google Shape;4305;p60"/>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6" name="Google Shape;4306;p60"/>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7" name="Google Shape;4307;p60"/>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8" name="Google Shape;4308;p60"/>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9" name="Google Shape;4309;p60"/>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0" name="Google Shape;4310;p60"/>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1" name="Google Shape;4311;p60"/>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2" name="Google Shape;4312;p60"/>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3" name="Google Shape;4313;p60"/>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4" name="Google Shape;4314;p60"/>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5" name="Google Shape;4315;p60"/>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6" name="Google Shape;4316;p60"/>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7" name="Google Shape;4317;p60"/>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8" name="Google Shape;4318;p60"/>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9" name="Google Shape;4319;p60"/>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0" name="Google Shape;4320;p60"/>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1" name="Google Shape;4321;p60"/>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2" name="Google Shape;4322;p60"/>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3" name="Google Shape;4323;p60"/>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4" name="Google Shape;4324;p60"/>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5" name="Google Shape;4325;p60"/>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6" name="Google Shape;4326;p60"/>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7" name="Google Shape;4327;p60"/>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8" name="Google Shape;4328;p60"/>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9" name="Google Shape;4329;p60"/>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0" name="Google Shape;4330;p60"/>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1" name="Google Shape;4331;p60"/>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2" name="Google Shape;4332;p60"/>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3" name="Google Shape;4333;p60"/>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4" name="Google Shape;4334;p60"/>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5" name="Google Shape;4335;p60"/>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6" name="Google Shape;4336;p60"/>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7" name="Google Shape;4337;p60"/>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8" name="Google Shape;4338;p60"/>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9" name="Google Shape;4339;p60"/>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0" name="Google Shape;4340;p60"/>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1" name="Google Shape;4341;p60"/>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2" name="Google Shape;4342;p60"/>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3" name="Google Shape;4343;p60"/>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4" name="Google Shape;4344;p60"/>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5" name="Google Shape;4345;p60"/>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6" name="Google Shape;4346;p60"/>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7" name="Google Shape;4347;p60"/>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8" name="Google Shape;4348;p60"/>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9" name="Google Shape;4349;p60"/>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0" name="Google Shape;4350;p60"/>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1" name="Google Shape;4351;p60"/>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2" name="Google Shape;4352;p60"/>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3" name="Google Shape;4353;p60"/>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4" name="Google Shape;4354;p60"/>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5" name="Google Shape;4355;p60"/>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6" name="Google Shape;4356;p60"/>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7" name="Google Shape;4357;p60"/>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8" name="Google Shape;4358;p60"/>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9" name="Google Shape;4359;p60"/>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0" name="Google Shape;4360;p60"/>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1" name="Google Shape;4361;p60"/>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2" name="Google Shape;4362;p60"/>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3" name="Google Shape;4363;p60"/>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4" name="Google Shape;4364;p60"/>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5" name="Google Shape;4365;p60"/>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6" name="Google Shape;4366;p60"/>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7" name="Google Shape;4367;p60"/>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8" name="Google Shape;4368;p60"/>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9" name="Google Shape;4369;p60"/>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0" name="Google Shape;4370;p60"/>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1" name="Google Shape;4371;p60"/>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2" name="Google Shape;4372;p60"/>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3" name="Google Shape;4373;p60"/>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4" name="Google Shape;4374;p60"/>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5" name="Google Shape;4375;p60"/>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6" name="Google Shape;4376;p60"/>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7" name="Google Shape;4377;p60"/>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8" name="Google Shape;4378;p60"/>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9" name="Google Shape;4379;p60"/>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0" name="Google Shape;4380;p60"/>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1" name="Google Shape;4381;p60"/>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2" name="Google Shape;4382;p60"/>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3" name="Google Shape;4383;p60"/>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4" name="Google Shape;4384;p60"/>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5" name="Google Shape;4385;p60"/>
            <p:cNvSpPr/>
            <p:nvPr/>
          </p:nvSpPr>
          <p:spPr>
            <a:xfrm>
              <a:off x="2821609" y="1933425"/>
              <a:ext cx="0" cy="109"/>
            </a:xfrm>
            <a:custGeom>
              <a:avLst/>
              <a:gdLst/>
              <a:ahLst/>
              <a:cxnLst/>
              <a:rect l="l" t="t" r="r" b="b"/>
              <a:pathLst>
                <a:path w="120000"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6" name="Google Shape;4386;p60"/>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7" name="Google Shape;4387;p60"/>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8" name="Google Shape;4388;p60"/>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9" name="Google Shape;4389;p60"/>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0" name="Google Shape;4390;p60"/>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1" name="Google Shape;4391;p60"/>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2" name="Google Shape;4392;p60"/>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3" name="Google Shape;4393;p60"/>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4" name="Google Shape;4394;p60"/>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5" name="Google Shape;4395;p60"/>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6" name="Google Shape;4396;p60"/>
            <p:cNvSpPr/>
            <p:nvPr/>
          </p:nvSpPr>
          <p:spPr>
            <a:xfrm>
              <a:off x="2821324" y="1935950"/>
              <a:ext cx="0" cy="14"/>
            </a:xfrm>
            <a:custGeom>
              <a:avLst/>
              <a:gdLst/>
              <a:ahLst/>
              <a:cxnLst/>
              <a:rect l="l" t="t" r="r" b="b"/>
              <a:pathLst>
                <a:path w="120000"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7" name="Google Shape;4397;p60"/>
            <p:cNvSpPr/>
            <p:nvPr/>
          </p:nvSpPr>
          <p:spPr>
            <a:xfrm>
              <a:off x="2821609" y="1934945"/>
              <a:ext cx="0" cy="68"/>
            </a:xfrm>
            <a:custGeom>
              <a:avLst/>
              <a:gdLst/>
              <a:ahLst/>
              <a:cxnLst/>
              <a:rect l="l" t="t" r="r" b="b"/>
              <a:pathLst>
                <a:path w="120000"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8" name="Google Shape;4398;p60"/>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9" name="Google Shape;4399;p60"/>
            <p:cNvSpPr/>
            <p:nvPr/>
          </p:nvSpPr>
          <p:spPr>
            <a:xfrm>
              <a:off x="2821039" y="1936330"/>
              <a:ext cx="0" cy="54"/>
            </a:xfrm>
            <a:custGeom>
              <a:avLst/>
              <a:gdLst/>
              <a:ahLst/>
              <a:cxnLst/>
              <a:rect l="l" t="t" r="r" b="b"/>
              <a:pathLst>
                <a:path w="120000"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0" name="Google Shape;4400;p60"/>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1" name="Google Shape;4401;p60"/>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2" name="Google Shape;4402;p60"/>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3" name="Google Shape;4403;p60"/>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4" name="Google Shape;4404;p60"/>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5" name="Google Shape;4405;p60"/>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6" name="Google Shape;4406;p60"/>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7" name="Google Shape;4407;p60"/>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8" name="Google Shape;4408;p60"/>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9" name="Google Shape;4409;p60"/>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0" name="Google Shape;4410;p60"/>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1" name="Google Shape;4411;p60"/>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2" name="Google Shape;4412;p60"/>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3" name="Google Shape;4413;p60"/>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4" name="Google Shape;4414;p60"/>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5" name="Google Shape;4415;p60"/>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6" name="Google Shape;4416;p60"/>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7" name="Google Shape;4417;p60"/>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8" name="Google Shape;4418;p60"/>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9" name="Google Shape;4419;p60"/>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0" name="Google Shape;4420;p60"/>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1" name="Google Shape;4421;p60"/>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2" name="Google Shape;4422;p60"/>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3" name="Google Shape;4423;p60"/>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4" name="Google Shape;4424;p60"/>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5" name="Google Shape;4425;p60"/>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6" name="Google Shape;4426;p60"/>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7" name="Google Shape;4427;p60"/>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8" name="Google Shape;4428;p60"/>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9" name="Google Shape;4429;p60"/>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0" name="Google Shape;4430;p60"/>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1" name="Google Shape;4431;p60"/>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2" name="Google Shape;4432;p60"/>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3" name="Google Shape;4433;p60"/>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4" name="Google Shape;4434;p60"/>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5" name="Google Shape;4435;p60"/>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6" name="Google Shape;4436;p60"/>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7" name="Google Shape;4437;p60"/>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8" name="Google Shape;4438;p60"/>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9" name="Google Shape;4439;p60"/>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0" name="Google Shape;4440;p60"/>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1" name="Google Shape;4441;p60"/>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2" name="Google Shape;4442;p60"/>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3" name="Google Shape;4443;p60"/>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4" name="Google Shape;4444;p60"/>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5" name="Google Shape;4445;p60"/>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6" name="Google Shape;4446;p60"/>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7" name="Google Shape;4447;p60"/>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8" name="Google Shape;4448;p60"/>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9" name="Google Shape;4449;p60"/>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0" name="Google Shape;4450;p60"/>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1" name="Google Shape;4451;p60"/>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2" name="Google Shape;4452;p60"/>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3" name="Google Shape;4453;p60"/>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4" name="Google Shape;4454;p60"/>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5" name="Google Shape;4455;p60"/>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6" name="Google Shape;4456;p60"/>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7" name="Google Shape;4457;p60"/>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8" name="Google Shape;4458;p60"/>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9" name="Google Shape;4459;p60"/>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0" name="Google Shape;4460;p60"/>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1" name="Google Shape;4461;p60"/>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2" name="Google Shape;4462;p60"/>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3" name="Google Shape;4463;p60"/>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4" name="Google Shape;4464;p60"/>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5" name="Google Shape;4465;p60"/>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6" name="Google Shape;4466;p60"/>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7" name="Google Shape;4467;p60"/>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8" name="Google Shape;4468;p60"/>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9" name="Google Shape;4469;p60"/>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0" name="Google Shape;4470;p60"/>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1" name="Google Shape;4471;p60"/>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2" name="Google Shape;4472;p60"/>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3" name="Google Shape;4473;p60"/>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4" name="Google Shape;4474;p60"/>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5" name="Google Shape;4475;p60"/>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6" name="Google Shape;4476;p60"/>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7" name="Google Shape;4477;p60"/>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8" name="Google Shape;4478;p60"/>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9" name="Google Shape;4479;p60"/>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0" name="Google Shape;4480;p60"/>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1" name="Google Shape;4481;p60"/>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2" name="Google Shape;4482;p60"/>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3" name="Google Shape;4483;p60"/>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4" name="Google Shape;4484;p60"/>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5" name="Google Shape;4485;p60"/>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6" name="Google Shape;4486;p60"/>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7" name="Google Shape;4487;p60"/>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8" name="Google Shape;4488;p60"/>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9" name="Google Shape;4489;p60"/>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0" name="Google Shape;4490;p60"/>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1" name="Google Shape;4491;p60"/>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2" name="Google Shape;4492;p60"/>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3" name="Google Shape;4493;p60"/>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4" name="Google Shape;4494;p60"/>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5" name="Google Shape;4495;p60"/>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6" name="Google Shape;4496;p60"/>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7" name="Google Shape;4497;p60"/>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8" name="Google Shape;4498;p60"/>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9" name="Google Shape;4499;p60"/>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0" name="Google Shape;4500;p60"/>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1" name="Google Shape;4501;p60"/>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2" name="Google Shape;4502;p60"/>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3" name="Google Shape;4503;p60"/>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4" name="Google Shape;4504;p60"/>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5" name="Google Shape;4505;p60"/>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6" name="Google Shape;4506;p60"/>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7" name="Google Shape;4507;p60"/>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8" name="Google Shape;4508;p60"/>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9" name="Google Shape;4509;p60"/>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0" name="Google Shape;4510;p60"/>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1" name="Google Shape;4511;p60"/>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2" name="Google Shape;4512;p60"/>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3" name="Google Shape;4513;p60"/>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4" name="Google Shape;4514;p60"/>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5" name="Google Shape;4515;p60"/>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6" name="Google Shape;4516;p60"/>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7" name="Google Shape;4517;p60"/>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8" name="Google Shape;4518;p60"/>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9" name="Google Shape;4519;p60"/>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0" name="Google Shape;4520;p60"/>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1" name="Google Shape;4521;p60"/>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2" name="Google Shape;4522;p60"/>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3" name="Google Shape;4523;p60"/>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4" name="Google Shape;4524;p60"/>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5" name="Google Shape;4525;p60"/>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6" name="Google Shape;4526;p60"/>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7" name="Google Shape;4527;p60"/>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8" name="Google Shape;4528;p60"/>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9" name="Google Shape;4529;p60"/>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0" name="Google Shape;4530;p60"/>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1" name="Google Shape;4531;p60"/>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2" name="Google Shape;4532;p60"/>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3" name="Google Shape;4533;p60"/>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4" name="Google Shape;4534;p60"/>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5" name="Google Shape;4535;p60"/>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6" name="Google Shape;4536;p60"/>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7" name="Google Shape;4537;p60"/>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8" name="Google Shape;4538;p60"/>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9" name="Google Shape;4539;p60"/>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0" name="Google Shape;4540;p60"/>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1" name="Google Shape;4541;p60"/>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2" name="Google Shape;4542;p60"/>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3" name="Google Shape;4543;p60"/>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4" name="Google Shape;4544;p60"/>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5" name="Google Shape;4545;p60"/>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6" name="Google Shape;4546;p60"/>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7" name="Google Shape;4547;p60"/>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8" name="Google Shape;4548;p60"/>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9" name="Google Shape;4549;p60"/>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0" name="Google Shape;4550;p60"/>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1" name="Google Shape;4551;p60"/>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2" name="Google Shape;4552;p60"/>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3" name="Google Shape;4553;p60"/>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4" name="Google Shape;4554;p60"/>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5" name="Google Shape;4555;p60"/>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6" name="Google Shape;4556;p60"/>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7" name="Google Shape;4557;p60"/>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8" name="Google Shape;4558;p60"/>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9" name="Google Shape;4559;p60"/>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0" name="Google Shape;4560;p60"/>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1" name="Google Shape;4561;p60"/>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2" name="Google Shape;4562;p60"/>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3" name="Google Shape;4563;p60"/>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4" name="Google Shape;4564;p60"/>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5" name="Google Shape;4565;p60"/>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6" name="Google Shape;4566;p60"/>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7" name="Google Shape;4567;p60"/>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8" name="Google Shape;4568;p60"/>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9" name="Google Shape;4569;p60"/>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0" name="Google Shape;4570;p60"/>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1" name="Google Shape;4571;p60"/>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2" name="Google Shape;4572;p60"/>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3" name="Google Shape;4573;p60"/>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4" name="Google Shape;4574;p60"/>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5" name="Google Shape;4575;p60"/>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6" name="Google Shape;4576;p60"/>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7" name="Google Shape;4577;p60"/>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8" name="Google Shape;4578;p60"/>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9" name="Google Shape;4579;p60"/>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0" name="Google Shape;4580;p60"/>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1" name="Google Shape;4581;p60"/>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2" name="Google Shape;4582;p60"/>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3" name="Google Shape;4583;p60"/>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4" name="Google Shape;4584;p60"/>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5" name="Google Shape;4585;p60"/>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6" name="Google Shape;4586;p60"/>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7" name="Google Shape;4587;p60"/>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8" name="Google Shape;4588;p60"/>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9" name="Google Shape;4589;p60"/>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0" name="Google Shape;4590;p60"/>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1" name="Google Shape;4591;p60"/>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2" name="Google Shape;4592;p60"/>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3" name="Google Shape;4593;p60"/>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4" name="Google Shape;4594;p60"/>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5" name="Google Shape;4595;p60"/>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6" name="Google Shape;4596;p60"/>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7" name="Google Shape;4597;p60"/>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8" name="Google Shape;4598;p60"/>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9" name="Google Shape;4599;p60"/>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0" name="Google Shape;4600;p60"/>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1" name="Google Shape;4601;p60"/>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2" name="Google Shape;4602;p60"/>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3" name="Google Shape;4603;p60"/>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4" name="Google Shape;4604;p60"/>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5" name="Google Shape;4605;p60"/>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6" name="Google Shape;4606;p60"/>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7" name="Google Shape;4607;p60"/>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8" name="Google Shape;4608;p60"/>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9" name="Google Shape;4609;p60"/>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0" name="Google Shape;4610;p60"/>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1" name="Google Shape;4611;p60"/>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2" name="Google Shape;4612;p60"/>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3" name="Google Shape;4613;p60"/>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4" name="Google Shape;4614;p60"/>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5" name="Google Shape;4615;p60"/>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6" name="Google Shape;4616;p60"/>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7" name="Google Shape;4617;p60"/>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8" name="Google Shape;4618;p60"/>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9" name="Google Shape;4619;p60"/>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0" name="Google Shape;4620;p60"/>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1" name="Google Shape;4621;p60"/>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2" name="Google Shape;4622;p60"/>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3" name="Google Shape;4623;p60"/>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4" name="Google Shape;4624;p60"/>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5" name="Google Shape;4625;p60"/>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6" name="Google Shape;4626;p60"/>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7" name="Google Shape;4627;p60"/>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8" name="Google Shape;4628;p60"/>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9" name="Google Shape;4629;p60"/>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0" name="Google Shape;4630;p60"/>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1" name="Google Shape;4631;p60"/>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2" name="Google Shape;4632;p60"/>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3" name="Google Shape;4633;p60"/>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4" name="Google Shape;4634;p60"/>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5" name="Google Shape;4635;p60"/>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6" name="Google Shape;4636;p60"/>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7" name="Google Shape;4637;p60"/>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8" name="Google Shape;4638;p60"/>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9" name="Google Shape;4639;p60"/>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0" name="Google Shape;4640;p60"/>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1" name="Google Shape;4641;p60"/>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2" name="Google Shape;4642;p60"/>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3" name="Google Shape;4643;p60"/>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4" name="Google Shape;4644;p60"/>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5" name="Google Shape;4645;p60"/>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6" name="Google Shape;4646;p60"/>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7" name="Google Shape;4647;p60"/>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8" name="Google Shape;4648;p60"/>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9" name="Google Shape;4649;p60"/>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0" name="Google Shape;4650;p60"/>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1" name="Google Shape;4651;p60"/>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2" name="Google Shape;4652;p60"/>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3" name="Google Shape;4653;p60"/>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4" name="Google Shape;4654;p60"/>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5" name="Google Shape;4655;p60"/>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6" name="Google Shape;4656;p60"/>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7" name="Google Shape;4657;p60"/>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8" name="Google Shape;4658;p60"/>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9" name="Google Shape;4659;p60"/>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0" name="Google Shape;4660;p60"/>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1" name="Google Shape;4661;p60"/>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2" name="Google Shape;4662;p60"/>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3" name="Google Shape;4663;p60"/>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4" name="Google Shape;4664;p60"/>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5" name="Google Shape;4665;p60"/>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6" name="Google Shape;4666;p60"/>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7" name="Google Shape;4667;p60"/>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8" name="Google Shape;4668;p60"/>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9" name="Google Shape;4669;p60"/>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0" name="Google Shape;4670;p60"/>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1" name="Google Shape;4671;p60"/>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2" name="Google Shape;4672;p60"/>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3" name="Google Shape;4673;p60"/>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4" name="Google Shape;4674;p60"/>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5" name="Google Shape;4675;p60"/>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6" name="Google Shape;4676;p60"/>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7" name="Google Shape;4677;p60"/>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8" name="Google Shape;4678;p60"/>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9" name="Google Shape;4679;p60"/>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0" name="Google Shape;4680;p60"/>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1" name="Google Shape;4681;p60"/>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2" name="Google Shape;4682;p60"/>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3" name="Google Shape;4683;p60"/>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4" name="Google Shape;4684;p60"/>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5" name="Google Shape;4685;p60"/>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6" name="Google Shape;4686;p60"/>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7" name="Google Shape;4687;p60"/>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8" name="Google Shape;4688;p60"/>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9" name="Google Shape;4689;p60"/>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0" name="Google Shape;4690;p60"/>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1" name="Google Shape;4691;p60"/>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2" name="Google Shape;4692;p60"/>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3" name="Google Shape;4693;p60"/>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4" name="Google Shape;4694;p60"/>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5" name="Google Shape;4695;p60"/>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6" name="Google Shape;4696;p60"/>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7" name="Google Shape;4697;p60"/>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8" name="Google Shape;4698;p60"/>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9" name="Google Shape;4699;p60"/>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0" name="Google Shape;4700;p60"/>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1" name="Google Shape;4701;p60"/>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2" name="Google Shape;4702;p60"/>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3" name="Google Shape;4703;p60"/>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4" name="Google Shape;4704;p60"/>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5" name="Google Shape;4705;p60"/>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6" name="Google Shape;4706;p60"/>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7" name="Google Shape;4707;p60"/>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8" name="Google Shape;4708;p60"/>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9" name="Google Shape;4709;p60"/>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0" name="Google Shape;4710;p60"/>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1" name="Google Shape;4711;p60"/>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2" name="Google Shape;4712;p60"/>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3" name="Google Shape;4713;p60"/>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4" name="Google Shape;4714;p60"/>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5" name="Google Shape;4715;p60"/>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6" name="Google Shape;4716;p60"/>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7" name="Google Shape;4717;p60"/>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8" name="Google Shape;4718;p60"/>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9" name="Google Shape;4719;p60"/>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0" name="Google Shape;4720;p60"/>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1" name="Google Shape;4721;p60"/>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2" name="Google Shape;4722;p60"/>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3" name="Google Shape;4723;p60"/>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4" name="Google Shape;4724;p60"/>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5" name="Google Shape;4725;p60"/>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6" name="Google Shape;4726;p60"/>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7" name="Google Shape;4727;p60"/>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8" name="Google Shape;4728;p60"/>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9" name="Google Shape;4729;p60"/>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0" name="Google Shape;4730;p60"/>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1" name="Google Shape;4731;p60"/>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2" name="Google Shape;4732;p60"/>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3" name="Google Shape;4733;p60"/>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4" name="Google Shape;4734;p60"/>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5" name="Google Shape;4735;p60"/>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6" name="Google Shape;4736;p60"/>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7" name="Google Shape;4737;p60"/>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8" name="Google Shape;4738;p60"/>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9" name="Google Shape;4739;p60"/>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0" name="Google Shape;4740;p60"/>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1" name="Google Shape;4741;p60"/>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2" name="Google Shape;4742;p60"/>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3" name="Google Shape;4743;p60"/>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4" name="Google Shape;4744;p60"/>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5" name="Google Shape;4745;p60"/>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6" name="Google Shape;4746;p60"/>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7" name="Google Shape;4747;p60"/>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8" name="Google Shape;4748;p60"/>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9" name="Google Shape;4749;p60"/>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0" name="Google Shape;4750;p60"/>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1" name="Google Shape;4751;p60"/>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2" name="Google Shape;4752;p60"/>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3" name="Google Shape;4753;p60"/>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4" name="Google Shape;4754;p60"/>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5" name="Google Shape;4755;p60"/>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6" name="Google Shape;4756;p60"/>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7" name="Google Shape;4757;p60"/>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8" name="Google Shape;4758;p60"/>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9" name="Google Shape;4759;p60"/>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0" name="Google Shape;4760;p60"/>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1" name="Google Shape;4761;p60"/>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2" name="Google Shape;4762;p60"/>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3" name="Google Shape;4763;p60"/>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4" name="Google Shape;4764;p60"/>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5" name="Google Shape;4765;p60"/>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6" name="Google Shape;4766;p60"/>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7" name="Google Shape;4767;p60"/>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8" name="Google Shape;4768;p60"/>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9" name="Google Shape;4769;p60"/>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0" name="Google Shape;4770;p60"/>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1" name="Google Shape;4771;p60"/>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2" name="Google Shape;4772;p60"/>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3" name="Google Shape;4773;p60"/>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4" name="Google Shape;4774;p60"/>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5" name="Google Shape;4775;p60"/>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6" name="Google Shape;4776;p60"/>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7" name="Google Shape;4777;p60"/>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8" name="Google Shape;4778;p60"/>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9" name="Google Shape;4779;p60"/>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0" name="Google Shape;4780;p60"/>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1" name="Google Shape;4781;p60"/>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2" name="Google Shape;4782;p60"/>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3" name="Google Shape;4783;p60"/>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4" name="Google Shape;4784;p60"/>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5" name="Google Shape;4785;p60"/>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6" name="Google Shape;4786;p60"/>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7" name="Google Shape;4787;p60"/>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8" name="Google Shape;4788;p60"/>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9" name="Google Shape;4789;p60"/>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0" name="Google Shape;4790;p60"/>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1" name="Google Shape;4791;p60"/>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2" name="Google Shape;4792;p60"/>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3" name="Google Shape;4793;p60"/>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4" name="Google Shape;4794;p60"/>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5" name="Google Shape;4795;p60"/>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6" name="Google Shape;4796;p60"/>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7" name="Google Shape;4797;p60"/>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8" name="Google Shape;4798;p60"/>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9" name="Google Shape;4799;p60"/>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0" name="Google Shape;4800;p60"/>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1" name="Google Shape;4801;p60"/>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2" name="Google Shape;4802;p60"/>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3" name="Google Shape;4803;p60"/>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4" name="Google Shape;4804;p60"/>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5" name="Google Shape;4805;p60"/>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6" name="Google Shape;4806;p60"/>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7" name="Google Shape;4807;p60"/>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8" name="Google Shape;4808;p60"/>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9" name="Google Shape;4809;p60"/>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0" name="Google Shape;4810;p60"/>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1" name="Google Shape;4811;p60"/>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2" name="Google Shape;4812;p60"/>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3" name="Google Shape;4813;p60"/>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4" name="Google Shape;4814;p60"/>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5" name="Google Shape;4815;p60"/>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6" name="Google Shape;4816;p60"/>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7" name="Google Shape;4817;p60"/>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8" name="Google Shape;4818;p60"/>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9" name="Google Shape;4819;p60"/>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0" name="Google Shape;4820;p60"/>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1" name="Google Shape;4821;p60"/>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2" name="Google Shape;4822;p60"/>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3" name="Google Shape;4823;p60"/>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4" name="Google Shape;4824;p60"/>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5" name="Google Shape;4825;p60"/>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6" name="Google Shape;4826;p60"/>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7" name="Google Shape;4827;p60"/>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8" name="Google Shape;4828;p60"/>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9" name="Google Shape;4829;p60"/>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0" name="Google Shape;4830;p60"/>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1" name="Google Shape;4831;p60"/>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2" name="Google Shape;4832;p60"/>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3" name="Google Shape;4833;p60"/>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4" name="Google Shape;4834;p60"/>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5" name="Google Shape;4835;p60"/>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6" name="Google Shape;4836;p60"/>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7" name="Google Shape;4837;p60"/>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8" name="Google Shape;4838;p60"/>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9" name="Google Shape;4839;p60"/>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0" name="Google Shape;4840;p60"/>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1" name="Google Shape;4841;p60"/>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2" name="Google Shape;4842;p60"/>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3" name="Google Shape;4843;p60"/>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4" name="Google Shape;4844;p60"/>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5" name="Google Shape;4845;p60"/>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6" name="Google Shape;4846;p60"/>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7" name="Google Shape;4847;p60"/>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8" name="Google Shape;4848;p60"/>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9" name="Google Shape;4849;p60"/>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0" name="Google Shape;4850;p60"/>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1" name="Google Shape;4851;p60"/>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2" name="Google Shape;4852;p60"/>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3" name="Google Shape;4853;p60"/>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4" name="Google Shape;4854;p60"/>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5" name="Google Shape;4855;p60"/>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6" name="Google Shape;4856;p60"/>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7" name="Google Shape;4857;p60"/>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8" name="Google Shape;4858;p60"/>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9" name="Google Shape;4859;p60"/>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0" name="Google Shape;4860;p60"/>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1" name="Google Shape;4861;p60"/>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2" name="Google Shape;4862;p60"/>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3" name="Google Shape;4863;p60"/>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4" name="Google Shape;4864;p60"/>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5" name="Google Shape;4865;p60"/>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6" name="Google Shape;4866;p60"/>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7" name="Google Shape;4867;p60"/>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8" name="Google Shape;4868;p60"/>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9" name="Google Shape;4869;p60"/>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0" name="Google Shape;4870;p60"/>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1" name="Google Shape;4871;p60"/>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2" name="Google Shape;4872;p60"/>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3" name="Google Shape;4873;p60"/>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4" name="Google Shape;4874;p60"/>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5" name="Google Shape;4875;p60"/>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6" name="Google Shape;4876;p60"/>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7" name="Google Shape;4877;p60"/>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8" name="Google Shape;4878;p60"/>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9" name="Google Shape;4879;p60"/>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0" name="Google Shape;4880;p60"/>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1" name="Google Shape;4881;p60"/>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2" name="Google Shape;4882;p60"/>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3" name="Google Shape;4883;p60"/>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4" name="Google Shape;4884;p60"/>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5" name="Google Shape;4885;p60"/>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6" name="Google Shape;4886;p60"/>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7" name="Google Shape;4887;p60"/>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8" name="Google Shape;4888;p60"/>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9" name="Google Shape;4889;p60"/>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0" name="Google Shape;4890;p60"/>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1" name="Google Shape;4891;p60"/>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2" name="Google Shape;4892;p60"/>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3" name="Google Shape;4893;p60"/>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4" name="Google Shape;4894;p60"/>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5" name="Google Shape;4895;p60"/>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6" name="Google Shape;4896;p60"/>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7" name="Google Shape;4897;p60"/>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8" name="Google Shape;4898;p60"/>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9" name="Google Shape;4899;p60"/>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0" name="Google Shape;4900;p60"/>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1" name="Google Shape;4901;p60"/>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2" name="Google Shape;4902;p60"/>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3" name="Google Shape;4903;p60"/>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4" name="Google Shape;4904;p60"/>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5" name="Google Shape;4905;p60"/>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6" name="Google Shape;4906;p60"/>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7" name="Google Shape;4907;p60"/>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8" name="Google Shape;4908;p60"/>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9" name="Google Shape;4909;p60"/>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0" name="Google Shape;4910;p60"/>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1" name="Google Shape;4911;p60"/>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2" name="Google Shape;4912;p60"/>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3" name="Google Shape;4913;p60"/>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4" name="Google Shape;4914;p60"/>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5" name="Google Shape;4915;p60"/>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6" name="Google Shape;4916;p60"/>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7" name="Google Shape;4917;p60"/>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8" name="Google Shape;4918;p60"/>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9" name="Google Shape;4919;p60"/>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0" name="Google Shape;4920;p60"/>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1" name="Google Shape;4921;p60"/>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2" name="Google Shape;4922;p60"/>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3" name="Google Shape;4923;p60"/>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4" name="Google Shape;4924;p60"/>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5" name="Google Shape;4925;p60"/>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6" name="Google Shape;4926;p60"/>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7" name="Google Shape;4927;p60"/>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8" name="Google Shape;4928;p60"/>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9" name="Google Shape;4929;p60"/>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0" name="Google Shape;4930;p60"/>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1" name="Google Shape;4931;p60"/>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2" name="Google Shape;4932;p60"/>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3" name="Google Shape;4933;p60"/>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4" name="Google Shape;4934;p60"/>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5" name="Google Shape;4935;p60"/>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6" name="Google Shape;4936;p60"/>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7" name="Google Shape;4937;p60"/>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8" name="Google Shape;4938;p60"/>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9" name="Google Shape;4939;p60"/>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0" name="Google Shape;4940;p60"/>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1" name="Google Shape;4941;p60"/>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2" name="Google Shape;4942;p60"/>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3" name="Google Shape;4943;p60"/>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4" name="Google Shape;4944;p60"/>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5" name="Google Shape;4945;p60"/>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6" name="Google Shape;4946;p60"/>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7" name="Google Shape;4947;p60"/>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8" name="Google Shape;4948;p60"/>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9" name="Google Shape;4949;p60"/>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0" name="Google Shape;4950;p60"/>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1" name="Google Shape;4951;p60"/>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2" name="Google Shape;4952;p60"/>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3" name="Google Shape;4953;p60"/>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4" name="Google Shape;4954;p60"/>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5" name="Google Shape;4955;p60"/>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6" name="Google Shape;4956;p60"/>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7" name="Google Shape;4957;p60"/>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8" name="Google Shape;4958;p60"/>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9" name="Google Shape;4959;p60"/>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0" name="Google Shape;4960;p60"/>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1" name="Google Shape;4961;p60"/>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2" name="Google Shape;4962;p60"/>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3" name="Google Shape;4963;p60"/>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4" name="Google Shape;4964;p60"/>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5" name="Google Shape;4965;p60"/>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6" name="Google Shape;4966;p60"/>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7" name="Google Shape;4967;p60"/>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8" name="Google Shape;4968;p60"/>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9" name="Google Shape;4969;p60"/>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0" name="Google Shape;4970;p60"/>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1" name="Google Shape;4971;p60"/>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2" name="Google Shape;4972;p60"/>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3" name="Google Shape;4973;p60"/>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4" name="Google Shape;4974;p60"/>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5" name="Google Shape;4975;p60"/>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6" name="Google Shape;4976;p60"/>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7" name="Google Shape;4977;p60"/>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8" name="Google Shape;4978;p60"/>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9" name="Google Shape;4979;p60"/>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0" name="Google Shape;4980;p60"/>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1" name="Google Shape;4981;p60"/>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2" name="Google Shape;4982;p60"/>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3" name="Google Shape;4983;p60"/>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4" name="Google Shape;4984;p60"/>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5" name="Google Shape;4985;p60"/>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6" name="Google Shape;4986;p60"/>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7" name="Google Shape;4987;p60"/>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8" name="Google Shape;4988;p60"/>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9" name="Google Shape;4989;p60"/>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0" name="Google Shape;4990;p60"/>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1" name="Google Shape;4991;p60"/>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2" name="Google Shape;4992;p60"/>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3" name="Google Shape;4993;p60"/>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4" name="Google Shape;4994;p60"/>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5" name="Google Shape;4995;p60"/>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6" name="Google Shape;4996;p60"/>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7" name="Google Shape;4997;p60"/>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8" name="Google Shape;4998;p60"/>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9" name="Google Shape;4999;p60"/>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0" name="Google Shape;5000;p60"/>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1" name="Google Shape;5001;p60"/>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2" name="Google Shape;5002;p60"/>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3" name="Google Shape;5003;p60"/>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4" name="Google Shape;5004;p60"/>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5" name="Google Shape;5005;p60"/>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6" name="Google Shape;5006;p60"/>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7" name="Google Shape;5007;p60"/>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8" name="Google Shape;5008;p60"/>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9" name="Google Shape;5009;p60"/>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0" name="Google Shape;5010;p60"/>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1" name="Google Shape;5011;p60"/>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2" name="Google Shape;5012;p60"/>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3" name="Google Shape;5013;p60"/>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4" name="Google Shape;5014;p60"/>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5" name="Google Shape;5015;p60"/>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6" name="Google Shape;5016;p60"/>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7" name="Google Shape;5017;p60"/>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8" name="Google Shape;5018;p60"/>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9" name="Google Shape;5019;p60"/>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0" name="Google Shape;5020;p60"/>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1" name="Google Shape;5021;p60"/>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2" name="Google Shape;5022;p60"/>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3" name="Google Shape;5023;p60"/>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4" name="Google Shape;5024;p60"/>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5" name="Google Shape;5025;p60"/>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6" name="Google Shape;5026;p60"/>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7" name="Google Shape;5027;p60"/>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8" name="Google Shape;5028;p60"/>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9" name="Google Shape;5029;p60"/>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0" name="Google Shape;5030;p60"/>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1" name="Google Shape;5031;p60"/>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2" name="Google Shape;5032;p60"/>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3" name="Google Shape;5033;p60"/>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4" name="Google Shape;5034;p60"/>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5" name="Google Shape;5035;p60"/>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6" name="Google Shape;5036;p60"/>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7" name="Google Shape;5037;p60"/>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8" name="Google Shape;5038;p60"/>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9" name="Google Shape;5039;p60"/>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0" name="Google Shape;5040;p60"/>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1" name="Google Shape;5041;p60"/>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2" name="Google Shape;5042;p60"/>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3" name="Google Shape;5043;p60"/>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4" name="Google Shape;5044;p60"/>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5" name="Google Shape;5045;p60"/>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6" name="Google Shape;5046;p60"/>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7" name="Google Shape;5047;p60"/>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8" name="Google Shape;5048;p60"/>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9" name="Google Shape;5049;p60"/>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0" name="Google Shape;5050;p60"/>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1" name="Google Shape;5051;p60"/>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2" name="Google Shape;5052;p60"/>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3" name="Google Shape;5053;p60"/>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4" name="Google Shape;5054;p60"/>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5" name="Google Shape;5055;p60"/>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6" name="Google Shape;5056;p60"/>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7" name="Google Shape;5057;p60"/>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8" name="Google Shape;5058;p60"/>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9" name="Google Shape;5059;p60"/>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0" name="Google Shape;5060;p60"/>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1" name="Google Shape;5061;p60"/>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2" name="Google Shape;5062;p60"/>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3" name="Google Shape;5063;p60"/>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4" name="Google Shape;5064;p60"/>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5" name="Google Shape;5065;p60"/>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6" name="Google Shape;5066;p60"/>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7" name="Google Shape;5067;p60"/>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8" name="Google Shape;5068;p60"/>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9" name="Google Shape;5069;p60"/>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0" name="Google Shape;5070;p60"/>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1" name="Google Shape;5071;p60"/>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2" name="Google Shape;5072;p60"/>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3" name="Google Shape;5073;p60"/>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4" name="Google Shape;5074;p60"/>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5" name="Google Shape;5075;p60"/>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6" name="Google Shape;5076;p60"/>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7" name="Google Shape;5077;p60"/>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8" name="Google Shape;5078;p60"/>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9" name="Google Shape;5079;p60"/>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0" name="Google Shape;5080;p60"/>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1" name="Google Shape;5081;p60"/>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2" name="Google Shape;5082;p60"/>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3" name="Google Shape;5083;p60"/>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4" name="Google Shape;5084;p60"/>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5" name="Google Shape;5085;p60"/>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6" name="Google Shape;5086;p60"/>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7" name="Google Shape;5087;p60"/>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8" name="Google Shape;5088;p60"/>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9" name="Google Shape;5089;p60"/>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0" name="Google Shape;5090;p60"/>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1" name="Google Shape;5091;p60"/>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2" name="Google Shape;5092;p60"/>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3" name="Google Shape;5093;p60"/>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4" name="Google Shape;5094;p60"/>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5" name="Google Shape;5095;p60"/>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6" name="Google Shape;5096;p60"/>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7" name="Google Shape;5097;p60"/>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8" name="Google Shape;5098;p60"/>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9" name="Google Shape;5099;p60"/>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0" name="Google Shape;5100;p60"/>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1" name="Google Shape;5101;p60"/>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2" name="Google Shape;5102;p60"/>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3" name="Google Shape;5103;p60"/>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4" name="Google Shape;5104;p60"/>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5" name="Google Shape;5105;p60"/>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6" name="Google Shape;5106;p60"/>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7" name="Google Shape;5107;p60"/>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8" name="Google Shape;5108;p60"/>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9" name="Google Shape;5109;p60"/>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0" name="Google Shape;5110;p60"/>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1" name="Google Shape;5111;p60"/>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2" name="Google Shape;5112;p60"/>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3" name="Google Shape;5113;p60"/>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4" name="Google Shape;5114;p60"/>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5" name="Google Shape;5115;p60"/>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6" name="Google Shape;5116;p60"/>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7" name="Google Shape;5117;p60"/>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8" name="Google Shape;5118;p60"/>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9" name="Google Shape;5119;p60"/>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0" name="Google Shape;5120;p60"/>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1" name="Google Shape;5121;p60"/>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2" name="Google Shape;5122;p60"/>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3" name="Google Shape;5123;p60"/>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4" name="Google Shape;5124;p60"/>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5" name="Google Shape;5125;p60"/>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6" name="Google Shape;5126;p60"/>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7" name="Google Shape;5127;p60"/>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8" name="Google Shape;5128;p60"/>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9" name="Google Shape;5129;p60"/>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0" name="Google Shape;5130;p60"/>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1" name="Google Shape;5131;p60"/>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2" name="Google Shape;5132;p60"/>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3" name="Google Shape;5133;p60"/>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4" name="Google Shape;5134;p60"/>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5" name="Google Shape;5135;p60"/>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6" name="Google Shape;5136;p60"/>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7" name="Google Shape;5137;p60"/>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8" name="Google Shape;5138;p60"/>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9" name="Google Shape;5139;p60"/>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0" name="Google Shape;5140;p60"/>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1" name="Google Shape;5141;p60"/>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2" name="Google Shape;5142;p60"/>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3" name="Google Shape;5143;p60"/>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4" name="Google Shape;5144;p60"/>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5" name="Google Shape;5145;p60"/>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6" name="Google Shape;5146;p60"/>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7" name="Google Shape;5147;p60"/>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8" name="Google Shape;5148;p60"/>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9" name="Google Shape;5149;p60"/>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0" name="Google Shape;5150;p60"/>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1" name="Google Shape;5151;p60"/>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2" name="Google Shape;5152;p60"/>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3" name="Google Shape;5153;p60"/>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4" name="Google Shape;5154;p60"/>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5" name="Google Shape;5155;p60"/>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6" name="Google Shape;5156;p60"/>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7" name="Google Shape;5157;p60"/>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8" name="Google Shape;5158;p60"/>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9" name="Google Shape;5159;p60"/>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0" name="Google Shape;5160;p60"/>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1" name="Google Shape;5161;p60"/>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2" name="Google Shape;5162;p60"/>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3" name="Google Shape;5163;p60"/>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4" name="Google Shape;5164;p60"/>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5" name="Google Shape;5165;p60"/>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6" name="Google Shape;5166;p60"/>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7" name="Google Shape;5167;p60"/>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8" name="Google Shape;5168;p60"/>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9" name="Google Shape;5169;p60"/>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0" name="Google Shape;5170;p60"/>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1" name="Google Shape;5171;p60"/>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2" name="Google Shape;5172;p60"/>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3" name="Google Shape;5173;p60"/>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4" name="Google Shape;5174;p60"/>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5" name="Google Shape;5175;p60"/>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6" name="Google Shape;5176;p60"/>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7" name="Google Shape;5177;p60"/>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8" name="Google Shape;5178;p60"/>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9" name="Google Shape;5179;p60"/>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0" name="Google Shape;5180;p60"/>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1" name="Google Shape;5181;p60"/>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2" name="Google Shape;5182;p60"/>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3" name="Google Shape;5183;p60"/>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4" name="Google Shape;5184;p60"/>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5" name="Google Shape;5185;p60"/>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6" name="Google Shape;5186;p60"/>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7" name="Google Shape;5187;p60"/>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8" name="Google Shape;5188;p60"/>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9" name="Google Shape;5189;p60"/>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0" name="Google Shape;5190;p60"/>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1" name="Google Shape;5191;p60"/>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2" name="Google Shape;5192;p60"/>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3" name="Google Shape;5193;p60"/>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4" name="Google Shape;5194;p60"/>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5" name="Google Shape;5195;p60"/>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6" name="Google Shape;5196;p60"/>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7" name="Google Shape;5197;p60"/>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8" name="Google Shape;5198;p60"/>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9" name="Google Shape;5199;p60"/>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0" name="Google Shape;5200;p60"/>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1" name="Google Shape;5201;p60"/>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2" name="Google Shape;5202;p60"/>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3" name="Google Shape;5203;p60"/>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4" name="Google Shape;5204;p60"/>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5" name="Google Shape;5205;p60"/>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6" name="Google Shape;5206;p60"/>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7" name="Google Shape;5207;p60"/>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8" name="Google Shape;5208;p60"/>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9" name="Google Shape;5209;p60"/>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0" name="Google Shape;5210;p60"/>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1" name="Google Shape;5211;p60"/>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2" name="Google Shape;5212;p60"/>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3" name="Google Shape;5213;p60"/>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4" name="Google Shape;5214;p60"/>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5" name="Google Shape;5215;p60"/>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6" name="Google Shape;5216;p60"/>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7" name="Google Shape;5217;p60"/>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8" name="Google Shape;5218;p60"/>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9" name="Google Shape;5219;p60"/>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0" name="Google Shape;5220;p60"/>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1" name="Google Shape;5221;p60"/>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2" name="Google Shape;5222;p60"/>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3" name="Google Shape;5223;p60"/>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4" name="Google Shape;5224;p60"/>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5" name="Google Shape;5225;p60"/>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6" name="Google Shape;5226;p60"/>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7" name="Google Shape;5227;p60"/>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8" name="Google Shape;5228;p60"/>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9" name="Google Shape;5229;p60"/>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0" name="Google Shape;5230;p60"/>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1" name="Google Shape;5231;p60"/>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2" name="Google Shape;5232;p60"/>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3" name="Google Shape;5233;p60"/>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4" name="Google Shape;5234;p60"/>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5" name="Google Shape;5235;p60"/>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6" name="Google Shape;5236;p60"/>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7" name="Google Shape;5237;p60"/>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8" name="Google Shape;5238;p60"/>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9" name="Google Shape;5239;p60"/>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0" name="Google Shape;5240;p60"/>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1" name="Google Shape;5241;p60"/>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2" name="Google Shape;5242;p60"/>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3" name="Google Shape;5243;p60"/>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4" name="Google Shape;5244;p60"/>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5" name="Google Shape;5245;p60"/>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6" name="Google Shape;5246;p60"/>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7" name="Google Shape;5247;p60"/>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8" name="Google Shape;5248;p60"/>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9" name="Google Shape;5249;p60"/>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0" name="Google Shape;5250;p60"/>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1" name="Google Shape;5251;p60"/>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2" name="Google Shape;5252;p60"/>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3" name="Google Shape;5253;p60"/>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4" name="Google Shape;5254;p60"/>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5" name="Google Shape;5255;p60"/>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6" name="Google Shape;5256;p60"/>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7" name="Google Shape;5257;p60"/>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8" name="Google Shape;5258;p60"/>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9" name="Google Shape;5259;p60"/>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0" name="Google Shape;5260;p60"/>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1" name="Google Shape;5261;p60"/>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2" name="Google Shape;5262;p60"/>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3" name="Google Shape;5263;p60"/>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4" name="Google Shape;5264;p60"/>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5" name="Google Shape;5265;p60"/>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6" name="Google Shape;5266;p60"/>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7" name="Google Shape;5267;p60"/>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8" name="Google Shape;5268;p60"/>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9" name="Google Shape;5269;p60"/>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0" name="Google Shape;5270;p60"/>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1" name="Google Shape;5271;p60"/>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2" name="Google Shape;5272;p60"/>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3" name="Google Shape;5273;p60"/>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4" name="Google Shape;5274;p60"/>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5" name="Google Shape;5275;p60"/>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6" name="Google Shape;5276;p60"/>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7" name="Google Shape;5277;p60"/>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8" name="Google Shape;5278;p60"/>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9" name="Google Shape;5279;p60"/>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0" name="Google Shape;5280;p60"/>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1" name="Google Shape;5281;p60"/>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2" name="Google Shape;5282;p60"/>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3" name="Google Shape;5283;p60"/>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4" name="Google Shape;5284;p60"/>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5" name="Google Shape;5285;p60"/>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6" name="Google Shape;5286;p60"/>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7" name="Google Shape;5287;p60"/>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8" name="Google Shape;5288;p60"/>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9" name="Google Shape;5289;p60"/>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0" name="Google Shape;5290;p60"/>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1" name="Google Shape;5291;p60"/>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2" name="Google Shape;5292;p60"/>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3" name="Google Shape;5293;p60"/>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4" name="Google Shape;5294;p60"/>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5" name="Google Shape;5295;p60"/>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6" name="Google Shape;5296;p60"/>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7" name="Google Shape;5297;p60"/>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8" name="Google Shape;5298;p60"/>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9" name="Google Shape;5299;p60"/>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0" name="Google Shape;5300;p60"/>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1" name="Google Shape;5301;p60"/>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2" name="Google Shape;5302;p60"/>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3" name="Google Shape;5303;p60"/>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4" name="Google Shape;5304;p60"/>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5" name="Google Shape;5305;p60"/>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6" name="Google Shape;5306;p60"/>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7" name="Google Shape;5307;p60"/>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8" name="Google Shape;5308;p60"/>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9" name="Google Shape;5309;p60"/>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0" name="Google Shape;5310;p60"/>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1" name="Google Shape;5311;p60"/>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2" name="Google Shape;5312;p60"/>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3" name="Google Shape;5313;p60"/>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4" name="Google Shape;5314;p60"/>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5" name="Google Shape;5315;p60"/>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6" name="Google Shape;5316;p60"/>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7" name="Google Shape;5317;p60"/>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8" name="Google Shape;5318;p60"/>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9" name="Google Shape;5319;p60"/>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0" name="Google Shape;5320;p60"/>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1" name="Google Shape;5321;p60"/>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2" name="Google Shape;5322;p60"/>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3" name="Google Shape;5323;p60"/>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4" name="Google Shape;5324;p60"/>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5" name="Google Shape;5325;p60"/>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6" name="Google Shape;5326;p60"/>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7" name="Google Shape;5327;p60"/>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8" name="Google Shape;5328;p60"/>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9" name="Google Shape;5329;p60"/>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0" name="Google Shape;5330;p60"/>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1" name="Google Shape;5331;p60"/>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2" name="Google Shape;5332;p60"/>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3" name="Google Shape;5333;p60"/>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4" name="Google Shape;5334;p60"/>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5" name="Google Shape;5335;p60"/>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6" name="Google Shape;5336;p60"/>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7" name="Google Shape;5337;p60"/>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8" name="Google Shape;5338;p60"/>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9" name="Google Shape;5339;p60"/>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0" name="Google Shape;5340;p60"/>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1" name="Google Shape;5341;p60"/>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2" name="Google Shape;5342;p60"/>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3" name="Google Shape;5343;p60"/>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4" name="Google Shape;5344;p60"/>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5" name="Google Shape;5345;p60"/>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6" name="Google Shape;5346;p60"/>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7" name="Google Shape;5347;p60"/>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8" name="Google Shape;5348;p60"/>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9" name="Google Shape;5349;p60"/>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0" name="Google Shape;5350;p60"/>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1" name="Google Shape;5351;p60"/>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2" name="Google Shape;5352;p60"/>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3" name="Google Shape;5353;p60"/>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4" name="Google Shape;5354;p60"/>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5" name="Google Shape;5355;p60"/>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6" name="Google Shape;5356;p60"/>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7" name="Google Shape;5357;p60"/>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8" name="Google Shape;5358;p60"/>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9" name="Google Shape;5359;p60"/>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0" name="Google Shape;5360;p60"/>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1" name="Google Shape;5361;p60"/>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2" name="Google Shape;5362;p60"/>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3" name="Google Shape;5363;p60"/>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4" name="Google Shape;5364;p60"/>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5" name="Google Shape;5365;p60"/>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6" name="Google Shape;5366;p60"/>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7" name="Google Shape;5367;p60"/>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8" name="Google Shape;5368;p60"/>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9" name="Google Shape;5369;p60"/>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0" name="Google Shape;5370;p60"/>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1" name="Google Shape;5371;p60"/>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2" name="Google Shape;5372;p60"/>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3" name="Google Shape;5373;p60"/>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4" name="Google Shape;5374;p60"/>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5" name="Google Shape;5375;p60"/>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6" name="Google Shape;5376;p60"/>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7" name="Google Shape;5377;p60"/>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8" name="Google Shape;5378;p60"/>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9" name="Google Shape;5379;p60"/>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0" name="Google Shape;5380;p60"/>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1" name="Google Shape;5381;p60"/>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2" name="Google Shape;5382;p60"/>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3" name="Google Shape;5383;p60"/>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4" name="Google Shape;5384;p60"/>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5" name="Google Shape;5385;p60"/>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6" name="Google Shape;5386;p60"/>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7" name="Google Shape;5387;p60"/>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8" name="Google Shape;5388;p60"/>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9" name="Google Shape;5389;p60"/>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0" name="Google Shape;5390;p60"/>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1" name="Google Shape;5391;p60"/>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2" name="Google Shape;5392;p60"/>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3" name="Google Shape;5393;p60"/>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4" name="Google Shape;5394;p60"/>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5" name="Google Shape;5395;p60"/>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6" name="Google Shape;5396;p60"/>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7" name="Google Shape;5397;p60"/>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8" name="Google Shape;5398;p60"/>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9" name="Google Shape;5399;p60"/>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0" name="Google Shape;5400;p60"/>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1" name="Google Shape;5401;p60"/>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2" name="Google Shape;5402;p60"/>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3" name="Google Shape;5403;p60"/>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4" name="Google Shape;5404;p60"/>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5" name="Google Shape;5405;p60"/>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6" name="Google Shape;5406;p60"/>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7" name="Google Shape;5407;p60"/>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8" name="Google Shape;5408;p60"/>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9" name="Google Shape;5409;p60"/>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0" name="Google Shape;5410;p60"/>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1" name="Google Shape;5411;p60"/>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2" name="Google Shape;5412;p60"/>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3" name="Google Shape;5413;p60"/>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4" name="Google Shape;5414;p60"/>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5" name="Google Shape;5415;p60"/>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6" name="Google Shape;5416;p60"/>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7" name="Google Shape;5417;p60"/>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8" name="Google Shape;5418;p60"/>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9" name="Google Shape;5419;p60"/>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0" name="Google Shape;5420;p60"/>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1" name="Google Shape;5421;p60"/>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2" name="Google Shape;5422;p60"/>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3" name="Google Shape;5423;p60"/>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4" name="Google Shape;5424;p60"/>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5" name="Google Shape;5425;p60"/>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6" name="Google Shape;5426;p60"/>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7" name="Google Shape;5427;p60"/>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8" name="Google Shape;5428;p60"/>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9" name="Google Shape;5429;p60"/>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0" name="Google Shape;5430;p60"/>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1" name="Google Shape;5431;p60"/>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2" name="Google Shape;5432;p60"/>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3" name="Google Shape;5433;p60"/>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4" name="Google Shape;5434;p60"/>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5" name="Google Shape;5435;p60"/>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6" name="Google Shape;5436;p60"/>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7" name="Google Shape;5437;p60"/>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8" name="Google Shape;5438;p60"/>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9" name="Google Shape;5439;p60"/>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0" name="Google Shape;5440;p60"/>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1" name="Google Shape;5441;p60"/>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2" name="Google Shape;5442;p60"/>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3" name="Google Shape;5443;p60"/>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4" name="Google Shape;5444;p60"/>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5" name="Google Shape;5445;p60"/>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6" name="Google Shape;5446;p60"/>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7" name="Google Shape;5447;p60"/>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8" name="Google Shape;5448;p60"/>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9" name="Google Shape;5449;p60"/>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0" name="Google Shape;5450;p60"/>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1" name="Google Shape;5451;p60"/>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2" name="Google Shape;5452;p60"/>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3" name="Google Shape;5453;p60"/>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4" name="Google Shape;5454;p60"/>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5" name="Google Shape;5455;p60"/>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6" name="Google Shape;5456;p60"/>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7" name="Google Shape;5457;p60"/>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8" name="Google Shape;5458;p60"/>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9" name="Google Shape;5459;p60"/>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0" name="Google Shape;5460;p60"/>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1" name="Google Shape;5461;p60"/>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2" name="Google Shape;5462;p60"/>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3" name="Google Shape;5463;p60"/>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4" name="Google Shape;5464;p60"/>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5" name="Google Shape;5465;p60"/>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6" name="Google Shape;5466;p60"/>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7" name="Google Shape;5467;p60"/>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8" name="Google Shape;5468;p60"/>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9" name="Google Shape;5469;p60"/>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0" name="Google Shape;5470;p60"/>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1" name="Google Shape;5471;p60"/>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2" name="Google Shape;5472;p60"/>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3" name="Google Shape;5473;p60"/>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4" name="Google Shape;5474;p60"/>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5" name="Google Shape;5475;p60"/>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6" name="Google Shape;5476;p60"/>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7" name="Google Shape;5477;p60"/>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8" name="Google Shape;5478;p60"/>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9" name="Google Shape;5479;p60"/>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0" name="Google Shape;5480;p60"/>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1" name="Google Shape;5481;p60"/>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2" name="Google Shape;5482;p60"/>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3" name="Google Shape;5483;p60"/>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4" name="Google Shape;5484;p60"/>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5" name="Google Shape;5485;p60"/>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6" name="Google Shape;5486;p60"/>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7" name="Google Shape;5487;p60"/>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8" name="Google Shape;5488;p60"/>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9" name="Google Shape;5489;p60"/>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0" name="Google Shape;5490;p60"/>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1" name="Google Shape;5491;p60"/>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2" name="Google Shape;5492;p60"/>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3" name="Google Shape;5493;p60"/>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4" name="Google Shape;5494;p60"/>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5" name="Google Shape;5495;p60"/>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6" name="Google Shape;5496;p60"/>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7" name="Google Shape;5497;p60"/>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8" name="Google Shape;5498;p60"/>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9" name="Google Shape;5499;p60"/>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0" name="Google Shape;5500;p60"/>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1" name="Google Shape;5501;p60"/>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2" name="Google Shape;5502;p60"/>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3" name="Google Shape;5503;p60"/>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4" name="Google Shape;5504;p60"/>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5" name="Google Shape;5505;p60"/>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6" name="Google Shape;5506;p60"/>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7" name="Google Shape;5507;p60"/>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8" name="Google Shape;5508;p60"/>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9" name="Google Shape;5509;p60"/>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0" name="Google Shape;5510;p60"/>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1" name="Google Shape;5511;p60"/>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2" name="Google Shape;5512;p60"/>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3" name="Google Shape;5513;p60"/>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4" name="Google Shape;5514;p60"/>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5" name="Google Shape;5515;p60"/>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6" name="Google Shape;5516;p60"/>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7" name="Google Shape;5517;p60"/>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8" name="Google Shape;5518;p60"/>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9" name="Google Shape;5519;p60"/>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0" name="Google Shape;5520;p60"/>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1" name="Google Shape;5521;p60"/>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2" name="Google Shape;5522;p60"/>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3" name="Google Shape;5523;p60"/>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4" name="Google Shape;5524;p60"/>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5" name="Google Shape;5525;p60"/>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6" name="Google Shape;5526;p60"/>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7" name="Google Shape;5527;p60"/>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8" name="Google Shape;5528;p60"/>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9" name="Google Shape;5529;p60"/>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0" name="Google Shape;5530;p60"/>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1" name="Google Shape;5531;p60"/>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2" name="Google Shape;5532;p60"/>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3" name="Google Shape;5533;p60"/>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4" name="Google Shape;5534;p60"/>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5" name="Google Shape;5535;p60"/>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6" name="Google Shape;5536;p60"/>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7" name="Google Shape;5537;p60"/>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8" name="Google Shape;5538;p60"/>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9" name="Google Shape;5539;p60"/>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0" name="Google Shape;5540;p60"/>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1" name="Google Shape;5541;p60"/>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2" name="Google Shape;5542;p60"/>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3" name="Google Shape;5543;p60"/>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4" name="Google Shape;5544;p60"/>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5" name="Google Shape;5545;p60"/>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6" name="Google Shape;5546;p60"/>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7" name="Google Shape;5547;p60"/>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8" name="Google Shape;5548;p60"/>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9" name="Google Shape;5549;p60"/>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0" name="Google Shape;5550;p60"/>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1" name="Google Shape;5551;p60"/>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2" name="Google Shape;5552;p60"/>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3" name="Google Shape;5553;p60"/>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4" name="Google Shape;5554;p60"/>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5" name="Google Shape;5555;p60"/>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6" name="Google Shape;5556;p60"/>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7" name="Google Shape;5557;p60"/>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8" name="Google Shape;5558;p60"/>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9" name="Google Shape;5559;p60"/>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0" name="Google Shape;5560;p60"/>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1" name="Google Shape;5561;p60"/>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2" name="Google Shape;5562;p60"/>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3" name="Google Shape;5563;p60"/>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4" name="Google Shape;5564;p60"/>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5" name="Google Shape;5565;p60"/>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6" name="Google Shape;5566;p60"/>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7" name="Google Shape;5567;p60"/>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8" name="Google Shape;5568;p60"/>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9" name="Google Shape;5569;p60"/>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0" name="Google Shape;5570;p60"/>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1" name="Google Shape;5571;p60"/>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2" name="Google Shape;5572;p60"/>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3" name="Google Shape;5573;p60"/>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4" name="Google Shape;5574;p60"/>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5" name="Google Shape;5575;p60"/>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6" name="Google Shape;5576;p60"/>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7" name="Google Shape;5577;p60"/>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8" name="Google Shape;5578;p60"/>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9" name="Google Shape;5579;p60"/>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0" name="Google Shape;5580;p60"/>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1" name="Google Shape;5581;p60"/>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2" name="Google Shape;5582;p60"/>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3" name="Google Shape;5583;p60"/>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4" name="Google Shape;5584;p60"/>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5" name="Google Shape;5585;p60"/>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6" name="Google Shape;5586;p60"/>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7" name="Google Shape;5587;p60"/>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8" name="Google Shape;5588;p60"/>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9" name="Google Shape;5589;p60"/>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0" name="Google Shape;5590;p60"/>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1" name="Google Shape;5591;p60"/>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2" name="Google Shape;5592;p60"/>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3" name="Google Shape;5593;p60"/>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4" name="Google Shape;5594;p60"/>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5" name="Google Shape;5595;p60"/>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6" name="Google Shape;5596;p60"/>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7" name="Google Shape;5597;p60"/>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8" name="Google Shape;5598;p60"/>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9" name="Google Shape;5599;p60"/>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0" name="Google Shape;5600;p60"/>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1" name="Google Shape;5601;p60"/>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2" name="Google Shape;5602;p60"/>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3" name="Google Shape;5603;p60"/>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4" name="Google Shape;5604;p60"/>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5" name="Google Shape;5605;p60"/>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6" name="Google Shape;5606;p60"/>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7" name="Google Shape;5607;p60"/>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8" name="Google Shape;5608;p60"/>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9" name="Google Shape;5609;p60"/>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0" name="Google Shape;5610;p60"/>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1" name="Google Shape;5611;p60"/>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2" name="Google Shape;5612;p60"/>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3" name="Google Shape;5613;p60"/>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4" name="Google Shape;5614;p60"/>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5" name="Google Shape;5615;p60"/>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6" name="Google Shape;5616;p60"/>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7" name="Google Shape;5617;p60"/>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8" name="Google Shape;5618;p60"/>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9" name="Google Shape;5619;p60"/>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0" name="Google Shape;5620;p60"/>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1" name="Google Shape;5621;p60"/>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2" name="Google Shape;5622;p60"/>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3" name="Google Shape;5623;p60"/>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4" name="Google Shape;5624;p60"/>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5" name="Google Shape;5625;p60"/>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6" name="Google Shape;5626;p60"/>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7" name="Google Shape;5627;p60"/>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8" name="Google Shape;5628;p60"/>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9" name="Google Shape;5629;p60"/>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0" name="Google Shape;5630;p60"/>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1" name="Google Shape;5631;p60"/>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2" name="Google Shape;5632;p60"/>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3" name="Google Shape;5633;p60"/>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4" name="Google Shape;5634;p60"/>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5" name="Google Shape;5635;p60"/>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6" name="Google Shape;5636;p60"/>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7" name="Google Shape;5637;p60"/>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8" name="Google Shape;5638;p60"/>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9" name="Google Shape;5639;p60"/>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0" name="Google Shape;5640;p60"/>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1" name="Google Shape;5641;p60"/>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2" name="Google Shape;5642;p60"/>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3" name="Google Shape;5643;p60"/>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4" name="Google Shape;5644;p60"/>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5" name="Google Shape;5645;p60"/>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6" name="Google Shape;5646;p60"/>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7" name="Google Shape;5647;p60"/>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8" name="Google Shape;5648;p60"/>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9" name="Google Shape;5649;p60"/>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0" name="Google Shape;5650;p60"/>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1" name="Google Shape;5651;p60"/>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2" name="Google Shape;5652;p60"/>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3" name="Google Shape;5653;p60"/>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4" name="Google Shape;5654;p60"/>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5" name="Google Shape;5655;p60"/>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6" name="Google Shape;5656;p60"/>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7" name="Google Shape;5657;p60"/>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8" name="Google Shape;5658;p60"/>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9" name="Google Shape;5659;p60"/>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0" name="Google Shape;5660;p60"/>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1" name="Google Shape;5661;p60"/>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2" name="Google Shape;5662;p60"/>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3" name="Google Shape;5663;p60"/>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4" name="Google Shape;5664;p60"/>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5" name="Google Shape;5665;p60"/>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6" name="Google Shape;5666;p60"/>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7" name="Google Shape;5667;p60"/>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8" name="Google Shape;5668;p60"/>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9" name="Google Shape;5669;p60"/>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0" name="Google Shape;5670;p60"/>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1" name="Google Shape;5671;p60"/>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2" name="Google Shape;5672;p60"/>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3" name="Google Shape;5673;p60"/>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4" name="Google Shape;5674;p60"/>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5" name="Google Shape;5675;p60"/>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6" name="Google Shape;5676;p60"/>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7" name="Google Shape;5677;p60"/>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8" name="Google Shape;5678;p60"/>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9" name="Google Shape;5679;p60"/>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0" name="Google Shape;5680;p60"/>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1" name="Google Shape;5681;p60"/>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2" name="Google Shape;5682;p60"/>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3" name="Google Shape;5683;p60"/>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4" name="Google Shape;5684;p60"/>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5" name="Google Shape;5685;p60"/>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6" name="Google Shape;5686;p60"/>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7" name="Google Shape;5687;p60"/>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8" name="Google Shape;5688;p60"/>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9" name="Google Shape;5689;p60"/>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0" name="Google Shape;5690;p60"/>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1" name="Google Shape;5691;p60"/>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2" name="Google Shape;5692;p60"/>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3" name="Google Shape;5693;p60"/>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4" name="Google Shape;5694;p60"/>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5" name="Google Shape;5695;p60"/>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6" name="Google Shape;5696;p60"/>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7" name="Google Shape;5697;p60"/>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8" name="Google Shape;5698;p60"/>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9" name="Google Shape;5699;p60"/>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0" name="Google Shape;5700;p60"/>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1" name="Google Shape;5701;p60"/>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2" name="Google Shape;5702;p60"/>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3" name="Google Shape;5703;p60"/>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4" name="Google Shape;5704;p60"/>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5" name="Google Shape;5705;p60"/>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6" name="Google Shape;5706;p60"/>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7" name="Google Shape;5707;p60"/>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8" name="Google Shape;5708;p60"/>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9" name="Google Shape;5709;p60"/>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0" name="Google Shape;5710;p60"/>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1" name="Google Shape;5711;p60"/>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2" name="Google Shape;5712;p60"/>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3" name="Google Shape;5713;p60"/>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4" name="Google Shape;5714;p60"/>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5" name="Google Shape;5715;p60"/>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6" name="Google Shape;5716;p60"/>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7" name="Google Shape;5717;p60"/>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8" name="Google Shape;5718;p60"/>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9" name="Google Shape;5719;p60"/>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0" name="Google Shape;5720;p60"/>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1" name="Google Shape;5721;p60"/>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2" name="Google Shape;5722;p60"/>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3" name="Google Shape;5723;p60"/>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4" name="Google Shape;5724;p60"/>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5" name="Google Shape;5725;p60"/>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6" name="Google Shape;5726;p60"/>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7" name="Google Shape;5727;p60"/>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8" name="Google Shape;5728;p60"/>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9" name="Google Shape;5729;p60"/>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0" name="Google Shape;5730;p60"/>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1" name="Google Shape;5731;p60"/>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2" name="Google Shape;5732;p60"/>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3" name="Google Shape;5733;p60"/>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4" name="Google Shape;5734;p60"/>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5" name="Google Shape;5735;p60"/>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6" name="Google Shape;5736;p60"/>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7" name="Google Shape;5737;p60"/>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8" name="Google Shape;5738;p60"/>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9" name="Google Shape;5739;p60"/>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0" name="Google Shape;5740;p60"/>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1" name="Google Shape;5741;p60"/>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2" name="Google Shape;5742;p60"/>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3" name="Google Shape;5743;p60"/>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4" name="Google Shape;5744;p60"/>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5" name="Google Shape;5745;p60"/>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6" name="Google Shape;5746;p60"/>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7" name="Google Shape;5747;p60"/>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8" name="Google Shape;5748;p60"/>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9" name="Google Shape;5749;p60"/>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0" name="Google Shape;5750;p60"/>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1" name="Google Shape;5751;p60"/>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2" name="Google Shape;5752;p60"/>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3" name="Google Shape;5753;p60"/>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4" name="Google Shape;5754;p60"/>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5" name="Google Shape;5755;p60"/>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6" name="Google Shape;5756;p60"/>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7" name="Google Shape;5757;p60"/>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8" name="Google Shape;5758;p60"/>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9" name="Google Shape;5759;p60"/>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0" name="Google Shape;5760;p60"/>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1" name="Google Shape;5761;p60"/>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2" name="Google Shape;5762;p60"/>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3" name="Google Shape;5763;p60"/>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4" name="Google Shape;5764;p60"/>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5" name="Google Shape;5765;p60"/>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6" name="Google Shape;5766;p60"/>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7" name="Google Shape;5767;p60"/>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8" name="Google Shape;5768;p60"/>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9" name="Google Shape;5769;p60"/>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0" name="Google Shape;5770;p60"/>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1" name="Google Shape;5771;p60"/>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2" name="Google Shape;5772;p60"/>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3" name="Google Shape;5773;p60"/>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4" name="Google Shape;5774;p60"/>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5" name="Google Shape;5775;p60"/>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6" name="Google Shape;5776;p60"/>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7" name="Google Shape;5777;p60"/>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8" name="Google Shape;5778;p60"/>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9" name="Google Shape;5779;p60"/>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0" name="Google Shape;5780;p60"/>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1" name="Google Shape;5781;p60"/>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2" name="Google Shape;5782;p60"/>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3" name="Google Shape;5783;p60"/>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4" name="Google Shape;5784;p60"/>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5" name="Google Shape;5785;p60"/>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6" name="Google Shape;5786;p60"/>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7" name="Google Shape;5787;p60"/>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8" name="Google Shape;5788;p60"/>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9" name="Google Shape;5789;p60"/>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0" name="Google Shape;5790;p60"/>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1" name="Google Shape;5791;p60"/>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2" name="Google Shape;5792;p60"/>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3" name="Google Shape;5793;p60"/>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4" name="Google Shape;5794;p60"/>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5" name="Google Shape;5795;p60"/>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6" name="Google Shape;5796;p60"/>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7" name="Google Shape;5797;p60"/>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8" name="Google Shape;5798;p60"/>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9" name="Google Shape;5799;p60"/>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0" name="Google Shape;5800;p60"/>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1" name="Google Shape;5801;p60"/>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2" name="Google Shape;5802;p60"/>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3" name="Google Shape;5803;p60"/>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4" name="Google Shape;5804;p60"/>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5" name="Google Shape;5805;p60"/>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6" name="Google Shape;5806;p60"/>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7" name="Google Shape;5807;p60"/>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8" name="Google Shape;5808;p60"/>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9" name="Google Shape;5809;p60"/>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0" name="Google Shape;5810;p60"/>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1" name="Google Shape;5811;p60"/>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2" name="Google Shape;5812;p60"/>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3" name="Google Shape;5813;p60"/>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4" name="Google Shape;5814;p60"/>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5" name="Google Shape;5815;p60"/>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6" name="Google Shape;5816;p60"/>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7" name="Google Shape;5817;p60"/>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8" name="Google Shape;5818;p60"/>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9" name="Google Shape;5819;p60"/>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0" name="Google Shape;5820;p60"/>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1" name="Google Shape;5821;p60"/>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2" name="Google Shape;5822;p60"/>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3" name="Google Shape;5823;p60"/>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4" name="Google Shape;5824;p60"/>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5" name="Google Shape;5825;p60"/>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6" name="Google Shape;5826;p60"/>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7" name="Google Shape;5827;p60"/>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8" name="Google Shape;5828;p60"/>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9" name="Google Shape;5829;p60"/>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0" name="Google Shape;5830;p60"/>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1" name="Google Shape;5831;p60"/>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2" name="Google Shape;5832;p60"/>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3" name="Google Shape;5833;p60"/>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4" name="Google Shape;5834;p60"/>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5" name="Google Shape;5835;p60"/>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6" name="Google Shape;5836;p60"/>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7" name="Google Shape;5837;p60"/>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8" name="Google Shape;5838;p60"/>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9" name="Google Shape;5839;p60"/>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0" name="Google Shape;5840;p60"/>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1" name="Google Shape;5841;p60"/>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2" name="Google Shape;5842;p60"/>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3" name="Google Shape;5843;p60"/>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4" name="Google Shape;5844;p60"/>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5" name="Google Shape;5845;p60"/>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6" name="Google Shape;5846;p60"/>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7" name="Google Shape;5847;p60"/>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8" name="Google Shape;5848;p60"/>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9" name="Google Shape;5849;p60"/>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0" name="Google Shape;5850;p60"/>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1" name="Google Shape;5851;p60"/>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2" name="Google Shape;5852;p60"/>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3" name="Google Shape;5853;p60"/>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4" name="Google Shape;5854;p60"/>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5" name="Google Shape;5855;p60"/>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6" name="Google Shape;5856;p60"/>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7" name="Google Shape;5857;p60"/>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8" name="Google Shape;5858;p60"/>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9" name="Google Shape;5859;p60"/>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0" name="Google Shape;5860;p60"/>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1" name="Google Shape;5861;p60"/>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2" name="Google Shape;5862;p60"/>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3" name="Google Shape;5863;p60"/>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4" name="Google Shape;5864;p60"/>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5" name="Google Shape;5865;p60"/>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6" name="Google Shape;5866;p60"/>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7" name="Google Shape;5867;p60"/>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8" name="Google Shape;5868;p60"/>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9" name="Google Shape;5869;p60"/>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0" name="Google Shape;5870;p60"/>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1" name="Google Shape;5871;p60"/>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2" name="Google Shape;5872;p60"/>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3" name="Google Shape;5873;p60"/>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4" name="Google Shape;5874;p60"/>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5" name="Google Shape;5875;p60"/>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6" name="Google Shape;5876;p60"/>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7" name="Google Shape;5877;p60"/>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8" name="Google Shape;5878;p60"/>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9" name="Google Shape;5879;p60"/>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0" name="Google Shape;5880;p60"/>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1" name="Google Shape;5881;p60"/>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2" name="Google Shape;5882;p60"/>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3" name="Google Shape;5883;p60"/>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4" name="Google Shape;5884;p60"/>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5" name="Google Shape;5885;p60"/>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6" name="Google Shape;5886;p60"/>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7" name="Google Shape;5887;p60"/>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8" name="Google Shape;5888;p60"/>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9" name="Google Shape;5889;p60"/>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0" name="Google Shape;5890;p60"/>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1" name="Google Shape;5891;p60"/>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2" name="Google Shape;5892;p60"/>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3" name="Google Shape;5893;p60"/>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4" name="Google Shape;5894;p60"/>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5" name="Google Shape;5895;p60"/>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6" name="Google Shape;5896;p60"/>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7" name="Google Shape;5897;p60"/>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8" name="Google Shape;5898;p60"/>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9" name="Google Shape;5899;p60"/>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0" name="Google Shape;5900;p60"/>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1" name="Google Shape;5901;p60"/>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2" name="Google Shape;5902;p60"/>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3" name="Google Shape;5903;p60"/>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4" name="Google Shape;5904;p60"/>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5" name="Google Shape;5905;p60"/>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6" name="Google Shape;5906;p60"/>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7" name="Google Shape;5907;p60"/>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8" name="Google Shape;5908;p60"/>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9" name="Google Shape;5909;p60"/>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0" name="Google Shape;5910;p60"/>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1" name="Google Shape;5911;p60"/>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2" name="Google Shape;5912;p60"/>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3" name="Google Shape;5913;p60"/>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4" name="Google Shape;5914;p60"/>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5" name="Google Shape;5915;p60"/>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6" name="Google Shape;5916;p60"/>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7" name="Google Shape;5917;p60"/>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8" name="Google Shape;5918;p60"/>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9" name="Google Shape;5919;p60"/>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0" name="Google Shape;5920;p60"/>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1" name="Google Shape;5921;p60"/>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2" name="Google Shape;5922;p60"/>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3" name="Google Shape;5923;p60"/>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4" name="Google Shape;5924;p60"/>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5" name="Google Shape;5925;p60"/>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6" name="Google Shape;5926;p60"/>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7" name="Google Shape;5927;p60"/>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8" name="Google Shape;5928;p60"/>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9" name="Google Shape;5929;p60"/>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0" name="Google Shape;5930;p60"/>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1" name="Google Shape;5931;p60"/>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2" name="Google Shape;5932;p60"/>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3" name="Google Shape;5933;p60"/>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4" name="Google Shape;5934;p60"/>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5" name="Google Shape;5935;p60"/>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6" name="Google Shape;5936;p60"/>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7" name="Google Shape;5937;p60"/>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8" name="Google Shape;5938;p60"/>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9" name="Google Shape;5939;p60"/>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0" name="Google Shape;5940;p60"/>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1" name="Google Shape;5941;p60"/>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2" name="Google Shape;5942;p60"/>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3" name="Google Shape;5943;p60"/>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4" name="Google Shape;5944;p60"/>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5" name="Google Shape;5945;p60"/>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6" name="Google Shape;5946;p60"/>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7" name="Google Shape;5947;p60"/>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8" name="Google Shape;5948;p60"/>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9" name="Google Shape;5949;p60"/>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0" name="Google Shape;5950;p60"/>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1" name="Google Shape;5951;p60"/>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2" name="Google Shape;5952;p60"/>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3" name="Google Shape;5953;p60"/>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4" name="Google Shape;5954;p60"/>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5" name="Google Shape;5955;p60"/>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6" name="Google Shape;5956;p60"/>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7" name="Google Shape;5957;p60"/>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8" name="Google Shape;5958;p60"/>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9" name="Google Shape;5959;p60"/>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0" name="Google Shape;5960;p60"/>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1" name="Google Shape;5961;p60"/>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2" name="Google Shape;5962;p60"/>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3" name="Google Shape;5963;p60"/>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4" name="Google Shape;5964;p60"/>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5" name="Google Shape;5965;p60"/>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6" name="Google Shape;5966;p60"/>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7" name="Google Shape;5967;p60"/>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8" name="Google Shape;5968;p60"/>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9" name="Google Shape;5969;p60"/>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0" name="Google Shape;5970;p60"/>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1" name="Google Shape;5971;p60"/>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2" name="Google Shape;5972;p60"/>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3" name="Google Shape;5973;p60"/>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4" name="Google Shape;5974;p60"/>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5" name="Google Shape;5975;p60"/>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6" name="Google Shape;5976;p60"/>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7" name="Google Shape;5977;p60"/>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8" name="Google Shape;5978;p60"/>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9" name="Google Shape;5979;p60"/>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0" name="Google Shape;5980;p60"/>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1" name="Google Shape;5981;p60"/>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2" name="Google Shape;5982;p60"/>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3" name="Google Shape;5983;p60"/>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4" name="Google Shape;5984;p60"/>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5" name="Google Shape;5985;p60"/>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6" name="Google Shape;5986;p60"/>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7" name="Google Shape;5987;p60"/>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8" name="Google Shape;5988;p60"/>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9" name="Google Shape;5989;p60"/>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0" name="Google Shape;5990;p60"/>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1" name="Google Shape;5991;p60"/>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2" name="Google Shape;5992;p60"/>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3" name="Google Shape;5993;p60"/>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4" name="Google Shape;5994;p60"/>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5" name="Google Shape;5995;p60"/>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6" name="Google Shape;5996;p60"/>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7" name="Google Shape;5997;p60"/>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8" name="Google Shape;5998;p60"/>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9" name="Google Shape;5999;p60"/>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0" name="Google Shape;6000;p60"/>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1" name="Google Shape;6001;p60"/>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2" name="Google Shape;6002;p60"/>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3" name="Google Shape;6003;p60"/>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4" name="Google Shape;6004;p60"/>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5" name="Google Shape;6005;p60"/>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6" name="Google Shape;6006;p60"/>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7" name="Google Shape;6007;p60"/>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8" name="Google Shape;6008;p60"/>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9" name="Google Shape;6009;p60"/>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0" name="Google Shape;6010;p60"/>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1" name="Google Shape;6011;p60"/>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2" name="Google Shape;6012;p60"/>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3" name="Google Shape;6013;p60"/>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4" name="Google Shape;6014;p60"/>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5" name="Google Shape;6015;p60"/>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6" name="Google Shape;6016;p60"/>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7" name="Google Shape;6017;p60"/>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8" name="Google Shape;6018;p60"/>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9" name="Google Shape;6019;p60"/>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0" name="Google Shape;6020;p60"/>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1" name="Google Shape;6021;p60"/>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2" name="Google Shape;6022;p60"/>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3" name="Google Shape;6023;p60"/>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4" name="Google Shape;6024;p60"/>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5" name="Google Shape;6025;p60"/>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6" name="Google Shape;6026;p60"/>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7" name="Google Shape;6027;p60"/>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8" name="Google Shape;6028;p60"/>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9" name="Google Shape;6029;p60"/>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0" name="Google Shape;6030;p60"/>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1" name="Google Shape;6031;p60"/>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2" name="Google Shape;6032;p60"/>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3" name="Google Shape;6033;p60"/>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4" name="Google Shape;6034;p60"/>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5" name="Google Shape;6035;p60"/>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6" name="Google Shape;6036;p60"/>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7" name="Google Shape;6037;p60"/>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8" name="Google Shape;6038;p60"/>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9" name="Google Shape;6039;p60"/>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0" name="Google Shape;6040;p60"/>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1" name="Google Shape;6041;p60"/>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2" name="Google Shape;6042;p60"/>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3" name="Google Shape;6043;p60"/>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4" name="Google Shape;6044;p60"/>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5" name="Google Shape;6045;p60"/>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6" name="Google Shape;6046;p60"/>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7" name="Google Shape;6047;p60"/>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8" name="Google Shape;6048;p60"/>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9" name="Google Shape;6049;p60"/>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0" name="Google Shape;6050;p60"/>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1" name="Google Shape;6051;p60"/>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2" name="Google Shape;6052;p60"/>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3" name="Google Shape;6053;p60"/>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4" name="Google Shape;6054;p60"/>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5" name="Google Shape;6055;p60"/>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6" name="Google Shape;6056;p60"/>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7" name="Google Shape;6057;p60"/>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8" name="Google Shape;6058;p60"/>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9" name="Google Shape;6059;p60"/>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0" name="Google Shape;6060;p60"/>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1" name="Google Shape;6061;p60"/>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2" name="Google Shape;6062;p60"/>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3" name="Google Shape;6063;p60"/>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4" name="Google Shape;6064;p60"/>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5" name="Google Shape;6065;p60"/>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6" name="Google Shape;6066;p60"/>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7" name="Google Shape;6067;p60"/>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8" name="Google Shape;6068;p60"/>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9" name="Google Shape;6069;p60"/>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0" name="Google Shape;6070;p60"/>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1" name="Google Shape;6071;p60"/>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2" name="Google Shape;6072;p60"/>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3" name="Google Shape;6073;p60"/>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4" name="Google Shape;6074;p60"/>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5" name="Google Shape;6075;p60"/>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6" name="Google Shape;6076;p60"/>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7" name="Google Shape;6077;p60"/>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8" name="Google Shape;6078;p60"/>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9" name="Google Shape;6079;p60"/>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0" name="Google Shape;6080;p60"/>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1" name="Google Shape;6081;p60"/>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2" name="Google Shape;6082;p60"/>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3" name="Google Shape;6083;p60"/>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4" name="Google Shape;6084;p60"/>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5" name="Google Shape;6085;p60"/>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6" name="Google Shape;6086;p60"/>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7" name="Google Shape;6087;p60"/>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8" name="Google Shape;6088;p60"/>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9" name="Google Shape;6089;p60"/>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0" name="Google Shape;6090;p60"/>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1" name="Google Shape;6091;p60"/>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2" name="Google Shape;6092;p60"/>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3" name="Google Shape;6093;p60"/>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4" name="Google Shape;6094;p60"/>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5" name="Google Shape;6095;p60"/>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6" name="Google Shape;6096;p60"/>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7" name="Google Shape;6097;p60"/>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8" name="Google Shape;6098;p60"/>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9" name="Google Shape;6099;p60"/>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0" name="Google Shape;6100;p60"/>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1" name="Google Shape;6101;p60"/>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2" name="Google Shape;6102;p60"/>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3" name="Google Shape;6103;p60"/>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4" name="Google Shape;6104;p60"/>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5" name="Google Shape;6105;p60"/>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6" name="Google Shape;6106;p60"/>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7" name="Google Shape;6107;p60"/>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8" name="Google Shape;6108;p60"/>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9" name="Google Shape;6109;p60"/>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0" name="Google Shape;6110;p60"/>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1" name="Google Shape;6111;p60"/>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2" name="Google Shape;6112;p60"/>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3" name="Google Shape;6113;p60"/>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4" name="Google Shape;6114;p60"/>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5" name="Google Shape;6115;p60"/>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6" name="Google Shape;6116;p60"/>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7" name="Google Shape;6117;p60"/>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8" name="Google Shape;6118;p60"/>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9" name="Google Shape;6119;p60"/>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0" name="Google Shape;6120;p60"/>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1" name="Google Shape;6121;p60"/>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2" name="Google Shape;6122;p60"/>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3" name="Google Shape;6123;p60"/>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4" name="Google Shape;6124;p60"/>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5" name="Google Shape;6125;p60"/>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6" name="Google Shape;6126;p60"/>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7" name="Google Shape;6127;p60"/>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8" name="Google Shape;6128;p60"/>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9" name="Google Shape;6129;p60"/>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0" name="Google Shape;6130;p60"/>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1" name="Google Shape;6131;p60"/>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2" name="Google Shape;6132;p60"/>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3" name="Google Shape;6133;p60"/>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4" name="Google Shape;6134;p60"/>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5" name="Google Shape;6135;p60"/>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6" name="Google Shape;6136;p60"/>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7" name="Google Shape;6137;p60"/>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8" name="Google Shape;6138;p60"/>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9" name="Google Shape;6139;p60"/>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0" name="Google Shape;6140;p60"/>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1" name="Google Shape;6141;p60"/>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2" name="Google Shape;6142;p60"/>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3" name="Google Shape;6143;p60"/>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4" name="Google Shape;6144;p60"/>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5" name="Google Shape;6145;p60"/>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6" name="Google Shape;6146;p60"/>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7" name="Google Shape;6147;p60"/>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8" name="Google Shape;6148;p60"/>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9" name="Google Shape;6149;p60"/>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0" name="Google Shape;6150;p60"/>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1" name="Google Shape;6151;p60"/>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2" name="Google Shape;6152;p60"/>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3" name="Google Shape;6153;p60"/>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4" name="Google Shape;6154;p60"/>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5" name="Google Shape;6155;p60"/>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6" name="Google Shape;6156;p60"/>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7" name="Google Shape;6157;p60"/>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8" name="Google Shape;6158;p60"/>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9" name="Google Shape;6159;p60"/>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0" name="Google Shape;6160;p60"/>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1" name="Google Shape;6161;p60"/>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2" name="Google Shape;6162;p60"/>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3" name="Google Shape;6163;p60"/>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4" name="Google Shape;6164;p60"/>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5" name="Google Shape;6165;p60"/>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6" name="Google Shape;6166;p60"/>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7" name="Google Shape;6167;p60"/>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8" name="Google Shape;6168;p60"/>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9" name="Google Shape;6169;p60"/>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0" name="Google Shape;6170;p60"/>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1" name="Google Shape;6171;p60"/>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2" name="Google Shape;6172;p60"/>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3" name="Google Shape;6173;p60"/>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4" name="Google Shape;6174;p60"/>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5" name="Google Shape;6175;p60"/>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6" name="Google Shape;6176;p60"/>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7" name="Google Shape;6177;p60"/>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8" name="Google Shape;6178;p60"/>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9" name="Google Shape;6179;p60"/>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0" name="Google Shape;6180;p60"/>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1" name="Google Shape;6181;p60"/>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2" name="Google Shape;6182;p60"/>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3" name="Google Shape;6183;p60"/>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4" name="Google Shape;6184;p60"/>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5" name="Google Shape;6185;p60"/>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6" name="Google Shape;6186;p60"/>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7" name="Google Shape;6187;p60"/>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8" name="Google Shape;6188;p60"/>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9" name="Google Shape;6189;p60"/>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0" name="Google Shape;6190;p60"/>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1" name="Google Shape;6191;p60"/>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2" name="Google Shape;6192;p60"/>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3" name="Google Shape;6193;p60"/>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4" name="Google Shape;6194;p60"/>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5" name="Google Shape;6195;p60"/>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6" name="Google Shape;6196;p60"/>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7" name="Google Shape;6197;p60"/>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8" name="Google Shape;6198;p60"/>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9" name="Google Shape;6199;p60"/>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0" name="Google Shape;6200;p60"/>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1" name="Google Shape;6201;p60"/>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2" name="Google Shape;6202;p60"/>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3" name="Google Shape;6203;p60"/>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4" name="Google Shape;6204;p60"/>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5" name="Google Shape;6205;p60"/>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6" name="Google Shape;6206;p60"/>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7" name="Google Shape;6207;p60"/>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8" name="Google Shape;6208;p60"/>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9" name="Google Shape;6209;p60"/>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0" name="Google Shape;6210;p60"/>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1" name="Google Shape;6211;p60"/>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2" name="Google Shape;6212;p60"/>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3" name="Google Shape;6213;p60"/>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4" name="Google Shape;6214;p60"/>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5" name="Google Shape;6215;p60"/>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6" name="Google Shape;6216;p60"/>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7" name="Google Shape;6217;p60"/>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8" name="Google Shape;6218;p60"/>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9" name="Google Shape;6219;p60"/>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0" name="Google Shape;6220;p60"/>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1" name="Google Shape;6221;p60"/>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2" name="Google Shape;6222;p60"/>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3" name="Google Shape;6223;p60"/>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4" name="Google Shape;6224;p60"/>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5" name="Google Shape;6225;p60"/>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6" name="Google Shape;6226;p60"/>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7" name="Google Shape;6227;p60"/>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8" name="Google Shape;6228;p60"/>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9" name="Google Shape;6229;p60"/>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0" name="Google Shape;6230;p60"/>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1" name="Google Shape;6231;p60"/>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2" name="Google Shape;6232;p60"/>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3" name="Google Shape;6233;p60"/>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4" name="Google Shape;6234;p60"/>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5" name="Google Shape;6235;p60"/>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6" name="Google Shape;6236;p60"/>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7" name="Google Shape;6237;p60"/>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8" name="Google Shape;6238;p60"/>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9" name="Google Shape;6239;p60"/>
            <p:cNvSpPr/>
            <p:nvPr/>
          </p:nvSpPr>
          <p:spPr>
            <a:xfrm>
              <a:off x="2514119" y="1694678"/>
              <a:ext cx="149" cy="0"/>
            </a:xfrm>
            <a:custGeom>
              <a:avLst/>
              <a:gdLst/>
              <a:ahLst/>
              <a:cxnLst/>
              <a:rect l="l" t="t" r="r" b="b"/>
              <a:pathLst>
                <a:path w="11" h="120000"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0" name="Google Shape;6240;p60"/>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1" name="Google Shape;6241;p60"/>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2" name="Google Shape;6242;p60"/>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3" name="Google Shape;6243;p60"/>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4" name="Google Shape;6244;p60"/>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5" name="Google Shape;6245;p60"/>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6" name="Google Shape;6246;p60"/>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7" name="Google Shape;6247;p60"/>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8" name="Google Shape;6248;p60"/>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9" name="Google Shape;6249;p60"/>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0" name="Google Shape;6250;p60"/>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1" name="Google Shape;6251;p60"/>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2" name="Google Shape;6252;p60"/>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3" name="Google Shape;6253;p60"/>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4" name="Google Shape;6254;p60"/>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5" name="Google Shape;6255;p60"/>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6" name="Google Shape;6256;p60"/>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7" name="Google Shape;6257;p60"/>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8" name="Google Shape;6258;p60"/>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9" name="Google Shape;6259;p60"/>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0" name="Google Shape;6260;p60"/>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1" name="Google Shape;6261;p60"/>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2" name="Google Shape;6262;p60"/>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3" name="Google Shape;6263;p60"/>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4" name="Google Shape;6264;p60"/>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5" name="Google Shape;6265;p60"/>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6" name="Google Shape;6266;p60"/>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7" name="Google Shape;6267;p60"/>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8" name="Google Shape;6268;p60"/>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9" name="Google Shape;6269;p60"/>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0" name="Google Shape;6270;p60"/>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1" name="Google Shape;6271;p60"/>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2" name="Google Shape;6272;p60"/>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3" name="Google Shape;6273;p60"/>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4" name="Google Shape;6274;p60"/>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5" name="Google Shape;6275;p60"/>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6" name="Google Shape;6276;p60"/>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7" name="Google Shape;6277;p60"/>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8" name="Google Shape;6278;p60"/>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9" name="Google Shape;6279;p60"/>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0" name="Google Shape;6280;p60"/>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1" name="Google Shape;6281;p60"/>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2" name="Google Shape;6282;p60"/>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3" name="Google Shape;6283;p60"/>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4" name="Google Shape;6284;p60"/>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5" name="Google Shape;6285;p60"/>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6" name="Google Shape;6286;p60"/>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7" name="Google Shape;6287;p60"/>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8" name="Google Shape;6288;p60"/>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9" name="Google Shape;6289;p60"/>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0" name="Google Shape;6290;p60"/>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1" name="Google Shape;6291;p60"/>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2" name="Google Shape;6292;p60"/>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3" name="Google Shape;6293;p60"/>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4" name="Google Shape;6294;p60"/>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5" name="Google Shape;6295;p60"/>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6" name="Google Shape;6296;p60"/>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7" name="Google Shape;6297;p60"/>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8" name="Google Shape;6298;p60"/>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9" name="Google Shape;6299;p60"/>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0" name="Google Shape;6300;p60"/>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1" name="Google Shape;6301;p60"/>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2" name="Google Shape;6302;p60"/>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3" name="Google Shape;6303;p60"/>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4" name="Google Shape;6304;p60"/>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5" name="Google Shape;6305;p60"/>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6" name="Google Shape;6306;p60"/>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7" name="Google Shape;6307;p60"/>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8" name="Google Shape;6308;p60"/>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9" name="Google Shape;6309;p60"/>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0" name="Google Shape;6310;p60"/>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1" name="Google Shape;6311;p60"/>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2" name="Google Shape;6312;p60"/>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3" name="Google Shape;6313;p60"/>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4" name="Google Shape;6314;p60"/>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5" name="Google Shape;6315;p60"/>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6" name="Google Shape;6316;p60"/>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7" name="Google Shape;6317;p60"/>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8" name="Google Shape;6318;p60"/>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9" name="Google Shape;6319;p60"/>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0" name="Google Shape;6320;p60"/>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1" name="Google Shape;6321;p60"/>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2" name="Google Shape;6322;p60"/>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3" name="Google Shape;6323;p60"/>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4" name="Google Shape;6324;p60"/>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5" name="Google Shape;6325;p60"/>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6" name="Google Shape;6326;p60"/>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7" name="Google Shape;6327;p60"/>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8" name="Google Shape;6328;p60"/>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9" name="Google Shape;6329;p60"/>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0" name="Google Shape;6330;p60"/>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1" name="Google Shape;6331;p60"/>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2" name="Google Shape;6332;p60"/>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3" name="Google Shape;6333;p60"/>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4" name="Google Shape;6334;p60"/>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5" name="Google Shape;6335;p60"/>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6" name="Google Shape;6336;p60"/>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7" name="Google Shape;6337;p60"/>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8" name="Google Shape;6338;p60"/>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9" name="Google Shape;6339;p60"/>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0" name="Google Shape;6340;p60"/>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1" name="Google Shape;6341;p60"/>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2" name="Google Shape;6342;p60"/>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3" name="Google Shape;6343;p60"/>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4" name="Google Shape;6344;p60"/>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5" name="Google Shape;6345;p60"/>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6" name="Google Shape;6346;p60"/>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7" name="Google Shape;6347;p60"/>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8" name="Google Shape;6348;p60"/>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9" name="Google Shape;6349;p60"/>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0" name="Google Shape;6350;p60"/>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1" name="Google Shape;6351;p60"/>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2" name="Google Shape;6352;p60"/>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3" name="Google Shape;6353;p60"/>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4" name="Google Shape;6354;p60"/>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5" name="Google Shape;6355;p60"/>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6" name="Google Shape;6356;p60"/>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7" name="Google Shape;6357;p60"/>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8" name="Google Shape;6358;p60"/>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9" name="Google Shape;6359;p60"/>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0" name="Google Shape;6360;p60"/>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1" name="Google Shape;6361;p60"/>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2" name="Google Shape;6362;p60"/>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3" name="Google Shape;6363;p60"/>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4" name="Google Shape;6364;p60"/>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5" name="Google Shape;6365;p60"/>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6" name="Google Shape;6366;p60"/>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7" name="Google Shape;6367;p60"/>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8" name="Google Shape;6368;p60"/>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9" name="Google Shape;6369;p60"/>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0" name="Google Shape;6370;p60"/>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1" name="Google Shape;6371;p60"/>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2" name="Google Shape;6372;p60"/>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3" name="Google Shape;6373;p60"/>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4" name="Google Shape;6374;p60"/>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5" name="Google Shape;6375;p60"/>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6" name="Google Shape;6376;p60"/>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7" name="Google Shape;6377;p60"/>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8" name="Google Shape;6378;p60"/>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9" name="Google Shape;6379;p60"/>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0" name="Google Shape;6380;p60"/>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1" name="Google Shape;6381;p60"/>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2" name="Google Shape;6382;p60"/>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3" name="Google Shape;6383;p60"/>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4" name="Google Shape;6384;p60"/>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5" name="Google Shape;6385;p60"/>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6" name="Google Shape;6386;p60"/>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7" name="Google Shape;6387;p60"/>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8" name="Google Shape;6388;p60"/>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9" name="Google Shape;6389;p60"/>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0" name="Google Shape;6390;p60"/>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1" name="Google Shape;6391;p60"/>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2" name="Google Shape;6392;p60"/>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3" name="Google Shape;6393;p60"/>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4" name="Google Shape;6394;p60"/>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5" name="Google Shape;6395;p60"/>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6" name="Google Shape;6396;p60"/>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7" name="Google Shape;6397;p60"/>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8" name="Google Shape;6398;p60"/>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9" name="Google Shape;6399;p60"/>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0" name="Google Shape;6400;p60"/>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1" name="Google Shape;6401;p60"/>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2" name="Google Shape;6402;p60"/>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3" name="Google Shape;6403;p60"/>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4" name="Google Shape;6404;p60"/>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5" name="Google Shape;6405;p60"/>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6" name="Google Shape;6406;p60"/>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7" name="Google Shape;6407;p60"/>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8" name="Google Shape;6408;p60"/>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9" name="Google Shape;6409;p60"/>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0" name="Google Shape;6410;p60"/>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1" name="Google Shape;6411;p60"/>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2" name="Google Shape;6412;p60"/>
            <p:cNvSpPr/>
            <p:nvPr/>
          </p:nvSpPr>
          <p:spPr>
            <a:xfrm>
              <a:off x="2205720" y="1581265"/>
              <a:ext cx="14" cy="0"/>
            </a:xfrm>
            <a:custGeom>
              <a:avLst/>
              <a:gdLst/>
              <a:ahLst/>
              <a:cxnLst/>
              <a:rect l="l" t="t" r="r" b="b"/>
              <a:pathLst>
                <a:path w="1" h="120000"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3" name="Google Shape;6413;p60"/>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4" name="Google Shape;6414;p60"/>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5" name="Google Shape;6415;p60"/>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6" name="Google Shape;6416;p60"/>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7" name="Google Shape;6417;p60"/>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8" name="Google Shape;6418;p60"/>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9" name="Google Shape;6419;p60"/>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0" name="Google Shape;6420;p60"/>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1" name="Google Shape;6421;p60"/>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2" name="Google Shape;6422;p60"/>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3" name="Google Shape;6423;p60"/>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4" name="Google Shape;6424;p60"/>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5" name="Google Shape;6425;p60"/>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6" name="Google Shape;6426;p60"/>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7" name="Google Shape;6427;p60"/>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8" name="Google Shape;6428;p60"/>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9" name="Google Shape;6429;p60"/>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0" name="Google Shape;6430;p60"/>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1" name="Google Shape;6431;p60"/>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2" name="Google Shape;6432;p60"/>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3" name="Google Shape;6433;p60"/>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4" name="Google Shape;6434;p60"/>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5" name="Google Shape;6435;p60"/>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6" name="Google Shape;6436;p60"/>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7" name="Google Shape;6437;p60"/>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8" name="Google Shape;6438;p60"/>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9" name="Google Shape;6439;p60"/>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0" name="Google Shape;6440;p60"/>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1" name="Google Shape;6441;p60"/>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2" name="Google Shape;6442;p60"/>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3" name="Google Shape;6443;p60"/>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4" name="Google Shape;6444;p60"/>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5" name="Google Shape;6445;p60"/>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6" name="Google Shape;6446;p60"/>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7" name="Google Shape;6447;p60"/>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8" name="Google Shape;6448;p60"/>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9" name="Google Shape;6449;p60"/>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0" name="Google Shape;6450;p60"/>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1" name="Google Shape;6451;p60"/>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2" name="Google Shape;6452;p60"/>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3" name="Google Shape;6453;p60"/>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4" name="Google Shape;6454;p60"/>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5" name="Google Shape;6455;p60"/>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6" name="Google Shape;6456;p60"/>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7" name="Google Shape;6457;p60"/>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8" name="Google Shape;6458;p60"/>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9" name="Google Shape;6459;p60"/>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0" name="Google Shape;6460;p60"/>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1" name="Google Shape;6461;p60"/>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2" name="Google Shape;6462;p60"/>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3" name="Google Shape;6463;p60"/>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4" name="Google Shape;6464;p60"/>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5" name="Google Shape;6465;p60"/>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6" name="Google Shape;6466;p60"/>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7" name="Google Shape;6467;p60"/>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8" name="Google Shape;6468;p60"/>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9" name="Google Shape;6469;p60"/>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0" name="Google Shape;6470;p60"/>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1" name="Google Shape;6471;p60"/>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2" name="Google Shape;6472;p60"/>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3" name="Google Shape;6473;p60"/>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4" name="Google Shape;6474;p60"/>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5" name="Google Shape;6475;p60"/>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6" name="Google Shape;6476;p60"/>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7" name="Google Shape;6477;p60"/>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8" name="Google Shape;6478;p60"/>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9" name="Google Shape;6479;p60"/>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0" name="Google Shape;6480;p60"/>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1" name="Google Shape;6481;p60"/>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2" name="Google Shape;6482;p60"/>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3" name="Google Shape;6483;p60"/>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4" name="Google Shape;6484;p60"/>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5" name="Google Shape;6485;p60"/>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6" name="Google Shape;6486;p60"/>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7" name="Google Shape;6487;p60"/>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8" name="Google Shape;6488;p60"/>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9" name="Google Shape;6489;p60"/>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0" name="Google Shape;6490;p60"/>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1" name="Google Shape;6491;p60"/>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2" name="Google Shape;6492;p60"/>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3" name="Google Shape;6493;p60"/>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4" name="Google Shape;6494;p60"/>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5" name="Google Shape;6495;p60"/>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6" name="Google Shape;6496;p60"/>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7" name="Google Shape;6497;p60"/>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8" name="Google Shape;6498;p60"/>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9" name="Google Shape;6499;p60"/>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0" name="Google Shape;6500;p60"/>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1" name="Google Shape;6501;p60"/>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2" name="Google Shape;6502;p60"/>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3" name="Google Shape;6503;p60"/>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4" name="Google Shape;6504;p60"/>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5" name="Google Shape;6505;p60"/>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6" name="Google Shape;6506;p60"/>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7" name="Google Shape;6507;p60"/>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8" name="Google Shape;6508;p60"/>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9" name="Google Shape;6509;p60"/>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0" name="Google Shape;6510;p60"/>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1" name="Google Shape;6511;p60"/>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2" name="Google Shape;6512;p60"/>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3" name="Google Shape;6513;p60"/>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4" name="Google Shape;6514;p60"/>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5" name="Google Shape;6515;p60"/>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6" name="Google Shape;6516;p60"/>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7" name="Google Shape;6517;p60"/>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8" name="Google Shape;6518;p60"/>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9" name="Google Shape;6519;p60"/>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0" name="Google Shape;6520;p60"/>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1" name="Google Shape;6521;p60"/>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2" name="Google Shape;6522;p60"/>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3" name="Google Shape;6523;p60"/>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4" name="Google Shape;6524;p60"/>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5" name="Google Shape;6525;p60"/>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6" name="Google Shape;6526;p60"/>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7" name="Google Shape;6527;p60"/>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8" name="Google Shape;6528;p60"/>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9" name="Google Shape;6529;p60"/>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0" name="Google Shape;6530;p60"/>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1" name="Google Shape;6531;p60"/>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2" name="Google Shape;6532;p60"/>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3" name="Google Shape;6533;p60"/>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4" name="Google Shape;6534;p60"/>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5" name="Google Shape;6535;p60"/>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6" name="Google Shape;6536;p60"/>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7" name="Google Shape;6537;p60"/>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8" name="Google Shape;6538;p60"/>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9" name="Google Shape;6539;p60"/>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0" name="Google Shape;6540;p60"/>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1" name="Google Shape;6541;p60"/>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2" name="Google Shape;6542;p60"/>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3" name="Google Shape;6543;p60"/>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4" name="Google Shape;6544;p60"/>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5" name="Google Shape;6545;p60"/>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6" name="Google Shape;6546;p60"/>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7" name="Google Shape;6547;p60"/>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8" name="Google Shape;6548;p60"/>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9" name="Google Shape;6549;p60"/>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0" name="Google Shape;6550;p60"/>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1" name="Google Shape;6551;p60"/>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2" name="Google Shape;6552;p60"/>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3" name="Google Shape;6553;p60"/>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4" name="Google Shape;6554;p60"/>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5" name="Google Shape;6555;p60"/>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6" name="Google Shape;6556;p60"/>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7" name="Google Shape;6557;p60"/>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8" name="Google Shape;6558;p60"/>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9" name="Google Shape;6559;p60"/>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0" name="Google Shape;6560;p60"/>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1" name="Google Shape;6561;p60"/>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2" name="Google Shape;6562;p60"/>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3" name="Google Shape;6563;p60"/>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4" name="Google Shape;6564;p60"/>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5" name="Google Shape;6565;p60"/>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6" name="Google Shape;6566;p60"/>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7" name="Google Shape;6567;p60"/>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8" name="Google Shape;6568;p60"/>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9" name="Google Shape;6569;p60"/>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0" name="Google Shape;6570;p60"/>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1" name="Google Shape;6571;p60"/>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2" name="Google Shape;6572;p60"/>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3" name="Google Shape;6573;p60"/>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4" name="Google Shape;6574;p60"/>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5" name="Google Shape;6575;p60"/>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6" name="Google Shape;6576;p60"/>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7" name="Google Shape;6577;p60"/>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8" name="Google Shape;6578;p60"/>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9" name="Google Shape;6579;p60"/>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0" name="Google Shape;6580;p60"/>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1" name="Google Shape;6581;p60"/>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2" name="Google Shape;6582;p60"/>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3" name="Google Shape;6583;p60"/>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4" name="Google Shape;6584;p60"/>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5" name="Google Shape;6585;p60"/>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6" name="Google Shape;6586;p60"/>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7" name="Google Shape;6587;p60"/>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8" name="Google Shape;6588;p60"/>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9" name="Google Shape;6589;p60"/>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0" name="Google Shape;6590;p60"/>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1" name="Google Shape;6591;p60"/>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2" name="Google Shape;6592;p60"/>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3" name="Google Shape;6593;p60"/>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4" name="Google Shape;6594;p60"/>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5" name="Google Shape;6595;p60"/>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6" name="Google Shape;6596;p60"/>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7" name="Google Shape;6597;p60"/>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8" name="Google Shape;6598;p60"/>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9" name="Google Shape;6599;p60"/>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0" name="Google Shape;6600;p60"/>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1" name="Google Shape;6601;p60"/>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2" name="Google Shape;6602;p60"/>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3" name="Google Shape;6603;p60"/>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4" name="Google Shape;6604;p60"/>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5" name="Google Shape;6605;p60"/>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6" name="Google Shape;6606;p60"/>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7" name="Google Shape;6607;p60"/>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8" name="Google Shape;6608;p60"/>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9" name="Google Shape;6609;p60"/>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0" name="Google Shape;6610;p60"/>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1" name="Google Shape;6611;p60"/>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2" name="Google Shape;6612;p60"/>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3" name="Google Shape;6613;p60"/>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4" name="Google Shape;6614;p60"/>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5" name="Google Shape;6615;p60"/>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6" name="Google Shape;6616;p60"/>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7" name="Google Shape;6617;p60"/>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8" name="Google Shape;6618;p60"/>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9" name="Google Shape;6619;p60"/>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0" name="Google Shape;6620;p60"/>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1" name="Google Shape;6621;p60"/>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2" name="Google Shape;6622;p60"/>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3" name="Google Shape;6623;p60"/>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4" name="Google Shape;6624;p60"/>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5" name="Google Shape;6625;p60"/>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6" name="Google Shape;6626;p60"/>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7" name="Google Shape;6627;p60"/>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8" name="Google Shape;6628;p60"/>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9" name="Google Shape;6629;p60"/>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0" name="Google Shape;6630;p60"/>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1" name="Google Shape;6631;p60"/>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2" name="Google Shape;6632;p60"/>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3" name="Google Shape;6633;p60"/>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4" name="Google Shape;6634;p60"/>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5" name="Google Shape;6635;p60"/>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6" name="Google Shape;6636;p60"/>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7" name="Google Shape;6637;p60"/>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8" name="Google Shape;6638;p60"/>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9" name="Google Shape;6639;p60"/>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0" name="Google Shape;6640;p60"/>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1" name="Google Shape;6641;p60"/>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2" name="Google Shape;6642;p60"/>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3" name="Google Shape;6643;p60"/>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4" name="Google Shape;6644;p60"/>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5" name="Google Shape;6645;p60"/>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6" name="Google Shape;6646;p60"/>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7" name="Google Shape;6647;p60"/>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8" name="Google Shape;6648;p60"/>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9" name="Google Shape;6649;p60"/>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0" name="Google Shape;6650;p60"/>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1" name="Google Shape;6651;p60"/>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2" name="Google Shape;6652;p60"/>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3" name="Google Shape;6653;p60"/>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4" name="Google Shape;6654;p60"/>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5" name="Google Shape;6655;p60"/>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6" name="Google Shape;6656;p60"/>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7" name="Google Shape;6657;p60"/>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8" name="Google Shape;6658;p60"/>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9" name="Google Shape;6659;p60"/>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0" name="Google Shape;6660;p60"/>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1" name="Google Shape;6661;p60"/>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2" name="Google Shape;6662;p60"/>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3" name="Google Shape;6663;p60"/>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4" name="Google Shape;6664;p60"/>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5" name="Google Shape;6665;p60"/>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6" name="Google Shape;6666;p60"/>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7" name="Google Shape;6667;p60"/>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8" name="Google Shape;6668;p60"/>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9" name="Google Shape;6669;p60"/>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0" name="Google Shape;6670;p60"/>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1" name="Google Shape;6671;p60"/>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2" name="Google Shape;6672;p60"/>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3" name="Google Shape;6673;p60"/>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4" name="Google Shape;6674;p60"/>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5" name="Google Shape;6675;p60"/>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6" name="Google Shape;6676;p60"/>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7" name="Google Shape;6677;p60"/>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8" name="Google Shape;6678;p60"/>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9" name="Google Shape;6679;p60"/>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0" name="Google Shape;6680;p60"/>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1" name="Google Shape;6681;p60"/>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2" name="Google Shape;6682;p60"/>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3" name="Google Shape;6683;p60"/>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4" name="Google Shape;6684;p60"/>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5" name="Google Shape;6685;p60"/>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6" name="Google Shape;6686;p60"/>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7" name="Google Shape;6687;p60"/>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8" name="Google Shape;6688;p60"/>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9" name="Google Shape;6689;p60"/>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0" name="Google Shape;6690;p60"/>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1" name="Google Shape;6691;p60"/>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2" name="Google Shape;6692;p60"/>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3" name="Google Shape;6693;p60"/>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4" name="Google Shape;6694;p60"/>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5" name="Google Shape;6695;p60"/>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6" name="Google Shape;6696;p60"/>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7" name="Google Shape;6697;p60"/>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8" name="Google Shape;6698;p60"/>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9" name="Google Shape;6699;p60"/>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0" name="Google Shape;6700;p60"/>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1" name="Google Shape;6701;p60"/>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2" name="Google Shape;6702;p60"/>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3" name="Google Shape;6703;p60"/>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4" name="Google Shape;6704;p60"/>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5" name="Google Shape;6705;p60"/>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6" name="Google Shape;6706;p60"/>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7" name="Google Shape;6707;p60"/>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8" name="Google Shape;6708;p60"/>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9" name="Google Shape;6709;p60"/>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0" name="Google Shape;6710;p60"/>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1" name="Google Shape;6711;p60"/>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2" name="Google Shape;6712;p60"/>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3" name="Google Shape;6713;p60"/>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4" name="Google Shape;6714;p60"/>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5" name="Google Shape;6715;p60"/>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6" name="Google Shape;6716;p60"/>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7" name="Google Shape;6717;p60"/>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8" name="Google Shape;6718;p60"/>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9" name="Google Shape;6719;p60"/>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0" name="Google Shape;6720;p60"/>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1" name="Google Shape;6721;p60"/>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2" name="Google Shape;6722;p60"/>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3" name="Google Shape;6723;p60"/>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4" name="Google Shape;6724;p60"/>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5" name="Google Shape;6725;p60"/>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6" name="Google Shape;6726;p60"/>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7" name="Google Shape;6727;p60"/>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8" name="Google Shape;6728;p60"/>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9" name="Google Shape;6729;p60"/>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0" name="Google Shape;6730;p60"/>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1" name="Google Shape;6731;p60"/>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2" name="Google Shape;6732;p60"/>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3" name="Google Shape;6733;p60"/>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4" name="Google Shape;6734;p60"/>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5" name="Google Shape;6735;p60"/>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6" name="Google Shape;6736;p60"/>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7" name="Google Shape;6737;p60"/>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8" name="Google Shape;6738;p60"/>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9" name="Google Shape;6739;p60"/>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0" name="Google Shape;6740;p60"/>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1" name="Google Shape;6741;p60"/>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2" name="Google Shape;6742;p60"/>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3" name="Google Shape;6743;p60"/>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4" name="Google Shape;6744;p60"/>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5" name="Google Shape;6745;p60"/>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6" name="Google Shape;6746;p60"/>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7" name="Google Shape;6747;p60"/>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8" name="Google Shape;6748;p60"/>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9" name="Google Shape;6749;p60"/>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0" name="Google Shape;6750;p60"/>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1" name="Google Shape;6751;p60"/>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2" name="Google Shape;6752;p60"/>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3" name="Google Shape;6753;p60"/>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4" name="Google Shape;6754;p60"/>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5" name="Google Shape;6755;p60"/>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6" name="Google Shape;6756;p60"/>
            <p:cNvSpPr/>
            <p:nvPr/>
          </p:nvSpPr>
          <p:spPr>
            <a:xfrm>
              <a:off x="2291951" y="2116436"/>
              <a:ext cx="14" cy="0"/>
            </a:xfrm>
            <a:custGeom>
              <a:avLst/>
              <a:gdLst/>
              <a:ahLst/>
              <a:cxnLst/>
              <a:rect l="l" t="t" r="r" b="b"/>
              <a:pathLst>
                <a:path w="1" h="120000"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7" name="Google Shape;6757;p60"/>
            <p:cNvSpPr/>
            <p:nvPr/>
          </p:nvSpPr>
          <p:spPr>
            <a:xfrm>
              <a:off x="2292562" y="2116436"/>
              <a:ext cx="14" cy="0"/>
            </a:xfrm>
            <a:custGeom>
              <a:avLst/>
              <a:gdLst/>
              <a:ahLst/>
              <a:cxnLst/>
              <a:rect l="l" t="t" r="r" b="b"/>
              <a:pathLst>
                <a:path w="1" h="120000"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8" name="Google Shape;6758;p60"/>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9" name="Google Shape;6759;p60"/>
            <p:cNvSpPr/>
            <p:nvPr/>
          </p:nvSpPr>
          <p:spPr>
            <a:xfrm>
              <a:off x="2293132" y="2116436"/>
              <a:ext cx="14" cy="0"/>
            </a:xfrm>
            <a:custGeom>
              <a:avLst/>
              <a:gdLst/>
              <a:ahLst/>
              <a:cxnLst/>
              <a:rect l="l" t="t" r="r" b="b"/>
              <a:pathLst>
                <a:path w="1" h="120000"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0" name="Google Shape;6760;p60"/>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1" name="Google Shape;6761;p60"/>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2" name="Google Shape;6762;p60"/>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3" name="Google Shape;6763;p60"/>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4" name="Google Shape;6764;p60"/>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5" name="Google Shape;6765;p60"/>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6" name="Google Shape;6766;p60"/>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7" name="Google Shape;6767;p60"/>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8" name="Google Shape;6768;p60"/>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9" name="Google Shape;6769;p60"/>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0" name="Google Shape;6770;p60"/>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1" name="Google Shape;6771;p60"/>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2" name="Google Shape;6772;p60"/>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3" name="Google Shape;6773;p60"/>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4" name="Google Shape;6774;p60"/>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5" name="Google Shape;6775;p60"/>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6" name="Google Shape;6776;p60"/>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7" name="Google Shape;6777;p60"/>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8" name="Google Shape;6778;p60"/>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9" name="Google Shape;6779;p60"/>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0" name="Google Shape;6780;p60"/>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1" name="Google Shape;6781;p60"/>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2" name="Google Shape;6782;p60"/>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3" name="Google Shape;6783;p60"/>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4" name="Google Shape;6784;p60"/>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5" name="Google Shape;6785;p60"/>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6" name="Google Shape;6786;p60"/>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7" name="Google Shape;6787;p60"/>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8" name="Google Shape;6788;p60"/>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9" name="Google Shape;6789;p60"/>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0" name="Google Shape;6790;p60"/>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1" name="Google Shape;6791;p60"/>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2" name="Google Shape;6792;p60"/>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3" name="Google Shape;6793;p60"/>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4" name="Google Shape;6794;p60"/>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5" name="Google Shape;6795;p60"/>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6" name="Google Shape;6796;p60"/>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7" name="Google Shape;6797;p60"/>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8" name="Google Shape;6798;p60"/>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9" name="Google Shape;6799;p60"/>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0" name="Google Shape;6800;p60"/>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1" name="Google Shape;6801;p60"/>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2" name="Google Shape;6802;p60"/>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3" name="Google Shape;6803;p60"/>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4" name="Google Shape;6804;p60"/>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5" name="Google Shape;6805;p60"/>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6" name="Google Shape;6806;p60"/>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7" name="Google Shape;6807;p60"/>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8" name="Google Shape;6808;p60"/>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9" name="Google Shape;6809;p60"/>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0" name="Google Shape;6810;p60"/>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1" name="Google Shape;6811;p60"/>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2" name="Google Shape;6812;p60"/>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3" name="Google Shape;6813;p60"/>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4" name="Google Shape;6814;p60"/>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5" name="Google Shape;6815;p60"/>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6" name="Google Shape;6816;p60"/>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7" name="Google Shape;6817;p60"/>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8" name="Google Shape;6818;p60"/>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9" name="Google Shape;6819;p60"/>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0" name="Google Shape;6820;p60"/>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1" name="Google Shape;6821;p60"/>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2" name="Google Shape;6822;p60"/>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3" name="Google Shape;6823;p60"/>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4" name="Google Shape;6824;p60"/>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5" name="Google Shape;6825;p60"/>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6" name="Google Shape;6826;p60"/>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7" name="Google Shape;6827;p60"/>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8" name="Google Shape;6828;p60"/>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9" name="Google Shape;6829;p60"/>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0" name="Google Shape;6830;p60"/>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1" name="Google Shape;6831;p60"/>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2" name="Google Shape;6832;p60"/>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3" name="Google Shape;6833;p60"/>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4" name="Google Shape;6834;p60"/>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5" name="Google Shape;6835;p60"/>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6" name="Google Shape;6836;p60"/>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7" name="Google Shape;6837;p60"/>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8" name="Google Shape;6838;p60"/>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9" name="Google Shape;6839;p60"/>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0" name="Google Shape;6840;p60"/>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1" name="Google Shape;6841;p60"/>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2" name="Google Shape;6842;p60"/>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3" name="Google Shape;6843;p60"/>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4" name="Google Shape;6844;p60"/>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5" name="Google Shape;6845;p60"/>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6" name="Google Shape;6846;p60"/>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7" name="Google Shape;6847;p60"/>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8" name="Google Shape;6848;p60"/>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9" name="Google Shape;6849;p60"/>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0" name="Google Shape;6850;p60"/>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1" name="Google Shape;6851;p60"/>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2" name="Google Shape;6852;p60"/>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3" name="Google Shape;6853;p60"/>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4" name="Google Shape;6854;p60"/>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5" name="Google Shape;6855;p60"/>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6" name="Google Shape;6856;p60"/>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7" name="Google Shape;6857;p60"/>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8" name="Google Shape;6858;p60"/>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9" name="Google Shape;6859;p60"/>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0" name="Google Shape;6860;p60"/>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1" name="Google Shape;6861;p60"/>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2" name="Google Shape;6862;p60"/>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3" name="Google Shape;6863;p60"/>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4" name="Google Shape;6864;p60"/>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5" name="Google Shape;6865;p60"/>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6" name="Google Shape;6866;p60"/>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7" name="Google Shape;6867;p60"/>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8" name="Google Shape;6868;p60"/>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9" name="Google Shape;6869;p60"/>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0" name="Google Shape;6870;p60"/>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1" name="Google Shape;6871;p60"/>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2" name="Google Shape;6872;p60"/>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3" name="Google Shape;6873;p60"/>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4" name="Google Shape;6874;p60"/>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5" name="Google Shape;6875;p60"/>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6" name="Google Shape;6876;p60"/>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7" name="Google Shape;6877;p60"/>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8" name="Google Shape;6878;p60"/>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9" name="Google Shape;6879;p60"/>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0" name="Google Shape;6880;p60"/>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1" name="Google Shape;6881;p60"/>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2" name="Google Shape;6882;p60"/>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3" name="Google Shape;6883;p60"/>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4" name="Google Shape;6884;p60"/>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5" name="Google Shape;6885;p60"/>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6" name="Google Shape;6886;p60"/>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7" name="Google Shape;6887;p60"/>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8" name="Google Shape;6888;p60"/>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9" name="Google Shape;6889;p60"/>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0" name="Google Shape;6890;p60"/>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1" name="Google Shape;6891;p60"/>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2" name="Google Shape;6892;p60"/>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3" name="Google Shape;6893;p60"/>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4" name="Google Shape;6894;p60"/>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5" name="Google Shape;6895;p60"/>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6" name="Google Shape;6896;p60"/>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7" name="Google Shape;6897;p60"/>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8" name="Google Shape;6898;p60"/>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9" name="Google Shape;6899;p60"/>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0" name="Google Shape;6900;p60"/>
            <p:cNvSpPr/>
            <p:nvPr/>
          </p:nvSpPr>
          <p:spPr>
            <a:xfrm>
              <a:off x="2595449" y="1751378"/>
              <a:ext cx="0" cy="14"/>
            </a:xfrm>
            <a:custGeom>
              <a:avLst/>
              <a:gdLst/>
              <a:ahLst/>
              <a:cxnLst/>
              <a:rect l="l" t="t" r="r" b="b"/>
              <a:pathLst>
                <a:path w="120000"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1" name="Google Shape;6901;p60"/>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2" name="Google Shape;6902;p60"/>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3" name="Google Shape;6903;p60"/>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4" name="Google Shape;6904;p60"/>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5" name="Google Shape;6905;p60"/>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6" name="Google Shape;6906;p60"/>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7" name="Google Shape;6907;p60"/>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8" name="Google Shape;6908;p60"/>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9" name="Google Shape;6909;p60"/>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0" name="Google Shape;6910;p60"/>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1" name="Google Shape;6911;p60"/>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2" name="Google Shape;6912;p60"/>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3" name="Google Shape;6913;p60"/>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4" name="Google Shape;6914;p60"/>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5" name="Google Shape;6915;p60"/>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6" name="Google Shape;6916;p60"/>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7" name="Google Shape;6917;p60"/>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8" name="Google Shape;6918;p60"/>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9" name="Google Shape;6919;p60"/>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0" name="Google Shape;6920;p60"/>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1" name="Google Shape;6921;p60"/>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2" name="Google Shape;6922;p60"/>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3" name="Google Shape;6923;p60"/>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4" name="Google Shape;6924;p60"/>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5" name="Google Shape;6925;p60"/>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6" name="Google Shape;6926;p60"/>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7" name="Google Shape;6927;p60"/>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8" name="Google Shape;6928;p60"/>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9" name="Google Shape;6929;p60"/>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0" name="Google Shape;6930;p60"/>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1" name="Google Shape;6931;p60"/>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2" name="Google Shape;6932;p60"/>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3" name="Google Shape;6933;p60"/>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4" name="Google Shape;6934;p60"/>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5" name="Google Shape;6935;p60"/>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6" name="Google Shape;6936;p60"/>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7" name="Google Shape;6937;p60"/>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8" name="Google Shape;6938;p60"/>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9" name="Google Shape;6939;p60"/>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0" name="Google Shape;6940;p60"/>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1" name="Google Shape;6941;p60"/>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2" name="Google Shape;6942;p60"/>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3" name="Google Shape;6943;p60"/>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4" name="Google Shape;6944;p60"/>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5" name="Google Shape;6945;p60"/>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6" name="Google Shape;6946;p60"/>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7" name="Google Shape;6947;p60"/>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8" name="Google Shape;6948;p60"/>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9" name="Google Shape;6949;p60"/>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0" name="Google Shape;6950;p60"/>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1" name="Google Shape;6951;p60"/>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2" name="Google Shape;6952;p60"/>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3" name="Google Shape;6953;p60"/>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4" name="Google Shape;6954;p60"/>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5" name="Google Shape;6955;p60"/>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6" name="Google Shape;6956;p60"/>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7" name="Google Shape;6957;p60"/>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8" name="Google Shape;6958;p60"/>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9" name="Google Shape;6959;p60"/>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0" name="Google Shape;6960;p60"/>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1" name="Google Shape;6961;p60"/>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2" name="Google Shape;6962;p60"/>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3" name="Google Shape;6963;p60"/>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4" name="Google Shape;6964;p60"/>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5" name="Google Shape;6965;p60"/>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6" name="Google Shape;6966;p60"/>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7" name="Google Shape;6967;p60"/>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8" name="Google Shape;6968;p60"/>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9" name="Google Shape;6969;p60"/>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0" name="Google Shape;6970;p60"/>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1" name="Google Shape;6971;p60"/>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2" name="Google Shape;6972;p60"/>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3" name="Google Shape;6973;p60"/>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4" name="Google Shape;6974;p60"/>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5" name="Google Shape;6975;p60"/>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6" name="Google Shape;6976;p60"/>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7" name="Google Shape;6977;p60"/>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8" name="Google Shape;6978;p60"/>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9" name="Google Shape;6979;p60"/>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0" name="Google Shape;6980;p60"/>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1" name="Google Shape;6981;p60"/>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2" name="Google Shape;6982;p60"/>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3" name="Google Shape;6983;p60"/>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4" name="Google Shape;6984;p60"/>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5" name="Google Shape;6985;p60"/>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6" name="Google Shape;6986;p60"/>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7" name="Google Shape;6987;p60"/>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8" name="Google Shape;6988;p60"/>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9" name="Google Shape;6989;p60"/>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0" name="Google Shape;6990;p60"/>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1" name="Google Shape;6991;p60"/>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2" name="Google Shape;6992;p60"/>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3" name="Google Shape;6993;p60"/>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4" name="Google Shape;6994;p60"/>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5" name="Google Shape;6995;p60"/>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6" name="Google Shape;6996;p60"/>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7" name="Google Shape;6997;p60"/>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8" name="Google Shape;6998;p60"/>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9" name="Google Shape;6999;p60"/>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0" name="Google Shape;7000;p60"/>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1" name="Google Shape;7001;p60"/>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2" name="Google Shape;7002;p60"/>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3" name="Google Shape;7003;p60"/>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4" name="Google Shape;7004;p60"/>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5" name="Google Shape;7005;p60"/>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6" name="Google Shape;7006;p60"/>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7" name="Google Shape;7007;p60"/>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8" name="Google Shape;7008;p60"/>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9" name="Google Shape;7009;p60"/>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0" name="Google Shape;7010;p60"/>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1" name="Google Shape;7011;p60"/>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2" name="Google Shape;7012;p60"/>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3" name="Google Shape;7013;p60"/>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4" name="Google Shape;7014;p60"/>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5" name="Google Shape;7015;p60"/>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6" name="Google Shape;7016;p60"/>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7" name="Google Shape;7017;p60"/>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8" name="Google Shape;7018;p60"/>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9" name="Google Shape;7019;p60"/>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0" name="Google Shape;7020;p60"/>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1" name="Google Shape;7021;p60"/>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2" name="Google Shape;7022;p60"/>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3" name="Google Shape;7023;p60"/>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4" name="Google Shape;7024;p60"/>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5" name="Google Shape;7025;p60"/>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6" name="Google Shape;7026;p60"/>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7" name="Google Shape;7027;p60"/>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8" name="Google Shape;7028;p60"/>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9" name="Google Shape;7029;p60"/>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0" name="Google Shape;7030;p60"/>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1" name="Google Shape;7031;p60"/>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2" name="Google Shape;7032;p60"/>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3" name="Google Shape;7033;p60"/>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4" name="Google Shape;7034;p60"/>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5" name="Google Shape;7035;p60"/>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6" name="Google Shape;7036;p60"/>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7" name="Google Shape;7037;p60"/>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8" name="Google Shape;7038;p60"/>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9" name="Google Shape;7039;p60"/>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0" name="Google Shape;7040;p60"/>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1" name="Google Shape;7041;p60"/>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2" name="Google Shape;7042;p60"/>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3" name="Google Shape;7043;p60"/>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4" name="Google Shape;7044;p60"/>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5" name="Google Shape;7045;p60"/>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6" name="Google Shape;7046;p60"/>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7" name="Google Shape;7047;p60"/>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8" name="Google Shape;7048;p60"/>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9" name="Google Shape;7049;p60"/>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0" name="Google Shape;7050;p60"/>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1" name="Google Shape;7051;p60"/>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2" name="Google Shape;7052;p60"/>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3" name="Google Shape;7053;p60"/>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4" name="Google Shape;7054;p60"/>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5" name="Google Shape;7055;p60"/>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6" name="Google Shape;7056;p60"/>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7" name="Google Shape;7057;p60"/>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8" name="Google Shape;7058;p60"/>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9" name="Google Shape;7059;p60"/>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0" name="Google Shape;7060;p60"/>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1" name="Google Shape;7061;p60"/>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2" name="Google Shape;7062;p60"/>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3" name="Google Shape;7063;p60"/>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4" name="Google Shape;7064;p60"/>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5" name="Google Shape;7065;p60"/>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6" name="Google Shape;7066;p60"/>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7" name="Google Shape;7067;p60"/>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8" name="Google Shape;7068;p60"/>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9" name="Google Shape;7069;p60"/>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0" name="Google Shape;7070;p60"/>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1" name="Google Shape;7071;p60"/>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2" name="Google Shape;7072;p60"/>
            <p:cNvSpPr/>
            <p:nvPr/>
          </p:nvSpPr>
          <p:spPr>
            <a:xfrm>
              <a:off x="2962544" y="2114806"/>
              <a:ext cx="0" cy="14"/>
            </a:xfrm>
            <a:custGeom>
              <a:avLst/>
              <a:gdLst/>
              <a:ahLst/>
              <a:cxnLst/>
              <a:rect l="l" t="t" r="r" b="b"/>
              <a:pathLst>
                <a:path w="120000"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3" name="Google Shape;7073;p60"/>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4" name="Google Shape;7074;p60"/>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5" name="Google Shape;7075;p60"/>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6" name="Google Shape;7076;p60"/>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7" name="Google Shape;7077;p60"/>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8" name="Google Shape;7078;p60"/>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9" name="Google Shape;7079;p60"/>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0" name="Google Shape;7080;p60"/>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1" name="Google Shape;7081;p60"/>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2" name="Google Shape;7082;p60"/>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3" name="Google Shape;7083;p60"/>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4" name="Google Shape;7084;p60"/>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5" name="Google Shape;7085;p60"/>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6" name="Google Shape;7086;p60"/>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7" name="Google Shape;7087;p60"/>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8" name="Google Shape;7088;p60"/>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9" name="Google Shape;7089;p60"/>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0" name="Google Shape;7090;p60"/>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1" name="Google Shape;7091;p60"/>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2" name="Google Shape;7092;p60"/>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3" name="Google Shape;7093;p60"/>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4" name="Google Shape;7094;p60"/>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5" name="Google Shape;7095;p60"/>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6" name="Google Shape;7096;p60"/>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7" name="Google Shape;7097;p60"/>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8" name="Google Shape;7098;p60"/>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9" name="Google Shape;7099;p60"/>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0" name="Google Shape;7100;p60"/>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1" name="Google Shape;7101;p60"/>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2" name="Google Shape;7102;p60"/>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3" name="Google Shape;7103;p60"/>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4" name="Google Shape;7104;p60"/>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5" name="Google Shape;7105;p60"/>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6" name="Google Shape;7106;p60"/>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7" name="Google Shape;7107;p60"/>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8" name="Google Shape;7108;p60"/>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9" name="Google Shape;7109;p60"/>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0" name="Google Shape;7110;p60"/>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1" name="Google Shape;7111;p60"/>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2" name="Google Shape;7112;p60"/>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3" name="Google Shape;7113;p60"/>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4" name="Google Shape;7114;p60"/>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5" name="Google Shape;7115;p60"/>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6" name="Google Shape;7116;p60"/>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7" name="Google Shape;7117;p60"/>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8" name="Google Shape;7118;p60"/>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9" name="Google Shape;7119;p60"/>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0" name="Google Shape;7120;p60"/>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1" name="Google Shape;7121;p60"/>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2" name="Google Shape;7122;p60"/>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3" name="Google Shape;7123;p60"/>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4" name="Google Shape;7124;p60"/>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5" name="Google Shape;7125;p60"/>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6" name="Google Shape;7126;p60"/>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7" name="Google Shape;7127;p60"/>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8" name="Google Shape;7128;p60"/>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9" name="Google Shape;7129;p60"/>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0" name="Google Shape;7130;p60"/>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1" name="Google Shape;7131;p60"/>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2" name="Google Shape;7132;p60"/>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3" name="Google Shape;7133;p60"/>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4" name="Google Shape;7134;p60"/>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5" name="Google Shape;7135;p60"/>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6" name="Google Shape;7136;p60"/>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7" name="Google Shape;7137;p60"/>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8" name="Google Shape;7138;p60"/>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9" name="Google Shape;7139;p60"/>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0" name="Google Shape;7140;p60"/>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1" name="Google Shape;7141;p60"/>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2" name="Google Shape;7142;p60"/>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3" name="Google Shape;7143;p60"/>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4" name="Google Shape;7144;p60"/>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5" name="Google Shape;7145;p60"/>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6" name="Google Shape;7146;p60"/>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7" name="Google Shape;7147;p60"/>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8" name="Google Shape;7148;p60"/>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9" name="Google Shape;7149;p60"/>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0" name="Google Shape;7150;p60"/>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1" name="Google Shape;7151;p60"/>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2" name="Google Shape;7152;p60"/>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3" name="Google Shape;7153;p60"/>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4" name="Google Shape;7154;p60"/>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5" name="Google Shape;7155;p60"/>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6" name="Google Shape;7156;p60"/>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7" name="Google Shape;7157;p60"/>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8" name="Google Shape;7158;p60"/>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9" name="Google Shape;7159;p60"/>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0" name="Google Shape;7160;p60"/>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1" name="Google Shape;7161;p60"/>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2" name="Google Shape;7162;p60"/>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3" name="Google Shape;7163;p60"/>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4" name="Google Shape;7164;p60"/>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5" name="Google Shape;7165;p60"/>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6" name="Google Shape;7166;p60"/>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7" name="Google Shape;7167;p60"/>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8" name="Google Shape;7168;p60"/>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9" name="Google Shape;7169;p60"/>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0" name="Google Shape;7170;p60"/>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1" name="Google Shape;7171;p60"/>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2" name="Google Shape;7172;p60"/>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3" name="Google Shape;7173;p60"/>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4" name="Google Shape;7174;p60"/>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75" name="Google Shape;7175;p60"/>
          <p:cNvGrpSpPr/>
          <p:nvPr/>
        </p:nvGrpSpPr>
        <p:grpSpPr>
          <a:xfrm>
            <a:off x="3450485" y="919691"/>
            <a:ext cx="2310381" cy="1488888"/>
            <a:chOff x="229225" y="549050"/>
            <a:chExt cx="7161750" cy="4615275"/>
          </a:xfrm>
        </p:grpSpPr>
        <p:sp>
          <p:nvSpPr>
            <p:cNvPr id="7176" name="Google Shape;7176;p60"/>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7" name="Google Shape;7177;p60"/>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8" name="Google Shape;7178;p60"/>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9" name="Google Shape;7179;p60"/>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0" name="Google Shape;7180;p60"/>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1" name="Google Shape;7181;p60"/>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2" name="Google Shape;7182;p60"/>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3" name="Google Shape;7183;p60"/>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4" name="Google Shape;7184;p60"/>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5" name="Google Shape;7185;p60"/>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6" name="Google Shape;7186;p60"/>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7" name="Google Shape;7187;p60"/>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8" name="Google Shape;7188;p60"/>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9" name="Google Shape;7189;p60"/>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0" name="Google Shape;7190;p60"/>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1" name="Google Shape;7191;p60"/>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2" name="Google Shape;7192;p60"/>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3" name="Google Shape;7193;p60"/>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4" name="Google Shape;7194;p60"/>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5" name="Google Shape;7195;p60"/>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6" name="Google Shape;7196;p60"/>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7" name="Google Shape;7197;p60"/>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8" name="Google Shape;7198;p60"/>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9" name="Google Shape;7199;p60"/>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0" name="Google Shape;7200;p60"/>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1" name="Google Shape;7201;p60"/>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2" name="Google Shape;7202;p60"/>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3" name="Google Shape;7203;p60"/>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4" name="Google Shape;7204;p60"/>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5" name="Google Shape;7205;p60"/>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6" name="Google Shape;7206;p60"/>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7" name="Google Shape;7207;p60"/>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8" name="Google Shape;7208;p60"/>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9" name="Google Shape;7209;p60"/>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0" name="Google Shape;7210;p60"/>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1" name="Google Shape;7211;p60"/>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2" name="Google Shape;7212;p60"/>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3" name="Google Shape;7213;p60"/>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4" name="Google Shape;7214;p60"/>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5" name="Google Shape;7215;p60"/>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6" name="Google Shape;7216;p60"/>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7" name="Google Shape;7217;p60"/>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8" name="Google Shape;7218;p60"/>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9" name="Google Shape;7219;p60"/>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0" name="Google Shape;7220;p60"/>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1" name="Google Shape;7221;p60"/>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2" name="Google Shape;7222;p60"/>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3" name="Google Shape;7223;p60"/>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4" name="Google Shape;7224;p60"/>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5" name="Google Shape;7225;p60"/>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6" name="Google Shape;7226;p60"/>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7" name="Google Shape;7227;p60"/>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8" name="Google Shape;7228;p60"/>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9" name="Google Shape;7229;p60"/>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0" name="Google Shape;7230;p60"/>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1" name="Google Shape;7231;p60"/>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2" name="Google Shape;7232;p60"/>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3" name="Google Shape;7233;p60"/>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4" name="Google Shape;7234;p60"/>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5" name="Google Shape;7235;p60"/>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6" name="Google Shape;7236;p60"/>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7" name="Google Shape;7237;p60"/>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8" name="Google Shape;7238;p60"/>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9" name="Google Shape;7239;p60"/>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0" name="Google Shape;7240;p60"/>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1" name="Google Shape;7241;p60"/>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2" name="Google Shape;7242;p60"/>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3" name="Google Shape;7243;p60"/>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4" name="Google Shape;7244;p60"/>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5" name="Google Shape;7245;p60"/>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6" name="Google Shape;7246;p60"/>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7" name="Google Shape;7247;p60"/>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8" name="Google Shape;7248;p60"/>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9" name="Google Shape;7249;p60"/>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0" name="Google Shape;7250;p60"/>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1" name="Google Shape;7251;p60"/>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2" name="Google Shape;7252;p60"/>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3" name="Google Shape;7253;p60"/>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4" name="Google Shape;7254;p60"/>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5" name="Google Shape;7255;p60"/>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6" name="Google Shape;7256;p60"/>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7" name="Google Shape;7257;p60"/>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8" name="Google Shape;7258;p60"/>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9" name="Google Shape;7259;p60"/>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0" name="Google Shape;7260;p60"/>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1" name="Google Shape;7261;p60"/>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2" name="Google Shape;7262;p60"/>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3" name="Google Shape;7263;p60"/>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4" name="Google Shape;7264;p60"/>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5" name="Google Shape;7265;p60"/>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6" name="Google Shape;7266;p60"/>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7" name="Google Shape;7267;p60"/>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8" name="Google Shape;7268;p60"/>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9" name="Google Shape;7269;p60"/>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0" name="Google Shape;7270;p60"/>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1" name="Google Shape;7271;p60"/>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2" name="Google Shape;7272;p60"/>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3" name="Google Shape;7273;p60"/>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4" name="Google Shape;7274;p60"/>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5" name="Google Shape;7275;p60"/>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6" name="Google Shape;7276;p60"/>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7" name="Google Shape;7277;p60"/>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8" name="Google Shape;7278;p60"/>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9" name="Google Shape;7279;p60"/>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0" name="Google Shape;7280;p60"/>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1" name="Google Shape;7281;p60"/>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2" name="Google Shape;7282;p60"/>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3" name="Google Shape;7283;p60"/>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4" name="Google Shape;7284;p60"/>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5" name="Google Shape;7285;p60"/>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6" name="Google Shape;7286;p60"/>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7" name="Google Shape;7287;p60"/>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8" name="Google Shape;7288;p60"/>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9" name="Google Shape;7289;p60"/>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0" name="Google Shape;7290;p60"/>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1" name="Google Shape;7291;p60"/>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2" name="Google Shape;7292;p60"/>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93" name="Google Shape;7293;p60"/>
          <p:cNvGrpSpPr/>
          <p:nvPr/>
        </p:nvGrpSpPr>
        <p:grpSpPr>
          <a:xfrm>
            <a:off x="3548403" y="2849588"/>
            <a:ext cx="2310282" cy="1374222"/>
            <a:chOff x="238125" y="732525"/>
            <a:chExt cx="7130500" cy="4241425"/>
          </a:xfrm>
        </p:grpSpPr>
        <p:sp>
          <p:nvSpPr>
            <p:cNvPr id="7294" name="Google Shape;7294;p60"/>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5" name="Google Shape;7295;p60"/>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6" name="Google Shape;7296;p60"/>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7" name="Google Shape;7297;p60"/>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8" name="Google Shape;7298;p60"/>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9" name="Google Shape;7299;p60"/>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0" name="Google Shape;7300;p60"/>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1" name="Google Shape;7301;p60"/>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2" name="Google Shape;7302;p60"/>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3" name="Google Shape;7303;p60"/>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4" name="Google Shape;7304;p60"/>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5" name="Google Shape;7305;p60"/>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6" name="Google Shape;7306;p60"/>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7" name="Google Shape;7307;p60"/>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8" name="Google Shape;7308;p60"/>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9" name="Google Shape;7309;p60"/>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0" name="Google Shape;7310;p60"/>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1" name="Google Shape;7311;p60"/>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2" name="Google Shape;7312;p60"/>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3" name="Google Shape;7313;p60"/>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4" name="Google Shape;7314;p60"/>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5" name="Google Shape;7315;p60"/>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6" name="Google Shape;7316;p60"/>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7" name="Google Shape;7317;p60"/>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8" name="Google Shape;7318;p60"/>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9" name="Google Shape;7319;p60"/>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0" name="Google Shape;7320;p60"/>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1" name="Google Shape;7321;p60"/>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2" name="Google Shape;7322;p60"/>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3" name="Google Shape;7323;p60"/>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4" name="Google Shape;7324;p60"/>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5" name="Google Shape;7325;p60"/>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6" name="Google Shape;7326;p60"/>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7" name="Google Shape;7327;p60"/>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8" name="Google Shape;7328;p60"/>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9" name="Google Shape;7329;p60"/>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0" name="Google Shape;7330;p60"/>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1" name="Google Shape;7331;p60"/>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2" name="Google Shape;7332;p60"/>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3" name="Google Shape;7333;p60"/>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4" name="Google Shape;7334;p60"/>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5" name="Google Shape;7335;p60"/>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6" name="Google Shape;7336;p60"/>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7" name="Google Shape;7337;p60"/>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8" name="Google Shape;7338;p60"/>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9" name="Google Shape;7339;p60"/>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0" name="Google Shape;7340;p60"/>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1" name="Google Shape;7341;p60"/>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2" name="Google Shape;7342;p60"/>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3" name="Google Shape;7343;p60"/>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4" name="Google Shape;7344;p60"/>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5" name="Google Shape;7345;p60"/>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6" name="Google Shape;7346;p60"/>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7" name="Google Shape;7347;p60"/>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8" name="Google Shape;7348;p60"/>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9" name="Google Shape;7349;p60"/>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0" name="Google Shape;7350;p60"/>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1" name="Google Shape;7351;p60"/>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2" name="Google Shape;7352;p60"/>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3" name="Google Shape;7353;p60"/>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4" name="Google Shape;7354;p60"/>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5" name="Google Shape;7355;p60"/>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6" name="Google Shape;7356;p60"/>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7" name="Google Shape;7357;p60"/>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8" name="Google Shape;7358;p60"/>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9" name="Google Shape;7359;p60"/>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0" name="Google Shape;7360;p60"/>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1" name="Google Shape;7361;p60"/>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2" name="Google Shape;7362;p60"/>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3" name="Google Shape;7363;p60"/>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4" name="Google Shape;7364;p60"/>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5" name="Google Shape;7365;p60"/>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6" name="Google Shape;7366;p60"/>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7" name="Google Shape;7367;p60"/>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8" name="Google Shape;7368;p60"/>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9" name="Google Shape;7369;p60"/>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0" name="Google Shape;7370;p60"/>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1" name="Google Shape;7371;p60"/>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2" name="Google Shape;7372;p60"/>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3" name="Google Shape;7373;p60"/>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4" name="Google Shape;7374;p60"/>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5" name="Google Shape;7375;p60"/>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6" name="Google Shape;7376;p60"/>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7" name="Google Shape;7377;p60"/>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8" name="Google Shape;7378;p60"/>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9" name="Google Shape;7379;p60"/>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0" name="Google Shape;7380;p60"/>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1" name="Google Shape;7381;p60"/>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2" name="Google Shape;7382;p60"/>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3" name="Google Shape;7383;p60"/>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4" name="Google Shape;7384;p60"/>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5" name="Google Shape;7385;p60"/>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6" name="Google Shape;7386;p60"/>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7" name="Google Shape;7387;p60"/>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8" name="Google Shape;7388;p60"/>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9" name="Google Shape;7389;p60"/>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0" name="Google Shape;7390;p60"/>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1" name="Google Shape;7391;p60"/>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2" name="Google Shape;7392;p60"/>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3" name="Google Shape;7393;p60"/>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4" name="Google Shape;7394;p60"/>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5" name="Google Shape;7395;p60"/>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6" name="Google Shape;7396;p60"/>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7" name="Google Shape;7397;p60"/>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8" name="Google Shape;7398;p60"/>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9" name="Google Shape;7399;p60"/>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0" name="Google Shape;7400;p60"/>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1" name="Google Shape;7401;p60"/>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2" name="Google Shape;7402;p60"/>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3" name="Google Shape;7403;p60"/>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4" name="Google Shape;7404;p60"/>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5" name="Google Shape;7405;p60"/>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6" name="Google Shape;7406;p60"/>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7" name="Google Shape;7407;p60"/>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7411"/>
        <p:cNvGrpSpPr/>
        <p:nvPr/>
      </p:nvGrpSpPr>
      <p:grpSpPr>
        <a:xfrm>
          <a:off x="0" y="0"/>
          <a:ext cx="0" cy="0"/>
          <a:chOff x="0" y="0"/>
          <a:chExt cx="0" cy="0"/>
        </a:xfrm>
      </p:grpSpPr>
      <p:grpSp>
        <p:nvGrpSpPr>
          <p:cNvPr id="7412" name="Google Shape;7412;p61"/>
          <p:cNvGrpSpPr/>
          <p:nvPr/>
        </p:nvGrpSpPr>
        <p:grpSpPr>
          <a:xfrm>
            <a:off x="2100560" y="3398663"/>
            <a:ext cx="1102891" cy="760337"/>
            <a:chOff x="4967783" y="2151471"/>
            <a:chExt cx="3920691" cy="2702940"/>
          </a:xfrm>
        </p:grpSpPr>
        <p:grpSp>
          <p:nvGrpSpPr>
            <p:cNvPr id="7413" name="Google Shape;7413;p61"/>
            <p:cNvGrpSpPr/>
            <p:nvPr/>
          </p:nvGrpSpPr>
          <p:grpSpPr>
            <a:xfrm>
              <a:off x="5045709" y="2252109"/>
              <a:ext cx="3761071" cy="2501708"/>
              <a:chOff x="2691784" y="1805334"/>
              <a:chExt cx="3761071" cy="2501708"/>
            </a:xfrm>
          </p:grpSpPr>
          <p:sp>
            <p:nvSpPr>
              <p:cNvPr id="7414" name="Google Shape;7414;p61"/>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5" name="Google Shape;7415;p61"/>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6" name="Google Shape;7416;p61"/>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7" name="Google Shape;7417;p61"/>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8" name="Google Shape;7418;p61"/>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9" name="Google Shape;7419;p61"/>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0" name="Google Shape;7420;p61"/>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21" name="Google Shape;7421;p61"/>
            <p:cNvGrpSpPr/>
            <p:nvPr/>
          </p:nvGrpSpPr>
          <p:grpSpPr>
            <a:xfrm>
              <a:off x="4967783" y="2151471"/>
              <a:ext cx="3920691" cy="2702940"/>
              <a:chOff x="2613858" y="1704696"/>
              <a:chExt cx="3920691" cy="2702940"/>
            </a:xfrm>
          </p:grpSpPr>
          <p:sp>
            <p:nvSpPr>
              <p:cNvPr id="7422" name="Google Shape;7422;p61"/>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3" name="Google Shape;7423;p61"/>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4" name="Google Shape;7424;p61"/>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5" name="Google Shape;7425;p61"/>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6" name="Google Shape;7426;p61"/>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427" name="Google Shape;7427;p61"/>
          <p:cNvGrpSpPr/>
          <p:nvPr/>
        </p:nvGrpSpPr>
        <p:grpSpPr>
          <a:xfrm>
            <a:off x="3504468" y="1286940"/>
            <a:ext cx="1561911" cy="708581"/>
            <a:chOff x="3530532" y="1496185"/>
            <a:chExt cx="1561911" cy="708581"/>
          </a:xfrm>
        </p:grpSpPr>
        <p:grpSp>
          <p:nvGrpSpPr>
            <p:cNvPr id="7428" name="Google Shape;7428;p61"/>
            <p:cNvGrpSpPr/>
            <p:nvPr/>
          </p:nvGrpSpPr>
          <p:grpSpPr>
            <a:xfrm>
              <a:off x="3720318" y="1857562"/>
              <a:ext cx="1372125" cy="54"/>
              <a:chOff x="3720318" y="1857562"/>
              <a:chExt cx="1372125" cy="54"/>
            </a:xfrm>
          </p:grpSpPr>
          <p:cxnSp>
            <p:nvCxnSpPr>
              <p:cNvPr id="7429" name="Google Shape;7429;p61"/>
              <p:cNvCxnSpPr>
                <a:endCxn id="7430" idx="2"/>
              </p:cNvCxnSpPr>
              <p:nvPr/>
            </p:nvCxnSpPr>
            <p:spPr>
              <a:xfrm>
                <a:off x="4440243" y="1857616"/>
                <a:ext cx="173400" cy="0"/>
              </a:xfrm>
              <a:prstGeom prst="straightConnector1">
                <a:avLst/>
              </a:prstGeom>
              <a:noFill/>
              <a:ln w="9525" cap="flat" cmpd="sng">
                <a:solidFill>
                  <a:srgbClr val="A5B7C6"/>
                </a:solidFill>
                <a:prstDash val="solid"/>
                <a:round/>
                <a:headEnd type="none" w="sm" len="sm"/>
                <a:tailEnd type="none" w="sm" len="sm"/>
              </a:ln>
            </p:spPr>
          </p:cxnSp>
          <p:cxnSp>
            <p:nvCxnSpPr>
              <p:cNvPr id="7431" name="Google Shape;7431;p61"/>
              <p:cNvCxnSpPr/>
              <p:nvPr/>
            </p:nvCxnSpPr>
            <p:spPr>
              <a:xfrm>
                <a:off x="4074943" y="1857562"/>
                <a:ext cx="173400" cy="0"/>
              </a:xfrm>
              <a:prstGeom prst="straightConnector1">
                <a:avLst/>
              </a:prstGeom>
              <a:noFill/>
              <a:ln w="9525" cap="flat" cmpd="sng">
                <a:solidFill>
                  <a:srgbClr val="A5B7C6"/>
                </a:solidFill>
                <a:prstDash val="solid"/>
                <a:round/>
                <a:headEnd type="none" w="sm" len="sm"/>
                <a:tailEnd type="none" w="sm" len="sm"/>
              </a:ln>
            </p:spPr>
          </p:cxnSp>
          <p:cxnSp>
            <p:nvCxnSpPr>
              <p:cNvPr id="7432" name="Google Shape;7432;p61"/>
              <p:cNvCxnSpPr/>
              <p:nvPr/>
            </p:nvCxnSpPr>
            <p:spPr>
              <a:xfrm>
                <a:off x="3720318" y="1857562"/>
                <a:ext cx="173400" cy="0"/>
              </a:xfrm>
              <a:prstGeom prst="straightConnector1">
                <a:avLst/>
              </a:prstGeom>
              <a:noFill/>
              <a:ln w="9525" cap="flat" cmpd="sng">
                <a:solidFill>
                  <a:srgbClr val="A5B7C6"/>
                </a:solidFill>
                <a:prstDash val="solid"/>
                <a:round/>
                <a:headEnd type="none" w="sm" len="sm"/>
                <a:tailEnd type="none" w="sm" len="sm"/>
              </a:ln>
            </p:spPr>
          </p:cxnSp>
          <p:cxnSp>
            <p:nvCxnSpPr>
              <p:cNvPr id="7433" name="Google Shape;7433;p61"/>
              <p:cNvCxnSpPr>
                <a:stCxn id="7430" idx="6"/>
              </p:cNvCxnSpPr>
              <p:nvPr/>
            </p:nvCxnSpPr>
            <p:spPr>
              <a:xfrm>
                <a:off x="4801443" y="1857616"/>
                <a:ext cx="291000" cy="0"/>
              </a:xfrm>
              <a:prstGeom prst="straightConnector1">
                <a:avLst/>
              </a:prstGeom>
              <a:noFill/>
              <a:ln w="9525" cap="flat" cmpd="sng">
                <a:solidFill>
                  <a:srgbClr val="A5B7C6"/>
                </a:solidFill>
                <a:prstDash val="solid"/>
                <a:round/>
                <a:headEnd type="none" w="sm" len="sm"/>
                <a:tailEnd type="triangle" w="med" len="med"/>
              </a:ln>
            </p:spPr>
          </p:cxnSp>
        </p:grpSp>
        <p:grpSp>
          <p:nvGrpSpPr>
            <p:cNvPr id="7434" name="Google Shape;7434;p61"/>
            <p:cNvGrpSpPr/>
            <p:nvPr/>
          </p:nvGrpSpPr>
          <p:grpSpPr>
            <a:xfrm>
              <a:off x="3567462" y="1496185"/>
              <a:ext cx="286500" cy="272915"/>
              <a:chOff x="3567462" y="1496185"/>
              <a:chExt cx="286500" cy="272915"/>
            </a:xfrm>
          </p:grpSpPr>
          <p:cxnSp>
            <p:nvCxnSpPr>
              <p:cNvPr id="7435" name="Google Shape;7435;p61"/>
              <p:cNvCxnSpPr/>
              <p:nvPr/>
            </p:nvCxnSpPr>
            <p:spPr>
              <a:xfrm rot="10800000">
                <a:off x="3626625" y="1596000"/>
                <a:ext cx="0" cy="173100"/>
              </a:xfrm>
              <a:prstGeom prst="straightConnector1">
                <a:avLst/>
              </a:prstGeom>
              <a:noFill/>
              <a:ln w="9525" cap="flat" cmpd="sng">
                <a:solidFill>
                  <a:srgbClr val="A5B7C6"/>
                </a:solidFill>
                <a:prstDash val="solid"/>
                <a:round/>
                <a:headEnd type="none" w="sm" len="sm"/>
                <a:tailEnd type="none" w="sm" len="sm"/>
              </a:ln>
            </p:spPr>
          </p:cxnSp>
          <p:sp>
            <p:nvSpPr>
              <p:cNvPr id="7436" name="Google Shape;7436;p61"/>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437" name="Google Shape;7437;p61"/>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8" name="Google Shape;7438;p61"/>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439" name="Google Shape;7439;p61"/>
            <p:cNvGrpSpPr/>
            <p:nvPr/>
          </p:nvGrpSpPr>
          <p:grpSpPr>
            <a:xfrm>
              <a:off x="3929014" y="1960574"/>
              <a:ext cx="286500" cy="242342"/>
              <a:chOff x="3929014" y="1960574"/>
              <a:chExt cx="286500" cy="242342"/>
            </a:xfrm>
          </p:grpSpPr>
          <p:cxnSp>
            <p:nvCxnSpPr>
              <p:cNvPr id="7440" name="Google Shape;7440;p61"/>
              <p:cNvCxnSpPr/>
              <p:nvPr/>
            </p:nvCxnSpPr>
            <p:spPr>
              <a:xfrm rot="10800000">
                <a:off x="3988400" y="1960574"/>
                <a:ext cx="0" cy="144300"/>
              </a:xfrm>
              <a:prstGeom prst="straightConnector1">
                <a:avLst/>
              </a:prstGeom>
              <a:noFill/>
              <a:ln w="9525" cap="flat" cmpd="sng">
                <a:solidFill>
                  <a:srgbClr val="A5B7C6"/>
                </a:solidFill>
                <a:prstDash val="solid"/>
                <a:round/>
                <a:headEnd type="none" w="sm" len="sm"/>
                <a:tailEnd type="none" w="sm" len="sm"/>
              </a:ln>
            </p:spPr>
          </p:cxnSp>
          <p:sp>
            <p:nvSpPr>
              <p:cNvPr id="7441" name="Google Shape;7441;p61"/>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42" name="Google Shape;7442;p61"/>
            <p:cNvGrpSpPr/>
            <p:nvPr/>
          </p:nvGrpSpPr>
          <p:grpSpPr>
            <a:xfrm>
              <a:off x="4290828" y="1496185"/>
              <a:ext cx="286500" cy="272915"/>
              <a:chOff x="4290828" y="1496185"/>
              <a:chExt cx="286500" cy="272915"/>
            </a:xfrm>
          </p:grpSpPr>
          <p:cxnSp>
            <p:nvCxnSpPr>
              <p:cNvPr id="7443" name="Google Shape;7443;p61"/>
              <p:cNvCxnSpPr/>
              <p:nvPr/>
            </p:nvCxnSpPr>
            <p:spPr>
              <a:xfrm rot="10800000">
                <a:off x="4350000" y="1596000"/>
                <a:ext cx="0" cy="173100"/>
              </a:xfrm>
              <a:prstGeom prst="straightConnector1">
                <a:avLst/>
              </a:prstGeom>
              <a:noFill/>
              <a:ln w="9525" cap="flat" cmpd="sng">
                <a:solidFill>
                  <a:srgbClr val="A5B7C6"/>
                </a:solidFill>
                <a:prstDash val="solid"/>
                <a:round/>
                <a:headEnd type="none" w="sm" len="sm"/>
                <a:tailEnd type="none" w="sm" len="sm"/>
              </a:ln>
            </p:spPr>
          </p:cxnSp>
          <p:sp>
            <p:nvSpPr>
              <p:cNvPr id="7444" name="Google Shape;7444;p61"/>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445" name="Google Shape;7445;p61"/>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0" name="Google Shape;7430;p61"/>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446" name="Google Shape;7446;p61"/>
            <p:cNvGrpSpPr/>
            <p:nvPr/>
          </p:nvGrpSpPr>
          <p:grpSpPr>
            <a:xfrm>
              <a:off x="4657726" y="1959674"/>
              <a:ext cx="286500" cy="245092"/>
              <a:chOff x="4657726" y="1959674"/>
              <a:chExt cx="286500" cy="245092"/>
            </a:xfrm>
          </p:grpSpPr>
          <p:cxnSp>
            <p:nvCxnSpPr>
              <p:cNvPr id="7447" name="Google Shape;7447;p61"/>
              <p:cNvCxnSpPr/>
              <p:nvPr/>
            </p:nvCxnSpPr>
            <p:spPr>
              <a:xfrm rot="10800000">
                <a:off x="4707475" y="1959674"/>
                <a:ext cx="0" cy="145200"/>
              </a:xfrm>
              <a:prstGeom prst="straightConnector1">
                <a:avLst/>
              </a:prstGeom>
              <a:noFill/>
              <a:ln w="9525" cap="flat" cmpd="sng">
                <a:solidFill>
                  <a:srgbClr val="A5B7C6"/>
                </a:solidFill>
                <a:prstDash val="solid"/>
                <a:round/>
                <a:headEnd type="none" w="sm" len="sm"/>
                <a:tailEnd type="none" w="sm" len="sm"/>
              </a:ln>
            </p:spPr>
          </p:cxnSp>
          <p:sp>
            <p:nvSpPr>
              <p:cNvPr id="7448" name="Google Shape;7448;p61"/>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449" name="Google Shape;7449;p61"/>
          <p:cNvGrpSpPr/>
          <p:nvPr/>
        </p:nvGrpSpPr>
        <p:grpSpPr>
          <a:xfrm>
            <a:off x="3486488" y="2149036"/>
            <a:ext cx="1597033" cy="378649"/>
            <a:chOff x="3512551" y="2358282"/>
            <a:chExt cx="1597033" cy="378649"/>
          </a:xfrm>
        </p:grpSpPr>
        <p:grpSp>
          <p:nvGrpSpPr>
            <p:cNvPr id="7450" name="Google Shape;7450;p61"/>
            <p:cNvGrpSpPr/>
            <p:nvPr/>
          </p:nvGrpSpPr>
          <p:grpSpPr>
            <a:xfrm>
              <a:off x="3738198" y="2553002"/>
              <a:ext cx="1145834" cy="117"/>
              <a:chOff x="3738198" y="2553002"/>
              <a:chExt cx="1145834" cy="117"/>
            </a:xfrm>
          </p:grpSpPr>
          <p:cxnSp>
            <p:nvCxnSpPr>
              <p:cNvPr id="7451" name="Google Shape;7451;p61"/>
              <p:cNvCxnSpPr/>
              <p:nvPr/>
            </p:nvCxnSpPr>
            <p:spPr>
              <a:xfrm>
                <a:off x="4195395" y="2553002"/>
                <a:ext cx="231600" cy="0"/>
              </a:xfrm>
              <a:prstGeom prst="straightConnector1">
                <a:avLst/>
              </a:prstGeom>
              <a:noFill/>
              <a:ln w="9525" cap="flat" cmpd="sng">
                <a:solidFill>
                  <a:srgbClr val="435D74"/>
                </a:solidFill>
                <a:prstDash val="solid"/>
                <a:round/>
                <a:headEnd type="none" w="sm" len="sm"/>
                <a:tailEnd type="none" w="sm" len="sm"/>
              </a:ln>
            </p:spPr>
          </p:cxnSp>
          <p:cxnSp>
            <p:nvCxnSpPr>
              <p:cNvPr id="7452" name="Google Shape;7452;p61"/>
              <p:cNvCxnSpPr/>
              <p:nvPr/>
            </p:nvCxnSpPr>
            <p:spPr>
              <a:xfrm>
                <a:off x="4652432" y="2553002"/>
                <a:ext cx="231600" cy="0"/>
              </a:xfrm>
              <a:prstGeom prst="straightConnector1">
                <a:avLst/>
              </a:prstGeom>
              <a:noFill/>
              <a:ln w="9525" cap="flat" cmpd="sng">
                <a:solidFill>
                  <a:srgbClr val="435D74"/>
                </a:solidFill>
                <a:prstDash val="solid"/>
                <a:round/>
                <a:headEnd type="none" w="sm" len="sm"/>
                <a:tailEnd type="none" w="sm" len="sm"/>
              </a:ln>
            </p:spPr>
          </p:cxnSp>
          <p:cxnSp>
            <p:nvCxnSpPr>
              <p:cNvPr id="7453" name="Google Shape;7453;p61"/>
              <p:cNvCxnSpPr>
                <a:stCxn id="7454" idx="6"/>
                <a:endCxn id="7455" idx="2"/>
              </p:cNvCxnSpPr>
              <p:nvPr/>
            </p:nvCxnSpPr>
            <p:spPr>
              <a:xfrm>
                <a:off x="3738198" y="2553119"/>
                <a:ext cx="231300" cy="0"/>
              </a:xfrm>
              <a:prstGeom prst="straightConnector1">
                <a:avLst/>
              </a:prstGeom>
              <a:noFill/>
              <a:ln w="9525" cap="flat" cmpd="sng">
                <a:solidFill>
                  <a:srgbClr val="435D74"/>
                </a:solidFill>
                <a:prstDash val="solid"/>
                <a:round/>
                <a:headEnd type="none" w="sm" len="sm"/>
                <a:tailEnd type="none" w="sm" len="sm"/>
              </a:ln>
            </p:spPr>
          </p:cxnSp>
        </p:grpSp>
        <p:grpSp>
          <p:nvGrpSpPr>
            <p:cNvPr id="7456" name="Google Shape;7456;p61"/>
            <p:cNvGrpSpPr/>
            <p:nvPr/>
          </p:nvGrpSpPr>
          <p:grpSpPr>
            <a:xfrm>
              <a:off x="3969644" y="2440153"/>
              <a:ext cx="225900" cy="296778"/>
              <a:chOff x="3969644" y="2440153"/>
              <a:chExt cx="225900" cy="296778"/>
            </a:xfrm>
          </p:grpSpPr>
          <p:cxnSp>
            <p:nvCxnSpPr>
              <p:cNvPr id="7457" name="Google Shape;7457;p61"/>
              <p:cNvCxnSpPr/>
              <p:nvPr/>
            </p:nvCxnSpPr>
            <p:spPr>
              <a:xfrm>
                <a:off x="4082390" y="2637031"/>
                <a:ext cx="0" cy="99900"/>
              </a:xfrm>
              <a:prstGeom prst="straightConnector1">
                <a:avLst/>
              </a:prstGeom>
              <a:noFill/>
              <a:ln w="9525" cap="flat" cmpd="sng">
                <a:solidFill>
                  <a:srgbClr val="435D74"/>
                </a:solidFill>
                <a:prstDash val="solid"/>
                <a:round/>
                <a:headEnd type="none" w="sm" len="sm"/>
                <a:tailEnd type="none" w="sm" len="sm"/>
              </a:ln>
            </p:spPr>
          </p:cxnSp>
          <p:sp>
            <p:nvSpPr>
              <p:cNvPr id="7455" name="Google Shape;7455;p61"/>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8" name="Google Shape;7458;p61"/>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59" name="Google Shape;7459;p61"/>
            <p:cNvGrpSpPr/>
            <p:nvPr/>
          </p:nvGrpSpPr>
          <p:grpSpPr>
            <a:xfrm>
              <a:off x="4426818" y="2358282"/>
              <a:ext cx="225600" cy="307471"/>
              <a:chOff x="4426818" y="2358282"/>
              <a:chExt cx="225600" cy="307471"/>
            </a:xfrm>
          </p:grpSpPr>
          <p:cxnSp>
            <p:nvCxnSpPr>
              <p:cNvPr id="7460" name="Google Shape;7460;p61"/>
              <p:cNvCxnSpPr>
                <a:stCxn id="7461" idx="0"/>
              </p:cNvCxnSpPr>
              <p:nvPr/>
            </p:nvCxnSpPr>
            <p:spPr>
              <a:xfrm rot="10800000">
                <a:off x="4539644" y="2358282"/>
                <a:ext cx="0" cy="110700"/>
              </a:xfrm>
              <a:prstGeom prst="straightConnector1">
                <a:avLst/>
              </a:prstGeom>
              <a:noFill/>
              <a:ln w="9525" cap="flat" cmpd="sng">
                <a:solidFill>
                  <a:srgbClr val="435D74"/>
                </a:solidFill>
                <a:prstDash val="solid"/>
                <a:round/>
                <a:headEnd type="none" w="sm" len="sm"/>
                <a:tailEnd type="none" w="sm" len="sm"/>
              </a:ln>
            </p:spPr>
          </p:cxnSp>
          <p:sp>
            <p:nvSpPr>
              <p:cNvPr id="7462" name="Google Shape;7462;p61"/>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1" name="Google Shape;7461;p61"/>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63" name="Google Shape;7463;p61"/>
            <p:cNvGrpSpPr/>
            <p:nvPr/>
          </p:nvGrpSpPr>
          <p:grpSpPr>
            <a:xfrm>
              <a:off x="4883984" y="2440153"/>
              <a:ext cx="225600" cy="296478"/>
              <a:chOff x="4883984" y="2440153"/>
              <a:chExt cx="225600" cy="296478"/>
            </a:xfrm>
          </p:grpSpPr>
          <p:cxnSp>
            <p:nvCxnSpPr>
              <p:cNvPr id="7464" name="Google Shape;7464;p61"/>
              <p:cNvCxnSpPr/>
              <p:nvPr/>
            </p:nvCxnSpPr>
            <p:spPr>
              <a:xfrm>
                <a:off x="4996858" y="2637031"/>
                <a:ext cx="0" cy="99600"/>
              </a:xfrm>
              <a:prstGeom prst="straightConnector1">
                <a:avLst/>
              </a:prstGeom>
              <a:noFill/>
              <a:ln w="9525" cap="flat" cmpd="sng">
                <a:solidFill>
                  <a:srgbClr val="435D74"/>
                </a:solidFill>
                <a:prstDash val="solid"/>
                <a:round/>
                <a:headEnd type="none" w="sm" len="sm"/>
                <a:tailEnd type="none" w="sm" len="sm"/>
              </a:ln>
            </p:spPr>
          </p:cxnSp>
          <p:sp>
            <p:nvSpPr>
              <p:cNvPr id="7465" name="Google Shape;7465;p61"/>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6" name="Google Shape;7466;p61"/>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67" name="Google Shape;7467;p61"/>
            <p:cNvGrpSpPr/>
            <p:nvPr/>
          </p:nvGrpSpPr>
          <p:grpSpPr>
            <a:xfrm>
              <a:off x="3512551" y="2358356"/>
              <a:ext cx="225647" cy="307629"/>
              <a:chOff x="2182679" y="2005014"/>
              <a:chExt cx="792300" cy="1080158"/>
            </a:xfrm>
          </p:grpSpPr>
          <p:cxnSp>
            <p:nvCxnSpPr>
              <p:cNvPr id="7468" name="Google Shape;7468;p61"/>
              <p:cNvCxnSpPr>
                <a:stCxn id="7469" idx="0"/>
              </p:cNvCxnSpPr>
              <p:nvPr/>
            </p:nvCxnSpPr>
            <p:spPr>
              <a:xfrm rot="10800000">
                <a:off x="2578961" y="2005014"/>
                <a:ext cx="0" cy="388800"/>
              </a:xfrm>
              <a:prstGeom prst="straightConnector1">
                <a:avLst/>
              </a:prstGeom>
              <a:noFill/>
              <a:ln w="9525" cap="flat" cmpd="sng">
                <a:solidFill>
                  <a:srgbClr val="435D74"/>
                </a:solidFill>
                <a:prstDash val="solid"/>
                <a:round/>
                <a:headEnd type="none" w="sm" len="sm"/>
                <a:tailEnd type="none" w="sm" len="sm"/>
              </a:ln>
            </p:spPr>
          </p:cxnSp>
          <p:sp>
            <p:nvSpPr>
              <p:cNvPr id="7454" name="Google Shape;7454;p61"/>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9" name="Google Shape;7469;p61"/>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470" name="Google Shape;7470;p61"/>
          <p:cNvGrpSpPr/>
          <p:nvPr/>
        </p:nvGrpSpPr>
        <p:grpSpPr>
          <a:xfrm>
            <a:off x="6846570" y="972834"/>
            <a:ext cx="1559809" cy="722610"/>
            <a:chOff x="634175" y="2986275"/>
            <a:chExt cx="3147949" cy="1458344"/>
          </a:xfrm>
        </p:grpSpPr>
        <p:cxnSp>
          <p:nvCxnSpPr>
            <p:cNvPr id="7471" name="Google Shape;7471;p61"/>
            <p:cNvCxnSpPr>
              <a:stCxn id="7472" idx="4"/>
              <a:endCxn id="7473" idx="0"/>
            </p:cNvCxnSpPr>
            <p:nvPr/>
          </p:nvCxnSpPr>
          <p:spPr>
            <a:xfrm>
              <a:off x="929975" y="3577875"/>
              <a:ext cx="591300" cy="275100"/>
            </a:xfrm>
            <a:prstGeom prst="straightConnector1">
              <a:avLst/>
            </a:prstGeom>
            <a:noFill/>
            <a:ln w="9525" cap="flat" cmpd="sng">
              <a:solidFill>
                <a:srgbClr val="435D74"/>
              </a:solidFill>
              <a:prstDash val="solid"/>
              <a:round/>
              <a:headEnd type="none" w="sm" len="sm"/>
              <a:tailEnd type="none" w="sm" len="sm"/>
            </a:ln>
          </p:spPr>
        </p:cxnSp>
        <p:cxnSp>
          <p:nvCxnSpPr>
            <p:cNvPr id="7474" name="Google Shape;7474;p61"/>
            <p:cNvCxnSpPr>
              <a:stCxn id="7473" idx="0"/>
              <a:endCxn id="747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sm" len="sm"/>
              <a:tailEnd type="none" w="sm" len="sm"/>
            </a:ln>
          </p:spPr>
        </p:cxnSp>
        <p:cxnSp>
          <p:nvCxnSpPr>
            <p:cNvPr id="7476" name="Google Shape;7476;p61"/>
            <p:cNvCxnSpPr>
              <a:stCxn id="7475" idx="4"/>
              <a:endCxn id="7477" idx="0"/>
            </p:cNvCxnSpPr>
            <p:nvPr/>
          </p:nvCxnSpPr>
          <p:spPr>
            <a:xfrm>
              <a:off x="2208152" y="3577875"/>
              <a:ext cx="686700" cy="275100"/>
            </a:xfrm>
            <a:prstGeom prst="straightConnector1">
              <a:avLst/>
            </a:prstGeom>
            <a:noFill/>
            <a:ln w="9525" cap="flat" cmpd="sng">
              <a:solidFill>
                <a:srgbClr val="435D74"/>
              </a:solidFill>
              <a:prstDash val="solid"/>
              <a:round/>
              <a:headEnd type="none" w="sm" len="sm"/>
              <a:tailEnd type="none" w="sm" len="sm"/>
            </a:ln>
          </p:spPr>
        </p:cxnSp>
        <p:cxnSp>
          <p:nvCxnSpPr>
            <p:cNvPr id="7478" name="Google Shape;7478;p61"/>
            <p:cNvCxnSpPr>
              <a:stCxn id="7477" idx="0"/>
              <a:endCxn id="747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sm" len="sm"/>
              <a:tailEnd type="none" w="sm" len="sm"/>
            </a:ln>
          </p:spPr>
        </p:cxnSp>
        <p:sp>
          <p:nvSpPr>
            <p:cNvPr id="7479" name="Google Shape;7479;p61"/>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sp>
          <p:nvSpPr>
            <p:cNvPr id="7475" name="Google Shape;7475;p61"/>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sp>
          <p:nvSpPr>
            <p:cNvPr id="7472" name="Google Shape;7472;p61"/>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sp>
          <p:nvSpPr>
            <p:cNvPr id="7477" name="Google Shape;7477;p61"/>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sp>
          <p:nvSpPr>
            <p:cNvPr id="7473" name="Google Shape;7473;p61"/>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Calibri"/>
                <a:ea typeface="Calibri"/>
                <a:cs typeface="Calibri"/>
                <a:sym typeface="Calibri"/>
              </a:endParaRPr>
            </a:p>
          </p:txBody>
        </p:sp>
      </p:grpSp>
      <p:grpSp>
        <p:nvGrpSpPr>
          <p:cNvPr id="7480" name="Google Shape;7480;p61"/>
          <p:cNvGrpSpPr/>
          <p:nvPr/>
        </p:nvGrpSpPr>
        <p:grpSpPr>
          <a:xfrm>
            <a:off x="3500360" y="2682741"/>
            <a:ext cx="1570719" cy="294123"/>
            <a:chOff x="998425" y="1182125"/>
            <a:chExt cx="1065400" cy="199500"/>
          </a:xfrm>
        </p:grpSpPr>
        <p:sp>
          <p:nvSpPr>
            <p:cNvPr id="7481" name="Google Shape;7481;p61"/>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2" name="Google Shape;7482;p61"/>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3" name="Google Shape;7483;p61"/>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4" name="Google Shape;7484;p61"/>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5" name="Google Shape;7485;p61"/>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86" name="Google Shape;7486;p61"/>
          <p:cNvGrpSpPr/>
          <p:nvPr/>
        </p:nvGrpSpPr>
        <p:grpSpPr>
          <a:xfrm>
            <a:off x="6843616" y="1800228"/>
            <a:ext cx="1565716" cy="366729"/>
            <a:chOff x="1247650" y="2075423"/>
            <a:chExt cx="6648477" cy="1557238"/>
          </a:xfrm>
        </p:grpSpPr>
        <p:sp>
          <p:nvSpPr>
            <p:cNvPr id="7487" name="Google Shape;7487;p61"/>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8" name="Google Shape;7488;p61"/>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9" name="Google Shape;7489;p61"/>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0" name="Google Shape;7490;p61"/>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1" name="Google Shape;7491;p61"/>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2" name="Google Shape;7492;p61"/>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93" name="Google Shape;7493;p61"/>
          <p:cNvGrpSpPr/>
          <p:nvPr/>
        </p:nvGrpSpPr>
        <p:grpSpPr>
          <a:xfrm>
            <a:off x="6827928" y="2949043"/>
            <a:ext cx="1597061" cy="663440"/>
            <a:chOff x="6796238" y="3158297"/>
            <a:chExt cx="1630319" cy="677257"/>
          </a:xfrm>
        </p:grpSpPr>
        <p:cxnSp>
          <p:nvCxnSpPr>
            <p:cNvPr id="7494" name="Google Shape;7494;p61"/>
            <p:cNvCxnSpPr/>
            <p:nvPr/>
          </p:nvCxnSpPr>
          <p:spPr>
            <a:xfrm>
              <a:off x="7012244" y="3664854"/>
              <a:ext cx="0" cy="170700"/>
            </a:xfrm>
            <a:prstGeom prst="straightConnector1">
              <a:avLst/>
            </a:prstGeom>
            <a:noFill/>
            <a:ln w="9525" cap="flat" cmpd="sng">
              <a:solidFill>
                <a:srgbClr val="A5B7C6"/>
              </a:solidFill>
              <a:prstDash val="solid"/>
              <a:round/>
              <a:headEnd type="none" w="sm" len="sm"/>
              <a:tailEnd type="diamond" w="med" len="med"/>
            </a:ln>
          </p:spPr>
        </p:cxnSp>
        <p:cxnSp>
          <p:nvCxnSpPr>
            <p:cNvPr id="7495" name="Google Shape;7495;p61"/>
            <p:cNvCxnSpPr/>
            <p:nvPr/>
          </p:nvCxnSpPr>
          <p:spPr>
            <a:xfrm>
              <a:off x="7810957" y="3664854"/>
              <a:ext cx="0" cy="170700"/>
            </a:xfrm>
            <a:prstGeom prst="straightConnector1">
              <a:avLst/>
            </a:prstGeom>
            <a:noFill/>
            <a:ln w="9525" cap="flat" cmpd="sng">
              <a:solidFill>
                <a:srgbClr val="A5B7C6"/>
              </a:solidFill>
              <a:prstDash val="solid"/>
              <a:round/>
              <a:headEnd type="none" w="sm" len="sm"/>
              <a:tailEnd type="diamond" w="med" len="med"/>
            </a:ln>
          </p:spPr>
        </p:cxnSp>
        <p:cxnSp>
          <p:nvCxnSpPr>
            <p:cNvPr id="7496" name="Google Shape;7496;p61"/>
            <p:cNvCxnSpPr/>
            <p:nvPr/>
          </p:nvCxnSpPr>
          <p:spPr>
            <a:xfrm rot="10800000">
              <a:off x="8196652" y="3170826"/>
              <a:ext cx="0" cy="169800"/>
            </a:xfrm>
            <a:prstGeom prst="straightConnector1">
              <a:avLst/>
            </a:prstGeom>
            <a:noFill/>
            <a:ln w="9525" cap="flat" cmpd="sng">
              <a:solidFill>
                <a:srgbClr val="A5B7C6"/>
              </a:solidFill>
              <a:prstDash val="solid"/>
              <a:round/>
              <a:headEnd type="none" w="sm" len="sm"/>
              <a:tailEnd type="diamond" w="med" len="med"/>
            </a:ln>
          </p:spPr>
        </p:cxnSp>
        <p:cxnSp>
          <p:nvCxnSpPr>
            <p:cNvPr id="7497" name="Google Shape;7497;p61"/>
            <p:cNvCxnSpPr/>
            <p:nvPr/>
          </p:nvCxnSpPr>
          <p:spPr>
            <a:xfrm rot="10800000">
              <a:off x="7411601" y="3158297"/>
              <a:ext cx="0" cy="170700"/>
            </a:xfrm>
            <a:prstGeom prst="straightConnector1">
              <a:avLst/>
            </a:prstGeom>
            <a:noFill/>
            <a:ln w="9525" cap="flat" cmpd="sng">
              <a:solidFill>
                <a:srgbClr val="A5B7C6"/>
              </a:solidFill>
              <a:prstDash val="solid"/>
              <a:round/>
              <a:headEnd type="none" w="sm" len="sm"/>
              <a:tailEnd type="diamond" w="med" len="med"/>
            </a:ln>
          </p:spPr>
        </p:cxnSp>
        <p:grpSp>
          <p:nvGrpSpPr>
            <p:cNvPr id="7498" name="Google Shape;7498;p61"/>
            <p:cNvGrpSpPr/>
            <p:nvPr/>
          </p:nvGrpSpPr>
          <p:grpSpPr>
            <a:xfrm>
              <a:off x="6796238" y="3311904"/>
              <a:ext cx="1630319" cy="377697"/>
              <a:chOff x="6796238" y="3311904"/>
              <a:chExt cx="1630319" cy="377697"/>
            </a:xfrm>
          </p:grpSpPr>
          <p:sp>
            <p:nvSpPr>
              <p:cNvPr id="7499" name="Google Shape;7499;p61"/>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0" name="Google Shape;7500;p61"/>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1" name="Google Shape;7501;p61"/>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502" name="Google Shape;7502;p61"/>
          <p:cNvGrpSpPr/>
          <p:nvPr/>
        </p:nvGrpSpPr>
        <p:grpSpPr>
          <a:xfrm>
            <a:off x="5349066" y="970435"/>
            <a:ext cx="1368606" cy="1593806"/>
            <a:chOff x="1839112" y="2209163"/>
            <a:chExt cx="1918159" cy="2233785"/>
          </a:xfrm>
        </p:grpSpPr>
        <p:sp>
          <p:nvSpPr>
            <p:cNvPr id="7503" name="Google Shape;7503;p61"/>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4" name="Google Shape;7504;p61"/>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5" name="Google Shape;7505;p61"/>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7506" name="Google Shape;7506;p61"/>
            <p:cNvCxnSpPr>
              <a:stCxn id="7503" idx="6"/>
              <a:endCxn id="7504" idx="2"/>
            </p:cNvCxnSpPr>
            <p:nvPr/>
          </p:nvCxnSpPr>
          <p:spPr>
            <a:xfrm>
              <a:off x="2414212" y="2496713"/>
              <a:ext cx="768000" cy="600"/>
            </a:xfrm>
            <a:prstGeom prst="bentConnector3">
              <a:avLst>
                <a:gd name="adj1" fmla="val -540371"/>
              </a:avLst>
            </a:prstGeom>
            <a:noFill/>
            <a:ln w="9525" cap="flat" cmpd="sng">
              <a:solidFill>
                <a:srgbClr val="325D79"/>
              </a:solidFill>
              <a:prstDash val="solid"/>
              <a:round/>
              <a:headEnd type="none" w="sm" len="sm"/>
              <a:tailEnd type="none" w="sm" len="sm"/>
            </a:ln>
          </p:spPr>
        </p:cxnSp>
        <p:cxnSp>
          <p:nvCxnSpPr>
            <p:cNvPr id="7507" name="Google Shape;7507;p61"/>
            <p:cNvCxnSpPr>
              <a:stCxn id="7504" idx="4"/>
              <a:endCxn id="7508" idx="0"/>
            </p:cNvCxnSpPr>
            <p:nvPr/>
          </p:nvCxnSpPr>
          <p:spPr>
            <a:xfrm rot="5400000">
              <a:off x="2669921" y="2240963"/>
              <a:ext cx="256500" cy="1343100"/>
            </a:xfrm>
            <a:prstGeom prst="bentConnector3">
              <a:avLst>
                <a:gd name="adj1" fmla="val 836960"/>
              </a:avLst>
            </a:prstGeom>
            <a:noFill/>
            <a:ln w="9525" cap="flat" cmpd="sng">
              <a:solidFill>
                <a:srgbClr val="325D79"/>
              </a:solidFill>
              <a:prstDash val="solid"/>
              <a:round/>
              <a:headEnd type="none" w="sm" len="sm"/>
              <a:tailEnd type="none" w="sm" len="sm"/>
            </a:ln>
          </p:spPr>
        </p:cxnSp>
        <p:cxnSp>
          <p:nvCxnSpPr>
            <p:cNvPr id="7509" name="Google Shape;7509;p61"/>
            <p:cNvCxnSpPr>
              <a:stCxn id="7508" idx="6"/>
              <a:endCxn id="7505" idx="2"/>
            </p:cNvCxnSpPr>
            <p:nvPr/>
          </p:nvCxnSpPr>
          <p:spPr>
            <a:xfrm>
              <a:off x="2414212" y="3328316"/>
              <a:ext cx="768000" cy="600"/>
            </a:xfrm>
            <a:prstGeom prst="bentConnector3">
              <a:avLst>
                <a:gd name="adj1" fmla="val -540371"/>
              </a:avLst>
            </a:prstGeom>
            <a:noFill/>
            <a:ln w="9525" cap="flat" cmpd="sng">
              <a:solidFill>
                <a:srgbClr val="325D79"/>
              </a:solidFill>
              <a:prstDash val="solid"/>
              <a:round/>
              <a:headEnd type="none" w="sm" len="sm"/>
              <a:tailEnd type="none" w="sm" len="sm"/>
            </a:ln>
          </p:spPr>
        </p:cxnSp>
        <p:cxnSp>
          <p:nvCxnSpPr>
            <p:cNvPr id="7510" name="Google Shape;7510;p61"/>
            <p:cNvCxnSpPr>
              <a:stCxn id="7505" idx="4"/>
              <a:endCxn id="7511" idx="0"/>
            </p:cNvCxnSpPr>
            <p:nvPr/>
          </p:nvCxnSpPr>
          <p:spPr>
            <a:xfrm rot="5400000">
              <a:off x="2672171" y="3070316"/>
              <a:ext cx="252000" cy="1343100"/>
            </a:xfrm>
            <a:prstGeom prst="bentConnector3">
              <a:avLst>
                <a:gd name="adj1" fmla="val 983158"/>
              </a:avLst>
            </a:prstGeom>
            <a:noFill/>
            <a:ln w="9525" cap="flat" cmpd="sng">
              <a:solidFill>
                <a:srgbClr val="325D79"/>
              </a:solidFill>
              <a:prstDash val="solid"/>
              <a:round/>
              <a:headEnd type="none" w="sm" len="sm"/>
              <a:tailEnd type="none" w="sm" len="sm"/>
            </a:ln>
          </p:spPr>
        </p:cxnSp>
        <p:sp>
          <p:nvSpPr>
            <p:cNvPr id="7508" name="Google Shape;7508;p61"/>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1" name="Google Shape;7511;p61"/>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2" name="Google Shape;7512;p61"/>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7513" name="Google Shape;7513;p61"/>
            <p:cNvCxnSpPr>
              <a:endCxn id="7512" idx="2"/>
            </p:cNvCxnSpPr>
            <p:nvPr/>
          </p:nvCxnSpPr>
          <p:spPr>
            <a:xfrm>
              <a:off x="2413871" y="4154498"/>
              <a:ext cx="768300" cy="900"/>
            </a:xfrm>
            <a:prstGeom prst="bentConnector3">
              <a:avLst>
                <a:gd name="adj1" fmla="val -540174"/>
              </a:avLst>
            </a:prstGeom>
            <a:noFill/>
            <a:ln w="9525" cap="flat" cmpd="sng">
              <a:solidFill>
                <a:srgbClr val="325D79"/>
              </a:solidFill>
              <a:prstDash val="solid"/>
              <a:round/>
              <a:headEnd type="none" w="sm" len="sm"/>
              <a:tailEnd type="none" w="sm" len="sm"/>
            </a:ln>
          </p:spPr>
        </p:cxnSp>
      </p:grpSp>
      <p:grpSp>
        <p:nvGrpSpPr>
          <p:cNvPr id="7514" name="Google Shape;7514;p61"/>
          <p:cNvGrpSpPr/>
          <p:nvPr/>
        </p:nvGrpSpPr>
        <p:grpSpPr>
          <a:xfrm>
            <a:off x="3481439" y="976671"/>
            <a:ext cx="1637968" cy="154942"/>
            <a:chOff x="238125" y="2506075"/>
            <a:chExt cx="7115411" cy="673075"/>
          </a:xfrm>
        </p:grpSpPr>
        <p:sp>
          <p:nvSpPr>
            <p:cNvPr id="7515" name="Google Shape;7515;p61"/>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6" name="Google Shape;7516;p61"/>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7" name="Google Shape;7517;p61"/>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8" name="Google Shape;7518;p61"/>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9" name="Google Shape;7519;p61"/>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20" name="Google Shape;7520;p61"/>
          <p:cNvGrpSpPr/>
          <p:nvPr/>
        </p:nvGrpSpPr>
        <p:grpSpPr>
          <a:xfrm>
            <a:off x="720124" y="1298269"/>
            <a:ext cx="2476762" cy="91743"/>
            <a:chOff x="1464850" y="436376"/>
            <a:chExt cx="6001362" cy="222300"/>
          </a:xfrm>
        </p:grpSpPr>
        <p:sp>
          <p:nvSpPr>
            <p:cNvPr id="7521" name="Google Shape;7521;p61"/>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2" name="Google Shape;7522;p61"/>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3" name="Google Shape;7523;p61"/>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4" name="Google Shape;7524;p61"/>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5" name="Google Shape;7525;p61"/>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7526" name="Google Shape;7526;p61"/>
            <p:cNvCxnSpPr/>
            <p:nvPr/>
          </p:nvCxnSpPr>
          <p:spPr>
            <a:xfrm>
              <a:off x="1798637" y="547513"/>
              <a:ext cx="988200" cy="0"/>
            </a:xfrm>
            <a:prstGeom prst="straightConnector1">
              <a:avLst/>
            </a:prstGeom>
            <a:noFill/>
            <a:ln w="9525" cap="flat" cmpd="sng">
              <a:solidFill>
                <a:srgbClr val="5F7D95"/>
              </a:solidFill>
              <a:prstDash val="solid"/>
              <a:round/>
              <a:headEnd type="none" w="sm" len="sm"/>
              <a:tailEnd type="none" w="sm" len="sm"/>
            </a:ln>
          </p:spPr>
        </p:cxnSp>
        <p:cxnSp>
          <p:nvCxnSpPr>
            <p:cNvPr id="7527" name="Google Shape;7527;p61"/>
            <p:cNvCxnSpPr/>
            <p:nvPr/>
          </p:nvCxnSpPr>
          <p:spPr>
            <a:xfrm>
              <a:off x="3276248" y="547513"/>
              <a:ext cx="988200" cy="0"/>
            </a:xfrm>
            <a:prstGeom prst="straightConnector1">
              <a:avLst/>
            </a:prstGeom>
            <a:noFill/>
            <a:ln w="9525" cap="flat" cmpd="sng">
              <a:solidFill>
                <a:srgbClr val="5F7D95"/>
              </a:solidFill>
              <a:prstDash val="solid"/>
              <a:round/>
              <a:headEnd type="none" w="sm" len="sm"/>
              <a:tailEnd type="none" w="sm" len="sm"/>
            </a:ln>
          </p:spPr>
        </p:cxnSp>
        <p:cxnSp>
          <p:nvCxnSpPr>
            <p:cNvPr id="7528" name="Google Shape;7528;p61"/>
            <p:cNvCxnSpPr/>
            <p:nvPr/>
          </p:nvCxnSpPr>
          <p:spPr>
            <a:xfrm>
              <a:off x="4753898" y="547513"/>
              <a:ext cx="988200" cy="0"/>
            </a:xfrm>
            <a:prstGeom prst="straightConnector1">
              <a:avLst/>
            </a:prstGeom>
            <a:noFill/>
            <a:ln w="9525" cap="flat" cmpd="sng">
              <a:solidFill>
                <a:srgbClr val="5F7D95"/>
              </a:solidFill>
              <a:prstDash val="solid"/>
              <a:round/>
              <a:headEnd type="none" w="sm" len="sm"/>
              <a:tailEnd type="none" w="sm" len="sm"/>
            </a:ln>
          </p:spPr>
        </p:cxnSp>
        <p:cxnSp>
          <p:nvCxnSpPr>
            <p:cNvPr id="7529" name="Google Shape;7529;p61"/>
            <p:cNvCxnSpPr/>
            <p:nvPr/>
          </p:nvCxnSpPr>
          <p:spPr>
            <a:xfrm>
              <a:off x="6143961" y="547513"/>
              <a:ext cx="988200" cy="0"/>
            </a:xfrm>
            <a:prstGeom prst="straightConnector1">
              <a:avLst/>
            </a:prstGeom>
            <a:noFill/>
            <a:ln w="9525" cap="flat" cmpd="sng">
              <a:solidFill>
                <a:srgbClr val="5F7D95"/>
              </a:solidFill>
              <a:prstDash val="solid"/>
              <a:round/>
              <a:headEnd type="none" w="sm" len="sm"/>
              <a:tailEnd type="none" w="sm" len="sm"/>
            </a:ln>
          </p:spPr>
        </p:cxnSp>
      </p:grpSp>
      <p:grpSp>
        <p:nvGrpSpPr>
          <p:cNvPr id="7530" name="Google Shape;7530;p61"/>
          <p:cNvGrpSpPr/>
          <p:nvPr/>
        </p:nvGrpSpPr>
        <p:grpSpPr>
          <a:xfrm>
            <a:off x="706391" y="2533734"/>
            <a:ext cx="1452710" cy="651923"/>
            <a:chOff x="803162" y="2667727"/>
            <a:chExt cx="1411906" cy="633611"/>
          </a:xfrm>
        </p:grpSpPr>
        <p:cxnSp>
          <p:nvCxnSpPr>
            <p:cNvPr id="7531" name="Google Shape;7531;p61"/>
            <p:cNvCxnSpPr>
              <a:stCxn id="7532" idx="2"/>
              <a:endCxn id="7533" idx="0"/>
            </p:cNvCxnSpPr>
            <p:nvPr/>
          </p:nvCxnSpPr>
          <p:spPr>
            <a:xfrm rot="-5400000" flipH="1">
              <a:off x="1629114" y="2672827"/>
              <a:ext cx="129300" cy="369300"/>
            </a:xfrm>
            <a:prstGeom prst="bentConnector3">
              <a:avLst>
                <a:gd name="adj1" fmla="val 146561"/>
              </a:avLst>
            </a:prstGeom>
            <a:noFill/>
            <a:ln w="9525" cap="flat" cmpd="sng">
              <a:solidFill>
                <a:srgbClr val="C2C2C2"/>
              </a:solidFill>
              <a:prstDash val="solid"/>
              <a:round/>
              <a:headEnd type="none" w="sm" len="sm"/>
              <a:tailEnd type="none" w="sm" len="sm"/>
            </a:ln>
          </p:spPr>
        </p:cxnSp>
        <p:cxnSp>
          <p:nvCxnSpPr>
            <p:cNvPr id="7534" name="Google Shape;7534;p61"/>
            <p:cNvCxnSpPr>
              <a:stCxn id="7535" idx="0"/>
              <a:endCxn id="7532" idx="2"/>
            </p:cNvCxnSpPr>
            <p:nvPr/>
          </p:nvCxnSpPr>
          <p:spPr>
            <a:xfrm rot="-5400000">
              <a:off x="1259830" y="2672682"/>
              <a:ext cx="129300" cy="369300"/>
            </a:xfrm>
            <a:prstGeom prst="bentConnector3">
              <a:avLst>
                <a:gd name="adj1" fmla="val -46636"/>
              </a:avLst>
            </a:prstGeom>
            <a:noFill/>
            <a:ln w="9525" cap="flat" cmpd="sng">
              <a:solidFill>
                <a:srgbClr val="C2C2C2"/>
              </a:solidFill>
              <a:prstDash val="solid"/>
              <a:round/>
              <a:headEnd type="none" w="sm" len="sm"/>
              <a:tailEnd type="none" w="sm" len="sm"/>
            </a:ln>
          </p:spPr>
        </p:cxnSp>
        <p:cxnSp>
          <p:nvCxnSpPr>
            <p:cNvPr id="7536" name="Google Shape;7536;p61"/>
            <p:cNvCxnSpPr>
              <a:stCxn id="7535" idx="2"/>
              <a:endCxn id="7537" idx="0"/>
            </p:cNvCxnSpPr>
            <p:nvPr/>
          </p:nvCxnSpPr>
          <p:spPr>
            <a:xfrm rot="-5400000" flipH="1">
              <a:off x="1163380" y="3023532"/>
              <a:ext cx="129300" cy="176400"/>
            </a:xfrm>
            <a:prstGeom prst="bentConnector3">
              <a:avLst>
                <a:gd name="adj1" fmla="val 141037"/>
              </a:avLst>
            </a:prstGeom>
            <a:noFill/>
            <a:ln w="9525" cap="flat" cmpd="sng">
              <a:solidFill>
                <a:srgbClr val="C2C2C2"/>
              </a:solidFill>
              <a:prstDash val="solid"/>
              <a:round/>
              <a:headEnd type="none" w="sm" len="sm"/>
              <a:tailEnd type="none" w="sm" len="sm"/>
            </a:ln>
          </p:spPr>
        </p:cxnSp>
        <p:cxnSp>
          <p:nvCxnSpPr>
            <p:cNvPr id="7538" name="Google Shape;7538;p61"/>
            <p:cNvCxnSpPr>
              <a:stCxn id="7539" idx="0"/>
              <a:endCxn id="7535" idx="2"/>
            </p:cNvCxnSpPr>
            <p:nvPr/>
          </p:nvCxnSpPr>
          <p:spPr>
            <a:xfrm rot="-5400000">
              <a:off x="987062" y="3023388"/>
              <a:ext cx="129300" cy="176400"/>
            </a:xfrm>
            <a:prstGeom prst="bentConnector3">
              <a:avLst>
                <a:gd name="adj1" fmla="val -41112"/>
              </a:avLst>
            </a:prstGeom>
            <a:noFill/>
            <a:ln w="9525" cap="flat" cmpd="sng">
              <a:solidFill>
                <a:srgbClr val="C2C2C2"/>
              </a:solidFill>
              <a:prstDash val="solid"/>
              <a:round/>
              <a:headEnd type="none" w="sm" len="sm"/>
              <a:tailEnd type="none" w="sm" len="sm"/>
            </a:ln>
          </p:spPr>
        </p:cxnSp>
        <p:cxnSp>
          <p:nvCxnSpPr>
            <p:cNvPr id="7540" name="Google Shape;7540;p61"/>
            <p:cNvCxnSpPr>
              <a:stCxn id="7533" idx="2"/>
              <a:endCxn id="7541" idx="0"/>
            </p:cNvCxnSpPr>
            <p:nvPr/>
          </p:nvCxnSpPr>
          <p:spPr>
            <a:xfrm rot="-5400000" flipH="1">
              <a:off x="1901948" y="3023532"/>
              <a:ext cx="129300" cy="176400"/>
            </a:xfrm>
            <a:prstGeom prst="bentConnector3">
              <a:avLst>
                <a:gd name="adj1" fmla="val 141037"/>
              </a:avLst>
            </a:prstGeom>
            <a:noFill/>
            <a:ln w="9525" cap="flat" cmpd="sng">
              <a:solidFill>
                <a:srgbClr val="C2C2C2"/>
              </a:solidFill>
              <a:prstDash val="solid"/>
              <a:round/>
              <a:headEnd type="none" w="sm" len="sm"/>
              <a:tailEnd type="none" w="sm" len="sm"/>
            </a:ln>
          </p:spPr>
        </p:cxnSp>
        <p:cxnSp>
          <p:nvCxnSpPr>
            <p:cNvPr id="7542" name="Google Shape;7542;p61"/>
            <p:cNvCxnSpPr>
              <a:stCxn id="7543" idx="0"/>
              <a:endCxn id="7533" idx="2"/>
            </p:cNvCxnSpPr>
            <p:nvPr/>
          </p:nvCxnSpPr>
          <p:spPr>
            <a:xfrm rot="-5400000">
              <a:off x="1725631" y="3023388"/>
              <a:ext cx="129300" cy="176400"/>
            </a:xfrm>
            <a:prstGeom prst="bentConnector3">
              <a:avLst>
                <a:gd name="adj1" fmla="val -41112"/>
              </a:avLst>
            </a:prstGeom>
            <a:noFill/>
            <a:ln w="9525" cap="flat" cmpd="sng">
              <a:solidFill>
                <a:srgbClr val="C2C2C2"/>
              </a:solidFill>
              <a:prstDash val="solid"/>
              <a:round/>
              <a:headEnd type="none" w="sm" len="sm"/>
              <a:tailEnd type="none" w="sm" len="sm"/>
            </a:ln>
          </p:spPr>
        </p:cxnSp>
        <p:sp>
          <p:nvSpPr>
            <p:cNvPr id="7539" name="Google Shape;7539;p61"/>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7537" name="Google Shape;7537;p61"/>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7543" name="Google Shape;7543;p61"/>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7541" name="Google Shape;7541;p61"/>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7533" name="Google Shape;7533;p61"/>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7535" name="Google Shape;7535;p61"/>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7532" name="Google Shape;7532;p61"/>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grpSp>
      <p:grpSp>
        <p:nvGrpSpPr>
          <p:cNvPr id="7544" name="Google Shape;7544;p61"/>
          <p:cNvGrpSpPr/>
          <p:nvPr/>
        </p:nvGrpSpPr>
        <p:grpSpPr>
          <a:xfrm>
            <a:off x="706393" y="969273"/>
            <a:ext cx="2518541" cy="209309"/>
            <a:chOff x="803163" y="1111966"/>
            <a:chExt cx="2447800" cy="203430"/>
          </a:xfrm>
        </p:grpSpPr>
        <p:grpSp>
          <p:nvGrpSpPr>
            <p:cNvPr id="7545" name="Google Shape;7545;p61"/>
            <p:cNvGrpSpPr/>
            <p:nvPr/>
          </p:nvGrpSpPr>
          <p:grpSpPr>
            <a:xfrm>
              <a:off x="1958180" y="1111966"/>
              <a:ext cx="588019" cy="121396"/>
              <a:chOff x="4808316" y="2800065"/>
              <a:chExt cx="1999386" cy="412910"/>
            </a:xfrm>
          </p:grpSpPr>
          <p:sp>
            <p:nvSpPr>
              <p:cNvPr id="7546" name="Google Shape;7546;p61"/>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547" name="Google Shape;7547;p61"/>
              <p:cNvGrpSpPr/>
              <p:nvPr/>
            </p:nvGrpSpPr>
            <p:grpSpPr>
              <a:xfrm>
                <a:off x="4808316" y="2800065"/>
                <a:ext cx="92400" cy="411825"/>
                <a:chOff x="845575" y="2563700"/>
                <a:chExt cx="92400" cy="411825"/>
              </a:xfrm>
            </p:grpSpPr>
            <p:cxnSp>
              <p:nvCxnSpPr>
                <p:cNvPr id="7548" name="Google Shape;7548;p61"/>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549" name="Google Shape;7549;p61"/>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cxnSp>
          <p:nvCxnSpPr>
            <p:cNvPr id="7550" name="Google Shape;7550;p61"/>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551" name="Google Shape;7551;p61"/>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552" name="Google Shape;7552;p61"/>
            <p:cNvGrpSpPr/>
            <p:nvPr/>
          </p:nvGrpSpPr>
          <p:grpSpPr>
            <a:xfrm>
              <a:off x="803163" y="1111974"/>
              <a:ext cx="591158" cy="121545"/>
              <a:chOff x="803163" y="1111974"/>
              <a:chExt cx="591158" cy="121545"/>
            </a:xfrm>
          </p:grpSpPr>
          <p:grpSp>
            <p:nvGrpSpPr>
              <p:cNvPr id="7553" name="Google Shape;7553;p61"/>
              <p:cNvGrpSpPr/>
              <p:nvPr/>
            </p:nvGrpSpPr>
            <p:grpSpPr>
              <a:xfrm>
                <a:off x="803163" y="1111974"/>
                <a:ext cx="27175" cy="121077"/>
                <a:chOff x="845575" y="2563700"/>
                <a:chExt cx="92400" cy="411825"/>
              </a:xfrm>
            </p:grpSpPr>
            <p:cxnSp>
              <p:nvCxnSpPr>
                <p:cNvPr id="7554" name="Google Shape;7554;p61"/>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555" name="Google Shape;7555;p61"/>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556" name="Google Shape;7556;p61"/>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57" name="Google Shape;7557;p61"/>
            <p:cNvGrpSpPr/>
            <p:nvPr/>
          </p:nvGrpSpPr>
          <p:grpSpPr>
            <a:xfrm>
              <a:off x="1381910" y="1194219"/>
              <a:ext cx="588340" cy="121177"/>
              <a:chOff x="1381910" y="1194219"/>
              <a:chExt cx="588340" cy="121177"/>
            </a:xfrm>
          </p:grpSpPr>
          <p:grpSp>
            <p:nvGrpSpPr>
              <p:cNvPr id="7558" name="Google Shape;7558;p61"/>
              <p:cNvGrpSpPr/>
              <p:nvPr/>
            </p:nvGrpSpPr>
            <p:grpSpPr>
              <a:xfrm rot="10800000">
                <a:off x="1381910" y="1194319"/>
                <a:ext cx="27175" cy="121077"/>
                <a:chOff x="2070100" y="2563700"/>
                <a:chExt cx="92400" cy="411825"/>
              </a:xfrm>
            </p:grpSpPr>
            <p:cxnSp>
              <p:nvCxnSpPr>
                <p:cNvPr id="7559" name="Google Shape;7559;p61"/>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560" name="Google Shape;7560;p61"/>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561" name="Google Shape;7561;p61"/>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62" name="Google Shape;7562;p61"/>
            <p:cNvGrpSpPr/>
            <p:nvPr/>
          </p:nvGrpSpPr>
          <p:grpSpPr>
            <a:xfrm>
              <a:off x="2532079" y="1194219"/>
              <a:ext cx="704928" cy="121177"/>
              <a:chOff x="2532079" y="1194219"/>
              <a:chExt cx="704928" cy="121177"/>
            </a:xfrm>
          </p:grpSpPr>
          <p:grpSp>
            <p:nvGrpSpPr>
              <p:cNvPr id="7563" name="Google Shape;7563;p61"/>
              <p:cNvGrpSpPr/>
              <p:nvPr/>
            </p:nvGrpSpPr>
            <p:grpSpPr>
              <a:xfrm rot="10800000">
                <a:off x="2532079" y="1194319"/>
                <a:ext cx="27175" cy="121077"/>
                <a:chOff x="2070100" y="2563700"/>
                <a:chExt cx="92400" cy="411825"/>
              </a:xfrm>
            </p:grpSpPr>
            <p:cxnSp>
              <p:nvCxnSpPr>
                <p:cNvPr id="7564" name="Google Shape;7564;p61"/>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565" name="Google Shape;7565;p61"/>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566" name="Google Shape;7566;p61"/>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567" name="Google Shape;7567;p61"/>
          <p:cNvGrpSpPr/>
          <p:nvPr/>
        </p:nvGrpSpPr>
        <p:grpSpPr>
          <a:xfrm>
            <a:off x="3499403" y="3665904"/>
            <a:ext cx="1567778" cy="491677"/>
            <a:chOff x="5194708" y="3484366"/>
            <a:chExt cx="3148148" cy="987304"/>
          </a:xfrm>
        </p:grpSpPr>
        <p:grpSp>
          <p:nvGrpSpPr>
            <p:cNvPr id="7568" name="Google Shape;7568;p61"/>
            <p:cNvGrpSpPr/>
            <p:nvPr/>
          </p:nvGrpSpPr>
          <p:grpSpPr>
            <a:xfrm>
              <a:off x="7531521" y="3484366"/>
              <a:ext cx="811335" cy="987304"/>
              <a:chOff x="3379425" y="1617275"/>
              <a:chExt cx="1090650" cy="1327200"/>
            </a:xfrm>
          </p:grpSpPr>
          <p:sp>
            <p:nvSpPr>
              <p:cNvPr id="7569" name="Google Shape;7569;p61"/>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0" name="Google Shape;7570;p61"/>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1" name="Google Shape;7571;p61"/>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72" name="Google Shape;7572;p61"/>
            <p:cNvGrpSpPr/>
            <p:nvPr/>
          </p:nvGrpSpPr>
          <p:grpSpPr>
            <a:xfrm>
              <a:off x="6752546" y="3484366"/>
              <a:ext cx="811428" cy="987304"/>
              <a:chOff x="2332275" y="1617275"/>
              <a:chExt cx="1090775" cy="1327200"/>
            </a:xfrm>
          </p:grpSpPr>
          <p:sp>
            <p:nvSpPr>
              <p:cNvPr id="7573" name="Google Shape;7573;p61"/>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4" name="Google Shape;7574;p61"/>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5" name="Google Shape;7575;p61"/>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76" name="Google Shape;7576;p61"/>
            <p:cNvGrpSpPr/>
            <p:nvPr/>
          </p:nvGrpSpPr>
          <p:grpSpPr>
            <a:xfrm>
              <a:off x="5973664" y="3484366"/>
              <a:ext cx="811335" cy="987304"/>
              <a:chOff x="1285250" y="1617275"/>
              <a:chExt cx="1090650" cy="1327200"/>
            </a:xfrm>
          </p:grpSpPr>
          <p:sp>
            <p:nvSpPr>
              <p:cNvPr id="7577" name="Google Shape;7577;p61"/>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8" name="Google Shape;7578;p61"/>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9" name="Google Shape;7579;p61"/>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80" name="Google Shape;7580;p61"/>
            <p:cNvGrpSpPr/>
            <p:nvPr/>
          </p:nvGrpSpPr>
          <p:grpSpPr>
            <a:xfrm>
              <a:off x="5194708" y="3484366"/>
              <a:ext cx="811409" cy="987304"/>
              <a:chOff x="238125" y="1617275"/>
              <a:chExt cx="1090750" cy="1327200"/>
            </a:xfrm>
          </p:grpSpPr>
          <p:sp>
            <p:nvSpPr>
              <p:cNvPr id="7581" name="Google Shape;7581;p61"/>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2" name="Google Shape;7582;p61"/>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3" name="Google Shape;7583;p61"/>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584" name="Google Shape;7584;p61"/>
          <p:cNvGrpSpPr/>
          <p:nvPr/>
        </p:nvGrpSpPr>
        <p:grpSpPr>
          <a:xfrm>
            <a:off x="3460012" y="3146315"/>
            <a:ext cx="1616964" cy="346256"/>
            <a:chOff x="1808063" y="4294338"/>
            <a:chExt cx="3370782" cy="721817"/>
          </a:xfrm>
        </p:grpSpPr>
        <p:sp>
          <p:nvSpPr>
            <p:cNvPr id="7585" name="Google Shape;7585;p61"/>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6" name="Google Shape;7586;p61"/>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7" name="Google Shape;7587;p61"/>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8" name="Google Shape;7588;p61"/>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9" name="Google Shape;7589;p61"/>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0" name="Google Shape;7590;p61"/>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1" name="Google Shape;7591;p61"/>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2" name="Google Shape;7592;p61"/>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3" name="Google Shape;7593;p61"/>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4" name="Google Shape;7594;p61"/>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95" name="Google Shape;7595;p61"/>
          <p:cNvGrpSpPr/>
          <p:nvPr/>
        </p:nvGrpSpPr>
        <p:grpSpPr>
          <a:xfrm>
            <a:off x="738224" y="3432344"/>
            <a:ext cx="1295882" cy="646587"/>
            <a:chOff x="834100" y="3642869"/>
            <a:chExt cx="1259483" cy="628426"/>
          </a:xfrm>
        </p:grpSpPr>
        <p:sp>
          <p:nvSpPr>
            <p:cNvPr id="7596" name="Google Shape;7596;p61"/>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7" name="Google Shape;7597;p61"/>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8" name="Google Shape;7598;p61"/>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9" name="Google Shape;7599;p61"/>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0" name="Google Shape;7600;p61"/>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1" name="Google Shape;7601;p61"/>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2" name="Google Shape;7602;p61"/>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3" name="Google Shape;7603;p61"/>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4" name="Google Shape;7604;p61"/>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5" name="Google Shape;7605;p61"/>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6" name="Google Shape;7606;p61"/>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7" name="Google Shape;7607;p61"/>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8" name="Google Shape;7608;p61"/>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9" name="Google Shape;7609;p61"/>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0" name="Google Shape;7610;p61"/>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1" name="Google Shape;7611;p61"/>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2" name="Google Shape;7612;p61"/>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3" name="Google Shape;7613;p61"/>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4" name="Google Shape;7614;p61"/>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5" name="Google Shape;7615;p61"/>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6" name="Google Shape;7616;p61"/>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7" name="Google Shape;7617;p61"/>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8" name="Google Shape;7618;p61"/>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9" name="Google Shape;7619;p61"/>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0" name="Google Shape;7620;p61"/>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621" name="Google Shape;7621;p61"/>
            <p:cNvGrpSpPr/>
            <p:nvPr/>
          </p:nvGrpSpPr>
          <p:grpSpPr>
            <a:xfrm>
              <a:off x="1360364" y="3847835"/>
              <a:ext cx="208119" cy="224359"/>
              <a:chOff x="1360769" y="3847100"/>
              <a:chExt cx="208119" cy="224359"/>
            </a:xfrm>
          </p:grpSpPr>
          <p:sp>
            <p:nvSpPr>
              <p:cNvPr id="7622" name="Google Shape;7622;p61"/>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3" name="Google Shape;7623;p61"/>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4" name="Google Shape;7624;p61"/>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5" name="Google Shape;7625;p61"/>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6" name="Google Shape;7626;p61"/>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7" name="Google Shape;7627;p61"/>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8" name="Google Shape;7628;p61"/>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9" name="Google Shape;7629;p61"/>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0" name="Google Shape;7630;p61"/>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1" name="Google Shape;7631;p61"/>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2" name="Google Shape;7632;p61"/>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3" name="Google Shape;7633;p61"/>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4" name="Google Shape;7634;p61"/>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5" name="Google Shape;7635;p61"/>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6" name="Google Shape;7636;p61"/>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7" name="Google Shape;7637;p61"/>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8" name="Google Shape;7638;p61"/>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9" name="Google Shape;7639;p61"/>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0" name="Google Shape;7640;p61"/>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1" name="Google Shape;7641;p61"/>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642" name="Google Shape;7642;p61"/>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3" name="Google Shape;7643;p61"/>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4" name="Google Shape;7644;p61"/>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5" name="Google Shape;7645;p61"/>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6" name="Google Shape;7646;p61"/>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7" name="Google Shape;7647;p61"/>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8" name="Google Shape;7648;p61"/>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9" name="Google Shape;7649;p61"/>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0" name="Google Shape;7650;p61"/>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1" name="Google Shape;7651;p61"/>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2" name="Google Shape;7652;p61"/>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3" name="Google Shape;7653;p61"/>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4" name="Google Shape;7654;p61"/>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5" name="Google Shape;7655;p61"/>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56" name="Google Shape;7656;p61"/>
          <p:cNvGrpSpPr/>
          <p:nvPr/>
        </p:nvGrpSpPr>
        <p:grpSpPr>
          <a:xfrm rot="5400000">
            <a:off x="5951337" y="3228841"/>
            <a:ext cx="164064" cy="1414916"/>
            <a:chOff x="4428249" y="1369375"/>
            <a:chExt cx="36905" cy="429569"/>
          </a:xfrm>
        </p:grpSpPr>
        <p:sp>
          <p:nvSpPr>
            <p:cNvPr id="7657" name="Google Shape;7657;p61"/>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8" name="Google Shape;7658;p61"/>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9" name="Google Shape;7659;p61"/>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0" name="Google Shape;7660;p61"/>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1" name="Google Shape;7661;p61"/>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2" name="Google Shape;7662;p61"/>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3" name="Google Shape;7663;p61"/>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4" name="Google Shape;7664;p61"/>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5" name="Google Shape;7665;p61"/>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6" name="Google Shape;7666;p61"/>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7" name="Google Shape;7667;p61"/>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8" name="Google Shape;7668;p61"/>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9" name="Google Shape;7669;p61"/>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0" name="Google Shape;7670;p61"/>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1" name="Google Shape;7671;p61"/>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2" name="Google Shape;7672;p61"/>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3" name="Google Shape;7673;p61"/>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4" name="Google Shape;7674;p61"/>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5" name="Google Shape;7675;p61"/>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6" name="Google Shape;7676;p61"/>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7" name="Google Shape;7677;p61"/>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8" name="Google Shape;7678;p61"/>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9" name="Google Shape;7679;p61"/>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0" name="Google Shape;7680;p61"/>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1" name="Google Shape;7681;p61"/>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2" name="Google Shape;7682;p61"/>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3" name="Google Shape;7683;p61"/>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4" name="Google Shape;7684;p61"/>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5" name="Google Shape;7685;p61"/>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6" name="Google Shape;7686;p61"/>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7" name="Google Shape;7687;p61"/>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8" name="Google Shape;7688;p61"/>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89" name="Google Shape;7689;p61"/>
          <p:cNvGrpSpPr/>
          <p:nvPr/>
        </p:nvGrpSpPr>
        <p:grpSpPr>
          <a:xfrm rot="10800000" flipH="1">
            <a:off x="5323766" y="2817385"/>
            <a:ext cx="1419207" cy="24808"/>
            <a:chOff x="219558" y="4738465"/>
            <a:chExt cx="5852400" cy="102300"/>
          </a:xfrm>
        </p:grpSpPr>
        <p:cxnSp>
          <p:nvCxnSpPr>
            <p:cNvPr id="7690" name="Google Shape;7690;p61"/>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691" name="Google Shape;7691;p61"/>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2" name="Google Shape;7692;p61"/>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3" name="Google Shape;7693;p61"/>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4" name="Google Shape;7694;p61"/>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5" name="Google Shape;7695;p61"/>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96" name="Google Shape;7696;p61"/>
          <p:cNvGrpSpPr/>
          <p:nvPr/>
        </p:nvGrpSpPr>
        <p:grpSpPr>
          <a:xfrm>
            <a:off x="5335084" y="3190448"/>
            <a:ext cx="1396569" cy="385016"/>
            <a:chOff x="5286284" y="2966544"/>
            <a:chExt cx="1396569" cy="385016"/>
          </a:xfrm>
        </p:grpSpPr>
        <p:cxnSp>
          <p:nvCxnSpPr>
            <p:cNvPr id="7697" name="Google Shape;7697;p61"/>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698" name="Google Shape;7698;p61"/>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7699" name="Google Shape;7699;p61"/>
            <p:cNvGrpSpPr/>
            <p:nvPr/>
          </p:nvGrpSpPr>
          <p:grpSpPr>
            <a:xfrm>
              <a:off x="5287688" y="3173364"/>
              <a:ext cx="1395165" cy="74100"/>
              <a:chOff x="5287688" y="3173364"/>
              <a:chExt cx="1395165" cy="74100"/>
            </a:xfrm>
          </p:grpSpPr>
          <p:cxnSp>
            <p:nvCxnSpPr>
              <p:cNvPr id="7700" name="Google Shape;7700;p61"/>
              <p:cNvCxnSpPr/>
              <p:nvPr/>
            </p:nvCxnSpPr>
            <p:spPr>
              <a:xfrm>
                <a:off x="6682853" y="3173540"/>
                <a:ext cx="0" cy="73800"/>
              </a:xfrm>
              <a:prstGeom prst="straightConnector1">
                <a:avLst/>
              </a:prstGeom>
              <a:noFill/>
              <a:ln w="9525" cap="flat" cmpd="sng">
                <a:solidFill>
                  <a:srgbClr val="5F7D95"/>
                </a:solidFill>
                <a:prstDash val="solid"/>
                <a:round/>
                <a:headEnd type="none" w="sm" len="sm"/>
                <a:tailEnd type="none" w="sm" len="sm"/>
              </a:ln>
            </p:spPr>
          </p:cxnSp>
          <p:cxnSp>
            <p:nvCxnSpPr>
              <p:cNvPr id="7701" name="Google Shape;7701;p61"/>
              <p:cNvCxnSpPr/>
              <p:nvPr/>
            </p:nvCxnSpPr>
            <p:spPr>
              <a:xfrm>
                <a:off x="5287688" y="3210371"/>
                <a:ext cx="1394700" cy="0"/>
              </a:xfrm>
              <a:prstGeom prst="straightConnector1">
                <a:avLst/>
              </a:prstGeom>
              <a:noFill/>
              <a:ln w="9525" cap="flat" cmpd="sng">
                <a:solidFill>
                  <a:srgbClr val="5F7D95"/>
                </a:solidFill>
                <a:prstDash val="solid"/>
                <a:round/>
                <a:headEnd type="none" w="sm" len="sm"/>
                <a:tailEnd type="none" w="sm" len="sm"/>
              </a:ln>
            </p:spPr>
          </p:cxnSp>
          <p:cxnSp>
            <p:nvCxnSpPr>
              <p:cNvPr id="7702" name="Google Shape;7702;p61"/>
              <p:cNvCxnSpPr/>
              <p:nvPr/>
            </p:nvCxnSpPr>
            <p:spPr>
              <a:xfrm>
                <a:off x="5518476" y="3173364"/>
                <a:ext cx="0" cy="74100"/>
              </a:xfrm>
              <a:prstGeom prst="straightConnector1">
                <a:avLst/>
              </a:prstGeom>
              <a:noFill/>
              <a:ln w="9525" cap="flat" cmpd="sng">
                <a:solidFill>
                  <a:srgbClr val="5F7D95"/>
                </a:solidFill>
                <a:prstDash val="solid"/>
                <a:round/>
                <a:headEnd type="none" w="sm" len="sm"/>
                <a:tailEnd type="none" w="sm" len="sm"/>
              </a:ln>
            </p:spPr>
          </p:cxnSp>
          <p:cxnSp>
            <p:nvCxnSpPr>
              <p:cNvPr id="7703" name="Google Shape;7703;p61"/>
              <p:cNvCxnSpPr/>
              <p:nvPr/>
            </p:nvCxnSpPr>
            <p:spPr>
              <a:xfrm>
                <a:off x="5287935" y="3173364"/>
                <a:ext cx="0" cy="74100"/>
              </a:xfrm>
              <a:prstGeom prst="straightConnector1">
                <a:avLst/>
              </a:prstGeom>
              <a:noFill/>
              <a:ln w="9525" cap="flat" cmpd="sng">
                <a:solidFill>
                  <a:srgbClr val="5F7D95"/>
                </a:solidFill>
                <a:prstDash val="solid"/>
                <a:round/>
                <a:headEnd type="none" w="sm" len="sm"/>
                <a:tailEnd type="none" w="sm" len="sm"/>
              </a:ln>
            </p:spPr>
          </p:cxnSp>
          <p:cxnSp>
            <p:nvCxnSpPr>
              <p:cNvPr id="7704" name="Google Shape;7704;p61"/>
              <p:cNvCxnSpPr/>
              <p:nvPr/>
            </p:nvCxnSpPr>
            <p:spPr>
              <a:xfrm>
                <a:off x="5751239" y="3173364"/>
                <a:ext cx="0" cy="74100"/>
              </a:xfrm>
              <a:prstGeom prst="straightConnector1">
                <a:avLst/>
              </a:prstGeom>
              <a:noFill/>
              <a:ln w="9525" cap="flat" cmpd="sng">
                <a:solidFill>
                  <a:srgbClr val="5F7D95"/>
                </a:solidFill>
                <a:prstDash val="solid"/>
                <a:round/>
                <a:headEnd type="none" w="sm" len="sm"/>
                <a:tailEnd type="none" w="sm" len="sm"/>
              </a:ln>
            </p:spPr>
          </p:cxnSp>
          <p:cxnSp>
            <p:nvCxnSpPr>
              <p:cNvPr id="7705" name="Google Shape;7705;p61"/>
              <p:cNvCxnSpPr/>
              <p:nvPr/>
            </p:nvCxnSpPr>
            <p:spPr>
              <a:xfrm>
                <a:off x="5982252" y="3173364"/>
                <a:ext cx="0" cy="74100"/>
              </a:xfrm>
              <a:prstGeom prst="straightConnector1">
                <a:avLst/>
              </a:prstGeom>
              <a:noFill/>
              <a:ln w="9525" cap="flat" cmpd="sng">
                <a:solidFill>
                  <a:srgbClr val="5F7D95"/>
                </a:solidFill>
                <a:prstDash val="solid"/>
                <a:round/>
                <a:headEnd type="none" w="sm" len="sm"/>
                <a:tailEnd type="none" w="sm" len="sm"/>
              </a:ln>
            </p:spPr>
          </p:cxnSp>
          <p:cxnSp>
            <p:nvCxnSpPr>
              <p:cNvPr id="7706" name="Google Shape;7706;p61"/>
              <p:cNvCxnSpPr/>
              <p:nvPr/>
            </p:nvCxnSpPr>
            <p:spPr>
              <a:xfrm>
                <a:off x="6216184" y="3173364"/>
                <a:ext cx="0" cy="74100"/>
              </a:xfrm>
              <a:prstGeom prst="straightConnector1">
                <a:avLst/>
              </a:prstGeom>
              <a:noFill/>
              <a:ln w="9525" cap="flat" cmpd="sng">
                <a:solidFill>
                  <a:srgbClr val="5F7D95"/>
                </a:solidFill>
                <a:prstDash val="solid"/>
                <a:round/>
                <a:headEnd type="none" w="sm" len="sm"/>
                <a:tailEnd type="none" w="sm" len="sm"/>
              </a:ln>
            </p:spPr>
          </p:cxnSp>
          <p:cxnSp>
            <p:nvCxnSpPr>
              <p:cNvPr id="7707" name="Google Shape;7707;p61"/>
              <p:cNvCxnSpPr/>
              <p:nvPr/>
            </p:nvCxnSpPr>
            <p:spPr>
              <a:xfrm>
                <a:off x="6449534" y="3173364"/>
                <a:ext cx="0" cy="74100"/>
              </a:xfrm>
              <a:prstGeom prst="straightConnector1">
                <a:avLst/>
              </a:prstGeom>
              <a:noFill/>
              <a:ln w="9525" cap="flat" cmpd="sng">
                <a:solidFill>
                  <a:srgbClr val="5F7D95"/>
                </a:solidFill>
                <a:prstDash val="solid"/>
                <a:round/>
                <a:headEnd type="none" w="sm" len="sm"/>
                <a:tailEnd type="none" w="sm" len="sm"/>
              </a:ln>
            </p:spPr>
          </p:cxnSp>
        </p:grpSp>
        <p:cxnSp>
          <p:nvCxnSpPr>
            <p:cNvPr id="7708" name="Google Shape;7708;p61"/>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7709" name="Google Shape;7709;p61"/>
          <p:cNvGrpSpPr/>
          <p:nvPr/>
        </p:nvGrpSpPr>
        <p:grpSpPr>
          <a:xfrm>
            <a:off x="2021150" y="1609224"/>
            <a:ext cx="1182275" cy="662027"/>
            <a:chOff x="2029517" y="1732295"/>
            <a:chExt cx="1149067" cy="643432"/>
          </a:xfrm>
        </p:grpSpPr>
        <p:grpSp>
          <p:nvGrpSpPr>
            <p:cNvPr id="7710" name="Google Shape;7710;p61"/>
            <p:cNvGrpSpPr/>
            <p:nvPr/>
          </p:nvGrpSpPr>
          <p:grpSpPr>
            <a:xfrm>
              <a:off x="2708660" y="1746937"/>
              <a:ext cx="455426" cy="244429"/>
              <a:chOff x="2700693" y="1746937"/>
              <a:chExt cx="455426" cy="244429"/>
            </a:xfrm>
          </p:grpSpPr>
          <p:grpSp>
            <p:nvGrpSpPr>
              <p:cNvPr id="7711" name="Google Shape;7711;p61"/>
              <p:cNvGrpSpPr/>
              <p:nvPr/>
            </p:nvGrpSpPr>
            <p:grpSpPr>
              <a:xfrm>
                <a:off x="2905682" y="1782817"/>
                <a:ext cx="250437" cy="208549"/>
                <a:chOff x="2905682" y="1782817"/>
                <a:chExt cx="250437" cy="208549"/>
              </a:xfrm>
            </p:grpSpPr>
            <p:cxnSp>
              <p:nvCxnSpPr>
                <p:cNvPr id="7712" name="Google Shape;7712;p61"/>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sm" len="sm"/>
                  <a:tailEnd type="none" w="sm" len="sm"/>
                </a:ln>
              </p:spPr>
            </p:cxnSp>
            <p:sp>
              <p:nvSpPr>
                <p:cNvPr id="7713" name="Google Shape;7713;p61"/>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14" name="Google Shape;7714;p61"/>
              <p:cNvGrpSpPr/>
              <p:nvPr/>
            </p:nvGrpSpPr>
            <p:grpSpPr>
              <a:xfrm>
                <a:off x="2700693" y="1746937"/>
                <a:ext cx="449966" cy="72374"/>
                <a:chOff x="2700693" y="1746937"/>
                <a:chExt cx="449966" cy="72374"/>
              </a:xfrm>
            </p:grpSpPr>
            <p:cxnSp>
              <p:nvCxnSpPr>
                <p:cNvPr id="7715" name="Google Shape;7715;p61"/>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sm" len="sm"/>
                  <a:tailEnd type="none" w="sm" len="sm"/>
                </a:ln>
              </p:spPr>
            </p:cxnSp>
            <p:sp>
              <p:nvSpPr>
                <p:cNvPr id="7716" name="Google Shape;7716;p61"/>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717" name="Google Shape;7717;p61"/>
            <p:cNvGrpSpPr/>
            <p:nvPr/>
          </p:nvGrpSpPr>
          <p:grpSpPr>
            <a:xfrm>
              <a:off x="2029517" y="1732295"/>
              <a:ext cx="1149067" cy="643432"/>
              <a:chOff x="2029517" y="1732295"/>
              <a:chExt cx="1149067" cy="643432"/>
            </a:xfrm>
          </p:grpSpPr>
          <p:grpSp>
            <p:nvGrpSpPr>
              <p:cNvPr id="7718" name="Google Shape;7718;p61"/>
              <p:cNvGrpSpPr/>
              <p:nvPr/>
            </p:nvGrpSpPr>
            <p:grpSpPr>
              <a:xfrm>
                <a:off x="2703618" y="2103152"/>
                <a:ext cx="474966" cy="260017"/>
                <a:chOff x="2703618" y="2103152"/>
                <a:chExt cx="474966" cy="260017"/>
              </a:xfrm>
            </p:grpSpPr>
            <p:grpSp>
              <p:nvGrpSpPr>
                <p:cNvPr id="7719" name="Google Shape;7719;p61"/>
                <p:cNvGrpSpPr/>
                <p:nvPr/>
              </p:nvGrpSpPr>
              <p:grpSpPr>
                <a:xfrm>
                  <a:off x="2703618" y="2290640"/>
                  <a:ext cx="450291" cy="72529"/>
                  <a:chOff x="2703618" y="2290640"/>
                  <a:chExt cx="450291" cy="72529"/>
                </a:xfrm>
              </p:grpSpPr>
              <p:cxnSp>
                <p:nvCxnSpPr>
                  <p:cNvPr id="7720" name="Google Shape;7720;p61"/>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sm" len="sm"/>
                    <a:tailEnd type="none" w="sm" len="sm"/>
                  </a:ln>
                </p:spPr>
              </p:cxnSp>
              <p:sp>
                <p:nvSpPr>
                  <p:cNvPr id="7721" name="Google Shape;7721;p61"/>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22" name="Google Shape;7722;p61"/>
                <p:cNvGrpSpPr/>
                <p:nvPr/>
              </p:nvGrpSpPr>
              <p:grpSpPr>
                <a:xfrm>
                  <a:off x="2908607" y="2103152"/>
                  <a:ext cx="269977" cy="223538"/>
                  <a:chOff x="2908607" y="2103152"/>
                  <a:chExt cx="269977" cy="223538"/>
                </a:xfrm>
              </p:grpSpPr>
              <p:cxnSp>
                <p:nvCxnSpPr>
                  <p:cNvPr id="7723" name="Google Shape;7723;p61"/>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sm" len="sm"/>
                    <a:tailEnd type="none" w="sm" len="sm"/>
                  </a:ln>
                </p:spPr>
              </p:cxnSp>
              <p:sp>
                <p:nvSpPr>
                  <p:cNvPr id="7724" name="Google Shape;7724;p61"/>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725" name="Google Shape;7725;p61"/>
              <p:cNvGrpSpPr/>
              <p:nvPr/>
            </p:nvGrpSpPr>
            <p:grpSpPr>
              <a:xfrm>
                <a:off x="2029517" y="1732295"/>
                <a:ext cx="685827" cy="643432"/>
                <a:chOff x="2029517" y="1732295"/>
                <a:chExt cx="685827" cy="643432"/>
              </a:xfrm>
            </p:grpSpPr>
            <p:sp>
              <p:nvSpPr>
                <p:cNvPr id="7726" name="Google Shape;7726;p61"/>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727" name="Google Shape;7727;p61"/>
                <p:cNvGrpSpPr/>
                <p:nvPr/>
              </p:nvGrpSpPr>
              <p:grpSpPr>
                <a:xfrm>
                  <a:off x="2158948" y="1732295"/>
                  <a:ext cx="556396" cy="333108"/>
                  <a:chOff x="2158948" y="1732295"/>
                  <a:chExt cx="556396" cy="333108"/>
                </a:xfrm>
              </p:grpSpPr>
              <p:cxnSp>
                <p:nvCxnSpPr>
                  <p:cNvPr id="7728" name="Google Shape;7728;p61"/>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sm" len="sm"/>
                    <a:tailEnd type="none" w="sm" len="sm"/>
                  </a:ln>
                </p:spPr>
              </p:cxnSp>
              <p:sp>
                <p:nvSpPr>
                  <p:cNvPr id="7729" name="Google Shape;7729;p61"/>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30" name="Google Shape;7730;p61"/>
                <p:cNvGrpSpPr/>
                <p:nvPr/>
              </p:nvGrpSpPr>
              <p:grpSpPr>
                <a:xfrm>
                  <a:off x="2159908" y="2065057"/>
                  <a:ext cx="550885" cy="310670"/>
                  <a:chOff x="2159908" y="2065057"/>
                  <a:chExt cx="550885" cy="310670"/>
                </a:xfrm>
              </p:grpSpPr>
              <p:cxnSp>
                <p:nvCxnSpPr>
                  <p:cNvPr id="7731" name="Google Shape;7731;p61"/>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sm" len="sm"/>
                    <a:tailEnd type="none" w="sm" len="sm"/>
                  </a:ln>
                </p:spPr>
              </p:cxnSp>
              <p:sp>
                <p:nvSpPr>
                  <p:cNvPr id="7732" name="Google Shape;7732;p61"/>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grpSp>
        <p:nvGrpSpPr>
          <p:cNvPr id="7733" name="Google Shape;7733;p61"/>
          <p:cNvGrpSpPr/>
          <p:nvPr/>
        </p:nvGrpSpPr>
        <p:grpSpPr>
          <a:xfrm>
            <a:off x="706399" y="1556837"/>
            <a:ext cx="962652" cy="810058"/>
            <a:chOff x="844912" y="1681380"/>
            <a:chExt cx="935612" cy="787305"/>
          </a:xfrm>
        </p:grpSpPr>
        <p:grpSp>
          <p:nvGrpSpPr>
            <p:cNvPr id="7734" name="Google Shape;7734;p61"/>
            <p:cNvGrpSpPr/>
            <p:nvPr/>
          </p:nvGrpSpPr>
          <p:grpSpPr>
            <a:xfrm>
              <a:off x="844912" y="1819635"/>
              <a:ext cx="329837" cy="510016"/>
              <a:chOff x="844912" y="1819635"/>
              <a:chExt cx="329837" cy="510016"/>
            </a:xfrm>
          </p:grpSpPr>
          <p:sp>
            <p:nvSpPr>
              <p:cNvPr id="7735" name="Google Shape;7735;p61"/>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6" name="Google Shape;7736;p61"/>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7" name="Google Shape;7737;p61"/>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8" name="Google Shape;7738;p61"/>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9" name="Google Shape;7739;p61"/>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0" name="Google Shape;7740;p61"/>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41" name="Google Shape;7741;p61"/>
            <p:cNvGrpSpPr/>
            <p:nvPr/>
          </p:nvGrpSpPr>
          <p:grpSpPr>
            <a:xfrm>
              <a:off x="1284601" y="2158168"/>
              <a:ext cx="495923" cy="310517"/>
              <a:chOff x="1284601" y="2158168"/>
              <a:chExt cx="495923" cy="310517"/>
            </a:xfrm>
          </p:grpSpPr>
          <p:sp>
            <p:nvSpPr>
              <p:cNvPr id="7742" name="Google Shape;7742;p61"/>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743" name="Google Shape;7743;p61"/>
              <p:cNvGrpSpPr/>
              <p:nvPr/>
            </p:nvGrpSpPr>
            <p:grpSpPr>
              <a:xfrm>
                <a:off x="1507666" y="2158168"/>
                <a:ext cx="272858" cy="310517"/>
                <a:chOff x="1507666" y="2158168"/>
                <a:chExt cx="272858" cy="310517"/>
              </a:xfrm>
            </p:grpSpPr>
            <p:grpSp>
              <p:nvGrpSpPr>
                <p:cNvPr id="7744" name="Google Shape;7744;p61"/>
                <p:cNvGrpSpPr/>
                <p:nvPr/>
              </p:nvGrpSpPr>
              <p:grpSpPr>
                <a:xfrm>
                  <a:off x="1507666" y="2176104"/>
                  <a:ext cx="166395" cy="273150"/>
                  <a:chOff x="1507666" y="2176104"/>
                  <a:chExt cx="166395" cy="273150"/>
                </a:xfrm>
              </p:grpSpPr>
              <p:sp>
                <p:nvSpPr>
                  <p:cNvPr id="7745" name="Google Shape;7745;p61"/>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6" name="Google Shape;7746;p61"/>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7" name="Google Shape;7747;p61"/>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8" name="Google Shape;7748;p61"/>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9" name="Google Shape;7749;p61"/>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0" name="Google Shape;7750;p61"/>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1" name="Google Shape;7751;p61"/>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752" name="Google Shape;7752;p61"/>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3" name="Google Shape;7753;p61"/>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754" name="Google Shape;7754;p61"/>
            <p:cNvGrpSpPr/>
            <p:nvPr/>
          </p:nvGrpSpPr>
          <p:grpSpPr>
            <a:xfrm>
              <a:off x="1284601" y="1681380"/>
              <a:ext cx="495923" cy="310517"/>
              <a:chOff x="1284601" y="1681380"/>
              <a:chExt cx="495923" cy="310517"/>
            </a:xfrm>
          </p:grpSpPr>
          <p:sp>
            <p:nvSpPr>
              <p:cNvPr id="7755" name="Google Shape;7755;p61"/>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756" name="Google Shape;7756;p61"/>
              <p:cNvGrpSpPr/>
              <p:nvPr/>
            </p:nvGrpSpPr>
            <p:grpSpPr>
              <a:xfrm>
                <a:off x="1507666" y="1681380"/>
                <a:ext cx="272858" cy="310517"/>
                <a:chOff x="1507666" y="1681380"/>
                <a:chExt cx="272858" cy="310517"/>
              </a:xfrm>
            </p:grpSpPr>
            <p:grpSp>
              <p:nvGrpSpPr>
                <p:cNvPr id="7757" name="Google Shape;7757;p61"/>
                <p:cNvGrpSpPr/>
                <p:nvPr/>
              </p:nvGrpSpPr>
              <p:grpSpPr>
                <a:xfrm>
                  <a:off x="1507666" y="1700120"/>
                  <a:ext cx="166395" cy="272984"/>
                  <a:chOff x="1507666" y="1700120"/>
                  <a:chExt cx="166395" cy="272984"/>
                </a:xfrm>
              </p:grpSpPr>
              <p:sp>
                <p:nvSpPr>
                  <p:cNvPr id="7758" name="Google Shape;7758;p61"/>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9" name="Google Shape;7759;p61"/>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0" name="Google Shape;7760;p61"/>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1" name="Google Shape;7761;p61"/>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2" name="Google Shape;7762;p61"/>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3" name="Google Shape;7763;p61"/>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4" name="Google Shape;7764;p61"/>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765" name="Google Shape;7765;p61"/>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6" name="Google Shape;7766;p61"/>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7767" name="Google Shape;7767;p61"/>
          <p:cNvGrpSpPr/>
          <p:nvPr/>
        </p:nvGrpSpPr>
        <p:grpSpPr>
          <a:xfrm>
            <a:off x="6815339" y="2324267"/>
            <a:ext cx="1622269" cy="552443"/>
            <a:chOff x="6894650" y="2574740"/>
            <a:chExt cx="1445100" cy="492111"/>
          </a:xfrm>
        </p:grpSpPr>
        <p:sp>
          <p:nvSpPr>
            <p:cNvPr id="7768" name="Google Shape;7768;p61"/>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9" name="Google Shape;7769;p61"/>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0" name="Google Shape;7770;p61"/>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1" name="Google Shape;7771;p61"/>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2" name="Google Shape;7772;p61"/>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7773" name="Google Shape;7773;p61"/>
            <p:cNvCxnSpPr/>
            <p:nvPr/>
          </p:nvCxnSpPr>
          <p:spPr>
            <a:xfrm>
              <a:off x="6894650" y="2821921"/>
              <a:ext cx="1445100" cy="0"/>
            </a:xfrm>
            <a:prstGeom prst="straightConnector1">
              <a:avLst/>
            </a:prstGeom>
            <a:noFill/>
            <a:ln w="9525" cap="flat" cmpd="sng">
              <a:solidFill>
                <a:srgbClr val="869FB2"/>
              </a:solidFill>
              <a:prstDash val="solid"/>
              <a:round/>
              <a:headEnd type="none" w="sm" len="sm"/>
              <a:tailEnd type="none" w="sm" len="sm"/>
            </a:ln>
          </p:spPr>
        </p:cxnSp>
      </p:grpSp>
      <p:grpSp>
        <p:nvGrpSpPr>
          <p:cNvPr id="7774" name="Google Shape;7774;p61"/>
          <p:cNvGrpSpPr/>
          <p:nvPr/>
        </p:nvGrpSpPr>
        <p:grpSpPr>
          <a:xfrm>
            <a:off x="6834882" y="3698522"/>
            <a:ext cx="1583206" cy="475705"/>
            <a:chOff x="6953919" y="3907920"/>
            <a:chExt cx="1377300" cy="475705"/>
          </a:xfrm>
        </p:grpSpPr>
        <p:cxnSp>
          <p:nvCxnSpPr>
            <p:cNvPr id="7775" name="Google Shape;7775;p61"/>
            <p:cNvCxnSpPr/>
            <p:nvPr/>
          </p:nvCxnSpPr>
          <p:spPr>
            <a:xfrm rot="10800000">
              <a:off x="7118546" y="4100689"/>
              <a:ext cx="0" cy="185100"/>
            </a:xfrm>
            <a:prstGeom prst="straightConnector1">
              <a:avLst/>
            </a:prstGeom>
            <a:noFill/>
            <a:ln w="19050" cap="flat" cmpd="sng">
              <a:solidFill>
                <a:srgbClr val="5F7D95"/>
              </a:solidFill>
              <a:prstDash val="solid"/>
              <a:round/>
              <a:headEnd type="none" w="sm" len="sm"/>
              <a:tailEnd type="none" w="sm" len="sm"/>
            </a:ln>
          </p:spPr>
        </p:cxnSp>
        <p:cxnSp>
          <p:nvCxnSpPr>
            <p:cNvPr id="7776" name="Google Shape;7776;p61"/>
            <p:cNvCxnSpPr/>
            <p:nvPr/>
          </p:nvCxnSpPr>
          <p:spPr>
            <a:xfrm>
              <a:off x="7480500" y="4197025"/>
              <a:ext cx="0" cy="186600"/>
            </a:xfrm>
            <a:prstGeom prst="straightConnector1">
              <a:avLst/>
            </a:prstGeom>
            <a:noFill/>
            <a:ln w="19050" cap="flat" cmpd="sng">
              <a:solidFill>
                <a:srgbClr val="5F7D95"/>
              </a:solidFill>
              <a:prstDash val="solid"/>
              <a:round/>
              <a:headEnd type="none" w="sm" len="sm"/>
              <a:tailEnd type="none" w="sm" len="sm"/>
            </a:ln>
          </p:spPr>
        </p:cxnSp>
        <p:cxnSp>
          <p:nvCxnSpPr>
            <p:cNvPr id="7777" name="Google Shape;7777;p61"/>
            <p:cNvCxnSpPr/>
            <p:nvPr/>
          </p:nvCxnSpPr>
          <p:spPr>
            <a:xfrm rot="10800000">
              <a:off x="7848574" y="3907920"/>
              <a:ext cx="0" cy="185100"/>
            </a:xfrm>
            <a:prstGeom prst="straightConnector1">
              <a:avLst/>
            </a:prstGeom>
            <a:noFill/>
            <a:ln w="19050" cap="flat" cmpd="sng">
              <a:solidFill>
                <a:srgbClr val="5F7D95"/>
              </a:solidFill>
              <a:prstDash val="solid"/>
              <a:round/>
              <a:headEnd type="none" w="sm" len="sm"/>
              <a:tailEnd type="none" w="sm" len="sm"/>
            </a:ln>
          </p:spPr>
        </p:cxnSp>
        <p:cxnSp>
          <p:nvCxnSpPr>
            <p:cNvPr id="7778" name="Google Shape;7778;p61"/>
            <p:cNvCxnSpPr/>
            <p:nvPr/>
          </p:nvCxnSpPr>
          <p:spPr>
            <a:xfrm>
              <a:off x="8218032" y="3997243"/>
              <a:ext cx="0" cy="197100"/>
            </a:xfrm>
            <a:prstGeom prst="straightConnector1">
              <a:avLst/>
            </a:prstGeom>
            <a:noFill/>
            <a:ln w="19050" cap="flat" cmpd="sng">
              <a:solidFill>
                <a:srgbClr val="5F7D95"/>
              </a:solidFill>
              <a:prstDash val="solid"/>
              <a:round/>
              <a:headEnd type="none" w="sm" len="sm"/>
              <a:tailEnd type="none" w="sm" len="sm"/>
            </a:ln>
          </p:spPr>
        </p:cxnSp>
        <p:cxnSp>
          <p:nvCxnSpPr>
            <p:cNvPr id="7779" name="Google Shape;7779;p61"/>
            <p:cNvCxnSpPr/>
            <p:nvPr/>
          </p:nvCxnSpPr>
          <p:spPr>
            <a:xfrm flipH="1">
              <a:off x="6953919" y="3961822"/>
              <a:ext cx="1377300" cy="376800"/>
            </a:xfrm>
            <a:prstGeom prst="straightConnector1">
              <a:avLst/>
            </a:prstGeom>
            <a:noFill/>
            <a:ln w="19050" cap="flat" cmpd="sng">
              <a:solidFill>
                <a:srgbClr val="435D74"/>
              </a:solidFill>
              <a:prstDash val="solid"/>
              <a:round/>
              <a:headEnd type="none" w="sm" len="sm"/>
              <a:tailEnd type="none" w="sm" len="sm"/>
            </a:ln>
          </p:spPr>
        </p:cxnSp>
      </p:grpSp>
      <p:grpSp>
        <p:nvGrpSpPr>
          <p:cNvPr id="7780" name="Google Shape;7780;p61"/>
          <p:cNvGrpSpPr/>
          <p:nvPr/>
        </p:nvGrpSpPr>
        <p:grpSpPr>
          <a:xfrm>
            <a:off x="2338470" y="2459668"/>
            <a:ext cx="836286" cy="824529"/>
            <a:chOff x="2389399" y="2595741"/>
            <a:chExt cx="812796" cy="801369"/>
          </a:xfrm>
        </p:grpSpPr>
        <p:grpSp>
          <p:nvGrpSpPr>
            <p:cNvPr id="7781" name="Google Shape;7781;p61"/>
            <p:cNvGrpSpPr/>
            <p:nvPr/>
          </p:nvGrpSpPr>
          <p:grpSpPr>
            <a:xfrm>
              <a:off x="2492145" y="2881565"/>
              <a:ext cx="607299" cy="229751"/>
              <a:chOff x="2492145" y="2881565"/>
              <a:chExt cx="607299" cy="229751"/>
            </a:xfrm>
          </p:grpSpPr>
          <p:sp>
            <p:nvSpPr>
              <p:cNvPr id="7782" name="Google Shape;7782;p61"/>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3" name="Google Shape;7783;p61"/>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4" name="Google Shape;7784;p61"/>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85" name="Google Shape;7785;p61"/>
            <p:cNvGrpSpPr/>
            <p:nvPr/>
          </p:nvGrpSpPr>
          <p:grpSpPr>
            <a:xfrm>
              <a:off x="2389399" y="2595741"/>
              <a:ext cx="812796" cy="296825"/>
              <a:chOff x="2389399" y="2595741"/>
              <a:chExt cx="812796" cy="296825"/>
            </a:xfrm>
          </p:grpSpPr>
          <p:grpSp>
            <p:nvGrpSpPr>
              <p:cNvPr id="7786" name="Google Shape;7786;p61"/>
              <p:cNvGrpSpPr/>
              <p:nvPr/>
            </p:nvGrpSpPr>
            <p:grpSpPr>
              <a:xfrm>
                <a:off x="2389399" y="2595741"/>
                <a:ext cx="363638" cy="296825"/>
                <a:chOff x="2389399" y="2595741"/>
                <a:chExt cx="363638" cy="296825"/>
              </a:xfrm>
            </p:grpSpPr>
            <p:grpSp>
              <p:nvGrpSpPr>
                <p:cNvPr id="7787" name="Google Shape;7787;p61"/>
                <p:cNvGrpSpPr/>
                <p:nvPr/>
              </p:nvGrpSpPr>
              <p:grpSpPr>
                <a:xfrm>
                  <a:off x="2493852" y="2794333"/>
                  <a:ext cx="259185" cy="98233"/>
                  <a:chOff x="2493852" y="2794333"/>
                  <a:chExt cx="259185" cy="98233"/>
                </a:xfrm>
              </p:grpSpPr>
              <p:sp>
                <p:nvSpPr>
                  <p:cNvPr id="7788" name="Google Shape;7788;p61"/>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9" name="Google Shape;7789;p61"/>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0" name="Google Shape;7790;p61"/>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91" name="Google Shape;7791;p61"/>
                <p:cNvGrpSpPr/>
                <p:nvPr/>
              </p:nvGrpSpPr>
              <p:grpSpPr>
                <a:xfrm>
                  <a:off x="2389399" y="2595741"/>
                  <a:ext cx="224343" cy="182054"/>
                  <a:chOff x="2389399" y="2595741"/>
                  <a:chExt cx="224343" cy="182054"/>
                </a:xfrm>
              </p:grpSpPr>
              <p:sp>
                <p:nvSpPr>
                  <p:cNvPr id="7792" name="Google Shape;7792;p61"/>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3" name="Google Shape;7793;p61"/>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794" name="Google Shape;7794;p61"/>
              <p:cNvGrpSpPr/>
              <p:nvPr/>
            </p:nvGrpSpPr>
            <p:grpSpPr>
              <a:xfrm>
                <a:off x="2683630" y="2595741"/>
                <a:ext cx="224334" cy="296825"/>
                <a:chOff x="2683630" y="2595741"/>
                <a:chExt cx="224334" cy="296825"/>
              </a:xfrm>
            </p:grpSpPr>
            <p:grpSp>
              <p:nvGrpSpPr>
                <p:cNvPr id="7795" name="Google Shape;7795;p61"/>
                <p:cNvGrpSpPr/>
                <p:nvPr/>
              </p:nvGrpSpPr>
              <p:grpSpPr>
                <a:xfrm>
                  <a:off x="2788083" y="2794333"/>
                  <a:ext cx="15356" cy="98233"/>
                  <a:chOff x="2788083" y="2794333"/>
                  <a:chExt cx="15356" cy="98233"/>
                </a:xfrm>
              </p:grpSpPr>
              <p:sp>
                <p:nvSpPr>
                  <p:cNvPr id="7796" name="Google Shape;7796;p61"/>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7" name="Google Shape;7797;p61"/>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8" name="Google Shape;7798;p61"/>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99" name="Google Shape;7799;p61"/>
                <p:cNvGrpSpPr/>
                <p:nvPr/>
              </p:nvGrpSpPr>
              <p:grpSpPr>
                <a:xfrm>
                  <a:off x="2683630" y="2595741"/>
                  <a:ext cx="224334" cy="182054"/>
                  <a:chOff x="2683630" y="2595741"/>
                  <a:chExt cx="224334" cy="182054"/>
                </a:xfrm>
              </p:grpSpPr>
              <p:sp>
                <p:nvSpPr>
                  <p:cNvPr id="7800" name="Google Shape;7800;p61"/>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1" name="Google Shape;7801;p61"/>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802" name="Google Shape;7802;p61"/>
              <p:cNvGrpSpPr/>
              <p:nvPr/>
            </p:nvGrpSpPr>
            <p:grpSpPr>
              <a:xfrm>
                <a:off x="2838475" y="2595741"/>
                <a:ext cx="363720" cy="296825"/>
                <a:chOff x="2838475" y="2595741"/>
                <a:chExt cx="363720" cy="296825"/>
              </a:xfrm>
            </p:grpSpPr>
            <p:grpSp>
              <p:nvGrpSpPr>
                <p:cNvPr id="7803" name="Google Shape;7803;p61"/>
                <p:cNvGrpSpPr/>
                <p:nvPr/>
              </p:nvGrpSpPr>
              <p:grpSpPr>
                <a:xfrm>
                  <a:off x="2838475" y="2794333"/>
                  <a:ext cx="259186" cy="98233"/>
                  <a:chOff x="2838475" y="2794333"/>
                  <a:chExt cx="259186" cy="98233"/>
                </a:xfrm>
              </p:grpSpPr>
              <p:sp>
                <p:nvSpPr>
                  <p:cNvPr id="7804" name="Google Shape;7804;p61"/>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5" name="Google Shape;7805;p61"/>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6" name="Google Shape;7806;p61"/>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07" name="Google Shape;7807;p61"/>
                <p:cNvGrpSpPr/>
                <p:nvPr/>
              </p:nvGrpSpPr>
              <p:grpSpPr>
                <a:xfrm>
                  <a:off x="2977852" y="2595741"/>
                  <a:ext cx="224343" cy="182054"/>
                  <a:chOff x="2977852" y="2595741"/>
                  <a:chExt cx="224343" cy="182054"/>
                </a:xfrm>
              </p:grpSpPr>
              <p:sp>
                <p:nvSpPr>
                  <p:cNvPr id="7808" name="Google Shape;7808;p61"/>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9" name="Google Shape;7809;p61"/>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7810" name="Google Shape;7810;p61"/>
            <p:cNvGrpSpPr/>
            <p:nvPr/>
          </p:nvGrpSpPr>
          <p:grpSpPr>
            <a:xfrm>
              <a:off x="2389399" y="3100241"/>
              <a:ext cx="812796" cy="296869"/>
              <a:chOff x="2389399" y="3100241"/>
              <a:chExt cx="812796" cy="296869"/>
            </a:xfrm>
          </p:grpSpPr>
          <p:grpSp>
            <p:nvGrpSpPr>
              <p:cNvPr id="7811" name="Google Shape;7811;p61"/>
              <p:cNvGrpSpPr/>
              <p:nvPr/>
            </p:nvGrpSpPr>
            <p:grpSpPr>
              <a:xfrm>
                <a:off x="2683630" y="3100241"/>
                <a:ext cx="224334" cy="296869"/>
                <a:chOff x="2683630" y="3100241"/>
                <a:chExt cx="224334" cy="296869"/>
              </a:xfrm>
            </p:grpSpPr>
            <p:grpSp>
              <p:nvGrpSpPr>
                <p:cNvPr id="7812" name="Google Shape;7812;p61"/>
                <p:cNvGrpSpPr/>
                <p:nvPr/>
              </p:nvGrpSpPr>
              <p:grpSpPr>
                <a:xfrm>
                  <a:off x="2788083" y="3100241"/>
                  <a:ext cx="15356" cy="98236"/>
                  <a:chOff x="2788083" y="3100241"/>
                  <a:chExt cx="15356" cy="98236"/>
                </a:xfrm>
              </p:grpSpPr>
              <p:sp>
                <p:nvSpPr>
                  <p:cNvPr id="7813" name="Google Shape;7813;p61"/>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4" name="Google Shape;7814;p61"/>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5" name="Google Shape;7815;p61"/>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16" name="Google Shape;7816;p61"/>
                <p:cNvGrpSpPr/>
                <p:nvPr/>
              </p:nvGrpSpPr>
              <p:grpSpPr>
                <a:xfrm>
                  <a:off x="2683630" y="3215065"/>
                  <a:ext cx="224334" cy="182045"/>
                  <a:chOff x="2683630" y="3215065"/>
                  <a:chExt cx="224334" cy="182045"/>
                </a:xfrm>
              </p:grpSpPr>
              <p:sp>
                <p:nvSpPr>
                  <p:cNvPr id="7817" name="Google Shape;7817;p61"/>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8" name="Google Shape;7818;p61"/>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819" name="Google Shape;7819;p61"/>
              <p:cNvGrpSpPr/>
              <p:nvPr/>
            </p:nvGrpSpPr>
            <p:grpSpPr>
              <a:xfrm>
                <a:off x="2389399" y="3100241"/>
                <a:ext cx="363638" cy="296869"/>
                <a:chOff x="2389399" y="3100241"/>
                <a:chExt cx="363638" cy="296869"/>
              </a:xfrm>
            </p:grpSpPr>
            <p:grpSp>
              <p:nvGrpSpPr>
                <p:cNvPr id="7820" name="Google Shape;7820;p61"/>
                <p:cNvGrpSpPr/>
                <p:nvPr/>
              </p:nvGrpSpPr>
              <p:grpSpPr>
                <a:xfrm>
                  <a:off x="2493852" y="3100241"/>
                  <a:ext cx="259185" cy="98236"/>
                  <a:chOff x="2493852" y="3100241"/>
                  <a:chExt cx="259185" cy="98236"/>
                </a:xfrm>
              </p:grpSpPr>
              <p:sp>
                <p:nvSpPr>
                  <p:cNvPr id="7821" name="Google Shape;7821;p61"/>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2" name="Google Shape;7822;p61"/>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3" name="Google Shape;7823;p61"/>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24" name="Google Shape;7824;p61"/>
                <p:cNvGrpSpPr/>
                <p:nvPr/>
              </p:nvGrpSpPr>
              <p:grpSpPr>
                <a:xfrm>
                  <a:off x="2389399" y="3215065"/>
                  <a:ext cx="224343" cy="182045"/>
                  <a:chOff x="2389399" y="3215065"/>
                  <a:chExt cx="224343" cy="182045"/>
                </a:xfrm>
              </p:grpSpPr>
              <p:sp>
                <p:nvSpPr>
                  <p:cNvPr id="7825" name="Google Shape;7825;p61"/>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6" name="Google Shape;7826;p61"/>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827" name="Google Shape;7827;p61"/>
              <p:cNvGrpSpPr/>
              <p:nvPr/>
            </p:nvGrpSpPr>
            <p:grpSpPr>
              <a:xfrm>
                <a:off x="2838475" y="3100241"/>
                <a:ext cx="363720" cy="296869"/>
                <a:chOff x="2838475" y="3100241"/>
                <a:chExt cx="363720" cy="296869"/>
              </a:xfrm>
            </p:grpSpPr>
            <p:grpSp>
              <p:nvGrpSpPr>
                <p:cNvPr id="7828" name="Google Shape;7828;p61"/>
                <p:cNvGrpSpPr/>
                <p:nvPr/>
              </p:nvGrpSpPr>
              <p:grpSpPr>
                <a:xfrm>
                  <a:off x="2838475" y="3100241"/>
                  <a:ext cx="259186" cy="98236"/>
                  <a:chOff x="2838475" y="3100241"/>
                  <a:chExt cx="259186" cy="98236"/>
                </a:xfrm>
              </p:grpSpPr>
              <p:sp>
                <p:nvSpPr>
                  <p:cNvPr id="7829" name="Google Shape;7829;p61"/>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0" name="Google Shape;7830;p61"/>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1" name="Google Shape;7831;p61"/>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32" name="Google Shape;7832;p61"/>
                <p:cNvGrpSpPr/>
                <p:nvPr/>
              </p:nvGrpSpPr>
              <p:grpSpPr>
                <a:xfrm>
                  <a:off x="2977852" y="3215065"/>
                  <a:ext cx="224343" cy="182045"/>
                  <a:chOff x="2977852" y="3215065"/>
                  <a:chExt cx="224343" cy="182045"/>
                </a:xfrm>
              </p:grpSpPr>
              <p:sp>
                <p:nvSpPr>
                  <p:cNvPr id="7833" name="Google Shape;7833;p61"/>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4" name="Google Shape;7834;p61"/>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7838"/>
        <p:cNvGrpSpPr/>
        <p:nvPr/>
      </p:nvGrpSpPr>
      <p:grpSpPr>
        <a:xfrm>
          <a:off x="0" y="0"/>
          <a:ext cx="0" cy="0"/>
          <a:chOff x="0" y="0"/>
          <a:chExt cx="0" cy="0"/>
        </a:xfrm>
      </p:grpSpPr>
      <p:grpSp>
        <p:nvGrpSpPr>
          <p:cNvPr id="7839" name="Google Shape;7839;p62"/>
          <p:cNvGrpSpPr/>
          <p:nvPr/>
        </p:nvGrpSpPr>
        <p:grpSpPr>
          <a:xfrm>
            <a:off x="702088" y="3155922"/>
            <a:ext cx="2390414" cy="1024800"/>
            <a:chOff x="728925" y="3296613"/>
            <a:chExt cx="2390414" cy="1024800"/>
          </a:xfrm>
        </p:grpSpPr>
        <p:grpSp>
          <p:nvGrpSpPr>
            <p:cNvPr id="7840" name="Google Shape;7840;p62"/>
            <p:cNvGrpSpPr/>
            <p:nvPr/>
          </p:nvGrpSpPr>
          <p:grpSpPr>
            <a:xfrm>
              <a:off x="728925" y="3619800"/>
              <a:ext cx="2390414" cy="500893"/>
              <a:chOff x="728925" y="3619800"/>
              <a:chExt cx="2390414" cy="500893"/>
            </a:xfrm>
          </p:grpSpPr>
          <p:sp>
            <p:nvSpPr>
              <p:cNvPr id="7841" name="Google Shape;7841;p62"/>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7842" name="Google Shape;7842;p62"/>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grpSp>
        <p:grpSp>
          <p:nvGrpSpPr>
            <p:cNvPr id="7843" name="Google Shape;7843;p62"/>
            <p:cNvGrpSpPr/>
            <p:nvPr/>
          </p:nvGrpSpPr>
          <p:grpSpPr>
            <a:xfrm>
              <a:off x="1348050" y="3296613"/>
              <a:ext cx="1706152" cy="1024800"/>
              <a:chOff x="1348050" y="3296613"/>
              <a:chExt cx="1706152" cy="1024800"/>
            </a:xfrm>
          </p:grpSpPr>
          <p:sp>
            <p:nvSpPr>
              <p:cNvPr id="7844" name="Google Shape;7844;p62"/>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7845" name="Google Shape;7845;p62"/>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7846" name="Google Shape;7846;p62"/>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7847" name="Google Shape;7847;p62"/>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7848" name="Google Shape;7848;p62"/>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grpSp>
        <p:grpSp>
          <p:nvGrpSpPr>
            <p:cNvPr id="7849" name="Google Shape;7849;p62"/>
            <p:cNvGrpSpPr/>
            <p:nvPr/>
          </p:nvGrpSpPr>
          <p:grpSpPr>
            <a:xfrm>
              <a:off x="1455707" y="3654858"/>
              <a:ext cx="1491149" cy="417657"/>
              <a:chOff x="1455707" y="3654858"/>
              <a:chExt cx="1491149" cy="417657"/>
            </a:xfrm>
          </p:grpSpPr>
          <p:sp>
            <p:nvSpPr>
              <p:cNvPr id="7850" name="Google Shape;7850;p62"/>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1" name="Google Shape;7851;p62"/>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2" name="Google Shape;7852;p62"/>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3" name="Google Shape;7853;p62"/>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4" name="Google Shape;7854;p62"/>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5" name="Google Shape;7855;p62"/>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6" name="Google Shape;7856;p62"/>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7" name="Google Shape;7857;p62"/>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8" name="Google Shape;7858;p62"/>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9" name="Google Shape;7859;p62"/>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0" name="Google Shape;7860;p62"/>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1" name="Google Shape;7861;p62"/>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2" name="Google Shape;7862;p62"/>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3" name="Google Shape;7863;p62"/>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4" name="Google Shape;7864;p62"/>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5" name="Google Shape;7865;p62"/>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6" name="Google Shape;7866;p62"/>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7" name="Google Shape;7867;p62"/>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8" name="Google Shape;7868;p62"/>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9" name="Google Shape;7869;p62"/>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aphicFrame>
        <p:nvGraphicFramePr>
          <p:cNvPr id="7870" name="Google Shape;7870;p62"/>
          <p:cNvGraphicFramePr/>
          <p:nvPr/>
        </p:nvGraphicFramePr>
        <p:xfrm>
          <a:off x="5937787" y="2153834"/>
          <a:ext cx="3000000" cy="3000000"/>
        </p:xfrm>
        <a:graphic>
          <a:graphicData uri="http://schemas.openxmlformats.org/drawingml/2006/table">
            <a:tbl>
              <a:tblPr>
                <a:noFill/>
                <a:tableStyleId>{9ADE6C8D-0B5B-4D6E-B7D1-A40846E0EC63}</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5"/>
                      </a:srgbClr>
                    </a:solidFill>
                  </a:tcPr>
                </a:tc>
                <a:extLst>
                  <a:ext uri="{0D108BD9-81ED-4DB2-BD59-A6C34878D82A}">
                    <a16:rowId xmlns:a16="http://schemas.microsoft.com/office/drawing/2014/main" val="10003"/>
                  </a:ext>
                </a:extLst>
              </a:tr>
            </a:tbl>
          </a:graphicData>
        </a:graphic>
      </p:graphicFrame>
      <p:grpSp>
        <p:nvGrpSpPr>
          <p:cNvPr id="7871" name="Google Shape;7871;p62"/>
          <p:cNvGrpSpPr/>
          <p:nvPr/>
        </p:nvGrpSpPr>
        <p:grpSpPr>
          <a:xfrm>
            <a:off x="710464" y="981599"/>
            <a:ext cx="2396505" cy="976502"/>
            <a:chOff x="749309" y="1112739"/>
            <a:chExt cx="2371603" cy="976502"/>
          </a:xfrm>
        </p:grpSpPr>
        <p:grpSp>
          <p:nvGrpSpPr>
            <p:cNvPr id="7872" name="Google Shape;7872;p62"/>
            <p:cNvGrpSpPr/>
            <p:nvPr/>
          </p:nvGrpSpPr>
          <p:grpSpPr>
            <a:xfrm>
              <a:off x="1092126" y="1112739"/>
              <a:ext cx="2028786" cy="975465"/>
              <a:chOff x="1092126" y="1112739"/>
              <a:chExt cx="2028786" cy="975465"/>
            </a:xfrm>
          </p:grpSpPr>
          <p:sp>
            <p:nvSpPr>
              <p:cNvPr id="7873" name="Google Shape;7873;p62"/>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4" name="Google Shape;7874;p62"/>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5" name="Google Shape;7875;p62"/>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6" name="Google Shape;7876;p62"/>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7" name="Google Shape;7877;p62"/>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8" name="Google Shape;7878;p62"/>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9" name="Google Shape;7879;p62"/>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0" name="Google Shape;7880;p62"/>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1" name="Google Shape;7881;p62"/>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2" name="Google Shape;7882;p62"/>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3" name="Google Shape;7883;p62"/>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4" name="Google Shape;7884;p62"/>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5" name="Google Shape;7885;p62"/>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6" name="Google Shape;7886;p62"/>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7" name="Google Shape;7887;p62"/>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8" name="Google Shape;7888;p62"/>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9" name="Google Shape;7889;p62"/>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0" name="Google Shape;7890;p62"/>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1" name="Google Shape;7891;p62"/>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2" name="Google Shape;7892;p62"/>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3" name="Google Shape;7893;p62"/>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4" name="Google Shape;7894;p62"/>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5" name="Google Shape;7895;p62"/>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6" name="Google Shape;7896;p62"/>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97" name="Google Shape;7897;p62"/>
            <p:cNvGrpSpPr/>
            <p:nvPr/>
          </p:nvGrpSpPr>
          <p:grpSpPr>
            <a:xfrm>
              <a:off x="749309" y="1112739"/>
              <a:ext cx="314700" cy="975465"/>
              <a:chOff x="749309" y="1112739"/>
              <a:chExt cx="314700" cy="975465"/>
            </a:xfrm>
          </p:grpSpPr>
          <p:sp>
            <p:nvSpPr>
              <p:cNvPr id="7898" name="Google Shape;7898;p62"/>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9" name="Google Shape;7899;p62"/>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0" name="Google Shape;7900;p62"/>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1" name="Google Shape;7901;p62"/>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902" name="Google Shape;7902;p62"/>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3" name="Google Shape;7903;p62"/>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4" name="Google Shape;7904;p62"/>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5" name="Google Shape;7905;p62"/>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aphicFrame>
        <p:nvGraphicFramePr>
          <p:cNvPr id="7906" name="Google Shape;7906;p62"/>
          <p:cNvGraphicFramePr/>
          <p:nvPr/>
        </p:nvGraphicFramePr>
        <p:xfrm>
          <a:off x="5937812" y="981584"/>
          <a:ext cx="3000000" cy="3000000"/>
        </p:xfrm>
        <a:graphic>
          <a:graphicData uri="http://schemas.openxmlformats.org/drawingml/2006/table">
            <a:tbl>
              <a:tblPr>
                <a:noFill/>
                <a:tableStyleId>{9ADE6C8D-0B5B-4D6E-B7D1-A40846E0EC63}</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7907" name="Google Shape;7907;p62"/>
          <p:cNvGraphicFramePr/>
          <p:nvPr/>
        </p:nvGraphicFramePr>
        <p:xfrm>
          <a:off x="3358675" y="2153834"/>
          <a:ext cx="3000000" cy="3000000"/>
        </p:xfrm>
        <a:graphic>
          <a:graphicData uri="http://schemas.openxmlformats.org/drawingml/2006/table">
            <a:tbl>
              <a:tblPr>
                <a:noFill/>
                <a:tableStyleId>{9ADE6C8D-0B5B-4D6E-B7D1-A40846E0EC63}</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908" name="Google Shape;7908;p62"/>
          <p:cNvGrpSpPr/>
          <p:nvPr/>
        </p:nvGrpSpPr>
        <p:grpSpPr>
          <a:xfrm>
            <a:off x="3360661" y="3144795"/>
            <a:ext cx="2363377" cy="1047062"/>
            <a:chOff x="3358399" y="3285485"/>
            <a:chExt cx="2363377" cy="1047062"/>
          </a:xfrm>
        </p:grpSpPr>
        <p:grpSp>
          <p:nvGrpSpPr>
            <p:cNvPr id="7909" name="Google Shape;7909;p62"/>
            <p:cNvGrpSpPr/>
            <p:nvPr/>
          </p:nvGrpSpPr>
          <p:grpSpPr>
            <a:xfrm>
              <a:off x="3358412" y="3285485"/>
              <a:ext cx="2363244" cy="139500"/>
              <a:chOff x="3358412" y="3285485"/>
              <a:chExt cx="2363244" cy="139500"/>
            </a:xfrm>
          </p:grpSpPr>
          <p:sp>
            <p:nvSpPr>
              <p:cNvPr id="7910" name="Google Shape;7910;p62"/>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1" name="Google Shape;7911;p62"/>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2" name="Google Shape;7912;p62"/>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3" name="Google Shape;7913;p62"/>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4" name="Google Shape;7914;p62"/>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15" name="Google Shape;7915;p62"/>
            <p:cNvGrpSpPr/>
            <p:nvPr/>
          </p:nvGrpSpPr>
          <p:grpSpPr>
            <a:xfrm>
              <a:off x="3358412" y="3466996"/>
              <a:ext cx="2363244" cy="139500"/>
              <a:chOff x="3358412" y="3466996"/>
              <a:chExt cx="2363244" cy="139500"/>
            </a:xfrm>
          </p:grpSpPr>
          <p:sp>
            <p:nvSpPr>
              <p:cNvPr id="7916" name="Google Shape;7916;p62"/>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7" name="Google Shape;7917;p62"/>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8" name="Google Shape;7918;p62"/>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9" name="Google Shape;7919;p62"/>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0" name="Google Shape;7920;p62"/>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21" name="Google Shape;7921;p62"/>
            <p:cNvGrpSpPr/>
            <p:nvPr/>
          </p:nvGrpSpPr>
          <p:grpSpPr>
            <a:xfrm>
              <a:off x="3358412" y="3648507"/>
              <a:ext cx="2363244" cy="139500"/>
              <a:chOff x="3358412" y="3648507"/>
              <a:chExt cx="2363244" cy="139500"/>
            </a:xfrm>
          </p:grpSpPr>
          <p:sp>
            <p:nvSpPr>
              <p:cNvPr id="7922" name="Google Shape;7922;p62"/>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3" name="Google Shape;7923;p62"/>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4" name="Google Shape;7924;p62"/>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5" name="Google Shape;7925;p62"/>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6" name="Google Shape;7926;p62"/>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27" name="Google Shape;7927;p62"/>
            <p:cNvGrpSpPr/>
            <p:nvPr/>
          </p:nvGrpSpPr>
          <p:grpSpPr>
            <a:xfrm>
              <a:off x="3358412" y="3830018"/>
              <a:ext cx="2363244" cy="139500"/>
              <a:chOff x="3358412" y="3830018"/>
              <a:chExt cx="2363244" cy="139500"/>
            </a:xfrm>
          </p:grpSpPr>
          <p:sp>
            <p:nvSpPr>
              <p:cNvPr id="7928" name="Google Shape;7928;p62"/>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9" name="Google Shape;7929;p62"/>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0" name="Google Shape;7930;p62"/>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1" name="Google Shape;7931;p62"/>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2" name="Google Shape;7932;p62"/>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33" name="Google Shape;7933;p62"/>
            <p:cNvGrpSpPr/>
            <p:nvPr/>
          </p:nvGrpSpPr>
          <p:grpSpPr>
            <a:xfrm>
              <a:off x="3358399" y="4011514"/>
              <a:ext cx="2363377" cy="139537"/>
              <a:chOff x="3294800" y="4134603"/>
              <a:chExt cx="2638876" cy="152400"/>
            </a:xfrm>
          </p:grpSpPr>
          <p:sp>
            <p:nvSpPr>
              <p:cNvPr id="7934" name="Google Shape;7934;p62"/>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5" name="Google Shape;7935;p62"/>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6" name="Google Shape;7936;p62"/>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7" name="Google Shape;7937;p62"/>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8" name="Google Shape;7938;p62"/>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39" name="Google Shape;7939;p62"/>
            <p:cNvGrpSpPr/>
            <p:nvPr/>
          </p:nvGrpSpPr>
          <p:grpSpPr>
            <a:xfrm>
              <a:off x="3358399" y="4193010"/>
              <a:ext cx="2363377" cy="139537"/>
              <a:chOff x="3294800" y="4134603"/>
              <a:chExt cx="2638876" cy="152400"/>
            </a:xfrm>
          </p:grpSpPr>
          <p:sp>
            <p:nvSpPr>
              <p:cNvPr id="7940" name="Google Shape;7940;p62"/>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1" name="Google Shape;7941;p62"/>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2" name="Google Shape;7942;p62"/>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3" name="Google Shape;7943;p62"/>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4" name="Google Shape;7944;p62"/>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aphicFrame>
        <p:nvGraphicFramePr>
          <p:cNvPr id="7945" name="Google Shape;7945;p62"/>
          <p:cNvGraphicFramePr/>
          <p:nvPr/>
        </p:nvGraphicFramePr>
        <p:xfrm>
          <a:off x="711463" y="2153834"/>
          <a:ext cx="3000000" cy="3000000"/>
        </p:xfrm>
        <a:graphic>
          <a:graphicData uri="http://schemas.openxmlformats.org/drawingml/2006/table">
            <a:tbl>
              <a:tblPr>
                <a:noFill/>
                <a:tableStyleId>{9ADE6C8D-0B5B-4D6E-B7D1-A40846E0EC63}</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946" name="Google Shape;7946;p62"/>
          <p:cNvGrpSpPr/>
          <p:nvPr/>
        </p:nvGrpSpPr>
        <p:grpSpPr>
          <a:xfrm>
            <a:off x="4161132" y="2557649"/>
            <a:ext cx="1302095" cy="60959"/>
            <a:chOff x="3558802" y="4011427"/>
            <a:chExt cx="1866000" cy="111300"/>
          </a:xfrm>
        </p:grpSpPr>
        <p:sp>
          <p:nvSpPr>
            <p:cNvPr id="7947" name="Google Shape;7947;p6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8" name="Google Shape;7948;p62"/>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49" name="Google Shape;7949;p62"/>
          <p:cNvGrpSpPr/>
          <p:nvPr/>
        </p:nvGrpSpPr>
        <p:grpSpPr>
          <a:xfrm>
            <a:off x="4706620" y="2839808"/>
            <a:ext cx="914340" cy="60959"/>
            <a:chOff x="3558802" y="4011427"/>
            <a:chExt cx="1866000" cy="111300"/>
          </a:xfrm>
        </p:grpSpPr>
        <p:sp>
          <p:nvSpPr>
            <p:cNvPr id="7950" name="Google Shape;7950;p6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1" name="Google Shape;7951;p62"/>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52" name="Google Shape;7952;p62"/>
          <p:cNvGrpSpPr/>
          <p:nvPr/>
        </p:nvGrpSpPr>
        <p:grpSpPr>
          <a:xfrm>
            <a:off x="5871419" y="3167606"/>
            <a:ext cx="2522867" cy="1001454"/>
            <a:chOff x="1904318" y="789980"/>
            <a:chExt cx="1489472" cy="606868"/>
          </a:xfrm>
        </p:grpSpPr>
        <p:cxnSp>
          <p:nvCxnSpPr>
            <p:cNvPr id="7953" name="Google Shape;7953;p62"/>
            <p:cNvCxnSpPr/>
            <p:nvPr/>
          </p:nvCxnSpPr>
          <p:spPr>
            <a:xfrm rot="10800000">
              <a:off x="2109981" y="1180903"/>
              <a:ext cx="1280400" cy="0"/>
            </a:xfrm>
            <a:prstGeom prst="straightConnector1">
              <a:avLst/>
            </a:prstGeom>
            <a:noFill/>
            <a:ln w="9525" cap="flat" cmpd="sng">
              <a:solidFill>
                <a:srgbClr val="B3C3CE"/>
              </a:solidFill>
              <a:prstDash val="solid"/>
              <a:round/>
              <a:headEnd type="none" w="sm" len="sm"/>
              <a:tailEnd type="none" w="sm" len="sm"/>
            </a:ln>
          </p:spPr>
        </p:cxnSp>
        <p:cxnSp>
          <p:nvCxnSpPr>
            <p:cNvPr id="7954" name="Google Shape;7954;p62"/>
            <p:cNvCxnSpPr/>
            <p:nvPr/>
          </p:nvCxnSpPr>
          <p:spPr>
            <a:xfrm rot="10800000">
              <a:off x="2109981" y="985080"/>
              <a:ext cx="1280400" cy="0"/>
            </a:xfrm>
            <a:prstGeom prst="straightConnector1">
              <a:avLst/>
            </a:prstGeom>
            <a:noFill/>
            <a:ln w="9525" cap="flat" cmpd="sng">
              <a:solidFill>
                <a:srgbClr val="B3C3CE"/>
              </a:solidFill>
              <a:prstDash val="solid"/>
              <a:round/>
              <a:headEnd type="none" w="sm" len="sm"/>
              <a:tailEnd type="none" w="sm" len="sm"/>
            </a:ln>
          </p:spPr>
        </p:cxnSp>
        <p:cxnSp>
          <p:nvCxnSpPr>
            <p:cNvPr id="7955" name="Google Shape;7955;p62"/>
            <p:cNvCxnSpPr/>
            <p:nvPr/>
          </p:nvCxnSpPr>
          <p:spPr>
            <a:xfrm rot="10800000">
              <a:off x="2109981" y="1376729"/>
              <a:ext cx="1280400" cy="0"/>
            </a:xfrm>
            <a:prstGeom prst="straightConnector1">
              <a:avLst/>
            </a:prstGeom>
            <a:noFill/>
            <a:ln w="9525" cap="flat" cmpd="sng">
              <a:solidFill>
                <a:srgbClr val="B3C3CE"/>
              </a:solidFill>
              <a:prstDash val="solid"/>
              <a:round/>
              <a:headEnd type="none" w="sm" len="sm"/>
              <a:tailEnd type="none" w="sm" len="sm"/>
            </a:ln>
          </p:spPr>
        </p:cxnSp>
        <p:sp>
          <p:nvSpPr>
            <p:cNvPr id="7956" name="Google Shape;7956;p62"/>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marR="0" lvl="0" indent="0" algn="ctr" rtl="0">
                <a:lnSpc>
                  <a:spcPct val="100000"/>
                </a:lnSpc>
                <a:spcBef>
                  <a:spcPts val="0"/>
                </a:spcBef>
                <a:spcAft>
                  <a:spcPts val="1600"/>
                </a:spcAft>
                <a:buClr>
                  <a:srgbClr val="000000"/>
                </a:buClr>
                <a:buSzPts val="400"/>
                <a:buFont typeface="Arial"/>
                <a:buNone/>
              </a:pPr>
              <a:r>
                <a:rPr lang="en" sz="400" b="0" i="0" u="none" strike="noStrike" cap="none">
                  <a:solidFill>
                    <a:srgbClr val="E3E9ED"/>
                  </a:solidFill>
                  <a:latin typeface="Arial"/>
                  <a:ea typeface="Arial"/>
                  <a:cs typeface="Arial"/>
                  <a:sym typeface="Arial"/>
                </a:rPr>
                <a:t>JANUARY</a:t>
              </a:r>
              <a:endParaRPr sz="400" b="0" i="0" u="none" strike="noStrike" cap="none">
                <a:solidFill>
                  <a:srgbClr val="E3E9ED"/>
                </a:solidFill>
                <a:latin typeface="Arial"/>
                <a:ea typeface="Arial"/>
                <a:cs typeface="Arial"/>
                <a:sym typeface="Arial"/>
              </a:endParaRPr>
            </a:p>
          </p:txBody>
        </p:sp>
        <p:sp>
          <p:nvSpPr>
            <p:cNvPr id="7957" name="Google Shape;7957;p62"/>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marR="0" lvl="0" indent="0" algn="ctr" rtl="0">
                <a:lnSpc>
                  <a:spcPct val="100000"/>
                </a:lnSpc>
                <a:spcBef>
                  <a:spcPts val="0"/>
                </a:spcBef>
                <a:spcAft>
                  <a:spcPts val="1600"/>
                </a:spcAft>
                <a:buClr>
                  <a:srgbClr val="000000"/>
                </a:buClr>
                <a:buSzPts val="400"/>
                <a:buFont typeface="Arial"/>
                <a:buNone/>
              </a:pPr>
              <a:r>
                <a:rPr lang="en" sz="400" b="0" i="0" u="none" strike="noStrike" cap="none">
                  <a:solidFill>
                    <a:srgbClr val="E3E9ED"/>
                  </a:solidFill>
                  <a:latin typeface="Arial"/>
                  <a:ea typeface="Arial"/>
                  <a:cs typeface="Arial"/>
                  <a:sym typeface="Arial"/>
                </a:rPr>
                <a:t>FEBRUARY</a:t>
              </a:r>
              <a:endParaRPr sz="400" b="0" i="0" u="none" strike="noStrike" cap="none">
                <a:solidFill>
                  <a:srgbClr val="E3E9ED"/>
                </a:solidFill>
                <a:latin typeface="Arial"/>
                <a:ea typeface="Arial"/>
                <a:cs typeface="Arial"/>
                <a:sym typeface="Arial"/>
              </a:endParaRPr>
            </a:p>
          </p:txBody>
        </p:sp>
        <p:sp>
          <p:nvSpPr>
            <p:cNvPr id="7958" name="Google Shape;7958;p62"/>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marR="0" lvl="0" indent="0" algn="ctr" rtl="0">
                <a:lnSpc>
                  <a:spcPct val="100000"/>
                </a:lnSpc>
                <a:spcBef>
                  <a:spcPts val="0"/>
                </a:spcBef>
                <a:spcAft>
                  <a:spcPts val="1600"/>
                </a:spcAft>
                <a:buClr>
                  <a:srgbClr val="000000"/>
                </a:buClr>
                <a:buSzPts val="400"/>
                <a:buFont typeface="Arial"/>
                <a:buNone/>
              </a:pPr>
              <a:r>
                <a:rPr lang="en" sz="400" b="0" i="0" u="none" strike="noStrike" cap="none">
                  <a:solidFill>
                    <a:srgbClr val="E3E9ED"/>
                  </a:solidFill>
                  <a:latin typeface="Arial"/>
                  <a:ea typeface="Arial"/>
                  <a:cs typeface="Arial"/>
                  <a:sym typeface="Arial"/>
                </a:rPr>
                <a:t>MARCH</a:t>
              </a:r>
              <a:endParaRPr sz="400" b="0" i="0" u="none" strike="noStrike" cap="none">
                <a:solidFill>
                  <a:srgbClr val="E3E9ED"/>
                </a:solidFill>
                <a:latin typeface="Arial"/>
                <a:ea typeface="Arial"/>
                <a:cs typeface="Arial"/>
                <a:sym typeface="Arial"/>
              </a:endParaRPr>
            </a:p>
          </p:txBody>
        </p:sp>
        <p:sp>
          <p:nvSpPr>
            <p:cNvPr id="7959" name="Google Shape;7959;p62"/>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marR="0" lvl="0" indent="0" algn="ctr" rtl="0">
                <a:lnSpc>
                  <a:spcPct val="100000"/>
                </a:lnSpc>
                <a:spcBef>
                  <a:spcPts val="0"/>
                </a:spcBef>
                <a:spcAft>
                  <a:spcPts val="1600"/>
                </a:spcAft>
                <a:buClr>
                  <a:srgbClr val="000000"/>
                </a:buClr>
                <a:buSzPts val="400"/>
                <a:buFont typeface="Arial"/>
                <a:buNone/>
              </a:pPr>
              <a:r>
                <a:rPr lang="en" sz="400" b="0" i="0" u="none" strike="noStrike" cap="none">
                  <a:solidFill>
                    <a:srgbClr val="E3E9ED"/>
                  </a:solidFill>
                  <a:latin typeface="Arial"/>
                  <a:ea typeface="Arial"/>
                  <a:cs typeface="Arial"/>
                  <a:sym typeface="Arial"/>
                </a:rPr>
                <a:t>APRIL</a:t>
              </a:r>
              <a:endParaRPr sz="400" b="0" i="0" u="none" strike="noStrike" cap="none">
                <a:solidFill>
                  <a:srgbClr val="E3E9ED"/>
                </a:solidFill>
                <a:latin typeface="Arial"/>
                <a:ea typeface="Arial"/>
                <a:cs typeface="Arial"/>
                <a:sym typeface="Arial"/>
              </a:endParaRPr>
            </a:p>
          </p:txBody>
        </p:sp>
        <p:sp>
          <p:nvSpPr>
            <p:cNvPr id="7960" name="Google Shape;7960;p62"/>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1" name="Google Shape;7961;p62"/>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2" name="Google Shape;7962;p62"/>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3" name="Google Shape;7963;p62"/>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4" name="Google Shape;7964;p62"/>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5" name="Google Shape;7965;p62"/>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6" name="Google Shape;7966;p62"/>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marR="0" lvl="0" indent="0" algn="l" rtl="0">
                <a:lnSpc>
                  <a:spcPct val="100000"/>
                </a:lnSpc>
                <a:spcBef>
                  <a:spcPts val="0"/>
                </a:spcBef>
                <a:spcAft>
                  <a:spcPts val="1600"/>
                </a:spcAft>
                <a:buClr>
                  <a:srgbClr val="000000"/>
                </a:buClr>
                <a:buSzPts val="400"/>
                <a:buFont typeface="Arial"/>
                <a:buNone/>
              </a:pPr>
              <a:r>
                <a:rPr lang="en" sz="400" b="0" i="0" u="none" strike="noStrike" cap="none">
                  <a:solidFill>
                    <a:srgbClr val="E3E9ED"/>
                  </a:solidFill>
                  <a:latin typeface="Arial"/>
                  <a:ea typeface="Arial"/>
                  <a:cs typeface="Arial"/>
                  <a:sym typeface="Arial"/>
                </a:rPr>
                <a:t>PHASE 1</a:t>
              </a:r>
              <a:endParaRPr sz="400" b="0" i="0" u="none" strike="noStrike" cap="none">
                <a:solidFill>
                  <a:srgbClr val="E3E9ED"/>
                </a:solidFill>
                <a:latin typeface="Arial"/>
                <a:ea typeface="Arial"/>
                <a:cs typeface="Arial"/>
                <a:sym typeface="Arial"/>
              </a:endParaRPr>
            </a:p>
          </p:txBody>
        </p:sp>
        <p:sp>
          <p:nvSpPr>
            <p:cNvPr id="7967" name="Google Shape;7967;p62"/>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marR="0" lvl="0" indent="0" algn="l" rtl="0">
                <a:lnSpc>
                  <a:spcPct val="115000"/>
                </a:lnSpc>
                <a:spcBef>
                  <a:spcPts val="0"/>
                </a:spcBef>
                <a:spcAft>
                  <a:spcPts val="1600"/>
                </a:spcAft>
                <a:buClr>
                  <a:srgbClr val="000000"/>
                </a:buClr>
                <a:buSzPts val="400"/>
                <a:buFont typeface="Arial"/>
                <a:buNone/>
              </a:pPr>
              <a:r>
                <a:rPr lang="en" sz="400" b="0" i="0" u="none" strike="noStrike" cap="none">
                  <a:solidFill>
                    <a:srgbClr val="E3E9ED"/>
                  </a:solidFill>
                  <a:latin typeface="Arial"/>
                  <a:ea typeface="Arial"/>
                  <a:cs typeface="Arial"/>
                  <a:sym typeface="Arial"/>
                </a:rPr>
                <a:t>Task 1</a:t>
              </a:r>
              <a:endParaRPr sz="400" b="0" i="0" u="none" strike="noStrike" cap="none">
                <a:solidFill>
                  <a:srgbClr val="E3E9ED"/>
                </a:solidFill>
                <a:latin typeface="Arial"/>
                <a:ea typeface="Arial"/>
                <a:cs typeface="Arial"/>
                <a:sym typeface="Arial"/>
              </a:endParaRPr>
            </a:p>
          </p:txBody>
        </p:sp>
        <p:sp>
          <p:nvSpPr>
            <p:cNvPr id="7968" name="Google Shape;7968;p62"/>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marR="0" lvl="0" indent="0" algn="l" rtl="0">
                <a:lnSpc>
                  <a:spcPct val="115000"/>
                </a:lnSpc>
                <a:spcBef>
                  <a:spcPts val="0"/>
                </a:spcBef>
                <a:spcAft>
                  <a:spcPts val="1600"/>
                </a:spcAft>
                <a:buClr>
                  <a:srgbClr val="000000"/>
                </a:buClr>
                <a:buSzPts val="400"/>
                <a:buFont typeface="Arial"/>
                <a:buNone/>
              </a:pPr>
              <a:r>
                <a:rPr lang="en" sz="400" b="0" i="0" u="none" strike="noStrike" cap="none">
                  <a:solidFill>
                    <a:srgbClr val="E3E9ED"/>
                  </a:solidFill>
                  <a:latin typeface="Arial"/>
                  <a:ea typeface="Arial"/>
                  <a:cs typeface="Arial"/>
                  <a:sym typeface="Arial"/>
                </a:rPr>
                <a:t>Task 2</a:t>
              </a:r>
              <a:endParaRPr sz="400" b="0" i="0" u="none" strike="noStrike" cap="none">
                <a:solidFill>
                  <a:srgbClr val="E3E9ED"/>
                </a:solidFill>
                <a:latin typeface="Arial"/>
                <a:ea typeface="Arial"/>
                <a:cs typeface="Arial"/>
                <a:sym typeface="Arial"/>
              </a:endParaRPr>
            </a:p>
          </p:txBody>
        </p:sp>
        <p:sp>
          <p:nvSpPr>
            <p:cNvPr id="7969" name="Google Shape;7969;p62"/>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70" name="Google Shape;7970;p62"/>
          <p:cNvGrpSpPr/>
          <p:nvPr/>
        </p:nvGrpSpPr>
        <p:grpSpPr>
          <a:xfrm>
            <a:off x="3355824" y="951642"/>
            <a:ext cx="2363393" cy="1005865"/>
            <a:chOff x="3292400" y="1193188"/>
            <a:chExt cx="2615240" cy="1131075"/>
          </a:xfrm>
        </p:grpSpPr>
        <p:sp>
          <p:nvSpPr>
            <p:cNvPr id="7971" name="Google Shape;7971;p62"/>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400"/>
                <a:buFont typeface="Arial"/>
                <a:buNone/>
              </a:pPr>
              <a:endParaRPr sz="400" b="0" i="0" u="none" strike="noStrike" cap="none">
                <a:solidFill>
                  <a:srgbClr val="FFFFFF"/>
                </a:solidFill>
                <a:latin typeface="Arial"/>
                <a:ea typeface="Arial"/>
                <a:cs typeface="Arial"/>
                <a:sym typeface="Arial"/>
              </a:endParaRPr>
            </a:p>
          </p:txBody>
        </p:sp>
        <p:sp>
          <p:nvSpPr>
            <p:cNvPr id="7972" name="Google Shape;7972;p62"/>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400"/>
                <a:buFont typeface="Arial"/>
                <a:buNone/>
              </a:pPr>
              <a:endParaRPr sz="400" b="0" i="0" u="none" strike="noStrike" cap="none">
                <a:solidFill>
                  <a:srgbClr val="FFFFFF"/>
                </a:solidFill>
                <a:latin typeface="Arial"/>
                <a:ea typeface="Arial"/>
                <a:cs typeface="Arial"/>
                <a:sym typeface="Arial"/>
              </a:endParaRPr>
            </a:p>
          </p:txBody>
        </p:sp>
        <p:sp>
          <p:nvSpPr>
            <p:cNvPr id="7973" name="Google Shape;7973;p62"/>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400"/>
                <a:buFont typeface="Arial"/>
                <a:buNone/>
              </a:pPr>
              <a:r>
                <a:rPr lang="en" sz="400" b="0" i="0" u="none" strike="noStrike" cap="none">
                  <a:solidFill>
                    <a:srgbClr val="FFFFFF"/>
                  </a:solidFill>
                  <a:latin typeface="Arial"/>
                  <a:ea typeface="Arial"/>
                  <a:cs typeface="Arial"/>
                  <a:sym typeface="Arial"/>
                </a:rPr>
                <a:t>JANUARY</a:t>
              </a:r>
              <a:endParaRPr sz="400" b="0" i="0" u="none" strike="noStrike" cap="none">
                <a:solidFill>
                  <a:srgbClr val="FFFFFF"/>
                </a:solidFill>
                <a:latin typeface="Arial"/>
                <a:ea typeface="Arial"/>
                <a:cs typeface="Arial"/>
                <a:sym typeface="Arial"/>
              </a:endParaRPr>
            </a:p>
          </p:txBody>
        </p:sp>
        <p:sp>
          <p:nvSpPr>
            <p:cNvPr id="7974" name="Google Shape;7974;p62"/>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400"/>
                <a:buFont typeface="Arial"/>
                <a:buNone/>
              </a:pPr>
              <a:r>
                <a:rPr lang="en" sz="400" b="0" i="0" u="none" strike="noStrike" cap="none">
                  <a:solidFill>
                    <a:srgbClr val="FFFFFF"/>
                  </a:solidFill>
                  <a:latin typeface="Arial"/>
                  <a:ea typeface="Arial"/>
                  <a:cs typeface="Arial"/>
                  <a:sym typeface="Arial"/>
                </a:rPr>
                <a:t>FEBRUARY</a:t>
              </a:r>
              <a:endParaRPr sz="400" b="0" i="0" u="none" strike="noStrike" cap="none">
                <a:solidFill>
                  <a:srgbClr val="FFFFFF"/>
                </a:solidFill>
                <a:latin typeface="Arial"/>
                <a:ea typeface="Arial"/>
                <a:cs typeface="Arial"/>
                <a:sym typeface="Arial"/>
              </a:endParaRPr>
            </a:p>
          </p:txBody>
        </p:sp>
        <p:sp>
          <p:nvSpPr>
            <p:cNvPr id="7975" name="Google Shape;7975;p62"/>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400"/>
                <a:buFont typeface="Arial"/>
                <a:buNone/>
              </a:pPr>
              <a:r>
                <a:rPr lang="en" sz="400" b="0" i="0" u="none" strike="noStrike" cap="none">
                  <a:solidFill>
                    <a:srgbClr val="FFFFFF"/>
                  </a:solidFill>
                  <a:latin typeface="Arial"/>
                  <a:ea typeface="Arial"/>
                  <a:cs typeface="Arial"/>
                  <a:sym typeface="Arial"/>
                </a:rPr>
                <a:t>MARCH</a:t>
              </a:r>
              <a:endParaRPr sz="400" b="0" i="0" u="none" strike="noStrike" cap="none">
                <a:solidFill>
                  <a:srgbClr val="FFFFFF"/>
                </a:solidFill>
                <a:latin typeface="Arial"/>
                <a:ea typeface="Arial"/>
                <a:cs typeface="Arial"/>
                <a:sym typeface="Arial"/>
              </a:endParaRPr>
            </a:p>
          </p:txBody>
        </p:sp>
        <p:sp>
          <p:nvSpPr>
            <p:cNvPr id="7976" name="Google Shape;7976;p62"/>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400"/>
                <a:buFont typeface="Arial"/>
                <a:buNone/>
              </a:pPr>
              <a:r>
                <a:rPr lang="en" sz="400" b="0" i="0" u="none" strike="noStrike" cap="none">
                  <a:solidFill>
                    <a:srgbClr val="FFFFFF"/>
                  </a:solidFill>
                  <a:latin typeface="Arial"/>
                  <a:ea typeface="Arial"/>
                  <a:cs typeface="Arial"/>
                  <a:sym typeface="Arial"/>
                </a:rPr>
                <a:t>APRIL</a:t>
              </a:r>
              <a:endParaRPr sz="400" b="0" i="0" u="none" strike="noStrike" cap="none">
                <a:solidFill>
                  <a:srgbClr val="FFFFFF"/>
                </a:solidFill>
                <a:latin typeface="Arial"/>
                <a:ea typeface="Arial"/>
                <a:cs typeface="Arial"/>
                <a:sym typeface="Arial"/>
              </a:endParaRPr>
            </a:p>
          </p:txBody>
        </p:sp>
        <p:sp>
          <p:nvSpPr>
            <p:cNvPr id="7977" name="Google Shape;7977;p62"/>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400"/>
                <a:buFont typeface="Arial"/>
                <a:buNone/>
              </a:pPr>
              <a:r>
                <a:rPr lang="en" sz="400" b="0" i="0" u="none" strike="noStrike" cap="none">
                  <a:solidFill>
                    <a:srgbClr val="FFFFFF"/>
                  </a:solidFill>
                  <a:latin typeface="Arial"/>
                  <a:ea typeface="Arial"/>
                  <a:cs typeface="Arial"/>
                  <a:sym typeface="Arial"/>
                </a:rPr>
                <a:t>MAY</a:t>
              </a:r>
              <a:endParaRPr sz="400" b="0" i="0" u="none" strike="noStrike" cap="none">
                <a:solidFill>
                  <a:srgbClr val="FFFFFF"/>
                </a:solidFill>
                <a:latin typeface="Arial"/>
                <a:ea typeface="Arial"/>
                <a:cs typeface="Arial"/>
                <a:sym typeface="Arial"/>
              </a:endParaRPr>
            </a:p>
          </p:txBody>
        </p:sp>
        <p:sp>
          <p:nvSpPr>
            <p:cNvPr id="7978" name="Google Shape;7978;p62"/>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400"/>
                <a:buFont typeface="Arial"/>
                <a:buNone/>
              </a:pPr>
              <a:r>
                <a:rPr lang="en" sz="400" b="0" i="0" u="none" strike="noStrike" cap="none">
                  <a:solidFill>
                    <a:srgbClr val="FFFFFF"/>
                  </a:solidFill>
                  <a:latin typeface="Arial"/>
                  <a:ea typeface="Arial"/>
                  <a:cs typeface="Arial"/>
                  <a:sym typeface="Arial"/>
                </a:rPr>
                <a:t>JUNE</a:t>
              </a:r>
              <a:endParaRPr sz="400" b="0" i="0" u="none" strike="noStrike" cap="none">
                <a:solidFill>
                  <a:srgbClr val="FFFFFF"/>
                </a:solidFill>
                <a:latin typeface="Arial"/>
                <a:ea typeface="Arial"/>
                <a:cs typeface="Arial"/>
                <a:sym typeface="Arial"/>
              </a:endParaRPr>
            </a:p>
          </p:txBody>
        </p:sp>
        <p:sp>
          <p:nvSpPr>
            <p:cNvPr id="7979" name="Google Shape;7979;p62"/>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marR="0" lvl="0" indent="0" algn="r" rtl="0">
                <a:lnSpc>
                  <a:spcPct val="100000"/>
                </a:lnSpc>
                <a:spcBef>
                  <a:spcPts val="0"/>
                </a:spcBef>
                <a:spcAft>
                  <a:spcPts val="1600"/>
                </a:spcAft>
                <a:buClr>
                  <a:srgbClr val="000000"/>
                </a:buClr>
                <a:buSzPts val="400"/>
                <a:buFont typeface="Arial"/>
                <a:buNone/>
              </a:pPr>
              <a:r>
                <a:rPr lang="en" sz="400" b="0" i="0" u="none" strike="noStrike" cap="none">
                  <a:solidFill>
                    <a:srgbClr val="FFFFFF"/>
                  </a:solidFill>
                  <a:latin typeface="Arial"/>
                  <a:ea typeface="Arial"/>
                  <a:cs typeface="Arial"/>
                  <a:sym typeface="Arial"/>
                </a:rPr>
                <a:t>PHASE 1</a:t>
              </a:r>
              <a:endParaRPr sz="400" b="0" i="0" u="none" strike="noStrike" cap="none">
                <a:solidFill>
                  <a:srgbClr val="FFFFFF"/>
                </a:solidFill>
                <a:latin typeface="Arial"/>
                <a:ea typeface="Arial"/>
                <a:cs typeface="Arial"/>
                <a:sym typeface="Arial"/>
              </a:endParaRPr>
            </a:p>
          </p:txBody>
        </p:sp>
        <p:sp>
          <p:nvSpPr>
            <p:cNvPr id="7980" name="Google Shape;7980;p62"/>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marR="0" lvl="0" indent="0" algn="r" rtl="0">
                <a:lnSpc>
                  <a:spcPct val="100000"/>
                </a:lnSpc>
                <a:spcBef>
                  <a:spcPts val="0"/>
                </a:spcBef>
                <a:spcAft>
                  <a:spcPts val="1600"/>
                </a:spcAft>
                <a:buClr>
                  <a:srgbClr val="000000"/>
                </a:buClr>
                <a:buSzPts val="400"/>
                <a:buFont typeface="Arial"/>
                <a:buNone/>
              </a:pPr>
              <a:r>
                <a:rPr lang="en" sz="400" b="0" i="0" u="none" strike="noStrike" cap="none">
                  <a:solidFill>
                    <a:srgbClr val="FFFFFF"/>
                  </a:solidFill>
                  <a:latin typeface="Arial"/>
                  <a:ea typeface="Arial"/>
                  <a:cs typeface="Arial"/>
                  <a:sym typeface="Arial"/>
                </a:rPr>
                <a:t>PHASE 2</a:t>
              </a:r>
              <a:endParaRPr sz="400" b="0" i="0" u="none" strike="noStrike" cap="none">
                <a:solidFill>
                  <a:srgbClr val="FFFFFF"/>
                </a:solidFill>
                <a:latin typeface="Arial"/>
                <a:ea typeface="Arial"/>
                <a:cs typeface="Arial"/>
                <a:sym typeface="Arial"/>
              </a:endParaRPr>
            </a:p>
          </p:txBody>
        </p:sp>
        <p:sp>
          <p:nvSpPr>
            <p:cNvPr id="7981" name="Google Shape;7981;p62"/>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marR="0" lvl="0" indent="0" algn="r" rtl="0">
                <a:lnSpc>
                  <a:spcPct val="115000"/>
                </a:lnSpc>
                <a:spcBef>
                  <a:spcPts val="0"/>
                </a:spcBef>
                <a:spcAft>
                  <a:spcPts val="1600"/>
                </a:spcAft>
                <a:buClr>
                  <a:srgbClr val="000000"/>
                </a:buClr>
                <a:buSzPts val="400"/>
                <a:buFont typeface="Arial"/>
                <a:buNone/>
              </a:pPr>
              <a:r>
                <a:rPr lang="en" sz="400" b="0" i="0" u="none" strike="noStrike" cap="none">
                  <a:solidFill>
                    <a:srgbClr val="FFFFFF"/>
                  </a:solidFill>
                  <a:latin typeface="Arial"/>
                  <a:ea typeface="Arial"/>
                  <a:cs typeface="Arial"/>
                  <a:sym typeface="Arial"/>
                </a:rPr>
                <a:t>Task 1</a:t>
              </a:r>
              <a:endParaRPr sz="400" b="0" i="0" u="none" strike="noStrike" cap="none">
                <a:solidFill>
                  <a:srgbClr val="FFFFFF"/>
                </a:solidFill>
                <a:latin typeface="Arial"/>
                <a:ea typeface="Arial"/>
                <a:cs typeface="Arial"/>
                <a:sym typeface="Arial"/>
              </a:endParaRPr>
            </a:p>
          </p:txBody>
        </p:sp>
        <p:sp>
          <p:nvSpPr>
            <p:cNvPr id="7982" name="Google Shape;7982;p62"/>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marR="0" lvl="0" indent="0" algn="r" rtl="0">
                <a:lnSpc>
                  <a:spcPct val="115000"/>
                </a:lnSpc>
                <a:spcBef>
                  <a:spcPts val="0"/>
                </a:spcBef>
                <a:spcAft>
                  <a:spcPts val="1600"/>
                </a:spcAft>
                <a:buClr>
                  <a:srgbClr val="000000"/>
                </a:buClr>
                <a:buSzPts val="400"/>
                <a:buFont typeface="Arial"/>
                <a:buNone/>
              </a:pPr>
              <a:r>
                <a:rPr lang="en" sz="400" b="0" i="0" u="none" strike="noStrike" cap="none">
                  <a:solidFill>
                    <a:srgbClr val="FFFFFF"/>
                  </a:solidFill>
                  <a:latin typeface="Arial"/>
                  <a:ea typeface="Arial"/>
                  <a:cs typeface="Arial"/>
                  <a:sym typeface="Arial"/>
                </a:rPr>
                <a:t>Task 2</a:t>
              </a:r>
              <a:endParaRPr sz="400" b="0" i="0" u="none" strike="noStrike" cap="none">
                <a:solidFill>
                  <a:srgbClr val="FFFFFF"/>
                </a:solidFill>
                <a:latin typeface="Arial"/>
                <a:ea typeface="Arial"/>
                <a:cs typeface="Arial"/>
                <a:sym typeface="Arial"/>
              </a:endParaRPr>
            </a:p>
          </p:txBody>
        </p:sp>
        <p:sp>
          <p:nvSpPr>
            <p:cNvPr id="7983" name="Google Shape;7983;p62"/>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marR="0" lvl="0" indent="0" algn="r" rtl="0">
                <a:lnSpc>
                  <a:spcPct val="115000"/>
                </a:lnSpc>
                <a:spcBef>
                  <a:spcPts val="0"/>
                </a:spcBef>
                <a:spcAft>
                  <a:spcPts val="1600"/>
                </a:spcAft>
                <a:buClr>
                  <a:srgbClr val="000000"/>
                </a:buClr>
                <a:buSzPts val="400"/>
                <a:buFont typeface="Arial"/>
                <a:buNone/>
              </a:pPr>
              <a:r>
                <a:rPr lang="en" sz="400" b="0" i="0" u="none" strike="noStrike" cap="none">
                  <a:solidFill>
                    <a:srgbClr val="FFFFFF"/>
                  </a:solidFill>
                  <a:latin typeface="Arial"/>
                  <a:ea typeface="Arial"/>
                  <a:cs typeface="Arial"/>
                  <a:sym typeface="Arial"/>
                </a:rPr>
                <a:t>Task 1</a:t>
              </a:r>
              <a:endParaRPr sz="400" b="0" i="0" u="none" strike="noStrike" cap="none">
                <a:solidFill>
                  <a:srgbClr val="FFFFFF"/>
                </a:solidFill>
                <a:latin typeface="Arial"/>
                <a:ea typeface="Arial"/>
                <a:cs typeface="Arial"/>
                <a:sym typeface="Arial"/>
              </a:endParaRPr>
            </a:p>
          </p:txBody>
        </p:sp>
        <p:sp>
          <p:nvSpPr>
            <p:cNvPr id="7984" name="Google Shape;7984;p62"/>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marR="0" lvl="0" indent="0" algn="r" rtl="0">
                <a:lnSpc>
                  <a:spcPct val="115000"/>
                </a:lnSpc>
                <a:spcBef>
                  <a:spcPts val="0"/>
                </a:spcBef>
                <a:spcAft>
                  <a:spcPts val="1600"/>
                </a:spcAft>
                <a:buClr>
                  <a:srgbClr val="000000"/>
                </a:buClr>
                <a:buSzPts val="400"/>
                <a:buFont typeface="Arial"/>
                <a:buNone/>
              </a:pPr>
              <a:r>
                <a:rPr lang="en" sz="400" b="0" i="0" u="none" strike="noStrike" cap="none">
                  <a:solidFill>
                    <a:srgbClr val="FFFFFF"/>
                  </a:solidFill>
                  <a:latin typeface="Arial"/>
                  <a:ea typeface="Arial"/>
                  <a:cs typeface="Arial"/>
                  <a:sym typeface="Arial"/>
                </a:rPr>
                <a:t>Task 2</a:t>
              </a:r>
              <a:endParaRPr sz="400" b="0" i="0" u="none" strike="noStrike" cap="none">
                <a:solidFill>
                  <a:srgbClr val="FFFFFF"/>
                </a:solidFill>
                <a:latin typeface="Arial"/>
                <a:ea typeface="Arial"/>
                <a:cs typeface="Arial"/>
                <a:sym typeface="Arial"/>
              </a:endParaRPr>
            </a:p>
          </p:txBody>
        </p:sp>
        <p:grpSp>
          <p:nvGrpSpPr>
            <p:cNvPr id="7985" name="Google Shape;7985;p62"/>
            <p:cNvGrpSpPr/>
            <p:nvPr/>
          </p:nvGrpSpPr>
          <p:grpSpPr>
            <a:xfrm>
              <a:off x="3748438" y="1378608"/>
              <a:ext cx="2159202" cy="903971"/>
              <a:chOff x="1683525" y="2179850"/>
              <a:chExt cx="4519050" cy="2134525"/>
            </a:xfrm>
          </p:grpSpPr>
          <p:sp>
            <p:nvSpPr>
              <p:cNvPr id="7986" name="Google Shape;7986;p62"/>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400"/>
                  <a:buFont typeface="Arial"/>
                  <a:buNone/>
                </a:pPr>
                <a:endParaRPr sz="400" b="0" i="0" u="none" strike="noStrike" cap="none">
                  <a:solidFill>
                    <a:srgbClr val="FFFFFF"/>
                  </a:solidFill>
                  <a:latin typeface="Arial"/>
                  <a:ea typeface="Arial"/>
                  <a:cs typeface="Arial"/>
                  <a:sym typeface="Arial"/>
                </a:endParaRPr>
              </a:p>
            </p:txBody>
          </p:sp>
          <p:sp>
            <p:nvSpPr>
              <p:cNvPr id="7987" name="Google Shape;7987;p62"/>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400"/>
                  <a:buFont typeface="Arial"/>
                  <a:buNone/>
                </a:pPr>
                <a:endParaRPr sz="400" b="0" i="0" u="none" strike="noStrike" cap="none">
                  <a:solidFill>
                    <a:srgbClr val="FFFFFF"/>
                  </a:solidFill>
                  <a:latin typeface="Arial"/>
                  <a:ea typeface="Arial"/>
                  <a:cs typeface="Arial"/>
                  <a:sym typeface="Arial"/>
                </a:endParaRPr>
              </a:p>
            </p:txBody>
          </p:sp>
          <p:sp>
            <p:nvSpPr>
              <p:cNvPr id="7988" name="Google Shape;7988;p62"/>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400"/>
                  <a:buFont typeface="Arial"/>
                  <a:buNone/>
                </a:pPr>
                <a:endParaRPr sz="400" b="0" i="0" u="none" strike="noStrike" cap="none">
                  <a:solidFill>
                    <a:srgbClr val="FFFFFF"/>
                  </a:solidFill>
                  <a:latin typeface="Arial"/>
                  <a:ea typeface="Arial"/>
                  <a:cs typeface="Arial"/>
                  <a:sym typeface="Arial"/>
                </a:endParaRPr>
              </a:p>
            </p:txBody>
          </p:sp>
          <p:sp>
            <p:nvSpPr>
              <p:cNvPr id="7989" name="Google Shape;7989;p62"/>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400"/>
                  <a:buFont typeface="Arial"/>
                  <a:buNone/>
                </a:pPr>
                <a:endParaRPr sz="400" b="0" i="0" u="none" strike="noStrike" cap="none">
                  <a:solidFill>
                    <a:srgbClr val="FFFFFF"/>
                  </a:solidFill>
                  <a:latin typeface="Arial"/>
                  <a:ea typeface="Arial"/>
                  <a:cs typeface="Arial"/>
                  <a:sym typeface="Arial"/>
                </a:endParaRPr>
              </a:p>
            </p:txBody>
          </p:sp>
          <p:sp>
            <p:nvSpPr>
              <p:cNvPr id="7990" name="Google Shape;7990;p62"/>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400"/>
                  <a:buFont typeface="Arial"/>
                  <a:buNone/>
                </a:pPr>
                <a:endParaRPr sz="400" b="0" i="0" u="none" strike="noStrike" cap="none">
                  <a:solidFill>
                    <a:srgbClr val="FFFFFF"/>
                  </a:solidFill>
                  <a:latin typeface="Arial"/>
                  <a:ea typeface="Arial"/>
                  <a:cs typeface="Arial"/>
                  <a:sym typeface="Arial"/>
                </a:endParaRPr>
              </a:p>
            </p:txBody>
          </p:sp>
          <p:sp>
            <p:nvSpPr>
              <p:cNvPr id="7991" name="Google Shape;7991;p62"/>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400"/>
                  <a:buFont typeface="Arial"/>
                  <a:buNone/>
                </a:pPr>
                <a:endParaRPr sz="400" b="0" i="0" u="none" strike="noStrike" cap="none">
                  <a:solidFill>
                    <a:srgbClr val="FFFFFF"/>
                  </a:solidFill>
                  <a:latin typeface="Arial"/>
                  <a:ea typeface="Arial"/>
                  <a:cs typeface="Arial"/>
                  <a:sym typeface="Arial"/>
                </a:endParaRPr>
              </a:p>
            </p:txBody>
          </p:sp>
          <p:sp>
            <p:nvSpPr>
              <p:cNvPr id="7992" name="Google Shape;7992;p62"/>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400"/>
                  <a:buFont typeface="Arial"/>
                  <a:buNone/>
                </a:pPr>
                <a:endParaRPr sz="400" b="0" i="0" u="none" strike="noStrike" cap="none">
                  <a:solidFill>
                    <a:srgbClr val="FFFFFF"/>
                  </a:solidFill>
                  <a:latin typeface="Arial"/>
                  <a:ea typeface="Arial"/>
                  <a:cs typeface="Arial"/>
                  <a:sym typeface="Arial"/>
                </a:endParaRPr>
              </a:p>
            </p:txBody>
          </p:sp>
          <p:sp>
            <p:nvSpPr>
              <p:cNvPr id="7993" name="Google Shape;7993;p62"/>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88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400"/>
                  <a:buFont typeface="Arial"/>
                  <a:buNone/>
                </a:pPr>
                <a:endParaRPr sz="400" b="0" i="0" u="none" strike="noStrike" cap="none">
                  <a:solidFill>
                    <a:srgbClr val="FFFFFF"/>
                  </a:solidFill>
                  <a:latin typeface="Arial"/>
                  <a:ea typeface="Arial"/>
                  <a:cs typeface="Arial"/>
                  <a:sym typeface="Arial"/>
                </a:endParaRPr>
              </a:p>
            </p:txBody>
          </p:sp>
          <p:sp>
            <p:nvSpPr>
              <p:cNvPr id="7994" name="Google Shape;7994;p62"/>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400"/>
                  <a:buFont typeface="Arial"/>
                  <a:buNone/>
                </a:pPr>
                <a:endParaRPr sz="400" b="0" i="0" u="none" strike="noStrike" cap="none">
                  <a:solidFill>
                    <a:srgbClr val="FFFFFF"/>
                  </a:solidFill>
                  <a:latin typeface="Arial"/>
                  <a:ea typeface="Arial"/>
                  <a:cs typeface="Arial"/>
                  <a:sym typeface="Arial"/>
                </a:endParaRPr>
              </a:p>
            </p:txBody>
          </p:sp>
          <p:sp>
            <p:nvSpPr>
              <p:cNvPr id="7995" name="Google Shape;7995;p62"/>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88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400"/>
                  <a:buFont typeface="Arial"/>
                  <a:buNone/>
                </a:pPr>
                <a:endParaRPr sz="400" b="0" i="0" u="none" strike="noStrike" cap="none">
                  <a:solidFill>
                    <a:srgbClr val="FFFFFF"/>
                  </a:solidFill>
                  <a:latin typeface="Arial"/>
                  <a:ea typeface="Arial"/>
                  <a:cs typeface="Arial"/>
                  <a:sym typeface="Arial"/>
                </a:endParaRPr>
              </a:p>
            </p:txBody>
          </p:sp>
          <p:sp>
            <p:nvSpPr>
              <p:cNvPr id="7996" name="Google Shape;7996;p62"/>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400"/>
                  <a:buFont typeface="Arial"/>
                  <a:buNone/>
                </a:pPr>
                <a:endParaRPr sz="400" b="0" i="0" u="none" strike="noStrike" cap="none">
                  <a:solidFill>
                    <a:srgbClr val="FFFFFF"/>
                  </a:solidFill>
                  <a:latin typeface="Arial"/>
                  <a:ea typeface="Arial"/>
                  <a:cs typeface="Arial"/>
                  <a:sym typeface="Arial"/>
                </a:endParaRPr>
              </a:p>
            </p:txBody>
          </p:sp>
          <p:sp>
            <p:nvSpPr>
              <p:cNvPr id="7997" name="Google Shape;7997;p62"/>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88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400"/>
                  <a:buFont typeface="Arial"/>
                  <a:buNone/>
                </a:pPr>
                <a:endParaRPr sz="400" b="0" i="0" u="none" strike="noStrike" cap="none">
                  <a:solidFill>
                    <a:srgbClr val="FFFFFF"/>
                  </a:solidFill>
                  <a:latin typeface="Arial"/>
                  <a:ea typeface="Arial"/>
                  <a:cs typeface="Arial"/>
                  <a:sym typeface="Arial"/>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8001"/>
        <p:cNvGrpSpPr/>
        <p:nvPr/>
      </p:nvGrpSpPr>
      <p:grpSpPr>
        <a:xfrm>
          <a:off x="0" y="0"/>
          <a:ext cx="0" cy="0"/>
          <a:chOff x="0" y="0"/>
          <a:chExt cx="0" cy="0"/>
        </a:xfrm>
      </p:grpSpPr>
      <p:grpSp>
        <p:nvGrpSpPr>
          <p:cNvPr id="8002" name="Google Shape;8002;p63"/>
          <p:cNvGrpSpPr/>
          <p:nvPr/>
        </p:nvGrpSpPr>
        <p:grpSpPr>
          <a:xfrm>
            <a:off x="4796690" y="970936"/>
            <a:ext cx="745431" cy="718863"/>
            <a:chOff x="4249973" y="1201875"/>
            <a:chExt cx="1958567" cy="1888763"/>
          </a:xfrm>
        </p:grpSpPr>
        <p:sp>
          <p:nvSpPr>
            <p:cNvPr id="8003" name="Google Shape;8003;p63"/>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004" name="Google Shape;8004;p63"/>
            <p:cNvGrpSpPr/>
            <p:nvPr/>
          </p:nvGrpSpPr>
          <p:grpSpPr>
            <a:xfrm>
              <a:off x="5853086" y="1789142"/>
              <a:ext cx="355454" cy="1047937"/>
              <a:chOff x="5576108" y="2016725"/>
              <a:chExt cx="565200" cy="1666302"/>
            </a:xfrm>
          </p:grpSpPr>
          <p:sp>
            <p:nvSpPr>
              <p:cNvPr id="8005" name="Google Shape;8005;p63"/>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8006" name="Google Shape;8006;p63"/>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07" name="Google Shape;8007;p63"/>
            <p:cNvGrpSpPr/>
            <p:nvPr/>
          </p:nvGrpSpPr>
          <p:grpSpPr>
            <a:xfrm>
              <a:off x="4869725" y="2691676"/>
              <a:ext cx="1013627" cy="398962"/>
              <a:chOff x="4012487" y="3451825"/>
              <a:chExt cx="1611746" cy="634381"/>
            </a:xfrm>
          </p:grpSpPr>
          <p:sp>
            <p:nvSpPr>
              <p:cNvPr id="8008" name="Google Shape;8008;p63"/>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8009" name="Google Shape;8009;p63"/>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10" name="Google Shape;8010;p63"/>
            <p:cNvGrpSpPr/>
            <p:nvPr/>
          </p:nvGrpSpPr>
          <p:grpSpPr>
            <a:xfrm>
              <a:off x="4276993" y="2155787"/>
              <a:ext cx="651909" cy="891532"/>
              <a:chOff x="3069997" y="2599721"/>
              <a:chExt cx="1036586" cy="1417604"/>
            </a:xfrm>
          </p:grpSpPr>
          <p:sp>
            <p:nvSpPr>
              <p:cNvPr id="8011" name="Google Shape;8011;p63"/>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8012" name="Google Shape;8012;p63"/>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13" name="Google Shape;8013;p63"/>
            <p:cNvGrpSpPr/>
            <p:nvPr/>
          </p:nvGrpSpPr>
          <p:grpSpPr>
            <a:xfrm>
              <a:off x="5054918" y="1201875"/>
              <a:ext cx="999521" cy="602731"/>
              <a:chOff x="4306958" y="1082925"/>
              <a:chExt cx="1589315" cy="958389"/>
            </a:xfrm>
          </p:grpSpPr>
          <p:sp>
            <p:nvSpPr>
              <p:cNvPr id="8014" name="Google Shape;8014;p63"/>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8015" name="Google Shape;8015;p63"/>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16" name="Google Shape;8016;p63"/>
            <p:cNvGrpSpPr/>
            <p:nvPr/>
          </p:nvGrpSpPr>
          <p:grpSpPr>
            <a:xfrm>
              <a:off x="4249973" y="1303601"/>
              <a:ext cx="799524" cy="841184"/>
              <a:chOff x="3027033" y="1244677"/>
              <a:chExt cx="1271307" cy="1337548"/>
            </a:xfrm>
          </p:grpSpPr>
          <p:sp>
            <p:nvSpPr>
              <p:cNvPr id="8017" name="Google Shape;8017;p63"/>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8018" name="Google Shape;8018;p63"/>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8019" name="Google Shape;8019;p63"/>
          <p:cNvGrpSpPr/>
          <p:nvPr/>
        </p:nvGrpSpPr>
        <p:grpSpPr>
          <a:xfrm>
            <a:off x="713063" y="1849386"/>
            <a:ext cx="761767" cy="729896"/>
            <a:chOff x="2657744" y="2337745"/>
            <a:chExt cx="832987" cy="798137"/>
          </a:xfrm>
        </p:grpSpPr>
        <p:sp>
          <p:nvSpPr>
            <p:cNvPr id="8020" name="Google Shape;8020;p63"/>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1" name="Google Shape;8021;p63"/>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2" name="Google Shape;8022;p63"/>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3" name="Google Shape;8023;p63"/>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4" name="Google Shape;8024;p63"/>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5" name="Google Shape;8025;p63"/>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26" name="Google Shape;8026;p63"/>
          <p:cNvGrpSpPr/>
          <p:nvPr/>
        </p:nvGrpSpPr>
        <p:grpSpPr>
          <a:xfrm>
            <a:off x="3224027" y="1852592"/>
            <a:ext cx="685569" cy="723586"/>
            <a:chOff x="3398134" y="2057755"/>
            <a:chExt cx="704087" cy="743130"/>
          </a:xfrm>
        </p:grpSpPr>
        <p:grpSp>
          <p:nvGrpSpPr>
            <p:cNvPr id="8027" name="Google Shape;8027;p63"/>
            <p:cNvGrpSpPr/>
            <p:nvPr/>
          </p:nvGrpSpPr>
          <p:grpSpPr>
            <a:xfrm>
              <a:off x="3398134" y="2290183"/>
              <a:ext cx="315300" cy="219900"/>
              <a:chOff x="3398134" y="2290183"/>
              <a:chExt cx="315300" cy="219900"/>
            </a:xfrm>
          </p:grpSpPr>
          <p:sp>
            <p:nvSpPr>
              <p:cNvPr id="8028" name="Google Shape;8028;p63"/>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cxnSp>
            <p:nvCxnSpPr>
              <p:cNvPr id="8029" name="Google Shape;8029;p63"/>
              <p:cNvCxnSpPr>
                <a:stCxn id="8028" idx="2"/>
              </p:cNvCxnSpPr>
              <p:nvPr/>
            </p:nvCxnSpPr>
            <p:spPr>
              <a:xfrm rot="10800000">
                <a:off x="3398134" y="2400133"/>
                <a:ext cx="95400" cy="0"/>
              </a:xfrm>
              <a:prstGeom prst="straightConnector1">
                <a:avLst/>
              </a:prstGeom>
              <a:noFill/>
              <a:ln w="9525" cap="flat" cmpd="sng">
                <a:solidFill>
                  <a:srgbClr val="435D74"/>
                </a:solidFill>
                <a:prstDash val="solid"/>
                <a:round/>
                <a:headEnd type="none" w="sm" len="sm"/>
                <a:tailEnd type="none" w="sm" len="sm"/>
              </a:ln>
            </p:spPr>
          </p:cxnSp>
        </p:grpSp>
        <p:grpSp>
          <p:nvGrpSpPr>
            <p:cNvPr id="8030" name="Google Shape;8030;p63"/>
            <p:cNvGrpSpPr/>
            <p:nvPr/>
          </p:nvGrpSpPr>
          <p:grpSpPr>
            <a:xfrm>
              <a:off x="3547823" y="2467358"/>
              <a:ext cx="219900" cy="333527"/>
              <a:chOff x="3547823" y="2467358"/>
              <a:chExt cx="219900" cy="333527"/>
            </a:xfrm>
          </p:grpSpPr>
          <p:sp>
            <p:nvSpPr>
              <p:cNvPr id="8031" name="Google Shape;8031;p63"/>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cxnSp>
            <p:nvCxnSpPr>
              <p:cNvPr id="8032" name="Google Shape;8032;p63"/>
              <p:cNvCxnSpPr/>
              <p:nvPr/>
            </p:nvCxnSpPr>
            <p:spPr>
              <a:xfrm rot="10800000">
                <a:off x="3657701" y="2687185"/>
                <a:ext cx="0" cy="113700"/>
              </a:xfrm>
              <a:prstGeom prst="straightConnector1">
                <a:avLst/>
              </a:prstGeom>
              <a:noFill/>
              <a:ln w="9525" cap="flat" cmpd="sng">
                <a:solidFill>
                  <a:srgbClr val="5F7D95"/>
                </a:solidFill>
                <a:prstDash val="solid"/>
                <a:round/>
                <a:headEnd type="none" w="sm" len="sm"/>
                <a:tailEnd type="none" w="sm" len="sm"/>
              </a:ln>
            </p:spPr>
          </p:cxnSp>
        </p:grpSp>
        <p:grpSp>
          <p:nvGrpSpPr>
            <p:cNvPr id="8033" name="Google Shape;8033;p63"/>
            <p:cNvGrpSpPr/>
            <p:nvPr/>
          </p:nvGrpSpPr>
          <p:grpSpPr>
            <a:xfrm>
              <a:off x="3734138" y="2467358"/>
              <a:ext cx="219900" cy="333527"/>
              <a:chOff x="3734138" y="2467358"/>
              <a:chExt cx="219900" cy="333527"/>
            </a:xfrm>
          </p:grpSpPr>
          <p:sp>
            <p:nvSpPr>
              <p:cNvPr id="8034" name="Google Shape;8034;p63"/>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cxnSp>
            <p:nvCxnSpPr>
              <p:cNvPr id="8035" name="Google Shape;8035;p63"/>
              <p:cNvCxnSpPr/>
              <p:nvPr/>
            </p:nvCxnSpPr>
            <p:spPr>
              <a:xfrm rot="10800000">
                <a:off x="3844020" y="2687185"/>
                <a:ext cx="0" cy="113700"/>
              </a:xfrm>
              <a:prstGeom prst="straightConnector1">
                <a:avLst/>
              </a:prstGeom>
              <a:noFill/>
              <a:ln w="9525" cap="flat" cmpd="sng">
                <a:solidFill>
                  <a:srgbClr val="869FB2"/>
                </a:solidFill>
                <a:prstDash val="solid"/>
                <a:round/>
                <a:headEnd type="none" w="sm" len="sm"/>
                <a:tailEnd type="none" w="sm" len="sm"/>
              </a:ln>
            </p:spPr>
          </p:cxnSp>
        </p:grpSp>
        <p:grpSp>
          <p:nvGrpSpPr>
            <p:cNvPr id="8036" name="Google Shape;8036;p63"/>
            <p:cNvGrpSpPr/>
            <p:nvPr/>
          </p:nvGrpSpPr>
          <p:grpSpPr>
            <a:xfrm>
              <a:off x="3787560" y="2288011"/>
              <a:ext cx="314661" cy="219900"/>
              <a:chOff x="3787560" y="2288011"/>
              <a:chExt cx="314661" cy="219900"/>
            </a:xfrm>
          </p:grpSpPr>
          <p:sp>
            <p:nvSpPr>
              <p:cNvPr id="8037" name="Google Shape;8037;p63"/>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cxnSp>
            <p:nvCxnSpPr>
              <p:cNvPr id="8038" name="Google Shape;8038;p63"/>
              <p:cNvCxnSpPr/>
              <p:nvPr/>
            </p:nvCxnSpPr>
            <p:spPr>
              <a:xfrm rot="10800000">
                <a:off x="4007421" y="2400064"/>
                <a:ext cx="94800" cy="0"/>
              </a:xfrm>
              <a:prstGeom prst="straightConnector1">
                <a:avLst/>
              </a:prstGeom>
              <a:noFill/>
              <a:ln w="9525" cap="flat" cmpd="sng">
                <a:solidFill>
                  <a:srgbClr val="A5B7C6"/>
                </a:solidFill>
                <a:prstDash val="solid"/>
                <a:round/>
                <a:headEnd type="none" w="sm" len="sm"/>
                <a:tailEnd type="none" w="sm" len="sm"/>
              </a:ln>
            </p:spPr>
          </p:cxnSp>
        </p:grpSp>
        <p:grpSp>
          <p:nvGrpSpPr>
            <p:cNvPr id="8039" name="Google Shape;8039;p63"/>
            <p:cNvGrpSpPr/>
            <p:nvPr/>
          </p:nvGrpSpPr>
          <p:grpSpPr>
            <a:xfrm>
              <a:off x="3637290" y="2057755"/>
              <a:ext cx="219900" cy="335499"/>
              <a:chOff x="3637290" y="2057755"/>
              <a:chExt cx="219900" cy="335499"/>
            </a:xfrm>
          </p:grpSpPr>
          <p:sp>
            <p:nvSpPr>
              <p:cNvPr id="8040" name="Google Shape;8040;p63"/>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Calibri"/>
                  <a:ea typeface="Calibri"/>
                  <a:cs typeface="Calibri"/>
                  <a:sym typeface="Calibri"/>
                </a:endParaRPr>
              </a:p>
            </p:txBody>
          </p:sp>
          <p:cxnSp>
            <p:nvCxnSpPr>
              <p:cNvPr id="8041" name="Google Shape;8041;p63"/>
              <p:cNvCxnSpPr/>
              <p:nvPr/>
            </p:nvCxnSpPr>
            <p:spPr>
              <a:xfrm rot="10800000">
                <a:off x="3747169" y="2057755"/>
                <a:ext cx="0" cy="113700"/>
              </a:xfrm>
              <a:prstGeom prst="straightConnector1">
                <a:avLst/>
              </a:prstGeom>
              <a:noFill/>
              <a:ln w="9525" cap="flat" cmpd="sng">
                <a:solidFill>
                  <a:srgbClr val="BAC8D3"/>
                </a:solidFill>
                <a:prstDash val="solid"/>
                <a:round/>
                <a:headEnd type="none" w="sm" len="sm"/>
                <a:tailEnd type="none" w="sm" len="sm"/>
              </a:ln>
            </p:spPr>
          </p:cxnSp>
        </p:grpSp>
      </p:grpSp>
      <p:grpSp>
        <p:nvGrpSpPr>
          <p:cNvPr id="8042" name="Google Shape;8042;p63"/>
          <p:cNvGrpSpPr/>
          <p:nvPr/>
        </p:nvGrpSpPr>
        <p:grpSpPr>
          <a:xfrm>
            <a:off x="4899249" y="1859288"/>
            <a:ext cx="710153" cy="710153"/>
            <a:chOff x="5007123" y="2079403"/>
            <a:chExt cx="687600" cy="687600"/>
          </a:xfrm>
        </p:grpSpPr>
        <p:sp>
          <p:nvSpPr>
            <p:cNvPr id="8043" name="Google Shape;8043;p63"/>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4" name="Google Shape;8044;p63"/>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5" name="Google Shape;8045;p63"/>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6" name="Google Shape;8046;p63"/>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47" name="Google Shape;8047;p63"/>
          <p:cNvGrpSpPr/>
          <p:nvPr/>
        </p:nvGrpSpPr>
        <p:grpSpPr>
          <a:xfrm>
            <a:off x="5708687" y="1853794"/>
            <a:ext cx="720998" cy="721183"/>
            <a:chOff x="5797446" y="2063053"/>
            <a:chExt cx="698100" cy="698280"/>
          </a:xfrm>
        </p:grpSpPr>
        <p:sp>
          <p:nvSpPr>
            <p:cNvPr id="8048" name="Google Shape;8048;p63"/>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9" name="Google Shape;8049;p63"/>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0" name="Google Shape;8050;p63"/>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1" name="Google Shape;8051;p63"/>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52" name="Google Shape;8052;p63"/>
          <p:cNvGrpSpPr/>
          <p:nvPr/>
        </p:nvGrpSpPr>
        <p:grpSpPr>
          <a:xfrm>
            <a:off x="8153834" y="3499399"/>
            <a:ext cx="280585" cy="673164"/>
            <a:chOff x="8075075" y="3754290"/>
            <a:chExt cx="255612" cy="613194"/>
          </a:xfrm>
        </p:grpSpPr>
        <p:grpSp>
          <p:nvGrpSpPr>
            <p:cNvPr id="8053" name="Google Shape;8053;p63"/>
            <p:cNvGrpSpPr/>
            <p:nvPr/>
          </p:nvGrpSpPr>
          <p:grpSpPr>
            <a:xfrm>
              <a:off x="8075075" y="3754290"/>
              <a:ext cx="255612" cy="613194"/>
              <a:chOff x="8075075" y="3754290"/>
              <a:chExt cx="255612" cy="613194"/>
            </a:xfrm>
          </p:grpSpPr>
          <p:sp>
            <p:nvSpPr>
              <p:cNvPr id="8054" name="Google Shape;8054;p63"/>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5" name="Google Shape;8055;p63"/>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056" name="Google Shape;8056;p63"/>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57" name="Google Shape;8057;p63"/>
          <p:cNvGrpSpPr/>
          <p:nvPr/>
        </p:nvGrpSpPr>
        <p:grpSpPr>
          <a:xfrm>
            <a:off x="5270892" y="3488196"/>
            <a:ext cx="470352" cy="683745"/>
            <a:chOff x="1697726" y="3244179"/>
            <a:chExt cx="788124" cy="1146069"/>
          </a:xfrm>
        </p:grpSpPr>
        <p:sp>
          <p:nvSpPr>
            <p:cNvPr id="8058" name="Google Shape;8058;p63"/>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9" name="Google Shape;8059;p63"/>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060" name="Google Shape;8060;p63"/>
          <p:cNvSpPr/>
          <p:nvPr/>
        </p:nvSpPr>
        <p:spPr>
          <a:xfrm>
            <a:off x="8128357" y="3402198"/>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061" name="Google Shape;8061;p63"/>
          <p:cNvGrpSpPr/>
          <p:nvPr/>
        </p:nvGrpSpPr>
        <p:grpSpPr>
          <a:xfrm>
            <a:off x="5892043" y="3499398"/>
            <a:ext cx="293891" cy="293845"/>
            <a:chOff x="6134814" y="3754290"/>
            <a:chExt cx="293891" cy="293845"/>
          </a:xfrm>
        </p:grpSpPr>
        <p:sp>
          <p:nvSpPr>
            <p:cNvPr id="8062" name="Google Shape;8062;p63"/>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3" name="Google Shape;8063;p63"/>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64" name="Google Shape;8064;p63"/>
          <p:cNvGrpSpPr/>
          <p:nvPr/>
        </p:nvGrpSpPr>
        <p:grpSpPr>
          <a:xfrm>
            <a:off x="5892043" y="3878069"/>
            <a:ext cx="293891" cy="293891"/>
            <a:chOff x="6134814" y="4086186"/>
            <a:chExt cx="293891" cy="293891"/>
          </a:xfrm>
        </p:grpSpPr>
        <p:sp>
          <p:nvSpPr>
            <p:cNvPr id="8065" name="Google Shape;8065;p63"/>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6" name="Google Shape;8066;p63"/>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067" name="Google Shape;8067;p63"/>
          <p:cNvSpPr/>
          <p:nvPr/>
        </p:nvSpPr>
        <p:spPr>
          <a:xfrm>
            <a:off x="6930470" y="3498595"/>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8" name="Google Shape;8068;p63"/>
          <p:cNvSpPr/>
          <p:nvPr/>
        </p:nvSpPr>
        <p:spPr>
          <a:xfrm rot="10800000">
            <a:off x="6336732" y="3496333"/>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069" name="Google Shape;8069;p63"/>
          <p:cNvGrpSpPr/>
          <p:nvPr/>
        </p:nvGrpSpPr>
        <p:grpSpPr>
          <a:xfrm>
            <a:off x="7817018" y="2706762"/>
            <a:ext cx="622883" cy="621944"/>
            <a:chOff x="1187048" y="238125"/>
            <a:chExt cx="5256397" cy="5248476"/>
          </a:xfrm>
        </p:grpSpPr>
        <p:sp>
          <p:nvSpPr>
            <p:cNvPr id="8070" name="Google Shape;8070;p63"/>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1" name="Google Shape;8071;p63"/>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2" name="Google Shape;8072;p63"/>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3" name="Google Shape;8073;p63"/>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74" name="Google Shape;8074;p63"/>
          <p:cNvGrpSpPr/>
          <p:nvPr/>
        </p:nvGrpSpPr>
        <p:grpSpPr>
          <a:xfrm>
            <a:off x="2274123" y="2716370"/>
            <a:ext cx="1310987" cy="612407"/>
            <a:chOff x="238125" y="1188750"/>
            <a:chExt cx="7140450" cy="3335550"/>
          </a:xfrm>
        </p:grpSpPr>
        <p:sp>
          <p:nvSpPr>
            <p:cNvPr id="8075" name="Google Shape;8075;p63"/>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6" name="Google Shape;8076;p63"/>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7" name="Google Shape;8077;p63"/>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8" name="Google Shape;8078;p63"/>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9" name="Google Shape;8079;p63"/>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80" name="Google Shape;8080;p63"/>
          <p:cNvGrpSpPr/>
          <p:nvPr/>
        </p:nvGrpSpPr>
        <p:grpSpPr>
          <a:xfrm>
            <a:off x="6599995" y="2706925"/>
            <a:ext cx="1110299" cy="621702"/>
            <a:chOff x="238125" y="1335475"/>
            <a:chExt cx="5418735" cy="3034175"/>
          </a:xfrm>
        </p:grpSpPr>
        <p:sp>
          <p:nvSpPr>
            <p:cNvPr id="8081" name="Google Shape;8081;p63"/>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2" name="Google Shape;8082;p63"/>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3" name="Google Shape;8083;p63"/>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84" name="Google Shape;8084;p63"/>
          <p:cNvGrpSpPr/>
          <p:nvPr/>
        </p:nvGrpSpPr>
        <p:grpSpPr>
          <a:xfrm>
            <a:off x="5417655" y="2703822"/>
            <a:ext cx="1074451" cy="627181"/>
            <a:chOff x="5359127" y="2910889"/>
            <a:chExt cx="1097723" cy="640831"/>
          </a:xfrm>
        </p:grpSpPr>
        <p:grpSp>
          <p:nvGrpSpPr>
            <p:cNvPr id="8085" name="Google Shape;8085;p63"/>
            <p:cNvGrpSpPr/>
            <p:nvPr/>
          </p:nvGrpSpPr>
          <p:grpSpPr>
            <a:xfrm>
              <a:off x="5929791" y="3263088"/>
              <a:ext cx="527059" cy="287098"/>
              <a:chOff x="5929791" y="3263088"/>
              <a:chExt cx="527059" cy="287098"/>
            </a:xfrm>
          </p:grpSpPr>
          <p:sp>
            <p:nvSpPr>
              <p:cNvPr id="8086" name="Google Shape;8086;p63"/>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sp>
            <p:nvSpPr>
              <p:cNvPr id="8087" name="Google Shape;8087;p63"/>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grpSp>
        <p:grpSp>
          <p:nvGrpSpPr>
            <p:cNvPr id="8088" name="Google Shape;8088;p63"/>
            <p:cNvGrpSpPr/>
            <p:nvPr/>
          </p:nvGrpSpPr>
          <p:grpSpPr>
            <a:xfrm>
              <a:off x="5359127" y="3263089"/>
              <a:ext cx="526428" cy="288631"/>
              <a:chOff x="5359127" y="3263089"/>
              <a:chExt cx="526428" cy="288631"/>
            </a:xfrm>
          </p:grpSpPr>
          <p:sp>
            <p:nvSpPr>
              <p:cNvPr id="8089" name="Google Shape;8089;p63"/>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sp>
            <p:nvSpPr>
              <p:cNvPr id="8090" name="Google Shape;8090;p63"/>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grpSp>
        <p:grpSp>
          <p:nvGrpSpPr>
            <p:cNvPr id="8091" name="Google Shape;8091;p63"/>
            <p:cNvGrpSpPr/>
            <p:nvPr/>
          </p:nvGrpSpPr>
          <p:grpSpPr>
            <a:xfrm>
              <a:off x="5551525" y="2910889"/>
              <a:ext cx="520902" cy="610282"/>
              <a:chOff x="5551525" y="2910889"/>
              <a:chExt cx="520902" cy="610282"/>
            </a:xfrm>
          </p:grpSpPr>
          <p:sp>
            <p:nvSpPr>
              <p:cNvPr id="8092" name="Google Shape;8092;p63"/>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sp>
            <p:nvSpPr>
              <p:cNvPr id="8093" name="Google Shape;8093;p63"/>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grpSp>
        <p:grpSp>
          <p:nvGrpSpPr>
            <p:cNvPr id="8094" name="Google Shape;8094;p63"/>
            <p:cNvGrpSpPr/>
            <p:nvPr/>
          </p:nvGrpSpPr>
          <p:grpSpPr>
            <a:xfrm>
              <a:off x="5743962" y="2919100"/>
              <a:ext cx="623673" cy="284502"/>
              <a:chOff x="5743962" y="2919100"/>
              <a:chExt cx="623673" cy="284502"/>
            </a:xfrm>
          </p:grpSpPr>
          <p:sp>
            <p:nvSpPr>
              <p:cNvPr id="8095" name="Google Shape;8095;p63"/>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sp>
            <p:nvSpPr>
              <p:cNvPr id="8096" name="Google Shape;8096;p63"/>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grpSp>
      </p:grpSp>
      <p:grpSp>
        <p:nvGrpSpPr>
          <p:cNvPr id="8097" name="Google Shape;8097;p63"/>
          <p:cNvGrpSpPr/>
          <p:nvPr/>
        </p:nvGrpSpPr>
        <p:grpSpPr>
          <a:xfrm>
            <a:off x="7568868" y="1854534"/>
            <a:ext cx="874977" cy="719600"/>
            <a:chOff x="7608988" y="2093194"/>
            <a:chExt cx="817277" cy="672147"/>
          </a:xfrm>
        </p:grpSpPr>
        <p:cxnSp>
          <p:nvCxnSpPr>
            <p:cNvPr id="8098" name="Google Shape;8098;p63"/>
            <p:cNvCxnSpPr/>
            <p:nvPr/>
          </p:nvCxnSpPr>
          <p:spPr>
            <a:xfrm rot="5400000" flipH="1">
              <a:off x="7620257" y="2136491"/>
              <a:ext cx="129900" cy="111300"/>
            </a:xfrm>
            <a:prstGeom prst="bentConnector3">
              <a:avLst>
                <a:gd name="adj1" fmla="val -116587"/>
              </a:avLst>
            </a:prstGeom>
            <a:noFill/>
            <a:ln w="9525" cap="flat" cmpd="sng">
              <a:solidFill>
                <a:srgbClr val="667E92"/>
              </a:solidFill>
              <a:prstDash val="solid"/>
              <a:round/>
              <a:headEnd type="none" w="sm" len="sm"/>
              <a:tailEnd type="none" w="sm" len="sm"/>
            </a:ln>
          </p:spPr>
        </p:cxnSp>
        <p:cxnSp>
          <p:nvCxnSpPr>
            <p:cNvPr id="8099" name="Google Shape;8099;p63"/>
            <p:cNvCxnSpPr/>
            <p:nvPr/>
          </p:nvCxnSpPr>
          <p:spPr>
            <a:xfrm rot="-5400000">
              <a:off x="8285120" y="2136491"/>
              <a:ext cx="129900" cy="111300"/>
            </a:xfrm>
            <a:prstGeom prst="bentConnector3">
              <a:avLst>
                <a:gd name="adj1" fmla="val -116587"/>
              </a:avLst>
            </a:prstGeom>
            <a:noFill/>
            <a:ln w="9525" cap="flat" cmpd="sng">
              <a:solidFill>
                <a:srgbClr val="667E92"/>
              </a:solidFill>
              <a:prstDash val="solid"/>
              <a:round/>
              <a:headEnd type="none" w="sm" len="sm"/>
              <a:tailEnd type="none" w="sm" len="sm"/>
            </a:ln>
          </p:spPr>
        </p:cxnSp>
        <p:cxnSp>
          <p:nvCxnSpPr>
            <p:cNvPr id="8100" name="Google Shape;8100;p63"/>
            <p:cNvCxnSpPr/>
            <p:nvPr/>
          </p:nvCxnSpPr>
          <p:spPr>
            <a:xfrm rot="5400000">
              <a:off x="7620257" y="2644741"/>
              <a:ext cx="129900" cy="111300"/>
            </a:xfrm>
            <a:prstGeom prst="bentConnector3">
              <a:avLst>
                <a:gd name="adj1" fmla="val 190786"/>
              </a:avLst>
            </a:prstGeom>
            <a:noFill/>
            <a:ln w="9525" cap="flat" cmpd="sng">
              <a:solidFill>
                <a:srgbClr val="667E92"/>
              </a:solidFill>
              <a:prstDash val="solid"/>
              <a:round/>
              <a:headEnd type="none" w="sm" len="sm"/>
              <a:tailEnd type="none" w="sm" len="sm"/>
            </a:ln>
          </p:spPr>
        </p:cxnSp>
        <p:cxnSp>
          <p:nvCxnSpPr>
            <p:cNvPr id="8101" name="Google Shape;8101;p63"/>
            <p:cNvCxnSpPr/>
            <p:nvPr/>
          </p:nvCxnSpPr>
          <p:spPr>
            <a:xfrm rot="-5400000" flipH="1">
              <a:off x="8285120" y="2644741"/>
              <a:ext cx="129900" cy="111300"/>
            </a:xfrm>
            <a:prstGeom prst="bentConnector3">
              <a:avLst>
                <a:gd name="adj1" fmla="val 190786"/>
              </a:avLst>
            </a:prstGeom>
            <a:noFill/>
            <a:ln w="9525" cap="flat" cmpd="sng">
              <a:solidFill>
                <a:srgbClr val="667E92"/>
              </a:solidFill>
              <a:prstDash val="solid"/>
              <a:round/>
              <a:headEnd type="none" w="sm" len="sm"/>
              <a:tailEnd type="none" w="sm" len="sm"/>
            </a:ln>
          </p:spPr>
        </p:cxnSp>
        <p:cxnSp>
          <p:nvCxnSpPr>
            <p:cNvPr id="8102" name="Google Shape;8102;p63"/>
            <p:cNvCxnSpPr/>
            <p:nvPr/>
          </p:nvCxnSpPr>
          <p:spPr>
            <a:xfrm rot="10800000">
              <a:off x="7608988" y="2425132"/>
              <a:ext cx="83400" cy="0"/>
            </a:xfrm>
            <a:prstGeom prst="straightConnector1">
              <a:avLst/>
            </a:prstGeom>
            <a:noFill/>
            <a:ln w="9525" cap="flat" cmpd="sng">
              <a:solidFill>
                <a:srgbClr val="667E92"/>
              </a:solidFill>
              <a:prstDash val="solid"/>
              <a:round/>
              <a:headEnd type="none" w="sm" len="sm"/>
              <a:tailEnd type="none" w="sm" len="sm"/>
            </a:ln>
          </p:spPr>
        </p:cxnSp>
        <p:cxnSp>
          <p:nvCxnSpPr>
            <p:cNvPr id="8103" name="Google Shape;8103;p63"/>
            <p:cNvCxnSpPr/>
            <p:nvPr/>
          </p:nvCxnSpPr>
          <p:spPr>
            <a:xfrm rot="10800000">
              <a:off x="8342865" y="2425132"/>
              <a:ext cx="83400" cy="0"/>
            </a:xfrm>
            <a:prstGeom prst="straightConnector1">
              <a:avLst/>
            </a:prstGeom>
            <a:noFill/>
            <a:ln w="9525" cap="flat" cmpd="sng">
              <a:solidFill>
                <a:srgbClr val="667E92"/>
              </a:solidFill>
              <a:prstDash val="solid"/>
              <a:round/>
              <a:headEnd type="none" w="sm" len="sm"/>
              <a:tailEnd type="none" w="sm" len="sm"/>
            </a:ln>
          </p:spPr>
        </p:cxnSp>
        <p:grpSp>
          <p:nvGrpSpPr>
            <p:cNvPr id="8104" name="Google Shape;8104;p63"/>
            <p:cNvGrpSpPr/>
            <p:nvPr/>
          </p:nvGrpSpPr>
          <p:grpSpPr>
            <a:xfrm>
              <a:off x="7721175" y="2093194"/>
              <a:ext cx="599587" cy="623846"/>
              <a:chOff x="7721175" y="2093194"/>
              <a:chExt cx="599587" cy="623846"/>
            </a:xfrm>
          </p:grpSpPr>
          <p:grpSp>
            <p:nvGrpSpPr>
              <p:cNvPr id="8105" name="Google Shape;8105;p63"/>
              <p:cNvGrpSpPr/>
              <p:nvPr/>
            </p:nvGrpSpPr>
            <p:grpSpPr>
              <a:xfrm>
                <a:off x="7721175" y="2093194"/>
                <a:ext cx="291605" cy="623846"/>
                <a:chOff x="9405575" y="2061418"/>
                <a:chExt cx="291605" cy="623846"/>
              </a:xfrm>
            </p:grpSpPr>
            <p:sp>
              <p:nvSpPr>
                <p:cNvPr id="8106" name="Google Shape;8106;p63"/>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7" name="Google Shape;8107;p63"/>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8" name="Google Shape;8108;p63"/>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9" name="Google Shape;8109;p63"/>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0" name="Google Shape;8110;p63"/>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1" name="Google Shape;8111;p63"/>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2" name="Google Shape;8112;p63"/>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13" name="Google Shape;8113;p63"/>
              <p:cNvGrpSpPr/>
              <p:nvPr/>
            </p:nvGrpSpPr>
            <p:grpSpPr>
              <a:xfrm flipH="1">
                <a:off x="8029157" y="2093194"/>
                <a:ext cx="291605" cy="623846"/>
                <a:chOff x="9405575" y="2061418"/>
                <a:chExt cx="291605" cy="623846"/>
              </a:xfrm>
            </p:grpSpPr>
            <p:sp>
              <p:nvSpPr>
                <p:cNvPr id="8114" name="Google Shape;8114;p63"/>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5" name="Google Shape;8115;p63"/>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6" name="Google Shape;8116;p63"/>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7" name="Google Shape;8117;p63"/>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8" name="Google Shape;8118;p63"/>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9" name="Google Shape;8119;p63"/>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0" name="Google Shape;8120;p63"/>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8121" name="Google Shape;8121;p63"/>
          <p:cNvGrpSpPr/>
          <p:nvPr/>
        </p:nvGrpSpPr>
        <p:grpSpPr>
          <a:xfrm>
            <a:off x="4013304" y="970936"/>
            <a:ext cx="712556" cy="785901"/>
            <a:chOff x="4206459" y="1191441"/>
            <a:chExt cx="712556" cy="785901"/>
          </a:xfrm>
        </p:grpSpPr>
        <p:sp>
          <p:nvSpPr>
            <p:cNvPr id="8122" name="Google Shape;8122;p63"/>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3" name="Google Shape;8123;p63"/>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4" name="Google Shape;8124;p63"/>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5" name="Google Shape;8125;p63"/>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126" name="Google Shape;8126;p63"/>
            <p:cNvGrpSpPr/>
            <p:nvPr/>
          </p:nvGrpSpPr>
          <p:grpSpPr>
            <a:xfrm>
              <a:off x="4644280" y="1290523"/>
              <a:ext cx="143716" cy="29462"/>
              <a:chOff x="4644280" y="1290523"/>
              <a:chExt cx="143716" cy="29462"/>
            </a:xfrm>
          </p:grpSpPr>
          <p:sp>
            <p:nvSpPr>
              <p:cNvPr id="8127" name="Google Shape;8127;p63"/>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8" name="Google Shape;8128;p63"/>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9" name="Google Shape;8129;p63"/>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0" name="Google Shape;8130;p63"/>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31" name="Google Shape;8131;p63"/>
            <p:cNvGrpSpPr/>
            <p:nvPr/>
          </p:nvGrpSpPr>
          <p:grpSpPr>
            <a:xfrm>
              <a:off x="4356567" y="1191441"/>
              <a:ext cx="143691" cy="29488"/>
              <a:chOff x="4356567" y="1191441"/>
              <a:chExt cx="143691" cy="29488"/>
            </a:xfrm>
          </p:grpSpPr>
          <p:sp>
            <p:nvSpPr>
              <p:cNvPr id="8132" name="Google Shape;8132;p63"/>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3" name="Google Shape;8133;p63"/>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4" name="Google Shape;8134;p63"/>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5" name="Google Shape;8135;p63"/>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36" name="Google Shape;8136;p63"/>
            <p:cNvGrpSpPr/>
            <p:nvPr/>
          </p:nvGrpSpPr>
          <p:grpSpPr>
            <a:xfrm>
              <a:off x="4339009" y="1863727"/>
              <a:ext cx="143704" cy="29476"/>
              <a:chOff x="4339009" y="1863727"/>
              <a:chExt cx="143704" cy="29476"/>
            </a:xfrm>
          </p:grpSpPr>
          <p:sp>
            <p:nvSpPr>
              <p:cNvPr id="8137" name="Google Shape;8137;p63"/>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8" name="Google Shape;8138;p63"/>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9" name="Google Shape;8139;p63"/>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0" name="Google Shape;8140;p63"/>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41" name="Google Shape;8141;p63"/>
            <p:cNvGrpSpPr/>
            <p:nvPr/>
          </p:nvGrpSpPr>
          <p:grpSpPr>
            <a:xfrm>
              <a:off x="4206459" y="1607315"/>
              <a:ext cx="29539" cy="142899"/>
              <a:chOff x="4206459" y="1607315"/>
              <a:chExt cx="29539" cy="142899"/>
            </a:xfrm>
          </p:grpSpPr>
          <p:sp>
            <p:nvSpPr>
              <p:cNvPr id="8142" name="Google Shape;8142;p63"/>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3" name="Google Shape;8143;p63"/>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4" name="Google Shape;8144;p63"/>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5" name="Google Shape;8145;p63"/>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146" name="Google Shape;8146;p63"/>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7" name="Google Shape;8147;p63"/>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8" name="Google Shape;8148;p63"/>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9" name="Google Shape;8149;p63"/>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150" name="Google Shape;8150;p63"/>
            <p:cNvGrpSpPr/>
            <p:nvPr/>
          </p:nvGrpSpPr>
          <p:grpSpPr>
            <a:xfrm>
              <a:off x="4889463" y="1423737"/>
              <a:ext cx="29552" cy="142899"/>
              <a:chOff x="4889463" y="1423737"/>
              <a:chExt cx="29552" cy="142899"/>
            </a:xfrm>
          </p:grpSpPr>
          <p:sp>
            <p:nvSpPr>
              <p:cNvPr id="8151" name="Google Shape;8151;p63"/>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2" name="Google Shape;8152;p63"/>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3" name="Google Shape;8153;p63"/>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4" name="Google Shape;8154;p63"/>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55" name="Google Shape;8155;p63"/>
            <p:cNvGrpSpPr/>
            <p:nvPr/>
          </p:nvGrpSpPr>
          <p:grpSpPr>
            <a:xfrm>
              <a:off x="4771663" y="1876896"/>
              <a:ext cx="108651" cy="100446"/>
              <a:chOff x="4771663" y="1876896"/>
              <a:chExt cx="108651" cy="100446"/>
            </a:xfrm>
          </p:grpSpPr>
          <p:sp>
            <p:nvSpPr>
              <p:cNvPr id="8156" name="Google Shape;8156;p63"/>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7" name="Google Shape;8157;p63"/>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8" name="Google Shape;8158;p63"/>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9" name="Google Shape;8159;p63"/>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8160" name="Google Shape;8160;p63"/>
          <p:cNvGrpSpPr/>
          <p:nvPr/>
        </p:nvGrpSpPr>
        <p:grpSpPr>
          <a:xfrm>
            <a:off x="4008780" y="1854159"/>
            <a:ext cx="791287" cy="720350"/>
            <a:chOff x="267375" y="1071875"/>
            <a:chExt cx="470500" cy="428550"/>
          </a:xfrm>
        </p:grpSpPr>
        <p:sp>
          <p:nvSpPr>
            <p:cNvPr id="8161" name="Google Shape;8161;p63"/>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2" name="Google Shape;8162;p63"/>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3" name="Google Shape;8163;p63"/>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4" name="Google Shape;8164;p63"/>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5" name="Google Shape;8165;p63"/>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6" name="Google Shape;8166;p63"/>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7" name="Google Shape;8167;p63"/>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8" name="Google Shape;8168;p63"/>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69" name="Google Shape;8169;p63"/>
          <p:cNvGrpSpPr/>
          <p:nvPr/>
        </p:nvGrpSpPr>
        <p:grpSpPr>
          <a:xfrm>
            <a:off x="709275" y="3498789"/>
            <a:ext cx="1408445" cy="673166"/>
            <a:chOff x="712664" y="3693287"/>
            <a:chExt cx="1460739" cy="698160"/>
          </a:xfrm>
        </p:grpSpPr>
        <p:grpSp>
          <p:nvGrpSpPr>
            <p:cNvPr id="8170" name="Google Shape;8170;p63"/>
            <p:cNvGrpSpPr/>
            <p:nvPr/>
          </p:nvGrpSpPr>
          <p:grpSpPr>
            <a:xfrm>
              <a:off x="1380079" y="4133090"/>
              <a:ext cx="234047" cy="258099"/>
              <a:chOff x="1380079" y="4133090"/>
              <a:chExt cx="234047" cy="258099"/>
            </a:xfrm>
          </p:grpSpPr>
          <p:sp>
            <p:nvSpPr>
              <p:cNvPr id="8171" name="Google Shape;8171;p63"/>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2" name="Google Shape;8172;p63"/>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3" name="Google Shape;8173;p63"/>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74" name="Google Shape;8174;p63"/>
            <p:cNvGrpSpPr/>
            <p:nvPr/>
          </p:nvGrpSpPr>
          <p:grpSpPr>
            <a:xfrm>
              <a:off x="884610" y="3864082"/>
              <a:ext cx="1118565" cy="527275"/>
              <a:chOff x="890961" y="3865463"/>
              <a:chExt cx="1115220" cy="525698"/>
            </a:xfrm>
          </p:grpSpPr>
          <p:sp>
            <p:nvSpPr>
              <p:cNvPr id="8175" name="Google Shape;8175;p63"/>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6" name="Google Shape;8176;p63"/>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7" name="Google Shape;8177;p63"/>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78" name="Google Shape;8178;p63"/>
            <p:cNvGrpSpPr/>
            <p:nvPr/>
          </p:nvGrpSpPr>
          <p:grpSpPr>
            <a:xfrm>
              <a:off x="712664" y="3693287"/>
              <a:ext cx="1460739" cy="698160"/>
              <a:chOff x="712664" y="3693025"/>
              <a:chExt cx="1460739" cy="698160"/>
            </a:xfrm>
          </p:grpSpPr>
          <p:sp>
            <p:nvSpPr>
              <p:cNvPr id="8179" name="Google Shape;8179;p63"/>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0" name="Google Shape;8180;p63"/>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1" name="Google Shape;8181;p63"/>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2" name="Google Shape;8182;p63"/>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3" name="Google Shape;8183;p63"/>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4" name="Google Shape;8184;p63"/>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8185" name="Google Shape;8185;p63"/>
          <p:cNvGrpSpPr/>
          <p:nvPr/>
        </p:nvGrpSpPr>
        <p:grpSpPr>
          <a:xfrm>
            <a:off x="3146990" y="970936"/>
            <a:ext cx="795485" cy="738831"/>
            <a:chOff x="3348603" y="1236445"/>
            <a:chExt cx="749256" cy="695894"/>
          </a:xfrm>
        </p:grpSpPr>
        <p:grpSp>
          <p:nvGrpSpPr>
            <p:cNvPr id="8186" name="Google Shape;8186;p63"/>
            <p:cNvGrpSpPr/>
            <p:nvPr/>
          </p:nvGrpSpPr>
          <p:grpSpPr>
            <a:xfrm>
              <a:off x="3583779" y="1236445"/>
              <a:ext cx="293795" cy="285811"/>
              <a:chOff x="3750225" y="1774000"/>
              <a:chExt cx="149575" cy="145525"/>
            </a:xfrm>
          </p:grpSpPr>
          <p:sp>
            <p:nvSpPr>
              <p:cNvPr id="8187" name="Google Shape;8187;p63"/>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8" name="Google Shape;8188;p63"/>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89" name="Google Shape;8189;p63"/>
            <p:cNvGrpSpPr/>
            <p:nvPr/>
          </p:nvGrpSpPr>
          <p:grpSpPr>
            <a:xfrm>
              <a:off x="3775534" y="1462599"/>
              <a:ext cx="322325" cy="285958"/>
              <a:chOff x="3847850" y="1889150"/>
              <a:chExt cx="164100" cy="145600"/>
            </a:xfrm>
          </p:grpSpPr>
          <p:sp>
            <p:nvSpPr>
              <p:cNvPr id="8190" name="Google Shape;8190;p63"/>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1" name="Google Shape;8191;p63"/>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92" name="Google Shape;8192;p63"/>
            <p:cNvGrpSpPr/>
            <p:nvPr/>
          </p:nvGrpSpPr>
          <p:grpSpPr>
            <a:xfrm>
              <a:off x="3545329" y="1646528"/>
              <a:ext cx="293746" cy="285811"/>
              <a:chOff x="3730650" y="1982800"/>
              <a:chExt cx="149550" cy="145525"/>
            </a:xfrm>
          </p:grpSpPr>
          <p:sp>
            <p:nvSpPr>
              <p:cNvPr id="8193" name="Google Shape;8193;p63"/>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4" name="Google Shape;8194;p63"/>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95" name="Google Shape;8195;p63"/>
            <p:cNvGrpSpPr/>
            <p:nvPr/>
          </p:nvGrpSpPr>
          <p:grpSpPr>
            <a:xfrm>
              <a:off x="3348603" y="1415046"/>
              <a:ext cx="294384" cy="284387"/>
              <a:chOff x="3630494" y="1864938"/>
              <a:chExt cx="149875" cy="144800"/>
            </a:xfrm>
          </p:grpSpPr>
          <p:sp>
            <p:nvSpPr>
              <p:cNvPr id="8196" name="Google Shape;8196;p63"/>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7" name="Google Shape;8197;p63"/>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8198" name="Google Shape;8198;p63"/>
          <p:cNvGrpSpPr/>
          <p:nvPr/>
        </p:nvGrpSpPr>
        <p:grpSpPr>
          <a:xfrm>
            <a:off x="2268517" y="3493832"/>
            <a:ext cx="1324924" cy="678083"/>
            <a:chOff x="2413923" y="3711366"/>
            <a:chExt cx="1374117" cy="703260"/>
          </a:xfrm>
        </p:grpSpPr>
        <p:grpSp>
          <p:nvGrpSpPr>
            <p:cNvPr id="8199" name="Google Shape;8199;p63"/>
            <p:cNvGrpSpPr/>
            <p:nvPr/>
          </p:nvGrpSpPr>
          <p:grpSpPr>
            <a:xfrm>
              <a:off x="2413923" y="3711366"/>
              <a:ext cx="1374117" cy="703260"/>
              <a:chOff x="2413923" y="3711366"/>
              <a:chExt cx="1374117" cy="703260"/>
            </a:xfrm>
          </p:grpSpPr>
          <p:sp>
            <p:nvSpPr>
              <p:cNvPr id="8200" name="Google Shape;8200;p63"/>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201" name="Google Shape;8201;p63"/>
              <p:cNvGrpSpPr/>
              <p:nvPr/>
            </p:nvGrpSpPr>
            <p:grpSpPr>
              <a:xfrm>
                <a:off x="2600284" y="3808654"/>
                <a:ext cx="234506" cy="138010"/>
                <a:chOff x="2600284" y="3808654"/>
                <a:chExt cx="234506" cy="138010"/>
              </a:xfrm>
            </p:grpSpPr>
            <p:sp>
              <p:nvSpPr>
                <p:cNvPr id="8202" name="Google Shape;8202;p63"/>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203" name="Google Shape;8203;p63"/>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sm" len="sm"/>
                  <a:tailEnd type="none" w="sm" len="sm"/>
                </a:ln>
              </p:spPr>
            </p:cxnSp>
          </p:grpSp>
          <p:grpSp>
            <p:nvGrpSpPr>
              <p:cNvPr id="8204" name="Google Shape;8204;p63"/>
              <p:cNvGrpSpPr/>
              <p:nvPr/>
            </p:nvGrpSpPr>
            <p:grpSpPr>
              <a:xfrm>
                <a:off x="3359659" y="3805664"/>
                <a:ext cx="232294" cy="141000"/>
                <a:chOff x="3359659" y="3805664"/>
                <a:chExt cx="232294" cy="141000"/>
              </a:xfrm>
            </p:grpSpPr>
            <p:sp>
              <p:nvSpPr>
                <p:cNvPr id="8205" name="Google Shape;8205;p63"/>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206" name="Google Shape;8206;p63"/>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sm" len="sm"/>
                  <a:tailEnd type="none" w="sm" len="sm"/>
                </a:ln>
              </p:spPr>
            </p:cxnSp>
          </p:grpSp>
          <p:grpSp>
            <p:nvGrpSpPr>
              <p:cNvPr id="8207" name="Google Shape;8207;p63"/>
              <p:cNvGrpSpPr/>
              <p:nvPr/>
            </p:nvGrpSpPr>
            <p:grpSpPr>
              <a:xfrm>
                <a:off x="3067316" y="3711366"/>
                <a:ext cx="66900" cy="166810"/>
                <a:chOff x="3067316" y="3711366"/>
                <a:chExt cx="66900" cy="166810"/>
              </a:xfrm>
            </p:grpSpPr>
            <p:sp>
              <p:nvSpPr>
                <p:cNvPr id="8208" name="Google Shape;8208;p63"/>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209" name="Google Shape;8209;p63"/>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sm" len="sm"/>
                  <a:tailEnd type="none" w="sm" len="sm"/>
                </a:ln>
              </p:spPr>
            </p:cxnSp>
          </p:grpSp>
          <p:grpSp>
            <p:nvGrpSpPr>
              <p:cNvPr id="8210" name="Google Shape;8210;p63"/>
              <p:cNvGrpSpPr/>
              <p:nvPr/>
            </p:nvGrpSpPr>
            <p:grpSpPr>
              <a:xfrm>
                <a:off x="2413923" y="4058666"/>
                <a:ext cx="224119" cy="66900"/>
                <a:chOff x="2413923" y="4058666"/>
                <a:chExt cx="224119" cy="66900"/>
              </a:xfrm>
            </p:grpSpPr>
            <p:sp>
              <p:nvSpPr>
                <p:cNvPr id="8211" name="Google Shape;8211;p63"/>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212" name="Google Shape;8212;p63"/>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sm" len="sm"/>
                  <a:tailEnd type="none" w="sm" len="sm"/>
                </a:ln>
              </p:spPr>
            </p:cxnSp>
          </p:grpSp>
          <p:grpSp>
            <p:nvGrpSpPr>
              <p:cNvPr id="8213" name="Google Shape;8213;p63"/>
              <p:cNvGrpSpPr/>
              <p:nvPr/>
            </p:nvGrpSpPr>
            <p:grpSpPr>
              <a:xfrm>
                <a:off x="3564643" y="4058666"/>
                <a:ext cx="223397" cy="66900"/>
                <a:chOff x="3564643" y="4058666"/>
                <a:chExt cx="223397" cy="66900"/>
              </a:xfrm>
            </p:grpSpPr>
            <p:sp>
              <p:nvSpPr>
                <p:cNvPr id="8214" name="Google Shape;8214;p63"/>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215" name="Google Shape;8215;p63"/>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sm" len="sm"/>
                  <a:tailEnd type="none" w="sm" len="sm"/>
                </a:ln>
              </p:spPr>
            </p:cxnSp>
          </p:grpSp>
        </p:grpSp>
        <p:grpSp>
          <p:nvGrpSpPr>
            <p:cNvPr id="8216" name="Google Shape;8216;p63"/>
            <p:cNvGrpSpPr/>
            <p:nvPr/>
          </p:nvGrpSpPr>
          <p:grpSpPr>
            <a:xfrm>
              <a:off x="2633353" y="3965763"/>
              <a:ext cx="933975" cy="445687"/>
              <a:chOff x="2633353" y="3965763"/>
              <a:chExt cx="933975" cy="445687"/>
            </a:xfrm>
          </p:grpSpPr>
          <p:sp>
            <p:nvSpPr>
              <p:cNvPr id="8217" name="Google Shape;8217;p63"/>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8" name="Google Shape;8218;p63"/>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8219" name="Google Shape;8219;p63"/>
          <p:cNvGrpSpPr/>
          <p:nvPr/>
        </p:nvGrpSpPr>
        <p:grpSpPr>
          <a:xfrm>
            <a:off x="6392789" y="1044380"/>
            <a:ext cx="1131087" cy="587383"/>
            <a:chOff x="238125" y="999450"/>
            <a:chExt cx="7140700" cy="3708225"/>
          </a:xfrm>
        </p:grpSpPr>
        <p:sp>
          <p:nvSpPr>
            <p:cNvPr id="8220" name="Google Shape;8220;p63"/>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1" name="Google Shape;8221;p63"/>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2" name="Google Shape;8222;p63"/>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3" name="Google Shape;8223;p63"/>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4" name="Google Shape;8224;p63"/>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5" name="Google Shape;8225;p63"/>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6" name="Google Shape;8226;p63"/>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7" name="Google Shape;8227;p63"/>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8" name="Google Shape;8228;p63"/>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29" name="Google Shape;8229;p63"/>
          <p:cNvGrpSpPr/>
          <p:nvPr/>
        </p:nvGrpSpPr>
        <p:grpSpPr>
          <a:xfrm>
            <a:off x="3744240" y="3493874"/>
            <a:ext cx="1375853" cy="678131"/>
            <a:chOff x="3913765" y="3641905"/>
            <a:chExt cx="1522804" cy="750560"/>
          </a:xfrm>
        </p:grpSpPr>
        <p:grpSp>
          <p:nvGrpSpPr>
            <p:cNvPr id="8230" name="Google Shape;8230;p63"/>
            <p:cNvGrpSpPr/>
            <p:nvPr/>
          </p:nvGrpSpPr>
          <p:grpSpPr>
            <a:xfrm>
              <a:off x="3913765" y="3997002"/>
              <a:ext cx="1522804" cy="395463"/>
              <a:chOff x="3913765" y="3997002"/>
              <a:chExt cx="1522804" cy="395463"/>
            </a:xfrm>
          </p:grpSpPr>
          <p:grpSp>
            <p:nvGrpSpPr>
              <p:cNvPr id="8231" name="Google Shape;8231;p63"/>
              <p:cNvGrpSpPr/>
              <p:nvPr/>
            </p:nvGrpSpPr>
            <p:grpSpPr>
              <a:xfrm>
                <a:off x="3913765" y="4138659"/>
                <a:ext cx="507602" cy="253806"/>
                <a:chOff x="3913765" y="4138659"/>
                <a:chExt cx="507602" cy="253806"/>
              </a:xfrm>
            </p:grpSpPr>
            <p:sp>
              <p:nvSpPr>
                <p:cNvPr id="8232" name="Google Shape;8232;p63"/>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3" name="Google Shape;8233;p63"/>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rgbClr val="000000"/>
                      </a:solidFill>
                      <a:latin typeface="Arial"/>
                      <a:ea typeface="Arial"/>
                      <a:cs typeface="Arial"/>
                      <a:sym typeface="Arial"/>
                    </a:rPr>
                    <a:t>     </a:t>
                  </a:r>
                  <a:endParaRPr sz="1400" b="0" i="0" u="none" strike="noStrike" cap="none">
                    <a:solidFill>
                      <a:srgbClr val="000000"/>
                    </a:solidFill>
                    <a:latin typeface="Arial"/>
                    <a:ea typeface="Arial"/>
                    <a:cs typeface="Arial"/>
                    <a:sym typeface="Arial"/>
                  </a:endParaRPr>
                </a:p>
              </p:txBody>
            </p:sp>
          </p:grpSp>
          <p:grpSp>
            <p:nvGrpSpPr>
              <p:cNvPr id="8234" name="Google Shape;8234;p63"/>
              <p:cNvGrpSpPr/>
              <p:nvPr/>
            </p:nvGrpSpPr>
            <p:grpSpPr>
              <a:xfrm>
                <a:off x="4421361" y="3997002"/>
                <a:ext cx="507618" cy="395463"/>
                <a:chOff x="4421361" y="3997002"/>
                <a:chExt cx="507618" cy="395463"/>
              </a:xfrm>
            </p:grpSpPr>
            <p:sp>
              <p:nvSpPr>
                <p:cNvPr id="8235" name="Google Shape;8235;p63"/>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6" name="Google Shape;8236;p63"/>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37" name="Google Shape;8237;p63"/>
              <p:cNvGrpSpPr/>
              <p:nvPr/>
            </p:nvGrpSpPr>
            <p:grpSpPr>
              <a:xfrm>
                <a:off x="4928973" y="4189418"/>
                <a:ext cx="507596" cy="203047"/>
                <a:chOff x="4928973" y="4189418"/>
                <a:chExt cx="507596" cy="203047"/>
              </a:xfrm>
            </p:grpSpPr>
            <p:sp>
              <p:nvSpPr>
                <p:cNvPr id="8238" name="Google Shape;8238;p63"/>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9" name="Google Shape;8239;p63"/>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8240" name="Google Shape;8240;p63"/>
            <p:cNvGrpSpPr/>
            <p:nvPr/>
          </p:nvGrpSpPr>
          <p:grpSpPr>
            <a:xfrm>
              <a:off x="4482186" y="3641905"/>
              <a:ext cx="397605" cy="349784"/>
              <a:chOff x="2906375" y="1159725"/>
              <a:chExt cx="1860575" cy="1636800"/>
            </a:xfrm>
          </p:grpSpPr>
          <p:sp>
            <p:nvSpPr>
              <p:cNvPr id="8241" name="Google Shape;8241;p63"/>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2" name="Google Shape;8242;p63"/>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3" name="Google Shape;8243;p63"/>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4" name="Google Shape;8244;p63"/>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8245" name="Google Shape;8245;p63"/>
          <p:cNvGrpSpPr/>
          <p:nvPr/>
        </p:nvGrpSpPr>
        <p:grpSpPr>
          <a:xfrm>
            <a:off x="6528949" y="1853801"/>
            <a:ext cx="940737" cy="721067"/>
            <a:chOff x="6599718" y="2068734"/>
            <a:chExt cx="940737" cy="721067"/>
          </a:xfrm>
        </p:grpSpPr>
        <p:sp>
          <p:nvSpPr>
            <p:cNvPr id="8246" name="Google Shape;8246;p63"/>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7" name="Google Shape;8247;p63"/>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8" name="Google Shape;8248;p63"/>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9" name="Google Shape;8249;p63"/>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0" name="Google Shape;8250;p63"/>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1" name="Google Shape;8251;p63"/>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252" name="Google Shape;8252;p63"/>
            <p:cNvGrpSpPr/>
            <p:nvPr/>
          </p:nvGrpSpPr>
          <p:grpSpPr>
            <a:xfrm>
              <a:off x="6836957" y="2068734"/>
              <a:ext cx="461892" cy="721067"/>
              <a:chOff x="6836957" y="2068734"/>
              <a:chExt cx="461892" cy="721067"/>
            </a:xfrm>
          </p:grpSpPr>
          <p:sp>
            <p:nvSpPr>
              <p:cNvPr id="8253" name="Google Shape;8253;p63"/>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4" name="Google Shape;8254;p63"/>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5" name="Google Shape;8255;p63"/>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6" name="Google Shape;8256;p63"/>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7" name="Google Shape;8257;p63"/>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8" name="Google Shape;8258;p63"/>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259" name="Google Shape;8259;p63"/>
              <p:cNvGrpSpPr/>
              <p:nvPr/>
            </p:nvGrpSpPr>
            <p:grpSpPr>
              <a:xfrm>
                <a:off x="6836957" y="2068734"/>
                <a:ext cx="461892" cy="721067"/>
                <a:chOff x="6836957" y="2068734"/>
                <a:chExt cx="461892" cy="721067"/>
              </a:xfrm>
            </p:grpSpPr>
            <p:sp>
              <p:nvSpPr>
                <p:cNvPr id="8260" name="Google Shape;8260;p63"/>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1" name="Google Shape;8261;p63"/>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2" name="Google Shape;8262;p63"/>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3" name="Google Shape;8263;p63"/>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4" name="Google Shape;8264;p63"/>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5" name="Google Shape;8265;p63"/>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6" name="Google Shape;8266;p63"/>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8267" name="Google Shape;8267;p63"/>
          <p:cNvGrpSpPr/>
          <p:nvPr/>
        </p:nvGrpSpPr>
        <p:grpSpPr>
          <a:xfrm>
            <a:off x="2412267" y="1858147"/>
            <a:ext cx="712576" cy="712375"/>
            <a:chOff x="2559249" y="2069323"/>
            <a:chExt cx="685565" cy="685635"/>
          </a:xfrm>
        </p:grpSpPr>
        <p:sp>
          <p:nvSpPr>
            <p:cNvPr id="8268" name="Google Shape;8268;p63"/>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9" name="Google Shape;8269;p63"/>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0" name="Google Shape;8270;p63"/>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1" name="Google Shape;8271;p63"/>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2" name="Google Shape;8272;p63"/>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3" name="Google Shape;8273;p63"/>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4" name="Google Shape;8274;p63"/>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5" name="Google Shape;8275;p63"/>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6" name="Google Shape;8276;p63"/>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7" name="Google Shape;8277;p63"/>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8" name="Google Shape;8278;p63"/>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9" name="Google Shape;8279;p63"/>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0" name="Google Shape;8280;p63"/>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81" name="Google Shape;8281;p63"/>
          <p:cNvGrpSpPr/>
          <p:nvPr/>
        </p:nvGrpSpPr>
        <p:grpSpPr>
          <a:xfrm>
            <a:off x="7594705" y="970936"/>
            <a:ext cx="845645" cy="711911"/>
            <a:chOff x="951975" y="315800"/>
            <a:chExt cx="5860325" cy="4933550"/>
          </a:xfrm>
        </p:grpSpPr>
        <p:sp>
          <p:nvSpPr>
            <p:cNvPr id="8282" name="Google Shape;8282;p63"/>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3" name="Google Shape;8283;p63"/>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4" name="Google Shape;8284;p63"/>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5" name="Google Shape;8285;p63"/>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6" name="Google Shape;8286;p63"/>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7" name="Google Shape;8287;p63"/>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8" name="Google Shape;8288;p63"/>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9" name="Google Shape;8289;p63"/>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90" name="Google Shape;8290;p63"/>
          <p:cNvGrpSpPr/>
          <p:nvPr/>
        </p:nvGrpSpPr>
        <p:grpSpPr>
          <a:xfrm>
            <a:off x="3691834" y="2707045"/>
            <a:ext cx="1617932" cy="621724"/>
            <a:chOff x="3862800" y="3038525"/>
            <a:chExt cx="1329006" cy="510698"/>
          </a:xfrm>
        </p:grpSpPr>
        <p:sp>
          <p:nvSpPr>
            <p:cNvPr id="8291" name="Google Shape;8291;p63"/>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2" name="Google Shape;8292;p63"/>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293" name="Google Shape;8293;p63"/>
            <p:cNvGrpSpPr/>
            <p:nvPr/>
          </p:nvGrpSpPr>
          <p:grpSpPr>
            <a:xfrm>
              <a:off x="3967075" y="3040337"/>
              <a:ext cx="1019927" cy="402126"/>
              <a:chOff x="3967075" y="3040337"/>
              <a:chExt cx="1019927" cy="402126"/>
            </a:xfrm>
          </p:grpSpPr>
          <p:sp>
            <p:nvSpPr>
              <p:cNvPr id="8294" name="Google Shape;8294;p63"/>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5" name="Google Shape;8295;p63"/>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96" name="Google Shape;8296;p63"/>
            <p:cNvGrpSpPr/>
            <p:nvPr/>
          </p:nvGrpSpPr>
          <p:grpSpPr>
            <a:xfrm>
              <a:off x="4186700" y="3040337"/>
              <a:ext cx="390475" cy="183289"/>
              <a:chOff x="4186700" y="3040337"/>
              <a:chExt cx="390475" cy="183289"/>
            </a:xfrm>
          </p:grpSpPr>
          <p:sp>
            <p:nvSpPr>
              <p:cNvPr id="8297" name="Google Shape;8297;p63"/>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8" name="Google Shape;8298;p63"/>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99" name="Google Shape;8299;p63"/>
            <p:cNvGrpSpPr/>
            <p:nvPr/>
          </p:nvGrpSpPr>
          <p:grpSpPr>
            <a:xfrm>
              <a:off x="4073727" y="3040337"/>
              <a:ext cx="697793" cy="296263"/>
              <a:chOff x="4073727" y="3040337"/>
              <a:chExt cx="697793" cy="296263"/>
            </a:xfrm>
          </p:grpSpPr>
          <p:sp>
            <p:nvSpPr>
              <p:cNvPr id="8300" name="Google Shape;8300;p63"/>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1" name="Google Shape;8301;p63"/>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02" name="Google Shape;8302;p63"/>
            <p:cNvGrpSpPr/>
            <p:nvPr/>
          </p:nvGrpSpPr>
          <p:grpSpPr>
            <a:xfrm>
              <a:off x="3862800" y="3038525"/>
              <a:ext cx="1329006" cy="510698"/>
              <a:chOff x="3862800" y="3038525"/>
              <a:chExt cx="1329006" cy="510698"/>
            </a:xfrm>
          </p:grpSpPr>
          <p:sp>
            <p:nvSpPr>
              <p:cNvPr id="8303" name="Google Shape;8303;p63"/>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4" name="Google Shape;8304;p63"/>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8305" name="Google Shape;8305;p63"/>
          <p:cNvGrpSpPr/>
          <p:nvPr/>
        </p:nvGrpSpPr>
        <p:grpSpPr>
          <a:xfrm>
            <a:off x="700156" y="970936"/>
            <a:ext cx="883205" cy="775176"/>
            <a:chOff x="649648" y="271400"/>
            <a:chExt cx="6215377" cy="5455143"/>
          </a:xfrm>
        </p:grpSpPr>
        <p:sp>
          <p:nvSpPr>
            <p:cNvPr id="8306" name="Google Shape;8306;p63"/>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7" name="Google Shape;8307;p63"/>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8" name="Google Shape;8308;p63"/>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9" name="Google Shape;8309;p63"/>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0" name="Google Shape;8310;p63"/>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1" name="Google Shape;8311;p63"/>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2" name="Google Shape;8312;p63"/>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3" name="Google Shape;8313;p63"/>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4" name="Google Shape;8314;p63"/>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5" name="Google Shape;8315;p63"/>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6" name="Google Shape;8316;p63"/>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7" name="Google Shape;8317;p63"/>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18" name="Google Shape;8318;p63"/>
          <p:cNvGrpSpPr/>
          <p:nvPr/>
        </p:nvGrpSpPr>
        <p:grpSpPr>
          <a:xfrm>
            <a:off x="2308457" y="970936"/>
            <a:ext cx="767704" cy="815488"/>
            <a:chOff x="2499700" y="1135950"/>
            <a:chExt cx="732402" cy="777989"/>
          </a:xfrm>
        </p:grpSpPr>
        <p:grpSp>
          <p:nvGrpSpPr>
            <p:cNvPr id="8319" name="Google Shape;8319;p63"/>
            <p:cNvGrpSpPr/>
            <p:nvPr/>
          </p:nvGrpSpPr>
          <p:grpSpPr>
            <a:xfrm>
              <a:off x="2499700" y="1135950"/>
              <a:ext cx="732402" cy="694706"/>
              <a:chOff x="2499700" y="1135950"/>
              <a:chExt cx="732402" cy="694706"/>
            </a:xfrm>
          </p:grpSpPr>
          <p:sp>
            <p:nvSpPr>
              <p:cNvPr id="8320" name="Google Shape;8320;p63"/>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1" name="Google Shape;8321;p63"/>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2" name="Google Shape;8322;p63"/>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3" name="Google Shape;8323;p63"/>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4" name="Google Shape;8324;p63"/>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5" name="Google Shape;8325;p63"/>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6" name="Google Shape;8326;p63"/>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7" name="Google Shape;8327;p63"/>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8" name="Google Shape;8328;p63"/>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9" name="Google Shape;8329;p63"/>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0" name="Google Shape;8330;p63"/>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1" name="Google Shape;8331;p63"/>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2" name="Google Shape;8332;p63"/>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3" name="Google Shape;8333;p63"/>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4" name="Google Shape;8334;p63"/>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5" name="Google Shape;8335;p63"/>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6" name="Google Shape;8336;p63"/>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7" name="Google Shape;8337;p63"/>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8" name="Google Shape;8338;p63"/>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9" name="Google Shape;8339;p63"/>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0" name="Google Shape;8340;p63"/>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1" name="Google Shape;8341;p63"/>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2" name="Google Shape;8342;p63"/>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3" name="Google Shape;8343;p63"/>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4" name="Google Shape;8344;p63"/>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5" name="Google Shape;8345;p63"/>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6" name="Google Shape;8346;p63"/>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47" name="Google Shape;8347;p63"/>
            <p:cNvGrpSpPr/>
            <p:nvPr/>
          </p:nvGrpSpPr>
          <p:grpSpPr>
            <a:xfrm>
              <a:off x="2517909" y="1188726"/>
              <a:ext cx="702702" cy="725213"/>
              <a:chOff x="2517909" y="1188726"/>
              <a:chExt cx="702702" cy="725213"/>
            </a:xfrm>
          </p:grpSpPr>
          <p:sp>
            <p:nvSpPr>
              <p:cNvPr id="8348" name="Google Shape;8348;p63"/>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9" name="Google Shape;8349;p63"/>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0" name="Google Shape;8350;p63"/>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1" name="Google Shape;8351;p63"/>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2" name="Google Shape;8352;p63"/>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8353" name="Google Shape;8353;p63"/>
          <p:cNvGrpSpPr/>
          <p:nvPr/>
        </p:nvGrpSpPr>
        <p:grpSpPr>
          <a:xfrm>
            <a:off x="1654189" y="970936"/>
            <a:ext cx="583439" cy="870229"/>
            <a:chOff x="1716825" y="1121550"/>
            <a:chExt cx="622800" cy="928938"/>
          </a:xfrm>
        </p:grpSpPr>
        <p:grpSp>
          <p:nvGrpSpPr>
            <p:cNvPr id="8354" name="Google Shape;8354;p63"/>
            <p:cNvGrpSpPr/>
            <p:nvPr/>
          </p:nvGrpSpPr>
          <p:grpSpPr>
            <a:xfrm>
              <a:off x="1716825" y="1121550"/>
              <a:ext cx="622800" cy="928938"/>
              <a:chOff x="1716825" y="1121550"/>
              <a:chExt cx="622800" cy="928938"/>
            </a:xfrm>
          </p:grpSpPr>
          <p:cxnSp>
            <p:nvCxnSpPr>
              <p:cNvPr id="8355" name="Google Shape;8355;p63"/>
              <p:cNvCxnSpPr/>
              <p:nvPr/>
            </p:nvCxnSpPr>
            <p:spPr>
              <a:xfrm>
                <a:off x="1954750" y="1738188"/>
                <a:ext cx="0" cy="312300"/>
              </a:xfrm>
              <a:prstGeom prst="straightConnector1">
                <a:avLst/>
              </a:prstGeom>
              <a:noFill/>
              <a:ln w="9525" cap="flat" cmpd="sng">
                <a:solidFill>
                  <a:srgbClr val="213B55"/>
                </a:solidFill>
                <a:prstDash val="solid"/>
                <a:round/>
                <a:headEnd type="none" w="sm" len="sm"/>
                <a:tailEnd type="none" w="sm" len="sm"/>
              </a:ln>
            </p:spPr>
          </p:cxnSp>
          <p:sp>
            <p:nvSpPr>
              <p:cNvPr id="8356" name="Google Shape;8356;p63"/>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57" name="Google Shape;8357;p63"/>
            <p:cNvGrpSpPr/>
            <p:nvPr/>
          </p:nvGrpSpPr>
          <p:grpSpPr>
            <a:xfrm>
              <a:off x="1768050" y="1172775"/>
              <a:ext cx="520200" cy="832000"/>
              <a:chOff x="1768050" y="1172775"/>
              <a:chExt cx="520200" cy="832000"/>
            </a:xfrm>
          </p:grpSpPr>
          <p:cxnSp>
            <p:nvCxnSpPr>
              <p:cNvPr id="8358" name="Google Shape;8358;p63"/>
              <p:cNvCxnSpPr/>
              <p:nvPr/>
            </p:nvCxnSpPr>
            <p:spPr>
              <a:xfrm>
                <a:off x="2003025" y="1692475"/>
                <a:ext cx="0" cy="312300"/>
              </a:xfrm>
              <a:prstGeom prst="straightConnector1">
                <a:avLst/>
              </a:prstGeom>
              <a:noFill/>
              <a:ln w="9525" cap="flat" cmpd="sng">
                <a:solidFill>
                  <a:srgbClr val="667E92"/>
                </a:solidFill>
                <a:prstDash val="solid"/>
                <a:round/>
                <a:headEnd type="none" w="sm" len="sm"/>
                <a:tailEnd type="none" w="sm" len="sm"/>
              </a:ln>
            </p:spPr>
          </p:cxnSp>
          <p:sp>
            <p:nvSpPr>
              <p:cNvPr id="8359" name="Google Shape;8359;p63"/>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60" name="Google Shape;8360;p63"/>
            <p:cNvGrpSpPr/>
            <p:nvPr/>
          </p:nvGrpSpPr>
          <p:grpSpPr>
            <a:xfrm>
              <a:off x="1820100" y="1225475"/>
              <a:ext cx="416400" cy="729575"/>
              <a:chOff x="1820100" y="1225475"/>
              <a:chExt cx="416400" cy="729575"/>
            </a:xfrm>
          </p:grpSpPr>
          <p:cxnSp>
            <p:nvCxnSpPr>
              <p:cNvPr id="8361" name="Google Shape;8361;p63"/>
              <p:cNvCxnSpPr/>
              <p:nvPr/>
            </p:nvCxnSpPr>
            <p:spPr>
              <a:xfrm>
                <a:off x="2051300" y="1642750"/>
                <a:ext cx="0" cy="312300"/>
              </a:xfrm>
              <a:prstGeom prst="straightConnector1">
                <a:avLst/>
              </a:prstGeom>
              <a:noFill/>
              <a:ln w="9525" cap="flat" cmpd="sng">
                <a:solidFill>
                  <a:srgbClr val="445D73"/>
                </a:solidFill>
                <a:prstDash val="solid"/>
                <a:round/>
                <a:headEnd type="none" w="sm" len="sm"/>
                <a:tailEnd type="none" w="sm" len="sm"/>
              </a:ln>
            </p:spPr>
          </p:cxnSp>
          <p:sp>
            <p:nvSpPr>
              <p:cNvPr id="8362" name="Google Shape;8362;p63"/>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63" name="Google Shape;8363;p63"/>
            <p:cNvGrpSpPr/>
            <p:nvPr/>
          </p:nvGrpSpPr>
          <p:grpSpPr>
            <a:xfrm>
              <a:off x="1874250" y="1278825"/>
              <a:ext cx="308100" cy="605275"/>
              <a:chOff x="1874250" y="1278825"/>
              <a:chExt cx="308100" cy="605275"/>
            </a:xfrm>
          </p:grpSpPr>
          <p:cxnSp>
            <p:nvCxnSpPr>
              <p:cNvPr id="8364" name="Google Shape;8364;p63"/>
              <p:cNvCxnSpPr/>
              <p:nvPr/>
            </p:nvCxnSpPr>
            <p:spPr>
              <a:xfrm>
                <a:off x="2099575" y="1571800"/>
                <a:ext cx="0" cy="312300"/>
              </a:xfrm>
              <a:prstGeom prst="straightConnector1">
                <a:avLst/>
              </a:prstGeom>
              <a:noFill/>
              <a:ln w="9525" cap="flat" cmpd="sng">
                <a:solidFill>
                  <a:srgbClr val="E3E9ED"/>
                </a:solidFill>
                <a:prstDash val="solid"/>
                <a:round/>
                <a:headEnd type="none" w="sm" len="sm"/>
                <a:tailEnd type="none" w="sm" len="sm"/>
              </a:ln>
            </p:spPr>
          </p:cxnSp>
          <p:sp>
            <p:nvSpPr>
              <p:cNvPr id="8365" name="Google Shape;8365;p63"/>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366" name="Google Shape;8366;p63"/>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67" name="Google Shape;8367;p63"/>
          <p:cNvGrpSpPr/>
          <p:nvPr/>
        </p:nvGrpSpPr>
        <p:grpSpPr>
          <a:xfrm>
            <a:off x="1574012" y="1857258"/>
            <a:ext cx="739072" cy="714152"/>
            <a:chOff x="4334725" y="1355875"/>
            <a:chExt cx="3106650" cy="3001900"/>
          </a:xfrm>
        </p:grpSpPr>
        <p:grpSp>
          <p:nvGrpSpPr>
            <p:cNvPr id="8368" name="Google Shape;8368;p63"/>
            <p:cNvGrpSpPr/>
            <p:nvPr/>
          </p:nvGrpSpPr>
          <p:grpSpPr>
            <a:xfrm>
              <a:off x="4516050" y="1724875"/>
              <a:ext cx="2693725" cy="2632900"/>
              <a:chOff x="4516050" y="1724875"/>
              <a:chExt cx="2693725" cy="2632900"/>
            </a:xfrm>
          </p:grpSpPr>
          <p:sp>
            <p:nvSpPr>
              <p:cNvPr id="8369" name="Google Shape;8369;p63"/>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0" name="Google Shape;8370;p63"/>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1" name="Google Shape;8371;p63"/>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72" name="Google Shape;8372;p63"/>
            <p:cNvGrpSpPr/>
            <p:nvPr/>
          </p:nvGrpSpPr>
          <p:grpSpPr>
            <a:xfrm>
              <a:off x="4334725" y="1355875"/>
              <a:ext cx="3106650" cy="2709650"/>
              <a:chOff x="4334725" y="1355875"/>
              <a:chExt cx="3106650" cy="2709650"/>
            </a:xfrm>
          </p:grpSpPr>
          <p:sp>
            <p:nvSpPr>
              <p:cNvPr id="8373" name="Google Shape;8373;p63"/>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4" name="Google Shape;8374;p63"/>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5" name="Google Shape;8375;p63"/>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8376" name="Google Shape;8376;p63"/>
          <p:cNvGrpSpPr/>
          <p:nvPr/>
        </p:nvGrpSpPr>
        <p:grpSpPr>
          <a:xfrm>
            <a:off x="7690961" y="3488029"/>
            <a:ext cx="312074" cy="684173"/>
            <a:chOff x="7645573" y="3754300"/>
            <a:chExt cx="293855" cy="644170"/>
          </a:xfrm>
        </p:grpSpPr>
        <p:sp>
          <p:nvSpPr>
            <p:cNvPr id="8377" name="Google Shape;8377;p63"/>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8" name="Google Shape;8378;p63"/>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79" name="Google Shape;8379;p63"/>
          <p:cNvGrpSpPr/>
          <p:nvPr/>
        </p:nvGrpSpPr>
        <p:grpSpPr>
          <a:xfrm>
            <a:off x="5612949" y="970936"/>
            <a:ext cx="709011" cy="739359"/>
            <a:chOff x="5830645" y="1256617"/>
            <a:chExt cx="530340" cy="553040"/>
          </a:xfrm>
        </p:grpSpPr>
        <p:grpSp>
          <p:nvGrpSpPr>
            <p:cNvPr id="8380" name="Google Shape;8380;p63"/>
            <p:cNvGrpSpPr/>
            <p:nvPr/>
          </p:nvGrpSpPr>
          <p:grpSpPr>
            <a:xfrm>
              <a:off x="5830645" y="1256617"/>
              <a:ext cx="259743" cy="269908"/>
              <a:chOff x="5830645" y="1256617"/>
              <a:chExt cx="259743" cy="269908"/>
            </a:xfrm>
          </p:grpSpPr>
          <p:sp>
            <p:nvSpPr>
              <p:cNvPr id="8381" name="Google Shape;8381;p63"/>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2" name="Google Shape;8382;p63"/>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83" name="Google Shape;8383;p63"/>
            <p:cNvGrpSpPr/>
            <p:nvPr/>
          </p:nvGrpSpPr>
          <p:grpSpPr>
            <a:xfrm>
              <a:off x="6101293" y="1256617"/>
              <a:ext cx="259692" cy="269908"/>
              <a:chOff x="6101293" y="1256617"/>
              <a:chExt cx="259692" cy="269908"/>
            </a:xfrm>
          </p:grpSpPr>
          <p:sp>
            <p:nvSpPr>
              <p:cNvPr id="8384" name="Google Shape;8384;p63"/>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5" name="Google Shape;8385;p63"/>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86" name="Google Shape;8386;p63"/>
            <p:cNvGrpSpPr/>
            <p:nvPr/>
          </p:nvGrpSpPr>
          <p:grpSpPr>
            <a:xfrm>
              <a:off x="5830645" y="1539749"/>
              <a:ext cx="259692" cy="269908"/>
              <a:chOff x="5830645" y="1539749"/>
              <a:chExt cx="259692" cy="269908"/>
            </a:xfrm>
          </p:grpSpPr>
          <p:sp>
            <p:nvSpPr>
              <p:cNvPr id="8387" name="Google Shape;8387;p63"/>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8" name="Google Shape;8388;p63"/>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89" name="Google Shape;8389;p63"/>
            <p:cNvGrpSpPr/>
            <p:nvPr/>
          </p:nvGrpSpPr>
          <p:grpSpPr>
            <a:xfrm>
              <a:off x="6101293" y="1539749"/>
              <a:ext cx="259692" cy="269908"/>
              <a:chOff x="6101293" y="1539749"/>
              <a:chExt cx="259692" cy="269908"/>
            </a:xfrm>
          </p:grpSpPr>
          <p:sp>
            <p:nvSpPr>
              <p:cNvPr id="8390" name="Google Shape;8390;p63"/>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1" name="Google Shape;8391;p63"/>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392" name="Google Shape;8392;p63"/>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93" name="Google Shape;8393;p63"/>
          <p:cNvGrpSpPr/>
          <p:nvPr/>
        </p:nvGrpSpPr>
        <p:grpSpPr>
          <a:xfrm>
            <a:off x="714444" y="2707052"/>
            <a:ext cx="1452955" cy="621361"/>
            <a:chOff x="732422" y="2990152"/>
            <a:chExt cx="1337773" cy="572103"/>
          </a:xfrm>
        </p:grpSpPr>
        <p:sp>
          <p:nvSpPr>
            <p:cNvPr id="8394" name="Google Shape;8394;p63"/>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5" name="Google Shape;8395;p63"/>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6" name="Google Shape;8396;p63"/>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7" name="Google Shape;8397;p63"/>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8" name="Google Shape;8398;p63"/>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9" name="Google Shape;8399;p63"/>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8403"/>
        <p:cNvGrpSpPr/>
        <p:nvPr/>
      </p:nvGrpSpPr>
      <p:grpSpPr>
        <a:xfrm>
          <a:off x="0" y="0"/>
          <a:ext cx="0" cy="0"/>
          <a:chOff x="0" y="0"/>
          <a:chExt cx="0" cy="0"/>
        </a:xfrm>
      </p:grpSpPr>
      <p:grpSp>
        <p:nvGrpSpPr>
          <p:cNvPr id="8404" name="Google Shape;8404;p64"/>
          <p:cNvGrpSpPr/>
          <p:nvPr/>
        </p:nvGrpSpPr>
        <p:grpSpPr>
          <a:xfrm>
            <a:off x="708579" y="965872"/>
            <a:ext cx="1636117" cy="1526144"/>
            <a:chOff x="729238" y="1179665"/>
            <a:chExt cx="1636117" cy="1526144"/>
          </a:xfrm>
        </p:grpSpPr>
        <p:grpSp>
          <p:nvGrpSpPr>
            <p:cNvPr id="8405" name="Google Shape;8405;p64"/>
            <p:cNvGrpSpPr/>
            <p:nvPr/>
          </p:nvGrpSpPr>
          <p:grpSpPr>
            <a:xfrm>
              <a:off x="729238" y="1179665"/>
              <a:ext cx="80700" cy="1526144"/>
              <a:chOff x="729238" y="1179665"/>
              <a:chExt cx="80700" cy="1526144"/>
            </a:xfrm>
          </p:grpSpPr>
          <p:sp>
            <p:nvSpPr>
              <p:cNvPr id="8406" name="Google Shape;8406;p64"/>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7" name="Google Shape;8407;p64"/>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8" name="Google Shape;8408;p64"/>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9" name="Google Shape;8409;p64"/>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0" name="Google Shape;8410;p64"/>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1" name="Google Shape;8411;p64"/>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2" name="Google Shape;8412;p64"/>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3" name="Google Shape;8413;p64"/>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4" name="Google Shape;8414;p64"/>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5" name="Google Shape;8415;p64"/>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16" name="Google Shape;8416;p64"/>
            <p:cNvGrpSpPr/>
            <p:nvPr/>
          </p:nvGrpSpPr>
          <p:grpSpPr>
            <a:xfrm>
              <a:off x="903098" y="1179665"/>
              <a:ext cx="80700" cy="1526144"/>
              <a:chOff x="903098" y="1179665"/>
              <a:chExt cx="80700" cy="1526144"/>
            </a:xfrm>
          </p:grpSpPr>
          <p:sp>
            <p:nvSpPr>
              <p:cNvPr id="8417" name="Google Shape;8417;p64"/>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8" name="Google Shape;8418;p64"/>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9" name="Google Shape;8419;p64"/>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0" name="Google Shape;8420;p64"/>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1" name="Google Shape;8421;p64"/>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2" name="Google Shape;8422;p64"/>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3" name="Google Shape;8423;p64"/>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4" name="Google Shape;8424;p64"/>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5" name="Google Shape;8425;p64"/>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6" name="Google Shape;8426;p64"/>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27" name="Google Shape;8427;p64"/>
            <p:cNvGrpSpPr/>
            <p:nvPr/>
          </p:nvGrpSpPr>
          <p:grpSpPr>
            <a:xfrm>
              <a:off x="1076958" y="1179665"/>
              <a:ext cx="80700" cy="1526144"/>
              <a:chOff x="1076958" y="1179665"/>
              <a:chExt cx="80700" cy="1526144"/>
            </a:xfrm>
          </p:grpSpPr>
          <p:sp>
            <p:nvSpPr>
              <p:cNvPr id="8428" name="Google Shape;8428;p64"/>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9" name="Google Shape;8429;p64"/>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0" name="Google Shape;8430;p64"/>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1" name="Google Shape;8431;p64"/>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2" name="Google Shape;8432;p64"/>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3" name="Google Shape;8433;p64"/>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4" name="Google Shape;8434;p64"/>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5" name="Google Shape;8435;p64"/>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6" name="Google Shape;8436;p64"/>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7" name="Google Shape;8437;p64"/>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38" name="Google Shape;8438;p64"/>
            <p:cNvGrpSpPr/>
            <p:nvPr/>
          </p:nvGrpSpPr>
          <p:grpSpPr>
            <a:xfrm>
              <a:off x="1247707" y="1179665"/>
              <a:ext cx="80700" cy="1526144"/>
              <a:chOff x="1247707" y="1179665"/>
              <a:chExt cx="80700" cy="1526144"/>
            </a:xfrm>
          </p:grpSpPr>
          <p:sp>
            <p:nvSpPr>
              <p:cNvPr id="8439" name="Google Shape;8439;p64"/>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0" name="Google Shape;8440;p64"/>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1" name="Google Shape;8441;p64"/>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2" name="Google Shape;8442;p64"/>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3" name="Google Shape;8443;p64"/>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4" name="Google Shape;8444;p64"/>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5" name="Google Shape;8445;p64"/>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6" name="Google Shape;8446;p64"/>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7" name="Google Shape;8447;p64"/>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8" name="Google Shape;8448;p64"/>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49" name="Google Shape;8449;p64"/>
            <p:cNvGrpSpPr/>
            <p:nvPr/>
          </p:nvGrpSpPr>
          <p:grpSpPr>
            <a:xfrm>
              <a:off x="1421567" y="1179665"/>
              <a:ext cx="80700" cy="1526144"/>
              <a:chOff x="1421567" y="1179665"/>
              <a:chExt cx="80700" cy="1526144"/>
            </a:xfrm>
          </p:grpSpPr>
          <p:sp>
            <p:nvSpPr>
              <p:cNvPr id="8450" name="Google Shape;8450;p64"/>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1" name="Google Shape;8451;p64"/>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2" name="Google Shape;8452;p64"/>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3" name="Google Shape;8453;p64"/>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4" name="Google Shape;8454;p64"/>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5" name="Google Shape;8455;p64"/>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6" name="Google Shape;8456;p64"/>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7" name="Google Shape;8457;p64"/>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8" name="Google Shape;8458;p64"/>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9" name="Google Shape;8459;p64"/>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60" name="Google Shape;8460;p64"/>
            <p:cNvGrpSpPr/>
            <p:nvPr/>
          </p:nvGrpSpPr>
          <p:grpSpPr>
            <a:xfrm>
              <a:off x="1592327" y="1179665"/>
              <a:ext cx="80700" cy="1526144"/>
              <a:chOff x="1592327" y="1179665"/>
              <a:chExt cx="80700" cy="1526144"/>
            </a:xfrm>
          </p:grpSpPr>
          <p:sp>
            <p:nvSpPr>
              <p:cNvPr id="8461" name="Google Shape;8461;p64"/>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2" name="Google Shape;8462;p64"/>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3" name="Google Shape;8463;p64"/>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4" name="Google Shape;8464;p64"/>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5" name="Google Shape;8465;p64"/>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6" name="Google Shape;8466;p64"/>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7" name="Google Shape;8467;p64"/>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8" name="Google Shape;8468;p64"/>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9" name="Google Shape;8469;p64"/>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0" name="Google Shape;8470;p64"/>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71" name="Google Shape;8471;p64"/>
            <p:cNvGrpSpPr/>
            <p:nvPr/>
          </p:nvGrpSpPr>
          <p:grpSpPr>
            <a:xfrm>
              <a:off x="1766187" y="1179665"/>
              <a:ext cx="80700" cy="1526144"/>
              <a:chOff x="1766187" y="1179665"/>
              <a:chExt cx="80700" cy="1526144"/>
            </a:xfrm>
          </p:grpSpPr>
          <p:sp>
            <p:nvSpPr>
              <p:cNvPr id="8472" name="Google Shape;8472;p64"/>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3" name="Google Shape;8473;p64"/>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4" name="Google Shape;8474;p64"/>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5" name="Google Shape;8475;p64"/>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6" name="Google Shape;8476;p64"/>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7" name="Google Shape;8477;p64"/>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8" name="Google Shape;8478;p64"/>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9" name="Google Shape;8479;p64"/>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0" name="Google Shape;8480;p64"/>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1" name="Google Shape;8481;p64"/>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82" name="Google Shape;8482;p64"/>
            <p:cNvGrpSpPr/>
            <p:nvPr/>
          </p:nvGrpSpPr>
          <p:grpSpPr>
            <a:xfrm>
              <a:off x="1936935" y="1179665"/>
              <a:ext cx="80700" cy="1526144"/>
              <a:chOff x="1936935" y="1179665"/>
              <a:chExt cx="80700" cy="1526144"/>
            </a:xfrm>
          </p:grpSpPr>
          <p:sp>
            <p:nvSpPr>
              <p:cNvPr id="8483" name="Google Shape;8483;p64"/>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4" name="Google Shape;8484;p64"/>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5" name="Google Shape;8485;p64"/>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6" name="Google Shape;8486;p64"/>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7" name="Google Shape;8487;p64"/>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8" name="Google Shape;8488;p64"/>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9" name="Google Shape;8489;p64"/>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0" name="Google Shape;8490;p64"/>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1" name="Google Shape;8491;p64"/>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2" name="Google Shape;8492;p64"/>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93" name="Google Shape;8493;p64"/>
            <p:cNvGrpSpPr/>
            <p:nvPr/>
          </p:nvGrpSpPr>
          <p:grpSpPr>
            <a:xfrm>
              <a:off x="2110795" y="1179665"/>
              <a:ext cx="80700" cy="1526144"/>
              <a:chOff x="2110795" y="1179665"/>
              <a:chExt cx="80700" cy="1526144"/>
            </a:xfrm>
          </p:grpSpPr>
          <p:sp>
            <p:nvSpPr>
              <p:cNvPr id="8494" name="Google Shape;8494;p64"/>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5" name="Google Shape;8495;p64"/>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6" name="Google Shape;8496;p64"/>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7" name="Google Shape;8497;p64"/>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8" name="Google Shape;8498;p64"/>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9" name="Google Shape;8499;p64"/>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0" name="Google Shape;8500;p64"/>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1" name="Google Shape;8501;p64"/>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2" name="Google Shape;8502;p64"/>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3" name="Google Shape;8503;p64"/>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04" name="Google Shape;8504;p64"/>
            <p:cNvGrpSpPr/>
            <p:nvPr/>
          </p:nvGrpSpPr>
          <p:grpSpPr>
            <a:xfrm>
              <a:off x="2284655" y="1179665"/>
              <a:ext cx="80700" cy="1526144"/>
              <a:chOff x="2284655" y="1179665"/>
              <a:chExt cx="80700" cy="1526144"/>
            </a:xfrm>
          </p:grpSpPr>
          <p:sp>
            <p:nvSpPr>
              <p:cNvPr id="8505" name="Google Shape;8505;p64"/>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6" name="Google Shape;8506;p64"/>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7" name="Google Shape;8507;p64"/>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8" name="Google Shape;8508;p64"/>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9" name="Google Shape;8509;p64"/>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0" name="Google Shape;8510;p64"/>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1" name="Google Shape;8511;p64"/>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2" name="Google Shape;8512;p64"/>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3" name="Google Shape;8513;p64"/>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4" name="Google Shape;8514;p64"/>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8515" name="Google Shape;8515;p64"/>
          <p:cNvGrpSpPr/>
          <p:nvPr/>
        </p:nvGrpSpPr>
        <p:grpSpPr>
          <a:xfrm>
            <a:off x="2603245" y="985011"/>
            <a:ext cx="1364248" cy="1102133"/>
            <a:chOff x="2623904" y="1198803"/>
            <a:chExt cx="1364248" cy="1102133"/>
          </a:xfrm>
        </p:grpSpPr>
        <p:grpSp>
          <p:nvGrpSpPr>
            <p:cNvPr id="8516" name="Google Shape;8516;p64"/>
            <p:cNvGrpSpPr/>
            <p:nvPr/>
          </p:nvGrpSpPr>
          <p:grpSpPr>
            <a:xfrm>
              <a:off x="2623907" y="1198803"/>
              <a:ext cx="1364245" cy="273000"/>
              <a:chOff x="2623907" y="1198803"/>
              <a:chExt cx="1364245" cy="273000"/>
            </a:xfrm>
          </p:grpSpPr>
          <p:sp>
            <p:nvSpPr>
              <p:cNvPr id="8517" name="Google Shape;8517;p64"/>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8" name="Google Shape;8518;p64"/>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9" name="Google Shape;8519;p64"/>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0" name="Google Shape;8520;p64"/>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1" name="Google Shape;8521;p64"/>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22" name="Google Shape;8522;p64"/>
            <p:cNvGrpSpPr/>
            <p:nvPr/>
          </p:nvGrpSpPr>
          <p:grpSpPr>
            <a:xfrm>
              <a:off x="2623904" y="1476964"/>
              <a:ext cx="1364245" cy="273000"/>
              <a:chOff x="2623904" y="1476964"/>
              <a:chExt cx="1364245" cy="273000"/>
            </a:xfrm>
          </p:grpSpPr>
          <p:sp>
            <p:nvSpPr>
              <p:cNvPr id="8523" name="Google Shape;8523;p64"/>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4" name="Google Shape;8524;p64"/>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5" name="Google Shape;8525;p64"/>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6" name="Google Shape;8526;p64"/>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7" name="Google Shape;8527;p64"/>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28" name="Google Shape;8528;p64"/>
            <p:cNvGrpSpPr/>
            <p:nvPr/>
          </p:nvGrpSpPr>
          <p:grpSpPr>
            <a:xfrm>
              <a:off x="2623907" y="1749775"/>
              <a:ext cx="1364245" cy="273000"/>
              <a:chOff x="2623907" y="1749775"/>
              <a:chExt cx="1364245" cy="273000"/>
            </a:xfrm>
          </p:grpSpPr>
          <p:sp>
            <p:nvSpPr>
              <p:cNvPr id="8529" name="Google Shape;8529;p64"/>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0" name="Google Shape;8530;p64"/>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1" name="Google Shape;8531;p64"/>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2" name="Google Shape;8532;p64"/>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3" name="Google Shape;8533;p64"/>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34" name="Google Shape;8534;p64"/>
            <p:cNvGrpSpPr/>
            <p:nvPr/>
          </p:nvGrpSpPr>
          <p:grpSpPr>
            <a:xfrm>
              <a:off x="2623904" y="2027936"/>
              <a:ext cx="1364245" cy="273000"/>
              <a:chOff x="2623904" y="2027936"/>
              <a:chExt cx="1364245" cy="273000"/>
            </a:xfrm>
          </p:grpSpPr>
          <p:sp>
            <p:nvSpPr>
              <p:cNvPr id="8535" name="Google Shape;8535;p64"/>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6" name="Google Shape;8536;p64"/>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7" name="Google Shape;8537;p64"/>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8" name="Google Shape;8538;p64"/>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9" name="Google Shape;8539;p64"/>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8540" name="Google Shape;8540;p64"/>
          <p:cNvGrpSpPr/>
          <p:nvPr/>
        </p:nvGrpSpPr>
        <p:grpSpPr>
          <a:xfrm>
            <a:off x="2592706" y="2444193"/>
            <a:ext cx="1387540" cy="159124"/>
            <a:chOff x="3200660" y="2180272"/>
            <a:chExt cx="2563823" cy="378237"/>
          </a:xfrm>
        </p:grpSpPr>
        <p:sp>
          <p:nvSpPr>
            <p:cNvPr id="8541" name="Google Shape;8541;p64"/>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2" name="Google Shape;8542;p64"/>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3" name="Google Shape;8543;p64"/>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4" name="Google Shape;8544;p64"/>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5" name="Google Shape;8545;p64"/>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6" name="Google Shape;8546;p64"/>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7" name="Google Shape;8547;p64"/>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8" name="Google Shape;8548;p64"/>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9" name="Google Shape;8549;p64"/>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0" name="Google Shape;8550;p64"/>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1" name="Google Shape;8551;p64"/>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2" name="Google Shape;8552;p64"/>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3" name="Google Shape;8553;p64"/>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4" name="Google Shape;8554;p64"/>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5" name="Google Shape;8555;p64"/>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6" name="Google Shape;8556;p64"/>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7" name="Google Shape;8557;p64"/>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8" name="Google Shape;8558;p64"/>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59" name="Google Shape;8559;p64"/>
          <p:cNvGrpSpPr/>
          <p:nvPr/>
        </p:nvGrpSpPr>
        <p:grpSpPr>
          <a:xfrm>
            <a:off x="2589231" y="2722018"/>
            <a:ext cx="1390502" cy="159625"/>
            <a:chOff x="3530150" y="2790075"/>
            <a:chExt cx="1962600" cy="225300"/>
          </a:xfrm>
        </p:grpSpPr>
        <p:sp>
          <p:nvSpPr>
            <p:cNvPr id="8560" name="Google Shape;8560;p64"/>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1" name="Google Shape;8561;p64"/>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62" name="Google Shape;8562;p64"/>
          <p:cNvGrpSpPr/>
          <p:nvPr/>
        </p:nvGrpSpPr>
        <p:grpSpPr>
          <a:xfrm>
            <a:off x="2589884" y="3000344"/>
            <a:ext cx="1411629" cy="153761"/>
            <a:chOff x="3558802" y="4011427"/>
            <a:chExt cx="1866000" cy="111300"/>
          </a:xfrm>
        </p:grpSpPr>
        <p:sp>
          <p:nvSpPr>
            <p:cNvPr id="8563" name="Google Shape;8563;p6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4" name="Google Shape;8564;p64"/>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65" name="Google Shape;8565;p64"/>
          <p:cNvGrpSpPr/>
          <p:nvPr/>
        </p:nvGrpSpPr>
        <p:grpSpPr>
          <a:xfrm>
            <a:off x="2589576" y="2205744"/>
            <a:ext cx="1383504" cy="119749"/>
            <a:chOff x="3465975" y="2270276"/>
            <a:chExt cx="1986365" cy="171929"/>
          </a:xfrm>
        </p:grpSpPr>
        <p:sp>
          <p:nvSpPr>
            <p:cNvPr id="8566" name="Google Shape;8566;p64"/>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7" name="Google Shape;8567;p64"/>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8" name="Google Shape;8568;p64"/>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9" name="Google Shape;8569;p64"/>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0" name="Google Shape;8570;p64"/>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1" name="Google Shape;8571;p64"/>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2" name="Google Shape;8572;p64"/>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3" name="Google Shape;8573;p64"/>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74" name="Google Shape;8574;p64"/>
          <p:cNvGrpSpPr/>
          <p:nvPr/>
        </p:nvGrpSpPr>
        <p:grpSpPr>
          <a:xfrm>
            <a:off x="2600584" y="3569394"/>
            <a:ext cx="1369531" cy="195460"/>
            <a:chOff x="723300" y="4253549"/>
            <a:chExt cx="2276482" cy="324900"/>
          </a:xfrm>
        </p:grpSpPr>
        <p:sp>
          <p:nvSpPr>
            <p:cNvPr id="8575" name="Google Shape;8575;p64"/>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6" name="Google Shape;8576;p64"/>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7" name="Google Shape;8577;p64"/>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8" name="Google Shape;8578;p64"/>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9" name="Google Shape;8579;p64"/>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80" name="Google Shape;8580;p64"/>
          <p:cNvGrpSpPr/>
          <p:nvPr/>
        </p:nvGrpSpPr>
        <p:grpSpPr>
          <a:xfrm>
            <a:off x="2590145" y="3270574"/>
            <a:ext cx="1389065" cy="180119"/>
            <a:chOff x="705948" y="3788465"/>
            <a:chExt cx="2308952" cy="299400"/>
          </a:xfrm>
        </p:grpSpPr>
        <p:sp>
          <p:nvSpPr>
            <p:cNvPr id="8581" name="Google Shape;8581;p64"/>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2" name="Google Shape;8582;p64"/>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3" name="Google Shape;8583;p64"/>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4" name="Google Shape;8584;p64"/>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5" name="Google Shape;8585;p64"/>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86" name="Google Shape;8586;p64"/>
          <p:cNvGrpSpPr/>
          <p:nvPr/>
        </p:nvGrpSpPr>
        <p:grpSpPr>
          <a:xfrm>
            <a:off x="2638082" y="3883554"/>
            <a:ext cx="1304609" cy="294074"/>
            <a:chOff x="2658741" y="4097347"/>
            <a:chExt cx="1304609" cy="294074"/>
          </a:xfrm>
        </p:grpSpPr>
        <p:grpSp>
          <p:nvGrpSpPr>
            <p:cNvPr id="8587" name="Google Shape;8587;p64"/>
            <p:cNvGrpSpPr/>
            <p:nvPr/>
          </p:nvGrpSpPr>
          <p:grpSpPr>
            <a:xfrm>
              <a:off x="2658741" y="4097347"/>
              <a:ext cx="118572" cy="294074"/>
              <a:chOff x="3343310" y="4475555"/>
              <a:chExt cx="127717" cy="316753"/>
            </a:xfrm>
          </p:grpSpPr>
          <p:sp>
            <p:nvSpPr>
              <p:cNvPr id="8588" name="Google Shape;8588;p64"/>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9" name="Google Shape;8589;p64"/>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90" name="Google Shape;8590;p64"/>
            <p:cNvGrpSpPr/>
            <p:nvPr/>
          </p:nvGrpSpPr>
          <p:grpSpPr>
            <a:xfrm>
              <a:off x="3815519" y="4098388"/>
              <a:ext cx="147831" cy="291991"/>
              <a:chOff x="3527539" y="4476677"/>
              <a:chExt cx="159232" cy="314510"/>
            </a:xfrm>
          </p:grpSpPr>
          <p:sp>
            <p:nvSpPr>
              <p:cNvPr id="8591" name="Google Shape;8591;p6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2" name="Google Shape;8592;p6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93" name="Google Shape;8593;p64"/>
            <p:cNvGrpSpPr/>
            <p:nvPr/>
          </p:nvGrpSpPr>
          <p:grpSpPr>
            <a:xfrm>
              <a:off x="3511696" y="4098388"/>
              <a:ext cx="147831" cy="291991"/>
              <a:chOff x="3527539" y="4476677"/>
              <a:chExt cx="159232" cy="314510"/>
            </a:xfrm>
          </p:grpSpPr>
          <p:sp>
            <p:nvSpPr>
              <p:cNvPr id="8594" name="Google Shape;8594;p6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5" name="Google Shape;8595;p6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96" name="Google Shape;8596;p64"/>
            <p:cNvGrpSpPr/>
            <p:nvPr/>
          </p:nvGrpSpPr>
          <p:grpSpPr>
            <a:xfrm>
              <a:off x="3207874" y="4098388"/>
              <a:ext cx="147831" cy="291991"/>
              <a:chOff x="3527539" y="4476677"/>
              <a:chExt cx="159232" cy="314510"/>
            </a:xfrm>
          </p:grpSpPr>
          <p:sp>
            <p:nvSpPr>
              <p:cNvPr id="8597" name="Google Shape;8597;p6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8" name="Google Shape;8598;p6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99" name="Google Shape;8599;p64"/>
            <p:cNvGrpSpPr/>
            <p:nvPr/>
          </p:nvGrpSpPr>
          <p:grpSpPr>
            <a:xfrm>
              <a:off x="2933305" y="4097347"/>
              <a:ext cx="118572" cy="294074"/>
              <a:chOff x="3343310" y="4475555"/>
              <a:chExt cx="127717" cy="316753"/>
            </a:xfrm>
          </p:grpSpPr>
          <p:sp>
            <p:nvSpPr>
              <p:cNvPr id="8600" name="Google Shape;8600;p64"/>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1" name="Google Shape;8601;p64"/>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8602" name="Google Shape;8602;p64"/>
          <p:cNvGrpSpPr/>
          <p:nvPr/>
        </p:nvGrpSpPr>
        <p:grpSpPr>
          <a:xfrm>
            <a:off x="4256912" y="1866676"/>
            <a:ext cx="1433821" cy="191500"/>
            <a:chOff x="4273350" y="2080469"/>
            <a:chExt cx="1433821" cy="191500"/>
          </a:xfrm>
        </p:grpSpPr>
        <p:grpSp>
          <p:nvGrpSpPr>
            <p:cNvPr id="8603" name="Google Shape;8603;p64"/>
            <p:cNvGrpSpPr/>
            <p:nvPr/>
          </p:nvGrpSpPr>
          <p:grpSpPr>
            <a:xfrm>
              <a:off x="4273350" y="2080469"/>
              <a:ext cx="1433821" cy="0"/>
              <a:chOff x="5224975" y="2962250"/>
              <a:chExt cx="1544400" cy="0"/>
            </a:xfrm>
          </p:grpSpPr>
          <p:cxnSp>
            <p:nvCxnSpPr>
              <p:cNvPr id="8604" name="Google Shape;8604;p64"/>
              <p:cNvCxnSpPr/>
              <p:nvPr/>
            </p:nvCxnSpPr>
            <p:spPr>
              <a:xfrm>
                <a:off x="5224975" y="2962250"/>
                <a:ext cx="1544400" cy="0"/>
              </a:xfrm>
              <a:prstGeom prst="straightConnector1">
                <a:avLst/>
              </a:prstGeom>
              <a:noFill/>
              <a:ln w="9525" cap="flat" cmpd="sng">
                <a:solidFill>
                  <a:srgbClr val="E3E9ED"/>
                </a:solidFill>
                <a:prstDash val="solid"/>
                <a:round/>
                <a:headEnd type="none" w="sm" len="sm"/>
                <a:tailEnd type="none" w="sm" len="sm"/>
              </a:ln>
            </p:spPr>
          </p:cxnSp>
          <p:cxnSp>
            <p:nvCxnSpPr>
              <p:cNvPr id="8605" name="Google Shape;8605;p64"/>
              <p:cNvCxnSpPr/>
              <p:nvPr/>
            </p:nvCxnSpPr>
            <p:spPr>
              <a:xfrm>
                <a:off x="5225150" y="2962250"/>
                <a:ext cx="453300" cy="0"/>
              </a:xfrm>
              <a:prstGeom prst="straightConnector1">
                <a:avLst/>
              </a:prstGeom>
              <a:noFill/>
              <a:ln w="9525" cap="flat" cmpd="sng">
                <a:solidFill>
                  <a:srgbClr val="7994A9"/>
                </a:solidFill>
                <a:prstDash val="solid"/>
                <a:round/>
                <a:headEnd type="none" w="sm" len="sm"/>
                <a:tailEnd type="oval" w="med" len="med"/>
              </a:ln>
            </p:spPr>
          </p:cxnSp>
        </p:grpSp>
        <p:grpSp>
          <p:nvGrpSpPr>
            <p:cNvPr id="8606" name="Google Shape;8606;p64"/>
            <p:cNvGrpSpPr/>
            <p:nvPr/>
          </p:nvGrpSpPr>
          <p:grpSpPr>
            <a:xfrm>
              <a:off x="4273350" y="2271969"/>
              <a:ext cx="1433821" cy="0"/>
              <a:chOff x="5224975" y="2962250"/>
              <a:chExt cx="1544400" cy="0"/>
            </a:xfrm>
          </p:grpSpPr>
          <p:cxnSp>
            <p:nvCxnSpPr>
              <p:cNvPr id="8607" name="Google Shape;8607;p64"/>
              <p:cNvCxnSpPr/>
              <p:nvPr/>
            </p:nvCxnSpPr>
            <p:spPr>
              <a:xfrm>
                <a:off x="5224975" y="2962250"/>
                <a:ext cx="1544400" cy="0"/>
              </a:xfrm>
              <a:prstGeom prst="straightConnector1">
                <a:avLst/>
              </a:prstGeom>
              <a:noFill/>
              <a:ln w="9525" cap="flat" cmpd="sng">
                <a:solidFill>
                  <a:srgbClr val="E3E9ED"/>
                </a:solidFill>
                <a:prstDash val="solid"/>
                <a:round/>
                <a:headEnd type="none" w="sm" len="sm"/>
                <a:tailEnd type="none" w="sm" len="sm"/>
              </a:ln>
            </p:spPr>
          </p:cxnSp>
          <p:cxnSp>
            <p:nvCxnSpPr>
              <p:cNvPr id="8608" name="Google Shape;8608;p64"/>
              <p:cNvCxnSpPr/>
              <p:nvPr/>
            </p:nvCxnSpPr>
            <p:spPr>
              <a:xfrm>
                <a:off x="5225150" y="2962250"/>
                <a:ext cx="998700" cy="0"/>
              </a:xfrm>
              <a:prstGeom prst="straightConnector1">
                <a:avLst/>
              </a:prstGeom>
              <a:noFill/>
              <a:ln w="9525" cap="flat" cmpd="sng">
                <a:solidFill>
                  <a:srgbClr val="7994A9"/>
                </a:solidFill>
                <a:prstDash val="solid"/>
                <a:round/>
                <a:headEnd type="none" w="sm" len="sm"/>
                <a:tailEnd type="oval" w="med" len="med"/>
              </a:ln>
            </p:spPr>
          </p:cxnSp>
        </p:grpSp>
      </p:grpSp>
      <p:grpSp>
        <p:nvGrpSpPr>
          <p:cNvPr id="8609" name="Google Shape;8609;p64"/>
          <p:cNvGrpSpPr/>
          <p:nvPr/>
        </p:nvGrpSpPr>
        <p:grpSpPr>
          <a:xfrm>
            <a:off x="4258467" y="969244"/>
            <a:ext cx="1430711" cy="743389"/>
            <a:chOff x="5159450" y="1919950"/>
            <a:chExt cx="1541050" cy="862500"/>
          </a:xfrm>
        </p:grpSpPr>
        <p:sp>
          <p:nvSpPr>
            <p:cNvPr id="8610" name="Google Shape;8610;p64"/>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8611" name="Google Shape;8611;p64"/>
            <p:cNvGrpSpPr/>
            <p:nvPr/>
          </p:nvGrpSpPr>
          <p:grpSpPr>
            <a:xfrm>
              <a:off x="5159450" y="1919950"/>
              <a:ext cx="1541050" cy="862500"/>
              <a:chOff x="5159450" y="1919950"/>
              <a:chExt cx="1541050" cy="862500"/>
            </a:xfrm>
          </p:grpSpPr>
          <p:cxnSp>
            <p:nvCxnSpPr>
              <p:cNvPr id="8612" name="Google Shape;8612;p64"/>
              <p:cNvCxnSpPr/>
              <p:nvPr/>
            </p:nvCxnSpPr>
            <p:spPr>
              <a:xfrm>
                <a:off x="5159450" y="1919950"/>
                <a:ext cx="0" cy="862500"/>
              </a:xfrm>
              <a:prstGeom prst="straightConnector1">
                <a:avLst/>
              </a:prstGeom>
              <a:noFill/>
              <a:ln w="9525" cap="flat" cmpd="sng">
                <a:solidFill>
                  <a:srgbClr val="E3E9ED"/>
                </a:solidFill>
                <a:prstDash val="solid"/>
                <a:round/>
                <a:headEnd type="none" w="sm" len="sm"/>
                <a:tailEnd type="none" w="sm" len="sm"/>
              </a:ln>
            </p:spPr>
          </p:cxnSp>
          <p:cxnSp>
            <p:nvCxnSpPr>
              <p:cNvPr id="8613" name="Google Shape;8613;p64"/>
              <p:cNvCxnSpPr/>
              <p:nvPr/>
            </p:nvCxnSpPr>
            <p:spPr>
              <a:xfrm>
                <a:off x="5161200" y="2778975"/>
                <a:ext cx="1539300" cy="0"/>
              </a:xfrm>
              <a:prstGeom prst="straightConnector1">
                <a:avLst/>
              </a:prstGeom>
              <a:noFill/>
              <a:ln w="9525" cap="flat" cmpd="sng">
                <a:solidFill>
                  <a:srgbClr val="E3E9ED"/>
                </a:solidFill>
                <a:prstDash val="solid"/>
                <a:round/>
                <a:headEnd type="none" w="sm" len="sm"/>
                <a:tailEnd type="none" w="sm" len="sm"/>
              </a:ln>
            </p:spPr>
          </p:cxnSp>
        </p:grpSp>
      </p:grpSp>
      <p:grpSp>
        <p:nvGrpSpPr>
          <p:cNvPr id="8614" name="Google Shape;8614;p64"/>
          <p:cNvGrpSpPr/>
          <p:nvPr/>
        </p:nvGrpSpPr>
        <p:grpSpPr>
          <a:xfrm>
            <a:off x="4248581" y="2192571"/>
            <a:ext cx="1450484" cy="1052087"/>
            <a:chOff x="5230575" y="1554475"/>
            <a:chExt cx="2137150" cy="1550150"/>
          </a:xfrm>
        </p:grpSpPr>
        <p:sp>
          <p:nvSpPr>
            <p:cNvPr id="8615" name="Google Shape;8615;p64"/>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6" name="Google Shape;8616;p64"/>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7" name="Google Shape;8617;p64"/>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8" name="Google Shape;8618;p64"/>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9" name="Google Shape;8619;p64"/>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0" name="Google Shape;8620;p64"/>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1" name="Google Shape;8621;p64"/>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2" name="Google Shape;8622;p64"/>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3" name="Google Shape;8623;p64"/>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4" name="Google Shape;8624;p64"/>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5" name="Google Shape;8625;p64"/>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6" name="Google Shape;8626;p64"/>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7" name="Google Shape;8627;p64"/>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28" name="Google Shape;8628;p64"/>
          <p:cNvGrpSpPr/>
          <p:nvPr/>
        </p:nvGrpSpPr>
        <p:grpSpPr>
          <a:xfrm rot="10800000">
            <a:off x="4265131" y="3284761"/>
            <a:ext cx="1417383" cy="887946"/>
            <a:chOff x="5645403" y="2920021"/>
            <a:chExt cx="2650800" cy="2180614"/>
          </a:xfrm>
        </p:grpSpPr>
        <p:sp>
          <p:nvSpPr>
            <p:cNvPr id="8629" name="Google Shape;8629;p64"/>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630" name="Google Shape;8630;p64"/>
            <p:cNvCxnSpPr>
              <a:stCxn id="8629" idx="1"/>
            </p:cNvCxnSpPr>
            <p:nvPr/>
          </p:nvCxnSpPr>
          <p:spPr>
            <a:xfrm rot="10800000">
              <a:off x="5645403" y="3154021"/>
              <a:ext cx="127500" cy="600"/>
            </a:xfrm>
            <a:prstGeom prst="straightConnector1">
              <a:avLst/>
            </a:prstGeom>
            <a:noFill/>
            <a:ln w="9525" cap="flat" cmpd="sng">
              <a:solidFill>
                <a:srgbClr val="435D74"/>
              </a:solidFill>
              <a:prstDash val="solid"/>
              <a:round/>
              <a:headEnd type="none" w="sm" len="sm"/>
              <a:tailEnd type="none" w="sm" len="sm"/>
            </a:ln>
          </p:spPr>
        </p:cxnSp>
        <p:sp>
          <p:nvSpPr>
            <p:cNvPr id="8631" name="Google Shape;8631;p64"/>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632" name="Google Shape;8632;p64"/>
            <p:cNvCxnSpPr>
              <a:endCxn id="8631" idx="3"/>
            </p:cNvCxnSpPr>
            <p:nvPr/>
          </p:nvCxnSpPr>
          <p:spPr>
            <a:xfrm rot="10800000">
              <a:off x="8059040" y="3735532"/>
              <a:ext cx="135300" cy="0"/>
            </a:xfrm>
            <a:prstGeom prst="straightConnector1">
              <a:avLst/>
            </a:prstGeom>
            <a:noFill/>
            <a:ln w="9525" cap="flat" cmpd="sng">
              <a:solidFill>
                <a:srgbClr val="5F7D95"/>
              </a:solidFill>
              <a:prstDash val="solid"/>
              <a:round/>
              <a:headEnd type="none" w="sm" len="sm"/>
              <a:tailEnd type="none" w="sm" len="sm"/>
            </a:ln>
          </p:spPr>
        </p:cxnSp>
        <p:sp>
          <p:nvSpPr>
            <p:cNvPr id="8633" name="Google Shape;8633;p64"/>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634" name="Google Shape;8634;p64"/>
            <p:cNvCxnSpPr>
              <a:stCxn id="8633" idx="1"/>
            </p:cNvCxnSpPr>
            <p:nvPr/>
          </p:nvCxnSpPr>
          <p:spPr>
            <a:xfrm rot="10800000">
              <a:off x="6175223" y="4300183"/>
              <a:ext cx="123900" cy="600"/>
            </a:xfrm>
            <a:prstGeom prst="straightConnector1">
              <a:avLst/>
            </a:prstGeom>
            <a:noFill/>
            <a:ln w="9525" cap="flat" cmpd="sng">
              <a:solidFill>
                <a:srgbClr val="869FB2"/>
              </a:solidFill>
              <a:prstDash val="solid"/>
              <a:round/>
              <a:headEnd type="none" w="sm" len="sm"/>
              <a:tailEnd type="none" w="sm" len="sm"/>
            </a:ln>
          </p:spPr>
        </p:cxnSp>
        <p:sp>
          <p:nvSpPr>
            <p:cNvPr id="8635" name="Google Shape;8635;p64"/>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636" name="Google Shape;8636;p64"/>
            <p:cNvCxnSpPr>
              <a:endCxn id="8635" idx="3"/>
            </p:cNvCxnSpPr>
            <p:nvPr/>
          </p:nvCxnSpPr>
          <p:spPr>
            <a:xfrm flipH="1">
              <a:off x="7439761" y="4864535"/>
              <a:ext cx="104400" cy="1500"/>
            </a:xfrm>
            <a:prstGeom prst="straightConnector1">
              <a:avLst/>
            </a:prstGeom>
            <a:noFill/>
            <a:ln w="9525" cap="flat" cmpd="sng">
              <a:solidFill>
                <a:srgbClr val="BAC8D3"/>
              </a:solidFill>
              <a:prstDash val="solid"/>
              <a:round/>
              <a:headEnd type="none" w="sm" len="sm"/>
              <a:tailEnd type="none" w="sm" len="sm"/>
            </a:ln>
          </p:spPr>
        </p:cxnSp>
      </p:grpSp>
      <p:grpSp>
        <p:nvGrpSpPr>
          <p:cNvPr id="8637" name="Google Shape;8637;p64"/>
          <p:cNvGrpSpPr/>
          <p:nvPr/>
        </p:nvGrpSpPr>
        <p:grpSpPr>
          <a:xfrm>
            <a:off x="7365491" y="2188116"/>
            <a:ext cx="1071743" cy="1021579"/>
            <a:chOff x="7189833" y="2022667"/>
            <a:chExt cx="1251159" cy="1192597"/>
          </a:xfrm>
        </p:grpSpPr>
        <p:sp>
          <p:nvSpPr>
            <p:cNvPr id="8638" name="Google Shape;8638;p64"/>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9" name="Google Shape;8639;p64"/>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0" name="Google Shape;8640;p64"/>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1" name="Google Shape;8641;p64"/>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42" name="Google Shape;8642;p64"/>
          <p:cNvGrpSpPr/>
          <p:nvPr/>
        </p:nvGrpSpPr>
        <p:grpSpPr>
          <a:xfrm>
            <a:off x="706762" y="2614523"/>
            <a:ext cx="1695374" cy="1560837"/>
            <a:chOff x="727421" y="2828315"/>
            <a:chExt cx="1695374" cy="1560837"/>
          </a:xfrm>
        </p:grpSpPr>
        <p:grpSp>
          <p:nvGrpSpPr>
            <p:cNvPr id="8643" name="Google Shape;8643;p64"/>
            <p:cNvGrpSpPr/>
            <p:nvPr/>
          </p:nvGrpSpPr>
          <p:grpSpPr>
            <a:xfrm>
              <a:off x="819108" y="2882501"/>
              <a:ext cx="103104" cy="1426186"/>
              <a:chOff x="4674013" y="3100904"/>
              <a:chExt cx="122758" cy="1698043"/>
            </a:xfrm>
          </p:grpSpPr>
          <p:sp>
            <p:nvSpPr>
              <p:cNvPr id="8644" name="Google Shape;8644;p64"/>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5" name="Google Shape;8645;p64"/>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6" name="Google Shape;8646;p64"/>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7" name="Google Shape;8647;p64"/>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8" name="Google Shape;8648;p64"/>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9" name="Google Shape;8649;p64"/>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0" name="Google Shape;8650;p64"/>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51" name="Google Shape;8651;p64"/>
            <p:cNvGrpSpPr/>
            <p:nvPr/>
          </p:nvGrpSpPr>
          <p:grpSpPr>
            <a:xfrm>
              <a:off x="1062475" y="2882501"/>
              <a:ext cx="103104" cy="1426186"/>
              <a:chOff x="4940438" y="3100904"/>
              <a:chExt cx="122758" cy="1698043"/>
            </a:xfrm>
          </p:grpSpPr>
          <p:sp>
            <p:nvSpPr>
              <p:cNvPr id="8652" name="Google Shape;8652;p64"/>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3" name="Google Shape;8653;p64"/>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4" name="Google Shape;8654;p64"/>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5" name="Google Shape;8655;p64"/>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6" name="Google Shape;8656;p64"/>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7" name="Google Shape;8657;p64"/>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8" name="Google Shape;8658;p64"/>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59" name="Google Shape;8659;p64"/>
            <p:cNvGrpSpPr/>
            <p:nvPr/>
          </p:nvGrpSpPr>
          <p:grpSpPr>
            <a:xfrm>
              <a:off x="1299324" y="2882501"/>
              <a:ext cx="103104" cy="1426186"/>
              <a:chOff x="5206863" y="3100904"/>
              <a:chExt cx="122758" cy="1698043"/>
            </a:xfrm>
          </p:grpSpPr>
          <p:sp>
            <p:nvSpPr>
              <p:cNvPr id="8660" name="Google Shape;8660;p64"/>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1" name="Google Shape;8661;p64"/>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2" name="Google Shape;8662;p64"/>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3" name="Google Shape;8663;p64"/>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4" name="Google Shape;8664;p64"/>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5" name="Google Shape;8665;p64"/>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6" name="Google Shape;8666;p64"/>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67" name="Google Shape;8667;p64"/>
            <p:cNvGrpSpPr/>
            <p:nvPr/>
          </p:nvGrpSpPr>
          <p:grpSpPr>
            <a:xfrm>
              <a:off x="1786057" y="2882501"/>
              <a:ext cx="103104" cy="1426186"/>
              <a:chOff x="6006138" y="3143629"/>
              <a:chExt cx="122758" cy="1698043"/>
            </a:xfrm>
          </p:grpSpPr>
          <p:sp>
            <p:nvSpPr>
              <p:cNvPr id="8668" name="Google Shape;8668;p64"/>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9" name="Google Shape;8669;p64"/>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0" name="Google Shape;8670;p64"/>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1" name="Google Shape;8671;p64"/>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2" name="Google Shape;8672;p64"/>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3" name="Google Shape;8673;p64"/>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4" name="Google Shape;8674;p64"/>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75" name="Google Shape;8675;p64"/>
            <p:cNvGrpSpPr/>
            <p:nvPr/>
          </p:nvGrpSpPr>
          <p:grpSpPr>
            <a:xfrm>
              <a:off x="2029422" y="2882501"/>
              <a:ext cx="103104" cy="1426186"/>
              <a:chOff x="6805413" y="3100904"/>
              <a:chExt cx="122758" cy="1698043"/>
            </a:xfrm>
          </p:grpSpPr>
          <p:sp>
            <p:nvSpPr>
              <p:cNvPr id="8676" name="Google Shape;8676;p64"/>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7" name="Google Shape;8677;p64"/>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8" name="Google Shape;8678;p64"/>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9" name="Google Shape;8679;p64"/>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0" name="Google Shape;8680;p64"/>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1" name="Google Shape;8681;p64"/>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2" name="Google Shape;8682;p64"/>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83" name="Google Shape;8683;p64"/>
            <p:cNvGrpSpPr/>
            <p:nvPr/>
          </p:nvGrpSpPr>
          <p:grpSpPr>
            <a:xfrm>
              <a:off x="727421" y="2828315"/>
              <a:ext cx="1695374" cy="1560837"/>
              <a:chOff x="734799" y="2782450"/>
              <a:chExt cx="1571100" cy="1577400"/>
            </a:xfrm>
          </p:grpSpPr>
          <p:cxnSp>
            <p:nvCxnSpPr>
              <p:cNvPr id="8684" name="Google Shape;8684;p64"/>
              <p:cNvCxnSpPr/>
              <p:nvPr/>
            </p:nvCxnSpPr>
            <p:spPr>
              <a:xfrm>
                <a:off x="743025" y="2782450"/>
                <a:ext cx="0" cy="1577400"/>
              </a:xfrm>
              <a:prstGeom prst="straightConnector1">
                <a:avLst/>
              </a:prstGeom>
              <a:noFill/>
              <a:ln w="19050" cap="flat" cmpd="sng">
                <a:solidFill>
                  <a:srgbClr val="E3E7EA"/>
                </a:solidFill>
                <a:prstDash val="solid"/>
                <a:round/>
                <a:headEnd type="none" w="sm" len="sm"/>
                <a:tailEnd type="none" w="sm" len="sm"/>
              </a:ln>
            </p:spPr>
          </p:cxnSp>
          <p:cxnSp>
            <p:nvCxnSpPr>
              <p:cNvPr id="8685" name="Google Shape;8685;p64"/>
              <p:cNvCxnSpPr/>
              <p:nvPr/>
            </p:nvCxnSpPr>
            <p:spPr>
              <a:xfrm rot="10800000">
                <a:off x="734799" y="4359850"/>
                <a:ext cx="1571100" cy="0"/>
              </a:xfrm>
              <a:prstGeom prst="straightConnector1">
                <a:avLst/>
              </a:prstGeom>
              <a:noFill/>
              <a:ln w="19050" cap="flat" cmpd="sng">
                <a:solidFill>
                  <a:srgbClr val="E3E7EA"/>
                </a:solidFill>
                <a:prstDash val="solid"/>
                <a:round/>
                <a:headEnd type="none" w="sm" len="sm"/>
                <a:tailEnd type="none" w="sm" len="sm"/>
              </a:ln>
            </p:spPr>
          </p:cxnSp>
        </p:grpSp>
        <p:grpSp>
          <p:nvGrpSpPr>
            <p:cNvPr id="8686" name="Google Shape;8686;p64"/>
            <p:cNvGrpSpPr/>
            <p:nvPr/>
          </p:nvGrpSpPr>
          <p:grpSpPr>
            <a:xfrm>
              <a:off x="2272795" y="2882501"/>
              <a:ext cx="103104" cy="1426186"/>
              <a:chOff x="5206863" y="3100904"/>
              <a:chExt cx="122758" cy="1698043"/>
            </a:xfrm>
          </p:grpSpPr>
          <p:sp>
            <p:nvSpPr>
              <p:cNvPr id="8687" name="Google Shape;8687;p64"/>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8" name="Google Shape;8688;p64"/>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9" name="Google Shape;8689;p64"/>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0" name="Google Shape;8690;p64"/>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1" name="Google Shape;8691;p64"/>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2" name="Google Shape;8692;p64"/>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3" name="Google Shape;8693;p64"/>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94" name="Google Shape;8694;p64"/>
            <p:cNvGrpSpPr/>
            <p:nvPr/>
          </p:nvGrpSpPr>
          <p:grpSpPr>
            <a:xfrm>
              <a:off x="1542694" y="2882501"/>
              <a:ext cx="103104" cy="1426186"/>
              <a:chOff x="6006138" y="3143629"/>
              <a:chExt cx="122758" cy="1698043"/>
            </a:xfrm>
          </p:grpSpPr>
          <p:sp>
            <p:nvSpPr>
              <p:cNvPr id="8695" name="Google Shape;8695;p64"/>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6" name="Google Shape;8696;p64"/>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7" name="Google Shape;8697;p64"/>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8" name="Google Shape;8698;p64"/>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9" name="Google Shape;8699;p64"/>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0" name="Google Shape;8700;p64"/>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1" name="Google Shape;8701;p64"/>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8702" name="Google Shape;8702;p64"/>
          <p:cNvGrpSpPr/>
          <p:nvPr/>
        </p:nvGrpSpPr>
        <p:grpSpPr>
          <a:xfrm>
            <a:off x="5915341" y="2192094"/>
            <a:ext cx="1248543" cy="1025319"/>
            <a:chOff x="5183758" y="1210600"/>
            <a:chExt cx="3605380" cy="2960783"/>
          </a:xfrm>
        </p:grpSpPr>
        <p:sp>
          <p:nvSpPr>
            <p:cNvPr id="8703" name="Google Shape;8703;p64"/>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4" name="Google Shape;8704;p64"/>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5" name="Google Shape;8705;p64"/>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6" name="Google Shape;8706;p64"/>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707" name="Google Shape;8707;p64"/>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sm" len="sm"/>
            </a:ln>
          </p:spPr>
        </p:cxnSp>
        <p:cxnSp>
          <p:nvCxnSpPr>
            <p:cNvPr id="8708" name="Google Shape;8708;p64"/>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sm" len="sm"/>
            </a:ln>
          </p:spPr>
        </p:cxnSp>
        <p:cxnSp>
          <p:nvCxnSpPr>
            <p:cNvPr id="8709" name="Google Shape;8709;p64"/>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sm" len="sm"/>
            </a:ln>
          </p:spPr>
        </p:cxnSp>
        <p:cxnSp>
          <p:nvCxnSpPr>
            <p:cNvPr id="8710" name="Google Shape;8710;p64"/>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sm" len="sm"/>
            </a:ln>
          </p:spPr>
        </p:cxnSp>
        <p:sp>
          <p:nvSpPr>
            <p:cNvPr id="8711" name="Google Shape;8711;p64"/>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12" name="Google Shape;8712;p64"/>
          <p:cNvGrpSpPr/>
          <p:nvPr/>
        </p:nvGrpSpPr>
        <p:grpSpPr>
          <a:xfrm>
            <a:off x="5772403" y="3330411"/>
            <a:ext cx="2664832" cy="843440"/>
            <a:chOff x="5916567" y="1099697"/>
            <a:chExt cx="2556684" cy="809211"/>
          </a:xfrm>
        </p:grpSpPr>
        <p:sp>
          <p:nvSpPr>
            <p:cNvPr id="8713" name="Google Shape;8713;p64"/>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4" name="Google Shape;8714;p64"/>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5" name="Google Shape;8715;p64"/>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6" name="Google Shape;8716;p64"/>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7" name="Google Shape;8717;p64"/>
            <p:cNvSpPr/>
            <p:nvPr/>
          </p:nvSpPr>
          <p:spPr>
            <a:xfrm>
              <a:off x="8279421" y="1099697"/>
              <a:ext cx="54" cy="0"/>
            </a:xfrm>
            <a:custGeom>
              <a:avLst/>
              <a:gdLst/>
              <a:ahLst/>
              <a:cxnLst/>
              <a:rect l="l" t="t" r="r" b="b"/>
              <a:pathLst>
                <a:path w="6" h="120000"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8" name="Google Shape;8718;p64"/>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9" name="Google Shape;8719;p64"/>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0" name="Google Shape;8720;p64"/>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21" name="Google Shape;8721;p64"/>
          <p:cNvGrpSpPr/>
          <p:nvPr/>
        </p:nvGrpSpPr>
        <p:grpSpPr>
          <a:xfrm>
            <a:off x="5879943" y="979270"/>
            <a:ext cx="1299850" cy="1023337"/>
            <a:chOff x="5900602" y="1193063"/>
            <a:chExt cx="1299850" cy="1023337"/>
          </a:xfrm>
        </p:grpSpPr>
        <p:grpSp>
          <p:nvGrpSpPr>
            <p:cNvPr id="8722" name="Google Shape;8722;p64"/>
            <p:cNvGrpSpPr/>
            <p:nvPr/>
          </p:nvGrpSpPr>
          <p:grpSpPr>
            <a:xfrm>
              <a:off x="6743564" y="1193063"/>
              <a:ext cx="456888" cy="700378"/>
              <a:chOff x="6743564" y="1193063"/>
              <a:chExt cx="456888" cy="700378"/>
            </a:xfrm>
          </p:grpSpPr>
          <p:grpSp>
            <p:nvGrpSpPr>
              <p:cNvPr id="8723" name="Google Shape;8723;p64"/>
              <p:cNvGrpSpPr/>
              <p:nvPr/>
            </p:nvGrpSpPr>
            <p:grpSpPr>
              <a:xfrm>
                <a:off x="6743564" y="1690732"/>
                <a:ext cx="214402" cy="202709"/>
                <a:chOff x="6743564" y="1690732"/>
                <a:chExt cx="214402" cy="202709"/>
              </a:xfrm>
            </p:grpSpPr>
            <p:sp>
              <p:nvSpPr>
                <p:cNvPr id="8724" name="Google Shape;8724;p64"/>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5" name="Google Shape;8725;p64"/>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26" name="Google Shape;8726;p64"/>
              <p:cNvGrpSpPr/>
              <p:nvPr/>
            </p:nvGrpSpPr>
            <p:grpSpPr>
              <a:xfrm>
                <a:off x="6915505" y="1193063"/>
                <a:ext cx="284947" cy="589637"/>
                <a:chOff x="6915505" y="1193063"/>
                <a:chExt cx="284947" cy="589637"/>
              </a:xfrm>
            </p:grpSpPr>
            <p:sp>
              <p:nvSpPr>
                <p:cNvPr id="8727" name="Google Shape;8727;p64"/>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728" name="Google Shape;8728;p64"/>
                <p:cNvCxnSpPr/>
                <p:nvPr/>
              </p:nvCxnSpPr>
              <p:spPr>
                <a:xfrm rot="10800000">
                  <a:off x="6938275" y="1279600"/>
                  <a:ext cx="0" cy="503100"/>
                </a:xfrm>
                <a:prstGeom prst="straightConnector1">
                  <a:avLst/>
                </a:prstGeom>
                <a:noFill/>
                <a:ln w="9525" cap="flat" cmpd="sng">
                  <a:solidFill>
                    <a:srgbClr val="CFD9E0"/>
                  </a:solidFill>
                  <a:prstDash val="solid"/>
                  <a:round/>
                  <a:headEnd type="none" w="sm" len="sm"/>
                  <a:tailEnd type="oval" w="med" len="med"/>
                </a:ln>
              </p:spPr>
            </p:cxnSp>
          </p:grpSp>
        </p:grpSp>
        <p:grpSp>
          <p:nvGrpSpPr>
            <p:cNvPr id="8729" name="Google Shape;8729;p64"/>
            <p:cNvGrpSpPr/>
            <p:nvPr/>
          </p:nvGrpSpPr>
          <p:grpSpPr>
            <a:xfrm>
              <a:off x="6520338" y="1193063"/>
              <a:ext cx="341813" cy="801589"/>
              <a:chOff x="6520338" y="1193063"/>
              <a:chExt cx="341813" cy="801589"/>
            </a:xfrm>
          </p:grpSpPr>
          <p:grpSp>
            <p:nvGrpSpPr>
              <p:cNvPr id="8730" name="Google Shape;8730;p64"/>
              <p:cNvGrpSpPr/>
              <p:nvPr/>
            </p:nvGrpSpPr>
            <p:grpSpPr>
              <a:xfrm>
                <a:off x="6520337" y="1589528"/>
                <a:ext cx="213949" cy="405124"/>
                <a:chOff x="6520338" y="1589528"/>
                <a:chExt cx="213949" cy="405124"/>
              </a:xfrm>
            </p:grpSpPr>
            <p:sp>
              <p:nvSpPr>
                <p:cNvPr id="8731" name="Google Shape;8731;p64"/>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2" name="Google Shape;8732;p64"/>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33" name="Google Shape;8733;p64"/>
              <p:cNvGrpSpPr/>
              <p:nvPr/>
            </p:nvGrpSpPr>
            <p:grpSpPr>
              <a:xfrm>
                <a:off x="6577204" y="1193063"/>
                <a:ext cx="284947" cy="453562"/>
                <a:chOff x="6577204" y="1193063"/>
                <a:chExt cx="284947" cy="453562"/>
              </a:xfrm>
            </p:grpSpPr>
            <p:sp>
              <p:nvSpPr>
                <p:cNvPr id="8734" name="Google Shape;8734;p64"/>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735" name="Google Shape;8735;p64"/>
                <p:cNvCxnSpPr/>
                <p:nvPr/>
              </p:nvCxnSpPr>
              <p:spPr>
                <a:xfrm rot="10800000">
                  <a:off x="6677825" y="1279425"/>
                  <a:ext cx="0" cy="367200"/>
                </a:xfrm>
                <a:prstGeom prst="straightConnector1">
                  <a:avLst/>
                </a:prstGeom>
                <a:noFill/>
                <a:ln w="9525" cap="flat" cmpd="sng">
                  <a:solidFill>
                    <a:srgbClr val="A5B7C6"/>
                  </a:solidFill>
                  <a:prstDash val="solid"/>
                  <a:round/>
                  <a:headEnd type="none" w="sm" len="sm"/>
                  <a:tailEnd type="oval" w="med" len="med"/>
                </a:ln>
              </p:spPr>
            </p:cxnSp>
          </p:grpSp>
        </p:grpSp>
        <p:grpSp>
          <p:nvGrpSpPr>
            <p:cNvPr id="8736" name="Google Shape;8736;p64"/>
            <p:cNvGrpSpPr/>
            <p:nvPr/>
          </p:nvGrpSpPr>
          <p:grpSpPr>
            <a:xfrm>
              <a:off x="6238903" y="1193063"/>
              <a:ext cx="300476" cy="901783"/>
              <a:chOff x="6238903" y="1193063"/>
              <a:chExt cx="300476" cy="901783"/>
            </a:xfrm>
          </p:grpSpPr>
          <p:grpSp>
            <p:nvGrpSpPr>
              <p:cNvPr id="8737" name="Google Shape;8737;p64"/>
              <p:cNvGrpSpPr/>
              <p:nvPr/>
            </p:nvGrpSpPr>
            <p:grpSpPr>
              <a:xfrm>
                <a:off x="6290865" y="1489315"/>
                <a:ext cx="248514" cy="605531"/>
                <a:chOff x="6290865" y="1489315"/>
                <a:chExt cx="248514" cy="605531"/>
              </a:xfrm>
            </p:grpSpPr>
            <p:sp>
              <p:nvSpPr>
                <p:cNvPr id="8738" name="Google Shape;8738;p64"/>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9" name="Google Shape;8739;p64"/>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40" name="Google Shape;8740;p64"/>
              <p:cNvGrpSpPr/>
              <p:nvPr/>
            </p:nvGrpSpPr>
            <p:grpSpPr>
              <a:xfrm>
                <a:off x="6238903" y="1193063"/>
                <a:ext cx="284947" cy="327512"/>
                <a:chOff x="6238903" y="1193063"/>
                <a:chExt cx="284947" cy="327512"/>
              </a:xfrm>
            </p:grpSpPr>
            <p:sp>
              <p:nvSpPr>
                <p:cNvPr id="8741" name="Google Shape;8741;p64"/>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742" name="Google Shape;8742;p64"/>
                <p:cNvCxnSpPr/>
                <p:nvPr/>
              </p:nvCxnSpPr>
              <p:spPr>
                <a:xfrm rot="10800000">
                  <a:off x="6431250" y="1279375"/>
                  <a:ext cx="0" cy="241200"/>
                </a:xfrm>
                <a:prstGeom prst="straightConnector1">
                  <a:avLst/>
                </a:prstGeom>
                <a:noFill/>
                <a:ln w="9525" cap="flat" cmpd="sng">
                  <a:solidFill>
                    <a:srgbClr val="869FB2"/>
                  </a:solidFill>
                  <a:prstDash val="solid"/>
                  <a:round/>
                  <a:headEnd type="none" w="sm" len="sm"/>
                  <a:tailEnd type="oval" w="med" len="med"/>
                </a:ln>
              </p:spPr>
            </p:cxnSp>
          </p:grpSp>
        </p:grpSp>
        <p:grpSp>
          <p:nvGrpSpPr>
            <p:cNvPr id="8743" name="Google Shape;8743;p64"/>
            <p:cNvGrpSpPr/>
            <p:nvPr/>
          </p:nvGrpSpPr>
          <p:grpSpPr>
            <a:xfrm>
              <a:off x="5900602" y="1193063"/>
              <a:ext cx="444346" cy="1023337"/>
              <a:chOff x="5900602" y="1193063"/>
              <a:chExt cx="444346" cy="1023337"/>
            </a:xfrm>
          </p:grpSpPr>
          <p:grpSp>
            <p:nvGrpSpPr>
              <p:cNvPr id="8744" name="Google Shape;8744;p64"/>
              <p:cNvGrpSpPr/>
              <p:nvPr/>
            </p:nvGrpSpPr>
            <p:grpSpPr>
              <a:xfrm>
                <a:off x="6046502" y="1367785"/>
                <a:ext cx="298446" cy="848616"/>
                <a:chOff x="6046502" y="1367784"/>
                <a:chExt cx="298446" cy="848616"/>
              </a:xfrm>
            </p:grpSpPr>
            <p:sp>
              <p:nvSpPr>
                <p:cNvPr id="8745" name="Google Shape;8745;p64"/>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6" name="Google Shape;8746;p64"/>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47" name="Google Shape;8747;p64"/>
              <p:cNvGrpSpPr/>
              <p:nvPr/>
            </p:nvGrpSpPr>
            <p:grpSpPr>
              <a:xfrm>
                <a:off x="5900602" y="1193063"/>
                <a:ext cx="284947" cy="182312"/>
                <a:chOff x="5900602" y="1193063"/>
                <a:chExt cx="284947" cy="182312"/>
              </a:xfrm>
            </p:grpSpPr>
            <p:sp>
              <p:nvSpPr>
                <p:cNvPr id="8748" name="Google Shape;8748;p64"/>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749" name="Google Shape;8749;p64"/>
                <p:cNvCxnSpPr/>
                <p:nvPr/>
              </p:nvCxnSpPr>
              <p:spPr>
                <a:xfrm rot="10800000">
                  <a:off x="6156950" y="1279675"/>
                  <a:ext cx="0" cy="95700"/>
                </a:xfrm>
                <a:prstGeom prst="straightConnector1">
                  <a:avLst/>
                </a:prstGeom>
                <a:noFill/>
                <a:ln w="9525" cap="flat" cmpd="sng">
                  <a:solidFill>
                    <a:srgbClr val="657E93"/>
                  </a:solidFill>
                  <a:prstDash val="solid"/>
                  <a:round/>
                  <a:headEnd type="none" w="sm" len="sm"/>
                  <a:tailEnd type="oval" w="med" len="med"/>
                </a:ln>
              </p:spPr>
            </p:cxnSp>
          </p:grpSp>
        </p:grpSp>
      </p:grpSp>
      <p:grpSp>
        <p:nvGrpSpPr>
          <p:cNvPr id="8750" name="Google Shape;8750;p64"/>
          <p:cNvGrpSpPr/>
          <p:nvPr/>
        </p:nvGrpSpPr>
        <p:grpSpPr>
          <a:xfrm>
            <a:off x="7217825" y="979415"/>
            <a:ext cx="1219413" cy="1051365"/>
            <a:chOff x="7287122" y="1165658"/>
            <a:chExt cx="1219413" cy="1051365"/>
          </a:xfrm>
        </p:grpSpPr>
        <p:grpSp>
          <p:nvGrpSpPr>
            <p:cNvPr id="8751" name="Google Shape;8751;p64"/>
            <p:cNvGrpSpPr/>
            <p:nvPr/>
          </p:nvGrpSpPr>
          <p:grpSpPr>
            <a:xfrm>
              <a:off x="7287122" y="1969723"/>
              <a:ext cx="1219413" cy="247300"/>
              <a:chOff x="7287122" y="1969723"/>
              <a:chExt cx="1219413" cy="247300"/>
            </a:xfrm>
          </p:grpSpPr>
          <p:sp>
            <p:nvSpPr>
              <p:cNvPr id="8752" name="Google Shape;8752;p64"/>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753" name="Google Shape;8753;p64"/>
              <p:cNvGrpSpPr/>
              <p:nvPr/>
            </p:nvGrpSpPr>
            <p:grpSpPr>
              <a:xfrm>
                <a:off x="7287122" y="2063892"/>
                <a:ext cx="1151753" cy="73428"/>
                <a:chOff x="7287122" y="2063892"/>
                <a:chExt cx="1151753" cy="73428"/>
              </a:xfrm>
            </p:grpSpPr>
            <p:sp>
              <p:nvSpPr>
                <p:cNvPr id="8754" name="Google Shape;8754;p64"/>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755" name="Google Shape;8755;p64"/>
                <p:cNvCxnSpPr/>
                <p:nvPr/>
              </p:nvCxnSpPr>
              <p:spPr>
                <a:xfrm rot="10800000">
                  <a:off x="7818475" y="2100600"/>
                  <a:ext cx="620400" cy="0"/>
                </a:xfrm>
                <a:prstGeom prst="straightConnector1">
                  <a:avLst/>
                </a:prstGeom>
                <a:noFill/>
                <a:ln w="9525" cap="flat" cmpd="sng">
                  <a:solidFill>
                    <a:srgbClr val="CFD9E0"/>
                  </a:solidFill>
                  <a:prstDash val="solid"/>
                  <a:round/>
                  <a:headEnd type="none" w="sm" len="sm"/>
                  <a:tailEnd type="oval" w="med" len="med"/>
                </a:ln>
              </p:spPr>
            </p:cxnSp>
          </p:grpSp>
        </p:grpSp>
        <p:grpSp>
          <p:nvGrpSpPr>
            <p:cNvPr id="8756" name="Google Shape;8756;p64"/>
            <p:cNvGrpSpPr/>
            <p:nvPr/>
          </p:nvGrpSpPr>
          <p:grpSpPr>
            <a:xfrm>
              <a:off x="7287122" y="1712201"/>
              <a:ext cx="1219403" cy="246767"/>
              <a:chOff x="7287122" y="1712201"/>
              <a:chExt cx="1219403" cy="246767"/>
            </a:xfrm>
          </p:grpSpPr>
          <p:sp>
            <p:nvSpPr>
              <p:cNvPr id="8757" name="Google Shape;8757;p64"/>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758" name="Google Shape;8758;p64"/>
              <p:cNvGrpSpPr/>
              <p:nvPr/>
            </p:nvGrpSpPr>
            <p:grpSpPr>
              <a:xfrm>
                <a:off x="7287122" y="1842861"/>
                <a:ext cx="1005303" cy="73419"/>
                <a:chOff x="7287122" y="1842861"/>
                <a:chExt cx="1005303" cy="73419"/>
              </a:xfrm>
            </p:grpSpPr>
            <p:sp>
              <p:nvSpPr>
                <p:cNvPr id="8759" name="Google Shape;8759;p64"/>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760" name="Google Shape;8760;p64"/>
                <p:cNvCxnSpPr/>
                <p:nvPr/>
              </p:nvCxnSpPr>
              <p:spPr>
                <a:xfrm rot="10800000">
                  <a:off x="7818425" y="1879575"/>
                  <a:ext cx="474000" cy="0"/>
                </a:xfrm>
                <a:prstGeom prst="straightConnector1">
                  <a:avLst/>
                </a:prstGeom>
                <a:noFill/>
                <a:ln w="9525" cap="flat" cmpd="sng">
                  <a:solidFill>
                    <a:srgbClr val="A5B7C6"/>
                  </a:solidFill>
                  <a:prstDash val="solid"/>
                  <a:round/>
                  <a:headEnd type="none" w="sm" len="sm"/>
                  <a:tailEnd type="oval" w="med" len="med"/>
                </a:ln>
              </p:spPr>
            </p:cxnSp>
          </p:grpSp>
        </p:grpSp>
        <p:grpSp>
          <p:nvGrpSpPr>
            <p:cNvPr id="8761" name="Google Shape;8761;p64"/>
            <p:cNvGrpSpPr/>
            <p:nvPr/>
          </p:nvGrpSpPr>
          <p:grpSpPr>
            <a:xfrm>
              <a:off x="7287122" y="1447520"/>
              <a:ext cx="1219403" cy="286667"/>
              <a:chOff x="7287122" y="1447520"/>
              <a:chExt cx="1219403" cy="286667"/>
            </a:xfrm>
          </p:grpSpPr>
          <p:sp>
            <p:nvSpPr>
              <p:cNvPr id="8762" name="Google Shape;8762;p64"/>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763" name="Google Shape;8763;p64"/>
              <p:cNvGrpSpPr/>
              <p:nvPr/>
            </p:nvGrpSpPr>
            <p:grpSpPr>
              <a:xfrm>
                <a:off x="7287122" y="1581977"/>
                <a:ext cx="852803" cy="73428"/>
                <a:chOff x="7287122" y="1581977"/>
                <a:chExt cx="852803" cy="73428"/>
              </a:xfrm>
            </p:grpSpPr>
            <p:sp>
              <p:nvSpPr>
                <p:cNvPr id="8764" name="Google Shape;8764;p64"/>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765" name="Google Shape;8765;p64"/>
                <p:cNvCxnSpPr/>
                <p:nvPr/>
              </p:nvCxnSpPr>
              <p:spPr>
                <a:xfrm rot="10800000">
                  <a:off x="7818325" y="1618700"/>
                  <a:ext cx="321600" cy="0"/>
                </a:xfrm>
                <a:prstGeom prst="straightConnector1">
                  <a:avLst/>
                </a:prstGeom>
                <a:noFill/>
                <a:ln w="9525" cap="flat" cmpd="sng">
                  <a:solidFill>
                    <a:srgbClr val="869FB2"/>
                  </a:solidFill>
                  <a:prstDash val="solid"/>
                  <a:round/>
                  <a:headEnd type="none" w="sm" len="sm"/>
                  <a:tailEnd type="oval" w="med" len="med"/>
                </a:ln>
              </p:spPr>
            </p:cxnSp>
          </p:grpSp>
        </p:grpSp>
        <p:grpSp>
          <p:nvGrpSpPr>
            <p:cNvPr id="8766" name="Google Shape;8766;p64"/>
            <p:cNvGrpSpPr/>
            <p:nvPr/>
          </p:nvGrpSpPr>
          <p:grpSpPr>
            <a:xfrm>
              <a:off x="7287122" y="1165658"/>
              <a:ext cx="1219403" cy="344253"/>
              <a:chOff x="7287122" y="1165658"/>
              <a:chExt cx="1219403" cy="344253"/>
            </a:xfrm>
          </p:grpSpPr>
          <p:sp>
            <p:nvSpPr>
              <p:cNvPr id="8767" name="Google Shape;8767;p64"/>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768" name="Google Shape;8768;p64"/>
              <p:cNvGrpSpPr/>
              <p:nvPr/>
            </p:nvGrpSpPr>
            <p:grpSpPr>
              <a:xfrm>
                <a:off x="7287122" y="1341025"/>
                <a:ext cx="695703" cy="73419"/>
                <a:chOff x="7287122" y="1341025"/>
                <a:chExt cx="695703" cy="73419"/>
              </a:xfrm>
            </p:grpSpPr>
            <p:sp>
              <p:nvSpPr>
                <p:cNvPr id="8769" name="Google Shape;8769;p64"/>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8770" name="Google Shape;8770;p64"/>
                <p:cNvCxnSpPr/>
                <p:nvPr/>
              </p:nvCxnSpPr>
              <p:spPr>
                <a:xfrm rot="10800000">
                  <a:off x="7818425" y="1377750"/>
                  <a:ext cx="164400" cy="0"/>
                </a:xfrm>
                <a:prstGeom prst="straightConnector1">
                  <a:avLst/>
                </a:prstGeom>
                <a:noFill/>
                <a:ln w="9525" cap="flat" cmpd="sng">
                  <a:solidFill>
                    <a:srgbClr val="869FB1"/>
                  </a:solidFill>
                  <a:prstDash val="solid"/>
                  <a:round/>
                  <a:headEnd type="none" w="sm" len="sm"/>
                  <a:tailEnd type="oval" w="med" len="med"/>
                </a:ln>
              </p:spPr>
            </p:cxnSp>
          </p:grpSp>
        </p:gr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774"/>
        <p:cNvGrpSpPr/>
        <p:nvPr/>
      </p:nvGrpSpPr>
      <p:grpSpPr>
        <a:xfrm>
          <a:off x="0" y="0"/>
          <a:ext cx="0" cy="0"/>
          <a:chOff x="0" y="0"/>
          <a:chExt cx="0" cy="0"/>
        </a:xfrm>
      </p:grpSpPr>
      <p:grpSp>
        <p:nvGrpSpPr>
          <p:cNvPr id="8775" name="Google Shape;8775;p65"/>
          <p:cNvGrpSpPr/>
          <p:nvPr/>
        </p:nvGrpSpPr>
        <p:grpSpPr>
          <a:xfrm>
            <a:off x="846551" y="2273217"/>
            <a:ext cx="415546" cy="355053"/>
            <a:chOff x="866243" y="2291587"/>
            <a:chExt cx="415546" cy="355053"/>
          </a:xfrm>
        </p:grpSpPr>
        <p:sp>
          <p:nvSpPr>
            <p:cNvPr id="8776" name="Google Shape;8776;p65"/>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7" name="Google Shape;8777;p65"/>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8" name="Google Shape;8778;p65"/>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9" name="Google Shape;8779;p65"/>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0" name="Google Shape;8780;p65"/>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781" name="Google Shape;8781;p65"/>
          <p:cNvSpPr/>
          <p:nvPr/>
        </p:nvSpPr>
        <p:spPr>
          <a:xfrm>
            <a:off x="1392102" y="2269439"/>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782" name="Google Shape;8782;p65"/>
          <p:cNvGrpSpPr/>
          <p:nvPr/>
        </p:nvGrpSpPr>
        <p:grpSpPr>
          <a:xfrm>
            <a:off x="1938828" y="2284205"/>
            <a:ext cx="359213" cy="327807"/>
            <a:chOff x="1958520" y="2302574"/>
            <a:chExt cx="359213" cy="327807"/>
          </a:xfrm>
        </p:grpSpPr>
        <p:sp>
          <p:nvSpPr>
            <p:cNvPr id="8783" name="Google Shape;8783;p65"/>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4" name="Google Shape;8784;p65"/>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5" name="Google Shape;8785;p65"/>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86" name="Google Shape;8786;p65"/>
          <p:cNvGrpSpPr/>
          <p:nvPr/>
        </p:nvGrpSpPr>
        <p:grpSpPr>
          <a:xfrm>
            <a:off x="2560190" y="2269057"/>
            <a:ext cx="207582" cy="359594"/>
            <a:chOff x="2656082" y="2287427"/>
            <a:chExt cx="207582" cy="359594"/>
          </a:xfrm>
        </p:grpSpPr>
        <p:sp>
          <p:nvSpPr>
            <p:cNvPr id="8787" name="Google Shape;8787;p65"/>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8" name="Google Shape;8788;p65"/>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9" name="Google Shape;8789;p65"/>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0" name="Google Shape;8790;p65"/>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91" name="Google Shape;8791;p65"/>
          <p:cNvGrpSpPr/>
          <p:nvPr/>
        </p:nvGrpSpPr>
        <p:grpSpPr>
          <a:xfrm>
            <a:off x="3029961" y="2303099"/>
            <a:ext cx="362992" cy="290018"/>
            <a:chOff x="3049653" y="2321468"/>
            <a:chExt cx="362992" cy="290018"/>
          </a:xfrm>
        </p:grpSpPr>
        <p:sp>
          <p:nvSpPr>
            <p:cNvPr id="8792" name="Google Shape;8792;p65"/>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3" name="Google Shape;8793;p65"/>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4" name="Google Shape;8794;p65"/>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5" name="Google Shape;8795;p65"/>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96" name="Google Shape;8796;p65"/>
          <p:cNvGrpSpPr/>
          <p:nvPr/>
        </p:nvGrpSpPr>
        <p:grpSpPr>
          <a:xfrm>
            <a:off x="3544551" y="2271534"/>
            <a:ext cx="422341" cy="355243"/>
            <a:chOff x="3564243" y="2289904"/>
            <a:chExt cx="422341" cy="355243"/>
          </a:xfrm>
        </p:grpSpPr>
        <p:sp>
          <p:nvSpPr>
            <p:cNvPr id="8797" name="Google Shape;8797;p65"/>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8" name="Google Shape;8798;p65"/>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9" name="Google Shape;8799;p65"/>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0" name="Google Shape;8800;p65"/>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1" name="Google Shape;8801;p65"/>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802" name="Google Shape;8802;p65"/>
          <p:cNvSpPr/>
          <p:nvPr/>
        </p:nvSpPr>
        <p:spPr>
          <a:xfrm>
            <a:off x="4124143" y="2269820"/>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803" name="Google Shape;8803;p65"/>
          <p:cNvGrpSpPr/>
          <p:nvPr/>
        </p:nvGrpSpPr>
        <p:grpSpPr>
          <a:xfrm>
            <a:off x="4668202" y="2271344"/>
            <a:ext cx="359594" cy="353909"/>
            <a:chOff x="4687894" y="2289713"/>
            <a:chExt cx="359594" cy="353909"/>
          </a:xfrm>
        </p:grpSpPr>
        <p:sp>
          <p:nvSpPr>
            <p:cNvPr id="8804" name="Google Shape;8804;p65"/>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5" name="Google Shape;8805;p65"/>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6" name="Google Shape;8806;p65"/>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807" name="Google Shape;8807;p65"/>
          <p:cNvSpPr/>
          <p:nvPr/>
        </p:nvSpPr>
        <p:spPr>
          <a:xfrm>
            <a:off x="5214928" y="226870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808" name="Google Shape;8808;p65"/>
          <p:cNvGrpSpPr/>
          <p:nvPr/>
        </p:nvGrpSpPr>
        <p:grpSpPr>
          <a:xfrm>
            <a:off x="6352932" y="2289857"/>
            <a:ext cx="263567" cy="317614"/>
            <a:chOff x="6421399" y="2308227"/>
            <a:chExt cx="263567" cy="317614"/>
          </a:xfrm>
        </p:grpSpPr>
        <p:sp>
          <p:nvSpPr>
            <p:cNvPr id="8809" name="Google Shape;8809;p65"/>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0" name="Google Shape;8810;p65"/>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1" name="Google Shape;8811;p65"/>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2" name="Google Shape;8812;p65"/>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13" name="Google Shape;8813;p65"/>
          <p:cNvGrpSpPr/>
          <p:nvPr/>
        </p:nvGrpSpPr>
        <p:grpSpPr>
          <a:xfrm>
            <a:off x="6850501" y="2277250"/>
            <a:ext cx="360356" cy="343462"/>
            <a:chOff x="6870193" y="2295620"/>
            <a:chExt cx="360356" cy="343462"/>
          </a:xfrm>
        </p:grpSpPr>
        <p:sp>
          <p:nvSpPr>
            <p:cNvPr id="8814" name="Google Shape;8814;p65"/>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5" name="Google Shape;8815;p65"/>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16" name="Google Shape;8816;p65"/>
          <p:cNvGrpSpPr/>
          <p:nvPr/>
        </p:nvGrpSpPr>
        <p:grpSpPr>
          <a:xfrm>
            <a:off x="7421773" y="2284490"/>
            <a:ext cx="342192" cy="327140"/>
            <a:chOff x="7441465" y="2302860"/>
            <a:chExt cx="342192" cy="327140"/>
          </a:xfrm>
        </p:grpSpPr>
        <p:sp>
          <p:nvSpPr>
            <p:cNvPr id="8817" name="Google Shape;8817;p65"/>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8" name="Google Shape;8818;p65"/>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19" name="Google Shape;8819;p65"/>
          <p:cNvGrpSpPr/>
          <p:nvPr/>
        </p:nvGrpSpPr>
        <p:grpSpPr>
          <a:xfrm>
            <a:off x="7969991" y="2331837"/>
            <a:ext cx="332761" cy="234066"/>
            <a:chOff x="7989683" y="2350207"/>
            <a:chExt cx="332761" cy="234066"/>
          </a:xfrm>
        </p:grpSpPr>
        <p:sp>
          <p:nvSpPr>
            <p:cNvPr id="8820" name="Google Shape;8820;p65"/>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1" name="Google Shape;8821;p65"/>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2" name="Google Shape;8822;p65"/>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3" name="Google Shape;8823;p65"/>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4" name="Google Shape;8824;p65"/>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5" name="Google Shape;8825;p65"/>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26" name="Google Shape;8826;p65"/>
          <p:cNvGrpSpPr/>
          <p:nvPr/>
        </p:nvGrpSpPr>
        <p:grpSpPr>
          <a:xfrm>
            <a:off x="5803602" y="2291381"/>
            <a:ext cx="315327" cy="314978"/>
            <a:chOff x="5823294" y="2309751"/>
            <a:chExt cx="315327" cy="314978"/>
          </a:xfrm>
        </p:grpSpPr>
        <p:sp>
          <p:nvSpPr>
            <p:cNvPr id="8827" name="Google Shape;8827;p65"/>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8" name="Google Shape;8828;p65"/>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9" name="Google Shape;8829;p65"/>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0" name="Google Shape;8830;p65"/>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1" name="Google Shape;8831;p65"/>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2" name="Google Shape;8832;p65"/>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3" name="Google Shape;8833;p65"/>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4" name="Google Shape;8834;p65"/>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5" name="Google Shape;8835;p65"/>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6" name="Google Shape;8836;p65"/>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7" name="Google Shape;8837;p65"/>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8" name="Google Shape;8838;p65"/>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9" name="Google Shape;8839;p65"/>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0" name="Google Shape;8840;p65"/>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1" name="Google Shape;8841;p65"/>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2" name="Google Shape;8842;p65"/>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3" name="Google Shape;8843;p65"/>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44" name="Google Shape;8844;p65"/>
          <p:cNvGrpSpPr/>
          <p:nvPr/>
        </p:nvGrpSpPr>
        <p:grpSpPr>
          <a:xfrm>
            <a:off x="2477583" y="2725790"/>
            <a:ext cx="370930" cy="370550"/>
            <a:chOff x="2497275" y="2744159"/>
            <a:chExt cx="370930" cy="370550"/>
          </a:xfrm>
        </p:grpSpPr>
        <p:sp>
          <p:nvSpPr>
            <p:cNvPr id="8845" name="Google Shape;8845;p65"/>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6" name="Google Shape;8846;p65"/>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7" name="Google Shape;8847;p65"/>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8" name="Google Shape;8848;p65"/>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9" name="Google Shape;8849;p65"/>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0" name="Google Shape;8850;p65"/>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51" name="Google Shape;8851;p65"/>
          <p:cNvGrpSpPr/>
          <p:nvPr/>
        </p:nvGrpSpPr>
        <p:grpSpPr>
          <a:xfrm>
            <a:off x="841248" y="2728108"/>
            <a:ext cx="371883" cy="365691"/>
            <a:chOff x="860940" y="2746477"/>
            <a:chExt cx="371883" cy="365691"/>
          </a:xfrm>
        </p:grpSpPr>
        <p:sp>
          <p:nvSpPr>
            <p:cNvPr id="8852" name="Google Shape;8852;p65"/>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3" name="Google Shape;8853;p65"/>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4" name="Google Shape;8854;p65"/>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5" name="Google Shape;8855;p65"/>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6" name="Google Shape;8856;p65"/>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57" name="Google Shape;8857;p65"/>
          <p:cNvGrpSpPr/>
          <p:nvPr/>
        </p:nvGrpSpPr>
        <p:grpSpPr>
          <a:xfrm>
            <a:off x="1431144" y="2747889"/>
            <a:ext cx="283985" cy="341080"/>
            <a:chOff x="1493849" y="2775533"/>
            <a:chExt cx="283985" cy="341080"/>
          </a:xfrm>
        </p:grpSpPr>
        <p:sp>
          <p:nvSpPr>
            <p:cNvPr id="8858" name="Google Shape;8858;p65"/>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9" name="Google Shape;8859;p65"/>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60" name="Google Shape;8860;p65"/>
          <p:cNvGrpSpPr/>
          <p:nvPr/>
        </p:nvGrpSpPr>
        <p:grpSpPr>
          <a:xfrm>
            <a:off x="1933144" y="2756052"/>
            <a:ext cx="372835" cy="342573"/>
            <a:chOff x="1952836" y="2774422"/>
            <a:chExt cx="372835" cy="342573"/>
          </a:xfrm>
        </p:grpSpPr>
        <p:sp>
          <p:nvSpPr>
            <p:cNvPr id="8861" name="Google Shape;8861;p65"/>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2" name="Google Shape;8862;p65"/>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3" name="Google Shape;8863;p65"/>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64" name="Google Shape;8864;p65"/>
          <p:cNvGrpSpPr/>
          <p:nvPr/>
        </p:nvGrpSpPr>
        <p:grpSpPr>
          <a:xfrm>
            <a:off x="3060224" y="2726107"/>
            <a:ext cx="332729" cy="372518"/>
            <a:chOff x="3079916" y="2744477"/>
            <a:chExt cx="332729" cy="372518"/>
          </a:xfrm>
        </p:grpSpPr>
        <p:sp>
          <p:nvSpPr>
            <p:cNvPr id="8865" name="Google Shape;8865;p65"/>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6" name="Google Shape;8866;p65"/>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7" name="Google Shape;8867;p65"/>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68" name="Google Shape;8868;p65"/>
          <p:cNvGrpSpPr/>
          <p:nvPr/>
        </p:nvGrpSpPr>
        <p:grpSpPr>
          <a:xfrm>
            <a:off x="3600884" y="2727155"/>
            <a:ext cx="336890" cy="355592"/>
            <a:chOff x="3620576" y="2745525"/>
            <a:chExt cx="336890" cy="355592"/>
          </a:xfrm>
        </p:grpSpPr>
        <p:sp>
          <p:nvSpPr>
            <p:cNvPr id="8869" name="Google Shape;8869;p65"/>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0" name="Google Shape;8870;p65"/>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71" name="Google Shape;8871;p65"/>
          <p:cNvGrpSpPr/>
          <p:nvPr/>
        </p:nvGrpSpPr>
        <p:grpSpPr>
          <a:xfrm>
            <a:off x="4107123" y="2742334"/>
            <a:ext cx="380393" cy="363118"/>
            <a:chOff x="4126815" y="2760704"/>
            <a:chExt cx="380393" cy="363118"/>
          </a:xfrm>
        </p:grpSpPr>
        <p:sp>
          <p:nvSpPr>
            <p:cNvPr id="8872" name="Google Shape;8872;p65"/>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3" name="Google Shape;8873;p65"/>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4" name="Google Shape;8874;p65"/>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5" name="Google Shape;8875;p65"/>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76" name="Google Shape;8876;p65"/>
          <p:cNvGrpSpPr/>
          <p:nvPr/>
        </p:nvGrpSpPr>
        <p:grpSpPr>
          <a:xfrm>
            <a:off x="4656294" y="2727314"/>
            <a:ext cx="381346" cy="368644"/>
            <a:chOff x="4675986" y="2745684"/>
            <a:chExt cx="381346" cy="368644"/>
          </a:xfrm>
        </p:grpSpPr>
        <p:sp>
          <p:nvSpPr>
            <p:cNvPr id="8877" name="Google Shape;8877;p65"/>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8" name="Google Shape;8878;p65"/>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79" name="Google Shape;8879;p65"/>
          <p:cNvGrpSpPr/>
          <p:nvPr/>
        </p:nvGrpSpPr>
        <p:grpSpPr>
          <a:xfrm>
            <a:off x="5200924" y="2772692"/>
            <a:ext cx="373185" cy="302466"/>
            <a:chOff x="5220616" y="2791061"/>
            <a:chExt cx="373185" cy="302466"/>
          </a:xfrm>
        </p:grpSpPr>
        <p:sp>
          <p:nvSpPr>
            <p:cNvPr id="8880" name="Google Shape;8880;p65"/>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1" name="Google Shape;8881;p65"/>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2" name="Google Shape;8882;p65"/>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3" name="Google Shape;8883;p65"/>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4" name="Google Shape;8884;p65"/>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5" name="Google Shape;8885;p65"/>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6" name="Google Shape;8886;p65"/>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7" name="Google Shape;8887;p65"/>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8" name="Google Shape;8888;p65"/>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9" name="Google Shape;8889;p65"/>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0" name="Google Shape;8890;p65"/>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1" name="Google Shape;8891;p65"/>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2" name="Google Shape;8892;p65"/>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3" name="Google Shape;8893;p65"/>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4" name="Google Shape;8894;p65"/>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5" name="Google Shape;8895;p65"/>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6" name="Google Shape;8896;p65"/>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7" name="Google Shape;8897;p65"/>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98" name="Google Shape;8898;p65"/>
          <p:cNvGrpSpPr/>
          <p:nvPr/>
        </p:nvGrpSpPr>
        <p:grpSpPr>
          <a:xfrm>
            <a:off x="5768969" y="2754147"/>
            <a:ext cx="284366" cy="344097"/>
            <a:chOff x="5864861" y="2772517"/>
            <a:chExt cx="284366" cy="344097"/>
          </a:xfrm>
        </p:grpSpPr>
        <p:sp>
          <p:nvSpPr>
            <p:cNvPr id="8899" name="Google Shape;8899;p65"/>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0" name="Google Shape;8900;p65"/>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1" name="Google Shape;8901;p65"/>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2" name="Google Shape;8902;p65"/>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3" name="Google Shape;8903;p65"/>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4" name="Google Shape;8904;p65"/>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905" name="Google Shape;8905;p65"/>
          <p:cNvSpPr/>
          <p:nvPr/>
        </p:nvSpPr>
        <p:spPr>
          <a:xfrm>
            <a:off x="6321177" y="275227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906" name="Google Shape;8906;p65"/>
          <p:cNvGrpSpPr/>
          <p:nvPr/>
        </p:nvGrpSpPr>
        <p:grpSpPr>
          <a:xfrm>
            <a:off x="6954467" y="2771168"/>
            <a:ext cx="255247" cy="327458"/>
            <a:chOff x="6974158" y="2789537"/>
            <a:chExt cx="255247" cy="327458"/>
          </a:xfrm>
        </p:grpSpPr>
        <p:sp>
          <p:nvSpPr>
            <p:cNvPr id="8907" name="Google Shape;8907;p65"/>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8" name="Google Shape;8908;p65"/>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9" name="Google Shape;8909;p65"/>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0" name="Google Shape;8910;p65"/>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1" name="Google Shape;8911;p65"/>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2" name="Google Shape;8912;p65"/>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13" name="Google Shape;8913;p65"/>
          <p:cNvGrpSpPr/>
          <p:nvPr/>
        </p:nvGrpSpPr>
        <p:grpSpPr>
          <a:xfrm>
            <a:off x="7511005" y="2771930"/>
            <a:ext cx="244291" cy="326314"/>
            <a:chOff x="7530697" y="2790299"/>
            <a:chExt cx="244291" cy="326314"/>
          </a:xfrm>
        </p:grpSpPr>
        <p:sp>
          <p:nvSpPr>
            <p:cNvPr id="8914" name="Google Shape;8914;p65"/>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5" name="Google Shape;8915;p65"/>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6" name="Google Shape;8916;p65"/>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7" name="Google Shape;8917;p65"/>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8" name="Google Shape;8918;p65"/>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9" name="Google Shape;8919;p65"/>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20" name="Google Shape;8920;p65"/>
          <p:cNvGrpSpPr/>
          <p:nvPr/>
        </p:nvGrpSpPr>
        <p:grpSpPr>
          <a:xfrm>
            <a:off x="7968499" y="2813878"/>
            <a:ext cx="332348" cy="283985"/>
            <a:chOff x="7988191" y="2832248"/>
            <a:chExt cx="332348" cy="283985"/>
          </a:xfrm>
        </p:grpSpPr>
        <p:sp>
          <p:nvSpPr>
            <p:cNvPr id="8921" name="Google Shape;8921;p65"/>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2" name="Google Shape;8922;p65"/>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3" name="Google Shape;8923;p65"/>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924" name="Google Shape;8924;p65"/>
          <p:cNvSpPr/>
          <p:nvPr/>
        </p:nvSpPr>
        <p:spPr>
          <a:xfrm>
            <a:off x="2478726" y="3226757"/>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925" name="Google Shape;8925;p65"/>
          <p:cNvGrpSpPr/>
          <p:nvPr/>
        </p:nvGrpSpPr>
        <p:grpSpPr>
          <a:xfrm>
            <a:off x="3568748" y="3239998"/>
            <a:ext cx="364484" cy="262423"/>
            <a:chOff x="3588440" y="3258368"/>
            <a:chExt cx="364484" cy="262423"/>
          </a:xfrm>
        </p:grpSpPr>
        <p:sp>
          <p:nvSpPr>
            <p:cNvPr id="8926" name="Google Shape;8926;p65"/>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7" name="Google Shape;8927;p65"/>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8" name="Google Shape;8928;p65"/>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9" name="Google Shape;8929;p65"/>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0" name="Google Shape;8930;p65"/>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1" name="Google Shape;8931;p65"/>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932" name="Google Shape;8932;p65"/>
          <p:cNvSpPr/>
          <p:nvPr/>
        </p:nvSpPr>
        <p:spPr>
          <a:xfrm>
            <a:off x="5243634" y="321148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933" name="Google Shape;8933;p65"/>
          <p:cNvGrpSpPr/>
          <p:nvPr/>
        </p:nvGrpSpPr>
        <p:grpSpPr>
          <a:xfrm>
            <a:off x="5746125" y="3209355"/>
            <a:ext cx="364865" cy="324822"/>
            <a:chOff x="5765817" y="3227724"/>
            <a:chExt cx="364865" cy="324822"/>
          </a:xfrm>
        </p:grpSpPr>
        <p:sp>
          <p:nvSpPr>
            <p:cNvPr id="8934" name="Google Shape;8934;p65"/>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5" name="Google Shape;8935;p65"/>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6" name="Google Shape;8936;p65"/>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37" name="Google Shape;8937;p65"/>
          <p:cNvGrpSpPr/>
          <p:nvPr/>
        </p:nvGrpSpPr>
        <p:grpSpPr>
          <a:xfrm>
            <a:off x="6208891" y="3219294"/>
            <a:ext cx="446539" cy="303895"/>
            <a:chOff x="6228583" y="3237664"/>
            <a:chExt cx="446539" cy="303895"/>
          </a:xfrm>
        </p:grpSpPr>
        <p:sp>
          <p:nvSpPr>
            <p:cNvPr id="8938" name="Google Shape;8938;p65"/>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9" name="Google Shape;8939;p65"/>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0" name="Google Shape;8940;p65"/>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1" name="Google Shape;8941;p65"/>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2" name="Google Shape;8942;p65"/>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3" name="Google Shape;8943;p65"/>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4" name="Google Shape;8944;p65"/>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5" name="Google Shape;8945;p65"/>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6" name="Google Shape;8946;p65"/>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7" name="Google Shape;8947;p65"/>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8" name="Google Shape;8948;p65"/>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9" name="Google Shape;8949;p65"/>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0" name="Google Shape;8950;p65"/>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1" name="Google Shape;8951;p65"/>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2" name="Google Shape;8952;p65"/>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3" name="Google Shape;8953;p65"/>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4" name="Google Shape;8954;p65"/>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55" name="Google Shape;8955;p65"/>
          <p:cNvGrpSpPr/>
          <p:nvPr/>
        </p:nvGrpSpPr>
        <p:grpSpPr>
          <a:xfrm>
            <a:off x="846170" y="3188936"/>
            <a:ext cx="364483" cy="364896"/>
            <a:chOff x="865862" y="3207306"/>
            <a:chExt cx="364483" cy="364896"/>
          </a:xfrm>
        </p:grpSpPr>
        <p:sp>
          <p:nvSpPr>
            <p:cNvPr id="8956" name="Google Shape;8956;p65"/>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7" name="Google Shape;8957;p65"/>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8" name="Google Shape;8958;p65"/>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9" name="Google Shape;8959;p65"/>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0" name="Google Shape;8960;p65"/>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1" name="Google Shape;8961;p65"/>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2" name="Google Shape;8962;p65"/>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3" name="Google Shape;8963;p65"/>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4" name="Google Shape;8964;p65"/>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5" name="Google Shape;8965;p65"/>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6" name="Google Shape;8966;p65"/>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7" name="Google Shape;8967;p65"/>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8" name="Google Shape;8968;p65"/>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9" name="Google Shape;8969;p65"/>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70" name="Google Shape;8970;p65"/>
          <p:cNvGrpSpPr/>
          <p:nvPr/>
        </p:nvGrpSpPr>
        <p:grpSpPr>
          <a:xfrm>
            <a:off x="1384925" y="3208593"/>
            <a:ext cx="370169" cy="325966"/>
            <a:chOff x="1404617" y="3226962"/>
            <a:chExt cx="370169" cy="325966"/>
          </a:xfrm>
        </p:grpSpPr>
        <p:sp>
          <p:nvSpPr>
            <p:cNvPr id="8971" name="Google Shape;8971;p65"/>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2" name="Google Shape;8972;p65"/>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3" name="Google Shape;8973;p65"/>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4" name="Google Shape;8974;p65"/>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5" name="Google Shape;8975;p65"/>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6" name="Google Shape;8976;p65"/>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7" name="Google Shape;8977;p65"/>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8" name="Google Shape;8978;p65"/>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9" name="Google Shape;8979;p65"/>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80" name="Google Shape;8980;p65"/>
          <p:cNvGrpSpPr/>
          <p:nvPr/>
        </p:nvGrpSpPr>
        <p:grpSpPr>
          <a:xfrm>
            <a:off x="1933711" y="3197724"/>
            <a:ext cx="366389" cy="354481"/>
            <a:chOff x="1954741" y="3212419"/>
            <a:chExt cx="366389" cy="354481"/>
          </a:xfrm>
        </p:grpSpPr>
        <p:sp>
          <p:nvSpPr>
            <p:cNvPr id="8981" name="Google Shape;8981;p65"/>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2" name="Google Shape;8982;p65"/>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3" name="Google Shape;8983;p65"/>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4" name="Google Shape;8984;p65"/>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5" name="Google Shape;8985;p65"/>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6" name="Google Shape;8986;p65"/>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7" name="Google Shape;8987;p65"/>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88" name="Google Shape;8988;p65"/>
          <p:cNvGrpSpPr/>
          <p:nvPr/>
        </p:nvGrpSpPr>
        <p:grpSpPr>
          <a:xfrm>
            <a:off x="3023547" y="3197256"/>
            <a:ext cx="366008" cy="348670"/>
            <a:chOff x="3043239" y="3215626"/>
            <a:chExt cx="366008" cy="348670"/>
          </a:xfrm>
        </p:grpSpPr>
        <p:sp>
          <p:nvSpPr>
            <p:cNvPr id="8989" name="Google Shape;8989;p65"/>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0" name="Google Shape;8990;p65"/>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91" name="Google Shape;8991;p65"/>
          <p:cNvGrpSpPr/>
          <p:nvPr/>
        </p:nvGrpSpPr>
        <p:grpSpPr>
          <a:xfrm>
            <a:off x="4198641" y="3166613"/>
            <a:ext cx="209107" cy="383441"/>
            <a:chOff x="4218333" y="3184982"/>
            <a:chExt cx="209107" cy="383441"/>
          </a:xfrm>
        </p:grpSpPr>
        <p:sp>
          <p:nvSpPr>
            <p:cNvPr id="8992" name="Google Shape;8992;p65"/>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3" name="Google Shape;8993;p65"/>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994" name="Google Shape;8994;p65"/>
          <p:cNvSpPr/>
          <p:nvPr/>
        </p:nvSpPr>
        <p:spPr>
          <a:xfrm>
            <a:off x="4797127" y="316778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995" name="Google Shape;8995;p65"/>
          <p:cNvGrpSpPr/>
          <p:nvPr/>
        </p:nvGrpSpPr>
        <p:grpSpPr>
          <a:xfrm>
            <a:off x="6876953" y="3197637"/>
            <a:ext cx="322917" cy="347876"/>
            <a:chOff x="6896644" y="3216007"/>
            <a:chExt cx="322917" cy="347876"/>
          </a:xfrm>
        </p:grpSpPr>
        <p:sp>
          <p:nvSpPr>
            <p:cNvPr id="8996" name="Google Shape;8996;p65"/>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7" name="Google Shape;8997;p65"/>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8" name="Google Shape;8998;p65"/>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9" name="Google Shape;8999;p65"/>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0" name="Google Shape;9000;p65"/>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1" name="Google Shape;9001;p65"/>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2" name="Google Shape;9002;p65"/>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03" name="Google Shape;9003;p65"/>
          <p:cNvGrpSpPr/>
          <p:nvPr/>
        </p:nvGrpSpPr>
        <p:grpSpPr>
          <a:xfrm>
            <a:off x="7409674" y="3204814"/>
            <a:ext cx="334634" cy="333904"/>
            <a:chOff x="7429366" y="3223183"/>
            <a:chExt cx="334634" cy="333904"/>
          </a:xfrm>
        </p:grpSpPr>
        <p:sp>
          <p:nvSpPr>
            <p:cNvPr id="9004" name="Google Shape;9004;p65"/>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5" name="Google Shape;9005;p65"/>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006" name="Google Shape;9006;p65"/>
          <p:cNvSpPr/>
          <p:nvPr/>
        </p:nvSpPr>
        <p:spPr>
          <a:xfrm>
            <a:off x="8059604" y="318893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007" name="Google Shape;9007;p65"/>
          <p:cNvGrpSpPr/>
          <p:nvPr/>
        </p:nvGrpSpPr>
        <p:grpSpPr>
          <a:xfrm>
            <a:off x="5196764" y="3707114"/>
            <a:ext cx="356195" cy="265631"/>
            <a:chOff x="5216456" y="3725484"/>
            <a:chExt cx="356195" cy="265631"/>
          </a:xfrm>
        </p:grpSpPr>
        <p:sp>
          <p:nvSpPr>
            <p:cNvPr id="9008" name="Google Shape;9008;p65"/>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9" name="Google Shape;9009;p65"/>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10" name="Google Shape;9010;p65"/>
          <p:cNvGrpSpPr/>
          <p:nvPr/>
        </p:nvGrpSpPr>
        <p:grpSpPr>
          <a:xfrm>
            <a:off x="6829701" y="3715625"/>
            <a:ext cx="355053" cy="248038"/>
            <a:chOff x="6849393" y="3733994"/>
            <a:chExt cx="355053" cy="248038"/>
          </a:xfrm>
        </p:grpSpPr>
        <p:sp>
          <p:nvSpPr>
            <p:cNvPr id="9011" name="Google Shape;9011;p65"/>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2" name="Google Shape;9012;p65"/>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3" name="Google Shape;9013;p65"/>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4" name="Google Shape;9014;p65"/>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5" name="Google Shape;9015;p65"/>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16" name="Google Shape;9016;p65"/>
          <p:cNvGrpSpPr/>
          <p:nvPr/>
        </p:nvGrpSpPr>
        <p:grpSpPr>
          <a:xfrm>
            <a:off x="7899305" y="3696318"/>
            <a:ext cx="392110" cy="280207"/>
            <a:chOff x="7918997" y="3714687"/>
            <a:chExt cx="392110" cy="280207"/>
          </a:xfrm>
        </p:grpSpPr>
        <p:sp>
          <p:nvSpPr>
            <p:cNvPr id="9017" name="Google Shape;9017;p65"/>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8" name="Google Shape;9018;p65"/>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9" name="Google Shape;9019;p65"/>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0" name="Google Shape;9020;p65"/>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1" name="Google Shape;9021;p65"/>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022" name="Google Shape;9022;p65"/>
          <p:cNvSpPr/>
          <p:nvPr/>
        </p:nvSpPr>
        <p:spPr>
          <a:xfrm>
            <a:off x="847662" y="3675995"/>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023" name="Google Shape;9023;p65"/>
          <p:cNvGrpSpPr/>
          <p:nvPr/>
        </p:nvGrpSpPr>
        <p:grpSpPr>
          <a:xfrm>
            <a:off x="1389085" y="3662594"/>
            <a:ext cx="357720" cy="355147"/>
            <a:chOff x="1408777" y="3680964"/>
            <a:chExt cx="357720" cy="355147"/>
          </a:xfrm>
        </p:grpSpPr>
        <p:sp>
          <p:nvSpPr>
            <p:cNvPr id="9024" name="Google Shape;9024;p65"/>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5" name="Google Shape;9025;p65"/>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6" name="Google Shape;9026;p65"/>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7" name="Google Shape;9027;p65"/>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8" name="Google Shape;9028;p65"/>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29" name="Google Shape;9029;p65"/>
          <p:cNvGrpSpPr/>
          <p:nvPr/>
        </p:nvGrpSpPr>
        <p:grpSpPr>
          <a:xfrm>
            <a:off x="1933144" y="3662594"/>
            <a:ext cx="357719" cy="355147"/>
            <a:chOff x="1952836" y="3680964"/>
            <a:chExt cx="357719" cy="355147"/>
          </a:xfrm>
        </p:grpSpPr>
        <p:sp>
          <p:nvSpPr>
            <p:cNvPr id="9030" name="Google Shape;9030;p65"/>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1" name="Google Shape;9031;p65"/>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2" name="Google Shape;9032;p65"/>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3" name="Google Shape;9033;p65"/>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4" name="Google Shape;9034;p65"/>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35" name="Google Shape;9035;p65"/>
          <p:cNvGrpSpPr/>
          <p:nvPr/>
        </p:nvGrpSpPr>
        <p:grpSpPr>
          <a:xfrm>
            <a:off x="2477202" y="3662594"/>
            <a:ext cx="357720" cy="355147"/>
            <a:chOff x="2496894" y="3680964"/>
            <a:chExt cx="357720" cy="355147"/>
          </a:xfrm>
        </p:grpSpPr>
        <p:sp>
          <p:nvSpPr>
            <p:cNvPr id="9036" name="Google Shape;9036;p65"/>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7" name="Google Shape;9037;p65"/>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8" name="Google Shape;9038;p65"/>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9" name="Google Shape;9039;p65"/>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0" name="Google Shape;9040;p65"/>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41" name="Google Shape;9041;p65"/>
          <p:cNvGrpSpPr/>
          <p:nvPr/>
        </p:nvGrpSpPr>
        <p:grpSpPr>
          <a:xfrm>
            <a:off x="3021292" y="3662689"/>
            <a:ext cx="356164" cy="355815"/>
            <a:chOff x="3040984" y="3681059"/>
            <a:chExt cx="356164" cy="355815"/>
          </a:xfrm>
        </p:grpSpPr>
        <p:sp>
          <p:nvSpPr>
            <p:cNvPr id="9042" name="Google Shape;9042;p65"/>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3" name="Google Shape;9043;p65"/>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4" name="Google Shape;9044;p65"/>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45" name="Google Shape;9045;p65"/>
          <p:cNvGrpSpPr/>
          <p:nvPr/>
        </p:nvGrpSpPr>
        <p:grpSpPr>
          <a:xfrm>
            <a:off x="3564589" y="3680821"/>
            <a:ext cx="358069" cy="317995"/>
            <a:chOff x="3584280" y="3699191"/>
            <a:chExt cx="358069" cy="317995"/>
          </a:xfrm>
        </p:grpSpPr>
        <p:sp>
          <p:nvSpPr>
            <p:cNvPr id="9046" name="Google Shape;9046;p65"/>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7" name="Google Shape;9047;p65"/>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8" name="Google Shape;9048;p65"/>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9" name="Google Shape;9049;p65"/>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50" name="Google Shape;9050;p65"/>
          <p:cNvGrpSpPr/>
          <p:nvPr/>
        </p:nvGrpSpPr>
        <p:grpSpPr>
          <a:xfrm>
            <a:off x="4109790" y="3662689"/>
            <a:ext cx="355402" cy="354291"/>
            <a:chOff x="4129482" y="3681059"/>
            <a:chExt cx="355402" cy="354291"/>
          </a:xfrm>
        </p:grpSpPr>
        <p:sp>
          <p:nvSpPr>
            <p:cNvPr id="9051" name="Google Shape;9051;p65"/>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2" name="Google Shape;9052;p65"/>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3" name="Google Shape;9053;p65"/>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4" name="Google Shape;9054;p65"/>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55" name="Google Shape;9055;p65"/>
          <p:cNvGrpSpPr/>
          <p:nvPr/>
        </p:nvGrpSpPr>
        <p:grpSpPr>
          <a:xfrm>
            <a:off x="4653849" y="3661927"/>
            <a:ext cx="355434" cy="355815"/>
            <a:chOff x="4673540" y="3680297"/>
            <a:chExt cx="355434" cy="355815"/>
          </a:xfrm>
        </p:grpSpPr>
        <p:sp>
          <p:nvSpPr>
            <p:cNvPr id="9056" name="Google Shape;9056;p65"/>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7" name="Google Shape;9057;p65"/>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8" name="Google Shape;9058;p65"/>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59" name="Google Shape;9059;p65"/>
          <p:cNvGrpSpPr/>
          <p:nvPr/>
        </p:nvGrpSpPr>
        <p:grpSpPr>
          <a:xfrm>
            <a:off x="5759716" y="3680821"/>
            <a:ext cx="317645" cy="318757"/>
            <a:chOff x="5779408" y="3699191"/>
            <a:chExt cx="317645" cy="318757"/>
          </a:xfrm>
        </p:grpSpPr>
        <p:sp>
          <p:nvSpPr>
            <p:cNvPr id="9060" name="Google Shape;9060;p65"/>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1" name="Google Shape;9061;p65"/>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062" name="Google Shape;9062;p65"/>
          <p:cNvSpPr/>
          <p:nvPr/>
        </p:nvSpPr>
        <p:spPr>
          <a:xfrm>
            <a:off x="6284881" y="3676090"/>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063" name="Google Shape;9063;p65"/>
          <p:cNvGrpSpPr/>
          <p:nvPr/>
        </p:nvGrpSpPr>
        <p:grpSpPr>
          <a:xfrm>
            <a:off x="7370743" y="3662499"/>
            <a:ext cx="372073" cy="355244"/>
            <a:chOff x="7390435" y="3680868"/>
            <a:chExt cx="372073" cy="355244"/>
          </a:xfrm>
        </p:grpSpPr>
        <p:sp>
          <p:nvSpPr>
            <p:cNvPr id="9064" name="Google Shape;9064;p65"/>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5" name="Google Shape;9065;p65"/>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6" name="Google Shape;9066;p65"/>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7" name="Google Shape;9067;p65"/>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8" name="Google Shape;9068;p65"/>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9" name="Google Shape;9069;p65"/>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70" name="Google Shape;9070;p65"/>
          <p:cNvGrpSpPr/>
          <p:nvPr/>
        </p:nvGrpSpPr>
        <p:grpSpPr>
          <a:xfrm>
            <a:off x="1392301" y="4119346"/>
            <a:ext cx="374709" cy="374010"/>
            <a:chOff x="1421638" y="4125629"/>
            <a:chExt cx="374709" cy="374010"/>
          </a:xfrm>
        </p:grpSpPr>
        <p:sp>
          <p:nvSpPr>
            <p:cNvPr id="9071" name="Google Shape;9071;p65"/>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2" name="Google Shape;9072;p65"/>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73" name="Google Shape;9073;p65"/>
          <p:cNvGrpSpPr/>
          <p:nvPr/>
        </p:nvGrpSpPr>
        <p:grpSpPr>
          <a:xfrm>
            <a:off x="1943917" y="4135255"/>
            <a:ext cx="357720" cy="342192"/>
            <a:chOff x="1973254" y="4156304"/>
            <a:chExt cx="357720" cy="342192"/>
          </a:xfrm>
        </p:grpSpPr>
        <p:sp>
          <p:nvSpPr>
            <p:cNvPr id="9074" name="Google Shape;9074;p65"/>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5" name="Google Shape;9075;p65"/>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6" name="Google Shape;9076;p65"/>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7" name="Google Shape;9077;p65"/>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8" name="Google Shape;9078;p65"/>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9" name="Google Shape;9079;p65"/>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80" name="Google Shape;9080;p65"/>
          <p:cNvGrpSpPr/>
          <p:nvPr/>
        </p:nvGrpSpPr>
        <p:grpSpPr>
          <a:xfrm>
            <a:off x="2494422" y="4136192"/>
            <a:ext cx="341049" cy="340318"/>
            <a:chOff x="2523759" y="4135505"/>
            <a:chExt cx="341049" cy="340318"/>
          </a:xfrm>
        </p:grpSpPr>
        <p:sp>
          <p:nvSpPr>
            <p:cNvPr id="9081" name="Google Shape;9081;p65"/>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2" name="Google Shape;9082;p65"/>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83" name="Google Shape;9083;p65"/>
          <p:cNvGrpSpPr/>
          <p:nvPr/>
        </p:nvGrpSpPr>
        <p:grpSpPr>
          <a:xfrm>
            <a:off x="3011266" y="4131175"/>
            <a:ext cx="392079" cy="350353"/>
            <a:chOff x="3040603" y="4130360"/>
            <a:chExt cx="392079" cy="350353"/>
          </a:xfrm>
        </p:grpSpPr>
        <p:sp>
          <p:nvSpPr>
            <p:cNvPr id="9084" name="Google Shape;9084;p65"/>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5" name="Google Shape;9085;p65"/>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6" name="Google Shape;9086;p65"/>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7" name="Google Shape;9087;p65"/>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8" name="Google Shape;9088;p65"/>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9" name="Google Shape;9089;p65"/>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0" name="Google Shape;9090;p65"/>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1" name="Google Shape;9091;p65"/>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2" name="Google Shape;9092;p65"/>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3" name="Google Shape;9093;p65"/>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94" name="Google Shape;9094;p65"/>
          <p:cNvGrpSpPr/>
          <p:nvPr/>
        </p:nvGrpSpPr>
        <p:grpSpPr>
          <a:xfrm>
            <a:off x="3632807" y="4136192"/>
            <a:ext cx="232954" cy="340318"/>
            <a:chOff x="3662144" y="4135505"/>
            <a:chExt cx="232954" cy="340318"/>
          </a:xfrm>
        </p:grpSpPr>
        <p:sp>
          <p:nvSpPr>
            <p:cNvPr id="9095" name="Google Shape;9095;p65"/>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6" name="Google Shape;9096;p65"/>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7" name="Google Shape;9097;p65"/>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8" name="Google Shape;9098;p65"/>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99" name="Google Shape;9099;p65"/>
          <p:cNvGrpSpPr/>
          <p:nvPr/>
        </p:nvGrpSpPr>
        <p:grpSpPr>
          <a:xfrm>
            <a:off x="4119801" y="4122029"/>
            <a:ext cx="344065" cy="368644"/>
            <a:chOff x="4149138" y="4121151"/>
            <a:chExt cx="344065" cy="368644"/>
          </a:xfrm>
        </p:grpSpPr>
        <p:sp>
          <p:nvSpPr>
            <p:cNvPr id="9100" name="Google Shape;9100;p65"/>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1" name="Google Shape;9101;p65"/>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2" name="Google Shape;9102;p65"/>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3" name="Google Shape;9103;p65"/>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4" name="Google Shape;9104;p65"/>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5" name="Google Shape;9105;p65"/>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6" name="Google Shape;9106;p65"/>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7" name="Google Shape;9107;p65"/>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8" name="Google Shape;9108;p65"/>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9" name="Google Shape;9109;p65"/>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0" name="Google Shape;9110;p65"/>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1" name="Google Shape;9111;p65"/>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112" name="Google Shape;9112;p65"/>
          <p:cNvSpPr/>
          <p:nvPr/>
        </p:nvSpPr>
        <p:spPr>
          <a:xfrm>
            <a:off x="4662717" y="4136335"/>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113" name="Google Shape;9113;p65"/>
          <p:cNvGrpSpPr/>
          <p:nvPr/>
        </p:nvGrpSpPr>
        <p:grpSpPr>
          <a:xfrm>
            <a:off x="5176925" y="4174949"/>
            <a:ext cx="397763" cy="262805"/>
            <a:chOff x="5206262" y="4174817"/>
            <a:chExt cx="397763" cy="262805"/>
          </a:xfrm>
        </p:grpSpPr>
        <p:sp>
          <p:nvSpPr>
            <p:cNvPr id="9114" name="Google Shape;9114;p65"/>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5" name="Google Shape;9115;p65"/>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6" name="Google Shape;9116;p65"/>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7" name="Google Shape;9117;p65"/>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8" name="Google Shape;9118;p65"/>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9" name="Google Shape;9119;p65"/>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0" name="Google Shape;9120;p65"/>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21" name="Google Shape;9121;p65"/>
          <p:cNvGrpSpPr/>
          <p:nvPr/>
        </p:nvGrpSpPr>
        <p:grpSpPr>
          <a:xfrm>
            <a:off x="5698279" y="4161342"/>
            <a:ext cx="440505" cy="290018"/>
            <a:chOff x="5727616" y="4204699"/>
            <a:chExt cx="440505" cy="290018"/>
          </a:xfrm>
        </p:grpSpPr>
        <p:sp>
          <p:nvSpPr>
            <p:cNvPr id="9122" name="Google Shape;9122;p65"/>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3" name="Google Shape;9123;p65"/>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4" name="Google Shape;9124;p65"/>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5" name="Google Shape;9125;p65"/>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6" name="Google Shape;9126;p65"/>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7" name="Google Shape;9127;p65"/>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8" name="Google Shape;9128;p65"/>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9" name="Google Shape;9129;p65"/>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30" name="Google Shape;9130;p65"/>
          <p:cNvGrpSpPr/>
          <p:nvPr/>
        </p:nvGrpSpPr>
        <p:grpSpPr>
          <a:xfrm>
            <a:off x="6380726" y="4124093"/>
            <a:ext cx="159950" cy="364516"/>
            <a:chOff x="6410063" y="4135124"/>
            <a:chExt cx="159950" cy="364516"/>
          </a:xfrm>
        </p:grpSpPr>
        <p:sp>
          <p:nvSpPr>
            <p:cNvPr id="9131" name="Google Shape;9131;p65"/>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2" name="Google Shape;9132;p65"/>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3" name="Google Shape;9133;p65"/>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4" name="Google Shape;9134;p65"/>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35" name="Google Shape;9135;p65"/>
          <p:cNvGrpSpPr/>
          <p:nvPr/>
        </p:nvGrpSpPr>
        <p:grpSpPr>
          <a:xfrm>
            <a:off x="6641065" y="4124284"/>
            <a:ext cx="214379" cy="364134"/>
            <a:chOff x="6924652" y="4135505"/>
            <a:chExt cx="214379" cy="364134"/>
          </a:xfrm>
        </p:grpSpPr>
        <p:sp>
          <p:nvSpPr>
            <p:cNvPr id="9136" name="Google Shape;9136;p65"/>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7" name="Google Shape;9137;p65"/>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8" name="Google Shape;9138;p65"/>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9" name="Google Shape;9139;p65"/>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140" name="Google Shape;9140;p65"/>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chemeClr val="dk1"/>
              </a:buClr>
              <a:buSzPts val="1100"/>
              <a:buFont typeface="Arial"/>
              <a:buNone/>
            </a:pPr>
            <a:r>
              <a:rPr lang="en" sz="1100" b="0" i="0" u="none" strike="noStrike" cap="none">
                <a:solidFill>
                  <a:schemeClr val="lt1"/>
                </a:solidFill>
                <a:latin typeface="Arial"/>
                <a:ea typeface="Arial"/>
                <a:cs typeface="Arial"/>
                <a:sym typeface="Arial"/>
              </a:rPr>
              <a:t>You can </a:t>
            </a:r>
            <a:r>
              <a:rPr lang="en" sz="1100" b="1" i="0" u="none" strike="noStrike" cap="none">
                <a:solidFill>
                  <a:schemeClr val="hlink"/>
                </a:solidFill>
                <a:latin typeface="Arial"/>
                <a:ea typeface="Arial"/>
                <a:cs typeface="Arial"/>
                <a:sym typeface="Arial"/>
              </a:rPr>
              <a:t>resize </a:t>
            </a:r>
            <a:r>
              <a:rPr lang="en" sz="1100" b="0" i="0" u="none" strike="noStrike" cap="none">
                <a:solidFill>
                  <a:schemeClr val="lt1"/>
                </a:solidFill>
                <a:latin typeface="Arial"/>
                <a:ea typeface="Arial"/>
                <a:cs typeface="Arial"/>
                <a:sym typeface="Arial"/>
              </a:rPr>
              <a:t>these icons without losing quality.</a:t>
            </a:r>
            <a:endParaRPr sz="1100" b="0" i="0" u="none" strike="noStrike" cap="none">
              <a:solidFill>
                <a:schemeClr val="lt1"/>
              </a:solidFill>
              <a:latin typeface="Arial"/>
              <a:ea typeface="Arial"/>
              <a:cs typeface="Arial"/>
              <a:sym typeface="Arial"/>
            </a:endParaRPr>
          </a:p>
          <a:p>
            <a:pPr marL="0" marR="0" lvl="0" indent="0" algn="ctr" rtl="0">
              <a:lnSpc>
                <a:spcPct val="100000"/>
              </a:lnSpc>
              <a:spcBef>
                <a:spcPts val="0"/>
              </a:spcBef>
              <a:spcAft>
                <a:spcPts val="0"/>
              </a:spcAft>
              <a:buClr>
                <a:schemeClr val="dk1"/>
              </a:buClr>
              <a:buSzPts val="1100"/>
              <a:buFont typeface="Arial"/>
              <a:buNone/>
            </a:pPr>
            <a:r>
              <a:rPr lang="en" sz="1100" b="0" i="0" u="none" strike="noStrike" cap="none">
                <a:solidFill>
                  <a:schemeClr val="lt1"/>
                </a:solidFill>
                <a:latin typeface="Arial"/>
                <a:ea typeface="Arial"/>
                <a:cs typeface="Arial"/>
                <a:sym typeface="Arial"/>
              </a:rPr>
              <a:t>You can </a:t>
            </a:r>
            <a:r>
              <a:rPr lang="en" sz="1100" b="1" i="0" u="none" strike="noStrike" cap="none">
                <a:solidFill>
                  <a:schemeClr val="hlink"/>
                </a:solidFill>
                <a:latin typeface="Arial"/>
                <a:ea typeface="Arial"/>
                <a:cs typeface="Arial"/>
                <a:sym typeface="Arial"/>
              </a:rPr>
              <a:t>change the stroke and fill color</a:t>
            </a:r>
            <a:r>
              <a:rPr lang="en" sz="1100" b="0" i="0" u="none" strike="noStrike" cap="none">
                <a:solidFill>
                  <a:schemeClr val="lt1"/>
                </a:solidFill>
                <a:latin typeface="Arial"/>
                <a:ea typeface="Arial"/>
                <a:cs typeface="Arial"/>
                <a:sym typeface="Arial"/>
              </a:rPr>
              <a:t>; just select the icon and click on the </a:t>
            </a:r>
            <a:r>
              <a:rPr lang="en" sz="1100" b="1" i="0" u="none" strike="noStrike" cap="none">
                <a:solidFill>
                  <a:schemeClr val="hlink"/>
                </a:solidFill>
                <a:latin typeface="Arial"/>
                <a:ea typeface="Arial"/>
                <a:cs typeface="Arial"/>
                <a:sym typeface="Arial"/>
              </a:rPr>
              <a:t>paint bucket/pen</a:t>
            </a:r>
            <a:r>
              <a:rPr lang="en" sz="1100" b="0" i="0" u="none" strike="noStrike" cap="none">
                <a:solidFill>
                  <a:schemeClr val="lt1"/>
                </a:solidFill>
                <a:latin typeface="Arial"/>
                <a:ea typeface="Arial"/>
                <a:cs typeface="Arial"/>
                <a:sym typeface="Arial"/>
              </a:rPr>
              <a:t>.</a:t>
            </a:r>
            <a:endParaRPr sz="1100" b="0" i="0" u="none" strike="noStrike" cap="none">
              <a:solidFill>
                <a:schemeClr val="lt1"/>
              </a:solidFill>
              <a:latin typeface="Arial"/>
              <a:ea typeface="Arial"/>
              <a:cs typeface="Arial"/>
              <a:sym typeface="Arial"/>
            </a:endParaRPr>
          </a:p>
          <a:p>
            <a:pPr marL="0" marR="0" lvl="0" indent="0" algn="ctr" rtl="0">
              <a:lnSpc>
                <a:spcPct val="100000"/>
              </a:lnSpc>
              <a:spcBef>
                <a:spcPts val="0"/>
              </a:spcBef>
              <a:spcAft>
                <a:spcPts val="0"/>
              </a:spcAft>
              <a:buClr>
                <a:srgbClr val="000000"/>
              </a:buClr>
              <a:buSzPts val="1100"/>
              <a:buFont typeface="Arial"/>
              <a:buNone/>
            </a:pPr>
            <a:r>
              <a:rPr lang="en" sz="1100" b="0" i="0" u="none" strike="noStrike" cap="none">
                <a:solidFill>
                  <a:schemeClr val="lt1"/>
                </a:solidFill>
                <a:latin typeface="Arial"/>
                <a:ea typeface="Arial"/>
                <a:cs typeface="Arial"/>
                <a:sym typeface="Arial"/>
              </a:rPr>
              <a:t>In Google Slides, you can also use </a:t>
            </a:r>
            <a:r>
              <a:rPr lang="en" sz="1100" b="1" i="0" u="none" strike="noStrike" cap="none">
                <a:solidFill>
                  <a:schemeClr val="hlink"/>
                </a:solidFill>
                <a:uFill>
                  <a:noFill/>
                </a:uFill>
                <a:latin typeface="Arial"/>
                <a:ea typeface="Arial"/>
                <a:cs typeface="Arial"/>
                <a:sym typeface="Arial"/>
                <a:hlinkClick r:id="rId3"/>
              </a:rPr>
              <a:t>Flaticon’s extension</a:t>
            </a:r>
            <a:r>
              <a:rPr lang="en" sz="1100" b="0" i="0" u="none" strike="noStrike" cap="none">
                <a:solidFill>
                  <a:schemeClr val="lt1"/>
                </a:solidFill>
                <a:latin typeface="Arial"/>
                <a:ea typeface="Arial"/>
                <a:cs typeface="Arial"/>
                <a:sym typeface="Arial"/>
              </a:rPr>
              <a:t>, allowing you to customize and add even more icons.</a:t>
            </a:r>
            <a:br>
              <a:rPr lang="en" sz="1100" b="0" i="0" u="none" strike="noStrike" cap="none">
                <a:solidFill>
                  <a:srgbClr val="435D74"/>
                </a:solidFill>
                <a:latin typeface="Arial"/>
                <a:ea typeface="Arial"/>
                <a:cs typeface="Arial"/>
                <a:sym typeface="Arial"/>
              </a:rPr>
            </a:br>
            <a:endParaRPr sz="1100" b="0" i="0" u="none" strike="noStrike" cap="none">
              <a:solidFill>
                <a:srgbClr val="435D74"/>
              </a:solidFill>
              <a:latin typeface="Arial"/>
              <a:ea typeface="Arial"/>
              <a:cs typeface="Arial"/>
              <a:sym typeface="Arial"/>
            </a:endParaRPr>
          </a:p>
        </p:txBody>
      </p:sp>
      <p:sp>
        <p:nvSpPr>
          <p:cNvPr id="9141" name="Google Shape;9141;p65"/>
          <p:cNvSpPr txBox="1">
            <a:spLocks noGrp="1"/>
          </p:cNvSpPr>
          <p:nvPr>
            <p:ph type="title"/>
          </p:nvPr>
        </p:nvSpPr>
        <p:spPr>
          <a:xfrm>
            <a:off x="716775" y="510900"/>
            <a:ext cx="77106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2400"/>
              <a:buNone/>
            </a:pPr>
            <a:r>
              <a:rPr lang="en">
                <a:solidFill>
                  <a:schemeClr val="lt1"/>
                </a:solidFill>
              </a:rPr>
              <a:t>...and our sets of editable icons</a:t>
            </a:r>
            <a:endParaRPr/>
          </a:p>
        </p:txBody>
      </p:sp>
      <p:grpSp>
        <p:nvGrpSpPr>
          <p:cNvPr id="9142" name="Google Shape;9142;p65"/>
          <p:cNvGrpSpPr/>
          <p:nvPr/>
        </p:nvGrpSpPr>
        <p:grpSpPr>
          <a:xfrm>
            <a:off x="841240" y="4119220"/>
            <a:ext cx="374176" cy="374262"/>
            <a:chOff x="775325" y="4143525"/>
            <a:chExt cx="468775" cy="468883"/>
          </a:xfrm>
        </p:grpSpPr>
        <p:sp>
          <p:nvSpPr>
            <p:cNvPr id="9143" name="Google Shape;9143;p65"/>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4" name="Google Shape;9144;p65"/>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5" name="Google Shape;9145;p65"/>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6" name="Google Shape;9146;p65"/>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47" name="Google Shape;9147;p65"/>
          <p:cNvGrpSpPr/>
          <p:nvPr/>
        </p:nvGrpSpPr>
        <p:grpSpPr>
          <a:xfrm>
            <a:off x="7015917" y="4114633"/>
            <a:ext cx="219464" cy="383437"/>
            <a:chOff x="1426400" y="1814750"/>
            <a:chExt cx="407850" cy="712575"/>
          </a:xfrm>
        </p:grpSpPr>
        <p:sp>
          <p:nvSpPr>
            <p:cNvPr id="9148" name="Google Shape;9148;p65"/>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9" name="Google Shape;9149;p65"/>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0" name="Google Shape;9150;p65"/>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51" name="Google Shape;9151;p65"/>
          <p:cNvGrpSpPr/>
          <p:nvPr/>
        </p:nvGrpSpPr>
        <p:grpSpPr>
          <a:xfrm>
            <a:off x="7391519" y="4149408"/>
            <a:ext cx="313833" cy="313887"/>
            <a:chOff x="1910075" y="2021700"/>
            <a:chExt cx="583225" cy="583325"/>
          </a:xfrm>
        </p:grpSpPr>
        <p:sp>
          <p:nvSpPr>
            <p:cNvPr id="9152" name="Google Shape;9152;p65"/>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3" name="Google Shape;9153;p65"/>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4" name="Google Shape;9154;p65"/>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55" name="Google Shape;9155;p65"/>
          <p:cNvGrpSpPr/>
          <p:nvPr/>
        </p:nvGrpSpPr>
        <p:grpSpPr>
          <a:xfrm>
            <a:off x="7861486" y="4189187"/>
            <a:ext cx="441255" cy="234329"/>
            <a:chOff x="2749275" y="2099575"/>
            <a:chExt cx="820025" cy="435475"/>
          </a:xfrm>
        </p:grpSpPr>
        <p:sp>
          <p:nvSpPr>
            <p:cNvPr id="9156" name="Google Shape;9156;p65"/>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7" name="Google Shape;9157;p65"/>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8" name="Google Shape;9158;p65"/>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9" name="Google Shape;9159;p65"/>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9163"/>
        <p:cNvGrpSpPr/>
        <p:nvPr/>
      </p:nvGrpSpPr>
      <p:grpSpPr>
        <a:xfrm>
          <a:off x="0" y="0"/>
          <a:ext cx="0" cy="0"/>
          <a:chOff x="0" y="0"/>
          <a:chExt cx="0" cy="0"/>
        </a:xfrm>
      </p:grpSpPr>
      <p:grpSp>
        <p:nvGrpSpPr>
          <p:cNvPr id="9164" name="Google Shape;9164;p66"/>
          <p:cNvGrpSpPr/>
          <p:nvPr/>
        </p:nvGrpSpPr>
        <p:grpSpPr>
          <a:xfrm>
            <a:off x="1989449" y="4101269"/>
            <a:ext cx="374774" cy="346073"/>
            <a:chOff x="1989449" y="4282269"/>
            <a:chExt cx="374774" cy="346073"/>
          </a:xfrm>
        </p:grpSpPr>
        <p:sp>
          <p:nvSpPr>
            <p:cNvPr id="9165" name="Google Shape;9165;p66"/>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6" name="Google Shape;9166;p66"/>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7" name="Google Shape;9167;p66"/>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8" name="Google Shape;9168;p66"/>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9" name="Google Shape;9169;p66"/>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70" name="Google Shape;9170;p66"/>
          <p:cNvGrpSpPr/>
          <p:nvPr/>
        </p:nvGrpSpPr>
        <p:grpSpPr>
          <a:xfrm>
            <a:off x="2487439" y="4099740"/>
            <a:ext cx="198775" cy="348972"/>
            <a:chOff x="2487439" y="4280740"/>
            <a:chExt cx="198775" cy="348972"/>
          </a:xfrm>
        </p:grpSpPr>
        <p:sp>
          <p:nvSpPr>
            <p:cNvPr id="9171" name="Google Shape;9171;p66"/>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2" name="Google Shape;9172;p66"/>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3" name="Google Shape;9173;p66"/>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4" name="Google Shape;9174;p66"/>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75" name="Google Shape;9175;p66"/>
          <p:cNvGrpSpPr/>
          <p:nvPr/>
        </p:nvGrpSpPr>
        <p:grpSpPr>
          <a:xfrm>
            <a:off x="2810958" y="4092923"/>
            <a:ext cx="353145" cy="361873"/>
            <a:chOff x="2810958" y="4273923"/>
            <a:chExt cx="353145" cy="361873"/>
          </a:xfrm>
        </p:grpSpPr>
        <p:sp>
          <p:nvSpPr>
            <p:cNvPr id="9176" name="Google Shape;9176;p66"/>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7" name="Google Shape;9177;p66"/>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8" name="Google Shape;9178;p66"/>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9" name="Google Shape;9179;p66"/>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0" name="Google Shape;9180;p66"/>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1" name="Google Shape;9181;p66"/>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2" name="Google Shape;9182;p66"/>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83" name="Google Shape;9183;p66"/>
          <p:cNvGrpSpPr/>
          <p:nvPr/>
        </p:nvGrpSpPr>
        <p:grpSpPr>
          <a:xfrm>
            <a:off x="6275635" y="4101651"/>
            <a:ext cx="209383" cy="366778"/>
            <a:chOff x="6275635" y="4282651"/>
            <a:chExt cx="209383" cy="366778"/>
          </a:xfrm>
        </p:grpSpPr>
        <p:sp>
          <p:nvSpPr>
            <p:cNvPr id="9184" name="Google Shape;9184;p66"/>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5" name="Google Shape;9185;p66"/>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86" name="Google Shape;9186;p66"/>
          <p:cNvGrpSpPr/>
          <p:nvPr/>
        </p:nvGrpSpPr>
        <p:grpSpPr>
          <a:xfrm>
            <a:off x="6701186" y="4102033"/>
            <a:ext cx="280292" cy="366396"/>
            <a:chOff x="6701186" y="4283033"/>
            <a:chExt cx="280292" cy="366396"/>
          </a:xfrm>
        </p:grpSpPr>
        <p:sp>
          <p:nvSpPr>
            <p:cNvPr id="9187" name="Google Shape;9187;p66"/>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8" name="Google Shape;9188;p66"/>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89" name="Google Shape;9189;p66"/>
          <p:cNvGrpSpPr/>
          <p:nvPr/>
        </p:nvGrpSpPr>
        <p:grpSpPr>
          <a:xfrm>
            <a:off x="2609571" y="3643958"/>
            <a:ext cx="373627" cy="347347"/>
            <a:chOff x="2609571" y="3824958"/>
            <a:chExt cx="373627" cy="347347"/>
          </a:xfrm>
        </p:grpSpPr>
        <p:sp>
          <p:nvSpPr>
            <p:cNvPr id="9190" name="Google Shape;9190;p66"/>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1" name="Google Shape;9191;p66"/>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192" name="Google Shape;9192;p66"/>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193" name="Google Shape;9193;p66"/>
          <p:cNvGrpSpPr/>
          <p:nvPr/>
        </p:nvGrpSpPr>
        <p:grpSpPr>
          <a:xfrm>
            <a:off x="916127" y="3626056"/>
            <a:ext cx="221902" cy="380795"/>
            <a:chOff x="916127" y="3807056"/>
            <a:chExt cx="221902" cy="380795"/>
          </a:xfrm>
        </p:grpSpPr>
        <p:sp>
          <p:nvSpPr>
            <p:cNvPr id="9194" name="Google Shape;9194;p66"/>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5" name="Google Shape;9195;p66"/>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6" name="Google Shape;9196;p66"/>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7" name="Google Shape;9197;p66"/>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198" name="Google Shape;9198;p66"/>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9" name="Google Shape;9199;p66"/>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200" name="Google Shape;9200;p66"/>
          <p:cNvGrpSpPr/>
          <p:nvPr/>
        </p:nvGrpSpPr>
        <p:grpSpPr>
          <a:xfrm>
            <a:off x="3513010" y="3635134"/>
            <a:ext cx="362223" cy="361108"/>
            <a:chOff x="3513010" y="3816134"/>
            <a:chExt cx="362223" cy="361108"/>
          </a:xfrm>
        </p:grpSpPr>
        <p:sp>
          <p:nvSpPr>
            <p:cNvPr id="9201" name="Google Shape;9201;p66"/>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2" name="Google Shape;9202;p66"/>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3" name="Google Shape;9203;p66"/>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4" name="Google Shape;9204;p66"/>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05" name="Google Shape;9205;p66"/>
          <p:cNvGrpSpPr/>
          <p:nvPr/>
        </p:nvGrpSpPr>
        <p:grpSpPr>
          <a:xfrm>
            <a:off x="3950316" y="3639307"/>
            <a:ext cx="369805" cy="353782"/>
            <a:chOff x="3950316" y="3820307"/>
            <a:chExt cx="369805" cy="353782"/>
          </a:xfrm>
        </p:grpSpPr>
        <p:sp>
          <p:nvSpPr>
            <p:cNvPr id="9206" name="Google Shape;9206;p66"/>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7" name="Google Shape;9207;p66"/>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8" name="Google Shape;9208;p66"/>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9" name="Google Shape;9209;p66"/>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10" name="Google Shape;9210;p66"/>
          <p:cNvGrpSpPr/>
          <p:nvPr/>
        </p:nvGrpSpPr>
        <p:grpSpPr>
          <a:xfrm>
            <a:off x="1761909" y="3630961"/>
            <a:ext cx="307974" cy="371716"/>
            <a:chOff x="1761909" y="3811961"/>
            <a:chExt cx="307974" cy="371716"/>
          </a:xfrm>
        </p:grpSpPr>
        <p:sp>
          <p:nvSpPr>
            <p:cNvPr id="9211" name="Google Shape;9211;p66"/>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2" name="Google Shape;9212;p66"/>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3" name="Google Shape;9213;p66"/>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4" name="Google Shape;9214;p66"/>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5" name="Google Shape;9215;p66"/>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6" name="Google Shape;9216;p66"/>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7" name="Google Shape;9217;p66"/>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8" name="Google Shape;9218;p66"/>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9" name="Google Shape;9219;p66"/>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0" name="Google Shape;9220;p66"/>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21" name="Google Shape;9221;p66"/>
          <p:cNvGrpSpPr/>
          <p:nvPr/>
        </p:nvGrpSpPr>
        <p:grpSpPr>
          <a:xfrm>
            <a:off x="5373342" y="3627935"/>
            <a:ext cx="231395" cy="353145"/>
            <a:chOff x="5373342" y="3808935"/>
            <a:chExt cx="231395" cy="353145"/>
          </a:xfrm>
        </p:grpSpPr>
        <p:sp>
          <p:nvSpPr>
            <p:cNvPr id="9222" name="Google Shape;9222;p66"/>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3" name="Google Shape;9223;p66"/>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4" name="Google Shape;9224;p66"/>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5" name="Google Shape;9225;p66"/>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6" name="Google Shape;9226;p66"/>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7" name="Google Shape;9227;p66"/>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8" name="Google Shape;9228;p66"/>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9" name="Google Shape;9229;p66"/>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0" name="Google Shape;9230;p66"/>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231" name="Google Shape;9231;p66"/>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232" name="Google Shape;9232;p66"/>
          <p:cNvGrpSpPr/>
          <p:nvPr/>
        </p:nvGrpSpPr>
        <p:grpSpPr>
          <a:xfrm>
            <a:off x="5833775" y="3628445"/>
            <a:ext cx="235185" cy="352252"/>
            <a:chOff x="5833775" y="3809445"/>
            <a:chExt cx="235185" cy="352252"/>
          </a:xfrm>
        </p:grpSpPr>
        <p:sp>
          <p:nvSpPr>
            <p:cNvPr id="9233" name="Google Shape;9233;p66"/>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4" name="Google Shape;9234;p66"/>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5" name="Google Shape;9235;p66"/>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36" name="Google Shape;9236;p66"/>
          <p:cNvGrpSpPr/>
          <p:nvPr/>
        </p:nvGrpSpPr>
        <p:grpSpPr>
          <a:xfrm>
            <a:off x="4942472" y="3628318"/>
            <a:ext cx="238976" cy="352762"/>
            <a:chOff x="4942472" y="3809318"/>
            <a:chExt cx="238976" cy="352762"/>
          </a:xfrm>
        </p:grpSpPr>
        <p:sp>
          <p:nvSpPr>
            <p:cNvPr id="9237" name="Google Shape;9237;p66"/>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8" name="Google Shape;9238;p66"/>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9" name="Google Shape;9239;p66"/>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0" name="Google Shape;9240;p66"/>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1" name="Google Shape;9241;p66"/>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2" name="Google Shape;9242;p66"/>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3" name="Google Shape;9243;p66"/>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44" name="Google Shape;9244;p66"/>
          <p:cNvGrpSpPr/>
          <p:nvPr/>
        </p:nvGrpSpPr>
        <p:grpSpPr>
          <a:xfrm>
            <a:off x="6266525" y="3626788"/>
            <a:ext cx="260223" cy="353527"/>
            <a:chOff x="6266525" y="3807788"/>
            <a:chExt cx="260223" cy="353527"/>
          </a:xfrm>
        </p:grpSpPr>
        <p:sp>
          <p:nvSpPr>
            <p:cNvPr id="9245" name="Google Shape;9245;p66"/>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6" name="Google Shape;9246;p66"/>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7" name="Google Shape;9247;p66"/>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8" name="Google Shape;9248;p66"/>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249" name="Google Shape;9249;p66"/>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250" name="Google Shape;9250;p66"/>
          <p:cNvGrpSpPr/>
          <p:nvPr/>
        </p:nvGrpSpPr>
        <p:grpSpPr>
          <a:xfrm>
            <a:off x="7184363" y="3628604"/>
            <a:ext cx="202184" cy="352762"/>
            <a:chOff x="7184363" y="3809604"/>
            <a:chExt cx="202184" cy="352762"/>
          </a:xfrm>
        </p:grpSpPr>
        <p:sp>
          <p:nvSpPr>
            <p:cNvPr id="9251" name="Google Shape;9251;p66"/>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2" name="Google Shape;9252;p66"/>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53" name="Google Shape;9253;p66"/>
          <p:cNvGrpSpPr/>
          <p:nvPr/>
        </p:nvGrpSpPr>
        <p:grpSpPr>
          <a:xfrm>
            <a:off x="7571624" y="3627935"/>
            <a:ext cx="292047" cy="352762"/>
            <a:chOff x="7571624" y="3808935"/>
            <a:chExt cx="292047" cy="352762"/>
          </a:xfrm>
        </p:grpSpPr>
        <p:sp>
          <p:nvSpPr>
            <p:cNvPr id="9254" name="Google Shape;9254;p66"/>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5" name="Google Shape;9255;p66"/>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6" name="Google Shape;9256;p66"/>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7" name="Google Shape;9257;p66"/>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8" name="Google Shape;9258;p66"/>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9" name="Google Shape;9259;p66"/>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60" name="Google Shape;9260;p66"/>
          <p:cNvGrpSpPr/>
          <p:nvPr/>
        </p:nvGrpSpPr>
        <p:grpSpPr>
          <a:xfrm>
            <a:off x="2174559" y="3175116"/>
            <a:ext cx="364135" cy="359930"/>
            <a:chOff x="2174559" y="3356116"/>
            <a:chExt cx="364135" cy="359930"/>
          </a:xfrm>
        </p:grpSpPr>
        <p:sp>
          <p:nvSpPr>
            <p:cNvPr id="9261" name="Google Shape;9261;p66"/>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2" name="Google Shape;9262;p66"/>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63" name="Google Shape;9263;p66"/>
          <p:cNvGrpSpPr/>
          <p:nvPr/>
        </p:nvGrpSpPr>
        <p:grpSpPr>
          <a:xfrm>
            <a:off x="1731934" y="3174639"/>
            <a:ext cx="368371" cy="361554"/>
            <a:chOff x="1731934" y="3355639"/>
            <a:chExt cx="368371" cy="361554"/>
          </a:xfrm>
        </p:grpSpPr>
        <p:sp>
          <p:nvSpPr>
            <p:cNvPr id="9264" name="Google Shape;9264;p66"/>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5" name="Google Shape;9265;p66"/>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66" name="Google Shape;9266;p66"/>
          <p:cNvGrpSpPr/>
          <p:nvPr/>
        </p:nvGrpSpPr>
        <p:grpSpPr>
          <a:xfrm>
            <a:off x="3990517" y="3173173"/>
            <a:ext cx="279559" cy="363402"/>
            <a:chOff x="3990517" y="3354173"/>
            <a:chExt cx="279559" cy="363402"/>
          </a:xfrm>
        </p:grpSpPr>
        <p:sp>
          <p:nvSpPr>
            <p:cNvPr id="9267" name="Google Shape;9267;p66"/>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8" name="Google Shape;9268;p66"/>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9" name="Google Shape;9269;p66"/>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70" name="Google Shape;9270;p66"/>
          <p:cNvGrpSpPr/>
          <p:nvPr/>
        </p:nvGrpSpPr>
        <p:grpSpPr>
          <a:xfrm>
            <a:off x="3497847" y="3236374"/>
            <a:ext cx="379680" cy="237606"/>
            <a:chOff x="3497847" y="3417374"/>
            <a:chExt cx="379680" cy="237606"/>
          </a:xfrm>
        </p:grpSpPr>
        <p:sp>
          <p:nvSpPr>
            <p:cNvPr id="9271" name="Google Shape;9271;p66"/>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2" name="Google Shape;9272;p66"/>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3" name="Google Shape;9273;p66"/>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4" name="Google Shape;9274;p66"/>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75" name="Google Shape;9275;p66"/>
          <p:cNvGrpSpPr/>
          <p:nvPr/>
        </p:nvGrpSpPr>
        <p:grpSpPr>
          <a:xfrm>
            <a:off x="2612597" y="3186075"/>
            <a:ext cx="376271" cy="337982"/>
            <a:chOff x="2612597" y="3367075"/>
            <a:chExt cx="376271" cy="337982"/>
          </a:xfrm>
        </p:grpSpPr>
        <p:sp>
          <p:nvSpPr>
            <p:cNvPr id="9276" name="Google Shape;9276;p66"/>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7" name="Google Shape;9277;p66"/>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78" name="Google Shape;9278;p66"/>
          <p:cNvGrpSpPr/>
          <p:nvPr/>
        </p:nvGrpSpPr>
        <p:grpSpPr>
          <a:xfrm>
            <a:off x="3071914" y="3183431"/>
            <a:ext cx="343652" cy="342505"/>
            <a:chOff x="3071914" y="3364431"/>
            <a:chExt cx="343652" cy="342505"/>
          </a:xfrm>
        </p:grpSpPr>
        <p:sp>
          <p:nvSpPr>
            <p:cNvPr id="9279" name="Google Shape;9279;p66"/>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0" name="Google Shape;9280;p66"/>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1" name="Google Shape;9281;p66"/>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2" name="Google Shape;9282;p66"/>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3" name="Google Shape;9283;p66"/>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84" name="Google Shape;9284;p66"/>
          <p:cNvGrpSpPr/>
          <p:nvPr/>
        </p:nvGrpSpPr>
        <p:grpSpPr>
          <a:xfrm>
            <a:off x="897141" y="3178875"/>
            <a:ext cx="257962" cy="352762"/>
            <a:chOff x="897141" y="3359875"/>
            <a:chExt cx="257962" cy="352762"/>
          </a:xfrm>
        </p:grpSpPr>
        <p:sp>
          <p:nvSpPr>
            <p:cNvPr id="9285" name="Google Shape;9285;p66"/>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6" name="Google Shape;9286;p66"/>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7" name="Google Shape;9287;p66"/>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8" name="Google Shape;9288;p66"/>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9" name="Google Shape;9289;p66"/>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0" name="Google Shape;9290;p66"/>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1" name="Google Shape;9291;p66"/>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2" name="Google Shape;9292;p66"/>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93" name="Google Shape;9293;p66"/>
          <p:cNvGrpSpPr/>
          <p:nvPr/>
        </p:nvGrpSpPr>
        <p:grpSpPr>
          <a:xfrm>
            <a:off x="1333682" y="3163330"/>
            <a:ext cx="271214" cy="383088"/>
            <a:chOff x="1333682" y="3344330"/>
            <a:chExt cx="271214" cy="383088"/>
          </a:xfrm>
        </p:grpSpPr>
        <p:sp>
          <p:nvSpPr>
            <p:cNvPr id="9294" name="Google Shape;9294;p66"/>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5" name="Google Shape;9295;p66"/>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6" name="Google Shape;9296;p66"/>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7" name="Google Shape;9297;p66"/>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8" name="Google Shape;9298;p66"/>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9" name="Google Shape;9299;p66"/>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0" name="Google Shape;9300;p66"/>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1" name="Google Shape;9301;p66"/>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2" name="Google Shape;9302;p66"/>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3" name="Google Shape;9303;p66"/>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4" name="Google Shape;9304;p66"/>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05" name="Google Shape;9305;p66"/>
          <p:cNvGrpSpPr/>
          <p:nvPr/>
        </p:nvGrpSpPr>
        <p:grpSpPr>
          <a:xfrm>
            <a:off x="6664394" y="3165974"/>
            <a:ext cx="353113" cy="351998"/>
            <a:chOff x="6664394" y="3346974"/>
            <a:chExt cx="353113" cy="351998"/>
          </a:xfrm>
        </p:grpSpPr>
        <p:sp>
          <p:nvSpPr>
            <p:cNvPr id="9306" name="Google Shape;9306;p66"/>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7" name="Google Shape;9307;p66"/>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8" name="Google Shape;9308;p66"/>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9" name="Google Shape;9309;p66"/>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0" name="Google Shape;9310;p66"/>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11" name="Google Shape;9311;p66"/>
          <p:cNvGrpSpPr/>
          <p:nvPr/>
        </p:nvGrpSpPr>
        <p:grpSpPr>
          <a:xfrm>
            <a:off x="849741" y="1778307"/>
            <a:ext cx="399398" cy="375443"/>
            <a:chOff x="849741" y="1959307"/>
            <a:chExt cx="399398" cy="375443"/>
          </a:xfrm>
        </p:grpSpPr>
        <p:sp>
          <p:nvSpPr>
            <p:cNvPr id="9312" name="Google Shape;9312;p66"/>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3" name="Google Shape;9313;p66"/>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14" name="Google Shape;9314;p66"/>
          <p:cNvGrpSpPr/>
          <p:nvPr/>
        </p:nvGrpSpPr>
        <p:grpSpPr>
          <a:xfrm>
            <a:off x="1284212" y="1782766"/>
            <a:ext cx="379489" cy="366046"/>
            <a:chOff x="1284212" y="1963766"/>
            <a:chExt cx="379489" cy="366046"/>
          </a:xfrm>
        </p:grpSpPr>
        <p:sp>
          <p:nvSpPr>
            <p:cNvPr id="9315" name="Google Shape;9315;p66"/>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6" name="Google Shape;9316;p66"/>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17" name="Google Shape;9317;p66"/>
          <p:cNvGrpSpPr/>
          <p:nvPr/>
        </p:nvGrpSpPr>
        <p:grpSpPr>
          <a:xfrm>
            <a:off x="3037766" y="1788564"/>
            <a:ext cx="370219" cy="354928"/>
            <a:chOff x="3037766" y="1969564"/>
            <a:chExt cx="370219" cy="354928"/>
          </a:xfrm>
        </p:grpSpPr>
        <p:sp>
          <p:nvSpPr>
            <p:cNvPr id="9318" name="Google Shape;9318;p66"/>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9" name="Google Shape;9319;p66"/>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0" name="Google Shape;9320;p66"/>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1" name="Google Shape;9321;p66"/>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22" name="Google Shape;9322;p66"/>
          <p:cNvGrpSpPr/>
          <p:nvPr/>
        </p:nvGrpSpPr>
        <p:grpSpPr>
          <a:xfrm>
            <a:off x="3982553" y="1790730"/>
            <a:ext cx="304566" cy="350501"/>
            <a:chOff x="3982553" y="1971730"/>
            <a:chExt cx="304566" cy="350501"/>
          </a:xfrm>
        </p:grpSpPr>
        <p:sp>
          <p:nvSpPr>
            <p:cNvPr id="9323" name="Google Shape;9323;p66"/>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4" name="Google Shape;9324;p66"/>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25" name="Google Shape;9325;p66"/>
          <p:cNvGrpSpPr/>
          <p:nvPr/>
        </p:nvGrpSpPr>
        <p:grpSpPr>
          <a:xfrm>
            <a:off x="2567841" y="1813124"/>
            <a:ext cx="399812" cy="306477"/>
            <a:chOff x="2567841" y="1994124"/>
            <a:chExt cx="399812" cy="306477"/>
          </a:xfrm>
        </p:grpSpPr>
        <p:sp>
          <p:nvSpPr>
            <p:cNvPr id="9326" name="Google Shape;9326;p66"/>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7" name="Google Shape;9327;p66"/>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8" name="Google Shape;9328;p66"/>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29" name="Google Shape;9329;p66"/>
          <p:cNvGrpSpPr/>
          <p:nvPr/>
        </p:nvGrpSpPr>
        <p:grpSpPr>
          <a:xfrm>
            <a:off x="2212084" y="1779358"/>
            <a:ext cx="324698" cy="372863"/>
            <a:chOff x="2212084" y="1960358"/>
            <a:chExt cx="324698" cy="372863"/>
          </a:xfrm>
        </p:grpSpPr>
        <p:sp>
          <p:nvSpPr>
            <p:cNvPr id="9330" name="Google Shape;9330;p66"/>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1" name="Google Shape;9331;p66"/>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2" name="Google Shape;9332;p66"/>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33" name="Google Shape;9333;p66"/>
          <p:cNvGrpSpPr/>
          <p:nvPr/>
        </p:nvGrpSpPr>
        <p:grpSpPr>
          <a:xfrm>
            <a:off x="1805901" y="1779358"/>
            <a:ext cx="284847" cy="373627"/>
            <a:chOff x="1805901" y="1960358"/>
            <a:chExt cx="284847" cy="373627"/>
          </a:xfrm>
        </p:grpSpPr>
        <p:sp>
          <p:nvSpPr>
            <p:cNvPr id="9334" name="Google Shape;9334;p66"/>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5" name="Google Shape;9335;p66"/>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336" name="Google Shape;9336;p66"/>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7" name="Google Shape;9337;p66"/>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8" name="Google Shape;9338;p66"/>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39" name="Google Shape;9339;p66"/>
          <p:cNvGrpSpPr/>
          <p:nvPr/>
        </p:nvGrpSpPr>
        <p:grpSpPr>
          <a:xfrm>
            <a:off x="6656812" y="1848388"/>
            <a:ext cx="368690" cy="245793"/>
            <a:chOff x="6656812" y="2029388"/>
            <a:chExt cx="368690" cy="245793"/>
          </a:xfrm>
        </p:grpSpPr>
        <p:sp>
          <p:nvSpPr>
            <p:cNvPr id="9340" name="Google Shape;9340;p66"/>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1" name="Google Shape;9341;p66"/>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2" name="Google Shape;9342;p66"/>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3" name="Google Shape;9343;p66"/>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4" name="Google Shape;9344;p66"/>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5" name="Google Shape;9345;p66"/>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6" name="Google Shape;9346;p66"/>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7" name="Google Shape;9347;p66"/>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8" name="Google Shape;9348;p66"/>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9" name="Google Shape;9349;p66"/>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50" name="Google Shape;9350;p66"/>
          <p:cNvGrpSpPr/>
          <p:nvPr/>
        </p:nvGrpSpPr>
        <p:grpSpPr>
          <a:xfrm>
            <a:off x="4869651" y="1831218"/>
            <a:ext cx="376654" cy="281566"/>
            <a:chOff x="4869651" y="2012218"/>
            <a:chExt cx="376654" cy="281566"/>
          </a:xfrm>
        </p:grpSpPr>
        <p:sp>
          <p:nvSpPr>
            <p:cNvPr id="9351" name="Google Shape;9351;p66"/>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2" name="Google Shape;9352;p66"/>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3" name="Google Shape;9353;p66"/>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4" name="Google Shape;9354;p66"/>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55" name="Google Shape;9355;p66"/>
          <p:cNvGrpSpPr/>
          <p:nvPr/>
        </p:nvGrpSpPr>
        <p:grpSpPr>
          <a:xfrm>
            <a:off x="5306224" y="1831313"/>
            <a:ext cx="367925" cy="281694"/>
            <a:chOff x="5306224" y="2012313"/>
            <a:chExt cx="367925" cy="281694"/>
          </a:xfrm>
        </p:grpSpPr>
        <p:sp>
          <p:nvSpPr>
            <p:cNvPr id="9356" name="Google Shape;9356;p66"/>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7" name="Google Shape;9357;p66"/>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358" name="Google Shape;9358;p66"/>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59" name="Google Shape;9359;p66"/>
          <p:cNvGrpSpPr/>
          <p:nvPr/>
        </p:nvGrpSpPr>
        <p:grpSpPr>
          <a:xfrm>
            <a:off x="6195998" y="1802102"/>
            <a:ext cx="368308" cy="338746"/>
            <a:chOff x="6195998" y="1983102"/>
            <a:chExt cx="368308" cy="338746"/>
          </a:xfrm>
        </p:grpSpPr>
        <p:sp>
          <p:nvSpPr>
            <p:cNvPr id="9360" name="Google Shape;9360;p66"/>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1" name="Google Shape;9361;p66"/>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2" name="Google Shape;9362;p66"/>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63" name="Google Shape;9363;p66"/>
          <p:cNvGrpSpPr/>
          <p:nvPr/>
        </p:nvGrpSpPr>
        <p:grpSpPr>
          <a:xfrm>
            <a:off x="7542031" y="1830835"/>
            <a:ext cx="369072" cy="280037"/>
            <a:chOff x="7542031" y="2011835"/>
            <a:chExt cx="369072" cy="280037"/>
          </a:xfrm>
        </p:grpSpPr>
        <p:sp>
          <p:nvSpPr>
            <p:cNvPr id="9364" name="Google Shape;9364;p66"/>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5" name="Google Shape;9365;p66"/>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6" name="Google Shape;9366;p66"/>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7" name="Google Shape;9367;p66"/>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8" name="Google Shape;9368;p66"/>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9" name="Google Shape;9369;p66"/>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0" name="Google Shape;9370;p66"/>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1" name="Google Shape;9371;p66"/>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2" name="Google Shape;9372;p66"/>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73" name="Google Shape;9373;p66"/>
          <p:cNvGrpSpPr/>
          <p:nvPr/>
        </p:nvGrpSpPr>
        <p:grpSpPr>
          <a:xfrm>
            <a:off x="8010427" y="3167503"/>
            <a:ext cx="278795" cy="351615"/>
            <a:chOff x="8010427" y="3348503"/>
            <a:chExt cx="278795" cy="351615"/>
          </a:xfrm>
        </p:grpSpPr>
        <p:sp>
          <p:nvSpPr>
            <p:cNvPr id="9374" name="Google Shape;9374;p66"/>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5" name="Google Shape;9375;p66"/>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6" name="Google Shape;9376;p66"/>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7" name="Google Shape;9377;p66"/>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378" name="Google Shape;9378;p66"/>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79" name="Google Shape;9379;p66"/>
          <p:cNvGrpSpPr/>
          <p:nvPr/>
        </p:nvGrpSpPr>
        <p:grpSpPr>
          <a:xfrm>
            <a:off x="7141900" y="3168204"/>
            <a:ext cx="281057" cy="351010"/>
            <a:chOff x="7141900" y="3349204"/>
            <a:chExt cx="281057" cy="351010"/>
          </a:xfrm>
        </p:grpSpPr>
        <p:sp>
          <p:nvSpPr>
            <p:cNvPr id="9380" name="Google Shape;9380;p66"/>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1" name="Google Shape;9381;p66"/>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2" name="Google Shape;9382;p66"/>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83" name="Google Shape;9383;p66"/>
          <p:cNvGrpSpPr/>
          <p:nvPr/>
        </p:nvGrpSpPr>
        <p:grpSpPr>
          <a:xfrm>
            <a:off x="5314188" y="3169032"/>
            <a:ext cx="363752" cy="353113"/>
            <a:chOff x="5314188" y="3350032"/>
            <a:chExt cx="363752" cy="353113"/>
          </a:xfrm>
        </p:grpSpPr>
        <p:sp>
          <p:nvSpPr>
            <p:cNvPr id="9384" name="Google Shape;9384;p66"/>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5" name="Google Shape;9385;p66"/>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86" name="Google Shape;9386;p66"/>
          <p:cNvGrpSpPr/>
          <p:nvPr/>
        </p:nvGrpSpPr>
        <p:grpSpPr>
          <a:xfrm>
            <a:off x="5829984" y="3169032"/>
            <a:ext cx="220755" cy="352348"/>
            <a:chOff x="5829984" y="3350032"/>
            <a:chExt cx="220755" cy="352348"/>
          </a:xfrm>
        </p:grpSpPr>
        <p:sp>
          <p:nvSpPr>
            <p:cNvPr id="9387" name="Google Shape;9387;p66"/>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8" name="Google Shape;9388;p66"/>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9" name="Google Shape;9389;p66"/>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0" name="Google Shape;9390;p66"/>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91" name="Google Shape;9391;p66"/>
          <p:cNvGrpSpPr/>
          <p:nvPr/>
        </p:nvGrpSpPr>
        <p:grpSpPr>
          <a:xfrm>
            <a:off x="4882170" y="3168841"/>
            <a:ext cx="358464" cy="352316"/>
            <a:chOff x="4882170" y="3349841"/>
            <a:chExt cx="358464" cy="352316"/>
          </a:xfrm>
        </p:grpSpPr>
        <p:sp>
          <p:nvSpPr>
            <p:cNvPr id="9392" name="Google Shape;9392;p66"/>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3" name="Google Shape;9393;p66"/>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394" name="Google Shape;9394;p66"/>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5" name="Google Shape;9395;p66"/>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96" name="Google Shape;9396;p66"/>
          <p:cNvGrpSpPr/>
          <p:nvPr/>
        </p:nvGrpSpPr>
        <p:grpSpPr>
          <a:xfrm>
            <a:off x="3044965" y="2254220"/>
            <a:ext cx="400194" cy="324316"/>
            <a:chOff x="3044965" y="2435220"/>
            <a:chExt cx="400194" cy="324316"/>
          </a:xfrm>
        </p:grpSpPr>
        <p:sp>
          <p:nvSpPr>
            <p:cNvPr id="9397" name="Google Shape;9397;p66"/>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8" name="Google Shape;9398;p66"/>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9" name="Google Shape;9399;p66"/>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00" name="Google Shape;9400;p66"/>
          <p:cNvGrpSpPr/>
          <p:nvPr/>
        </p:nvGrpSpPr>
        <p:grpSpPr>
          <a:xfrm>
            <a:off x="6203579" y="3167981"/>
            <a:ext cx="351615" cy="350373"/>
            <a:chOff x="6203579" y="3348981"/>
            <a:chExt cx="351615" cy="350373"/>
          </a:xfrm>
        </p:grpSpPr>
        <p:sp>
          <p:nvSpPr>
            <p:cNvPr id="9401" name="Google Shape;9401;p66"/>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2" name="Google Shape;9402;p66"/>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3" name="Google Shape;9403;p66"/>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4" name="Google Shape;9404;p66"/>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5" name="Google Shape;9405;p66"/>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06" name="Google Shape;9406;p66"/>
          <p:cNvGrpSpPr/>
          <p:nvPr/>
        </p:nvGrpSpPr>
        <p:grpSpPr>
          <a:xfrm>
            <a:off x="4878379" y="2292892"/>
            <a:ext cx="367161" cy="287523"/>
            <a:chOff x="4878379" y="2473892"/>
            <a:chExt cx="367161" cy="287523"/>
          </a:xfrm>
        </p:grpSpPr>
        <p:sp>
          <p:nvSpPr>
            <p:cNvPr id="9407" name="Google Shape;9407;p66"/>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8" name="Google Shape;9408;p66"/>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9" name="Google Shape;9409;p66"/>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0" name="Google Shape;9410;p66"/>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1" name="Google Shape;9411;p66"/>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12" name="Google Shape;9412;p66"/>
          <p:cNvGrpSpPr/>
          <p:nvPr/>
        </p:nvGrpSpPr>
        <p:grpSpPr>
          <a:xfrm>
            <a:off x="1325719" y="2706689"/>
            <a:ext cx="290581" cy="372481"/>
            <a:chOff x="1325719" y="2887689"/>
            <a:chExt cx="290581" cy="372481"/>
          </a:xfrm>
        </p:grpSpPr>
        <p:sp>
          <p:nvSpPr>
            <p:cNvPr id="9413" name="Google Shape;9413;p66"/>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4" name="Google Shape;9414;p66"/>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415" name="Google Shape;9415;p66"/>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416" name="Google Shape;9416;p66"/>
          <p:cNvGrpSpPr/>
          <p:nvPr/>
        </p:nvGrpSpPr>
        <p:grpSpPr>
          <a:xfrm>
            <a:off x="3510335" y="2711499"/>
            <a:ext cx="360726" cy="361204"/>
            <a:chOff x="3510335" y="2892499"/>
            <a:chExt cx="360726" cy="361204"/>
          </a:xfrm>
        </p:grpSpPr>
        <p:sp>
          <p:nvSpPr>
            <p:cNvPr id="9417" name="Google Shape;9417;p66"/>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8" name="Google Shape;9418;p66"/>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9" name="Google Shape;9419;p66"/>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0" name="Google Shape;9420;p66"/>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1" name="Google Shape;9421;p66"/>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22" name="Google Shape;9422;p66"/>
          <p:cNvGrpSpPr/>
          <p:nvPr/>
        </p:nvGrpSpPr>
        <p:grpSpPr>
          <a:xfrm>
            <a:off x="3086313" y="2696049"/>
            <a:ext cx="320142" cy="392581"/>
            <a:chOff x="3086313" y="2877049"/>
            <a:chExt cx="320142" cy="392581"/>
          </a:xfrm>
        </p:grpSpPr>
        <p:sp>
          <p:nvSpPr>
            <p:cNvPr id="9423" name="Google Shape;9423;p66"/>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4" name="Google Shape;9424;p66"/>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5" name="Google Shape;9425;p66"/>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6" name="Google Shape;9426;p66"/>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7" name="Google Shape;9427;p66"/>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8" name="Google Shape;9428;p66"/>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9" name="Google Shape;9429;p66"/>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0" name="Google Shape;9430;p66"/>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1" name="Google Shape;9431;p66"/>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2" name="Google Shape;9432;p66"/>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3" name="Google Shape;9433;p66"/>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4" name="Google Shape;9434;p66"/>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435" name="Google Shape;9435;p66"/>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436" name="Google Shape;9436;p66"/>
          <p:cNvGrpSpPr/>
          <p:nvPr/>
        </p:nvGrpSpPr>
        <p:grpSpPr>
          <a:xfrm>
            <a:off x="861113" y="2704746"/>
            <a:ext cx="333809" cy="373276"/>
            <a:chOff x="861113" y="2885746"/>
            <a:chExt cx="333809" cy="373276"/>
          </a:xfrm>
        </p:grpSpPr>
        <p:sp>
          <p:nvSpPr>
            <p:cNvPr id="9437" name="Google Shape;9437;p66"/>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8" name="Google Shape;9438;p66"/>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9" name="Google Shape;9439;p66"/>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440" name="Google Shape;9440;p66"/>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1" name="Google Shape;9441;p66"/>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442" name="Google Shape;9442;p66"/>
          <p:cNvGrpSpPr/>
          <p:nvPr/>
        </p:nvGrpSpPr>
        <p:grpSpPr>
          <a:xfrm>
            <a:off x="1297654" y="1323481"/>
            <a:ext cx="349354" cy="362223"/>
            <a:chOff x="1297654" y="1504481"/>
            <a:chExt cx="349354" cy="362223"/>
          </a:xfrm>
        </p:grpSpPr>
        <p:sp>
          <p:nvSpPr>
            <p:cNvPr id="9443" name="Google Shape;9443;p66"/>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4" name="Google Shape;9444;p66"/>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5" name="Google Shape;9445;p66"/>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446" name="Google Shape;9446;p66"/>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447" name="Google Shape;9447;p66"/>
          <p:cNvGrpSpPr/>
          <p:nvPr/>
        </p:nvGrpSpPr>
        <p:grpSpPr>
          <a:xfrm>
            <a:off x="852385" y="1329916"/>
            <a:ext cx="353145" cy="351997"/>
            <a:chOff x="852385" y="1510916"/>
            <a:chExt cx="353145" cy="351997"/>
          </a:xfrm>
        </p:grpSpPr>
        <p:sp>
          <p:nvSpPr>
            <p:cNvPr id="9448" name="Google Shape;9448;p66"/>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9" name="Google Shape;9449;p66"/>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0" name="Google Shape;9450;p66"/>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51" name="Google Shape;9451;p66"/>
          <p:cNvGrpSpPr/>
          <p:nvPr/>
        </p:nvGrpSpPr>
        <p:grpSpPr>
          <a:xfrm>
            <a:off x="1745217" y="1334471"/>
            <a:ext cx="343269" cy="342505"/>
            <a:chOff x="1745217" y="1515471"/>
            <a:chExt cx="343269" cy="342505"/>
          </a:xfrm>
        </p:grpSpPr>
        <p:sp>
          <p:nvSpPr>
            <p:cNvPr id="9452" name="Google Shape;9452;p66"/>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3" name="Google Shape;9453;p66"/>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4" name="Google Shape;9454;p66"/>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5" name="Google Shape;9455;p66"/>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456" name="Google Shape;9456;p66"/>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457" name="Google Shape;9457;p66"/>
          <p:cNvGrpSpPr/>
          <p:nvPr/>
        </p:nvGrpSpPr>
        <p:grpSpPr>
          <a:xfrm>
            <a:off x="3042703" y="1348137"/>
            <a:ext cx="411535" cy="315587"/>
            <a:chOff x="3042703" y="1529137"/>
            <a:chExt cx="411535" cy="315587"/>
          </a:xfrm>
        </p:grpSpPr>
        <p:sp>
          <p:nvSpPr>
            <p:cNvPr id="9458" name="Google Shape;9458;p66"/>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9" name="Google Shape;9459;p66"/>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0" name="Google Shape;9460;p66"/>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1" name="Google Shape;9461;p66"/>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2" name="Google Shape;9462;p66"/>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3" name="Google Shape;9463;p66"/>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4" name="Google Shape;9464;p66"/>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5" name="Google Shape;9465;p66"/>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6" name="Google Shape;9466;p66"/>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7" name="Google Shape;9467;p66"/>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68" name="Google Shape;9468;p66"/>
          <p:cNvGrpSpPr/>
          <p:nvPr/>
        </p:nvGrpSpPr>
        <p:grpSpPr>
          <a:xfrm>
            <a:off x="2629289" y="1363682"/>
            <a:ext cx="350500" cy="284497"/>
            <a:chOff x="2629289" y="1544682"/>
            <a:chExt cx="350500" cy="284497"/>
          </a:xfrm>
        </p:grpSpPr>
        <p:sp>
          <p:nvSpPr>
            <p:cNvPr id="9469" name="Google Shape;9469;p66"/>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0" name="Google Shape;9470;p66"/>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1" name="Google Shape;9471;p66"/>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2" name="Google Shape;9472;p66"/>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3" name="Google Shape;9473;p66"/>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74" name="Google Shape;9474;p66"/>
          <p:cNvGrpSpPr/>
          <p:nvPr/>
        </p:nvGrpSpPr>
        <p:grpSpPr>
          <a:xfrm>
            <a:off x="5305077" y="1321633"/>
            <a:ext cx="367893" cy="365218"/>
            <a:chOff x="5305077" y="1502633"/>
            <a:chExt cx="367893" cy="365218"/>
          </a:xfrm>
        </p:grpSpPr>
        <p:sp>
          <p:nvSpPr>
            <p:cNvPr id="9475" name="Google Shape;9475;p66"/>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6" name="Google Shape;9476;p66"/>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77" name="Google Shape;9477;p66"/>
          <p:cNvGrpSpPr/>
          <p:nvPr/>
        </p:nvGrpSpPr>
        <p:grpSpPr>
          <a:xfrm>
            <a:off x="7100170" y="1319117"/>
            <a:ext cx="368308" cy="367033"/>
            <a:chOff x="7100170" y="1500117"/>
            <a:chExt cx="368308" cy="367033"/>
          </a:xfrm>
        </p:grpSpPr>
        <p:sp>
          <p:nvSpPr>
            <p:cNvPr id="9478" name="Google Shape;9478;p66"/>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9" name="Google Shape;9479;p66"/>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0" name="Google Shape;9480;p66"/>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1" name="Google Shape;9481;p66"/>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2" name="Google Shape;9482;p66"/>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3" name="Google Shape;9483;p66"/>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4" name="Google Shape;9484;p66"/>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5" name="Google Shape;9485;p66"/>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6" name="Google Shape;9486;p66"/>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7" name="Google Shape;9487;p66"/>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8" name="Google Shape;9488;p66"/>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9" name="Google Shape;9489;p66"/>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0" name="Google Shape;9490;p66"/>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491" name="Google Shape;9491;p66"/>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492" name="Google Shape;9492;p66"/>
          <p:cNvGrpSpPr/>
          <p:nvPr/>
        </p:nvGrpSpPr>
        <p:grpSpPr>
          <a:xfrm>
            <a:off x="6649231" y="1319021"/>
            <a:ext cx="390287" cy="367065"/>
            <a:chOff x="6649231" y="1500021"/>
            <a:chExt cx="390287" cy="367065"/>
          </a:xfrm>
        </p:grpSpPr>
        <p:sp>
          <p:nvSpPr>
            <p:cNvPr id="9493" name="Google Shape;9493;p66"/>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4" name="Google Shape;9494;p66"/>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5" name="Google Shape;9495;p66"/>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6" name="Google Shape;9496;p66"/>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7" name="Google Shape;9497;p66"/>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8" name="Google Shape;9498;p66"/>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9" name="Google Shape;9499;p66"/>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0" name="Google Shape;9500;p66"/>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1" name="Google Shape;9501;p66"/>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2" name="Google Shape;9502;p66"/>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3" name="Google Shape;9503;p66"/>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4" name="Google Shape;9504;p66"/>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05" name="Google Shape;9505;p66"/>
          <p:cNvGrpSpPr/>
          <p:nvPr/>
        </p:nvGrpSpPr>
        <p:grpSpPr>
          <a:xfrm>
            <a:off x="5746938" y="1362503"/>
            <a:ext cx="387261" cy="280356"/>
            <a:chOff x="5746938" y="1543503"/>
            <a:chExt cx="387261" cy="280356"/>
          </a:xfrm>
        </p:grpSpPr>
        <p:sp>
          <p:nvSpPr>
            <p:cNvPr id="9506" name="Google Shape;9506;p66"/>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7" name="Google Shape;9507;p66"/>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08" name="Google Shape;9508;p66"/>
          <p:cNvGrpSpPr/>
          <p:nvPr/>
        </p:nvGrpSpPr>
        <p:grpSpPr>
          <a:xfrm>
            <a:off x="6196730" y="1344346"/>
            <a:ext cx="369073" cy="317467"/>
            <a:chOff x="6196730" y="1525346"/>
            <a:chExt cx="369073" cy="317467"/>
          </a:xfrm>
        </p:grpSpPr>
        <p:sp>
          <p:nvSpPr>
            <p:cNvPr id="9509" name="Google Shape;9509;p66"/>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0" name="Google Shape;9510;p66"/>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1" name="Google Shape;9511;p66"/>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12" name="Google Shape;9512;p66"/>
          <p:cNvGrpSpPr/>
          <p:nvPr/>
        </p:nvGrpSpPr>
        <p:grpSpPr>
          <a:xfrm>
            <a:off x="4940592" y="1319690"/>
            <a:ext cx="246558" cy="367161"/>
            <a:chOff x="4940592" y="1500690"/>
            <a:chExt cx="246558" cy="367161"/>
          </a:xfrm>
        </p:grpSpPr>
        <p:sp>
          <p:nvSpPr>
            <p:cNvPr id="9513" name="Google Shape;9513;p66"/>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4" name="Google Shape;9514;p66"/>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5" name="Google Shape;9515;p66"/>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6" name="Google Shape;9516;p66"/>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17" name="Google Shape;9517;p66"/>
          <p:cNvGrpSpPr/>
          <p:nvPr/>
        </p:nvGrpSpPr>
        <p:grpSpPr>
          <a:xfrm>
            <a:off x="7964906" y="1318894"/>
            <a:ext cx="380859" cy="367575"/>
            <a:chOff x="7964906" y="1499894"/>
            <a:chExt cx="380859" cy="367575"/>
          </a:xfrm>
        </p:grpSpPr>
        <p:sp>
          <p:nvSpPr>
            <p:cNvPr id="9518" name="Google Shape;9518;p66"/>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9" name="Google Shape;9519;p66"/>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0" name="Google Shape;9520;p66"/>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521" name="Google Shape;9521;p66"/>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522" name="Google Shape;9522;p66"/>
          <p:cNvGrpSpPr/>
          <p:nvPr/>
        </p:nvGrpSpPr>
        <p:grpSpPr>
          <a:xfrm>
            <a:off x="8007400" y="2721278"/>
            <a:ext cx="285230" cy="355597"/>
            <a:chOff x="8007400" y="2902278"/>
            <a:chExt cx="285230" cy="355597"/>
          </a:xfrm>
        </p:grpSpPr>
        <p:sp>
          <p:nvSpPr>
            <p:cNvPr id="9523" name="Google Shape;9523;p66"/>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4" name="Google Shape;9524;p66"/>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25" name="Google Shape;9525;p66"/>
          <p:cNvGrpSpPr/>
          <p:nvPr/>
        </p:nvGrpSpPr>
        <p:grpSpPr>
          <a:xfrm>
            <a:off x="6219124" y="2721788"/>
            <a:ext cx="318232" cy="355469"/>
            <a:chOff x="6219124" y="2902788"/>
            <a:chExt cx="318232" cy="355469"/>
          </a:xfrm>
        </p:grpSpPr>
        <p:sp>
          <p:nvSpPr>
            <p:cNvPr id="9526" name="Google Shape;9526;p66"/>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7" name="Google Shape;9527;p66"/>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8" name="Google Shape;9528;p66"/>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29" name="Google Shape;9529;p66"/>
          <p:cNvGrpSpPr/>
          <p:nvPr/>
        </p:nvGrpSpPr>
        <p:grpSpPr>
          <a:xfrm>
            <a:off x="4969421" y="2721852"/>
            <a:ext cx="185109" cy="355406"/>
            <a:chOff x="4969421" y="2902852"/>
            <a:chExt cx="185109" cy="355406"/>
          </a:xfrm>
        </p:grpSpPr>
        <p:sp>
          <p:nvSpPr>
            <p:cNvPr id="9530" name="Google Shape;9530;p66"/>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1" name="Google Shape;9531;p66"/>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2" name="Google Shape;9532;p66"/>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3" name="Google Shape;9533;p66"/>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4" name="Google Shape;9534;p66"/>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5" name="Google Shape;9535;p66"/>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536" name="Google Shape;9536;p66"/>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7" name="Google Shape;9537;p66"/>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538" name="Google Shape;9538;p66"/>
          <p:cNvGrpSpPr/>
          <p:nvPr/>
        </p:nvGrpSpPr>
        <p:grpSpPr>
          <a:xfrm>
            <a:off x="6685259" y="2721852"/>
            <a:ext cx="311414" cy="355406"/>
            <a:chOff x="6685259" y="2902852"/>
            <a:chExt cx="311414" cy="355406"/>
          </a:xfrm>
        </p:grpSpPr>
        <p:sp>
          <p:nvSpPr>
            <p:cNvPr id="9539" name="Google Shape;9539;p66"/>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0" name="Google Shape;9540;p66"/>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1" name="Google Shape;9541;p66"/>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42" name="Google Shape;9542;p66"/>
          <p:cNvGrpSpPr/>
          <p:nvPr/>
        </p:nvGrpSpPr>
        <p:grpSpPr>
          <a:xfrm>
            <a:off x="5309250" y="2722170"/>
            <a:ext cx="359579" cy="355852"/>
            <a:chOff x="5309250" y="2903170"/>
            <a:chExt cx="359579" cy="355852"/>
          </a:xfrm>
        </p:grpSpPr>
        <p:sp>
          <p:nvSpPr>
            <p:cNvPr id="9543" name="Google Shape;9543;p66"/>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4" name="Google Shape;9544;p66"/>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5" name="Google Shape;9545;p66"/>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46" name="Google Shape;9546;p66"/>
          <p:cNvGrpSpPr/>
          <p:nvPr/>
        </p:nvGrpSpPr>
        <p:grpSpPr>
          <a:xfrm>
            <a:off x="2199565" y="2240172"/>
            <a:ext cx="312179" cy="353431"/>
            <a:chOff x="2199565" y="2421172"/>
            <a:chExt cx="312179" cy="353431"/>
          </a:xfrm>
        </p:grpSpPr>
        <p:sp>
          <p:nvSpPr>
            <p:cNvPr id="9547" name="Google Shape;9547;p66"/>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8" name="Google Shape;9548;p66"/>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49" name="Google Shape;9549;p66"/>
          <p:cNvGrpSpPr/>
          <p:nvPr/>
        </p:nvGrpSpPr>
        <p:grpSpPr>
          <a:xfrm>
            <a:off x="1750887" y="2244727"/>
            <a:ext cx="320143" cy="343270"/>
            <a:chOff x="1750887" y="2425727"/>
            <a:chExt cx="320143" cy="343270"/>
          </a:xfrm>
        </p:grpSpPr>
        <p:sp>
          <p:nvSpPr>
            <p:cNvPr id="9550" name="Google Shape;9550;p66"/>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1" name="Google Shape;9551;p66"/>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52" name="Google Shape;9552;p66"/>
          <p:cNvGrpSpPr/>
          <p:nvPr/>
        </p:nvGrpSpPr>
        <p:grpSpPr>
          <a:xfrm>
            <a:off x="1298037" y="2244727"/>
            <a:ext cx="338364" cy="342887"/>
            <a:chOff x="1298037" y="2425727"/>
            <a:chExt cx="338364" cy="342887"/>
          </a:xfrm>
        </p:grpSpPr>
        <p:sp>
          <p:nvSpPr>
            <p:cNvPr id="9553" name="Google Shape;9553;p66"/>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4" name="Google Shape;9554;p66"/>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5" name="Google Shape;9555;p66"/>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6" name="Google Shape;9556;p66"/>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557" name="Google Shape;9557;p66"/>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558" name="Google Shape;9558;p66"/>
          <p:cNvGrpSpPr/>
          <p:nvPr/>
        </p:nvGrpSpPr>
        <p:grpSpPr>
          <a:xfrm>
            <a:off x="3974207" y="2248009"/>
            <a:ext cx="320143" cy="338491"/>
            <a:chOff x="3974207" y="2429009"/>
            <a:chExt cx="320143" cy="338491"/>
          </a:xfrm>
        </p:grpSpPr>
        <p:sp>
          <p:nvSpPr>
            <p:cNvPr id="9559" name="Google Shape;9559;p66"/>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0" name="Google Shape;9560;p66"/>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61" name="Google Shape;9561;p66"/>
          <p:cNvGrpSpPr/>
          <p:nvPr/>
        </p:nvGrpSpPr>
        <p:grpSpPr>
          <a:xfrm>
            <a:off x="2623237" y="2250047"/>
            <a:ext cx="355024" cy="332630"/>
            <a:chOff x="2623237" y="2431047"/>
            <a:chExt cx="355024" cy="332630"/>
          </a:xfrm>
        </p:grpSpPr>
        <p:sp>
          <p:nvSpPr>
            <p:cNvPr id="9562" name="Google Shape;9562;p66"/>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3" name="Google Shape;9563;p66"/>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4" name="Google Shape;9564;p66"/>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5" name="Google Shape;9565;p66"/>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66" name="Google Shape;9566;p66"/>
          <p:cNvGrpSpPr/>
          <p:nvPr/>
        </p:nvGrpSpPr>
        <p:grpSpPr>
          <a:xfrm>
            <a:off x="6657194" y="2253073"/>
            <a:ext cx="375507" cy="367925"/>
            <a:chOff x="6657194" y="2434073"/>
            <a:chExt cx="375507" cy="367925"/>
          </a:xfrm>
        </p:grpSpPr>
        <p:sp>
          <p:nvSpPr>
            <p:cNvPr id="9567" name="Google Shape;9567;p66"/>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8" name="Google Shape;9568;p66"/>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9" name="Google Shape;9569;p66"/>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70" name="Google Shape;9570;p66"/>
          <p:cNvGrpSpPr/>
          <p:nvPr/>
        </p:nvGrpSpPr>
        <p:grpSpPr>
          <a:xfrm>
            <a:off x="7101317" y="2260655"/>
            <a:ext cx="367925" cy="352380"/>
            <a:chOff x="7101317" y="2441655"/>
            <a:chExt cx="367925" cy="352380"/>
          </a:xfrm>
        </p:grpSpPr>
        <p:sp>
          <p:nvSpPr>
            <p:cNvPr id="9571" name="Google Shape;9571;p66"/>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2" name="Google Shape;9572;p66"/>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73" name="Google Shape;9573;p66"/>
          <p:cNvGrpSpPr/>
          <p:nvPr/>
        </p:nvGrpSpPr>
        <p:grpSpPr>
          <a:xfrm>
            <a:off x="5756399" y="2253456"/>
            <a:ext cx="367925" cy="367161"/>
            <a:chOff x="5756399" y="2434456"/>
            <a:chExt cx="367925" cy="367161"/>
          </a:xfrm>
        </p:grpSpPr>
        <p:sp>
          <p:nvSpPr>
            <p:cNvPr id="9574" name="Google Shape;9574;p66"/>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5" name="Google Shape;9575;p66"/>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6" name="Google Shape;9576;p66"/>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7" name="Google Shape;9577;p66"/>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8" name="Google Shape;9578;p66"/>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9" name="Google Shape;9579;p66"/>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0" name="Google Shape;9580;p66"/>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581" name="Google Shape;9581;p66"/>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2" name="Google Shape;9582;p66"/>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583" name="Google Shape;9583;p66"/>
          <p:cNvGrpSpPr/>
          <p:nvPr/>
        </p:nvGrpSpPr>
        <p:grpSpPr>
          <a:xfrm>
            <a:off x="7964906" y="2253073"/>
            <a:ext cx="373627" cy="367925"/>
            <a:chOff x="7964906" y="2434073"/>
            <a:chExt cx="373627" cy="367925"/>
          </a:xfrm>
        </p:grpSpPr>
        <p:sp>
          <p:nvSpPr>
            <p:cNvPr id="9584" name="Google Shape;9584;p66"/>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5" name="Google Shape;9585;p66"/>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86" name="Google Shape;9586;p66"/>
          <p:cNvGrpSpPr/>
          <p:nvPr/>
        </p:nvGrpSpPr>
        <p:grpSpPr>
          <a:xfrm>
            <a:off x="6194086" y="2256737"/>
            <a:ext cx="369837" cy="360471"/>
            <a:chOff x="6194086" y="2437737"/>
            <a:chExt cx="369837" cy="360471"/>
          </a:xfrm>
        </p:grpSpPr>
        <p:sp>
          <p:nvSpPr>
            <p:cNvPr id="9587" name="Google Shape;9587;p66"/>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8" name="Google Shape;9588;p66"/>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589" name="Google Shape;9589;p66"/>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 sz="2400" b="0" i="0" u="none" strike="noStrike" cap="none">
                <a:solidFill>
                  <a:srgbClr val="FFFFFF"/>
                </a:solidFill>
                <a:latin typeface="Arial"/>
                <a:ea typeface="Arial"/>
                <a:cs typeface="Arial"/>
                <a:sym typeface="Arial"/>
              </a:rPr>
              <a:t>Educational Icons</a:t>
            </a:r>
            <a:endParaRPr sz="2400" b="0" i="0" u="none" strike="noStrike" cap="none">
              <a:solidFill>
                <a:srgbClr val="FFFFFF"/>
              </a:solidFill>
              <a:latin typeface="Arial"/>
              <a:ea typeface="Arial"/>
              <a:cs typeface="Arial"/>
              <a:sym typeface="Arial"/>
            </a:endParaRPr>
          </a:p>
        </p:txBody>
      </p:sp>
      <p:sp>
        <p:nvSpPr>
          <p:cNvPr id="9590" name="Google Shape;9590;p66"/>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 sz="2400" b="0" i="0" u="none" strike="noStrike" cap="none">
                <a:solidFill>
                  <a:srgbClr val="FFFFFF"/>
                </a:solidFill>
                <a:latin typeface="Arial"/>
                <a:ea typeface="Arial"/>
                <a:cs typeface="Arial"/>
                <a:sym typeface="Arial"/>
              </a:rPr>
              <a:t>Medical Icons</a:t>
            </a:r>
            <a:endParaRPr sz="2400" b="0" i="0" u="none" strike="noStrike" cap="none">
              <a:solidFill>
                <a:srgbClr val="FFFFFF"/>
              </a:solidFill>
              <a:latin typeface="Arial"/>
              <a:ea typeface="Arial"/>
              <a:cs typeface="Arial"/>
              <a:sym typeface="Aria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94"/>
        <p:cNvGrpSpPr/>
        <p:nvPr/>
      </p:nvGrpSpPr>
      <p:grpSpPr>
        <a:xfrm>
          <a:off x="0" y="0"/>
          <a:ext cx="0" cy="0"/>
          <a:chOff x="0" y="0"/>
          <a:chExt cx="0" cy="0"/>
        </a:xfrm>
      </p:grpSpPr>
      <p:grpSp>
        <p:nvGrpSpPr>
          <p:cNvPr id="9595" name="Google Shape;9595;p67"/>
          <p:cNvGrpSpPr/>
          <p:nvPr/>
        </p:nvGrpSpPr>
        <p:grpSpPr>
          <a:xfrm>
            <a:off x="3122257" y="1334344"/>
            <a:ext cx="294850" cy="349434"/>
            <a:chOff x="3122257" y="1508594"/>
            <a:chExt cx="294850" cy="349434"/>
          </a:xfrm>
        </p:grpSpPr>
        <p:sp>
          <p:nvSpPr>
            <p:cNvPr id="9596" name="Google Shape;9596;p67"/>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7" name="Google Shape;9597;p67"/>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8" name="Google Shape;9598;p67"/>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9" name="Google Shape;9599;p67"/>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0" name="Google Shape;9600;p67"/>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01" name="Google Shape;9601;p67"/>
          <p:cNvGrpSpPr/>
          <p:nvPr/>
        </p:nvGrpSpPr>
        <p:grpSpPr>
          <a:xfrm>
            <a:off x="910723" y="1333962"/>
            <a:ext cx="251660" cy="350166"/>
            <a:chOff x="910723" y="1508212"/>
            <a:chExt cx="251660" cy="350166"/>
          </a:xfrm>
        </p:grpSpPr>
        <p:sp>
          <p:nvSpPr>
            <p:cNvPr id="9602" name="Google Shape;9602;p67"/>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3" name="Google Shape;9603;p67"/>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4" name="Google Shape;9604;p67"/>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5" name="Google Shape;9605;p67"/>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6" name="Google Shape;9606;p67"/>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7" name="Google Shape;9607;p67"/>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8" name="Google Shape;9608;p67"/>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9" name="Google Shape;9609;p67"/>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0" name="Google Shape;9610;p67"/>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1" name="Google Shape;9611;p67"/>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2" name="Google Shape;9612;p67"/>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3" name="Google Shape;9613;p67"/>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4" name="Google Shape;9614;p67"/>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5" name="Google Shape;9615;p67"/>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6" name="Google Shape;9616;p67"/>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7" name="Google Shape;9617;p67"/>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8" name="Google Shape;9618;p67"/>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19" name="Google Shape;9619;p67"/>
          <p:cNvGrpSpPr/>
          <p:nvPr/>
        </p:nvGrpSpPr>
        <p:grpSpPr>
          <a:xfrm>
            <a:off x="1308631" y="1333580"/>
            <a:ext cx="350166" cy="350198"/>
            <a:chOff x="1308631" y="1507830"/>
            <a:chExt cx="350166" cy="350198"/>
          </a:xfrm>
        </p:grpSpPr>
        <p:sp>
          <p:nvSpPr>
            <p:cNvPr id="9620" name="Google Shape;9620;p67"/>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1" name="Google Shape;9621;p67"/>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2" name="Google Shape;9622;p67"/>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3" name="Google Shape;9623;p67"/>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24" name="Google Shape;9624;p67"/>
          <p:cNvGrpSpPr/>
          <p:nvPr/>
        </p:nvGrpSpPr>
        <p:grpSpPr>
          <a:xfrm>
            <a:off x="1756921" y="1335489"/>
            <a:ext cx="345997" cy="345997"/>
            <a:chOff x="1756921" y="1509739"/>
            <a:chExt cx="345997" cy="345997"/>
          </a:xfrm>
        </p:grpSpPr>
        <p:sp>
          <p:nvSpPr>
            <p:cNvPr id="9625" name="Google Shape;9625;p67"/>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6" name="Google Shape;9626;p67"/>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7" name="Google Shape;9627;p67"/>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8" name="Google Shape;9628;p67"/>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9" name="Google Shape;9629;p67"/>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0" name="Google Shape;9630;p67"/>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1" name="Google Shape;9631;p67"/>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2" name="Google Shape;9632;p67"/>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3" name="Google Shape;9633;p67"/>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4" name="Google Shape;9634;p67"/>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5" name="Google Shape;9635;p67"/>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6" name="Google Shape;9636;p67"/>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7" name="Google Shape;9637;p67"/>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8" name="Google Shape;9638;p67"/>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9" name="Google Shape;9639;p67"/>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0" name="Google Shape;9640;p67"/>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1" name="Google Shape;9641;p67"/>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42" name="Google Shape;9642;p67"/>
          <p:cNvGrpSpPr/>
          <p:nvPr/>
        </p:nvGrpSpPr>
        <p:grpSpPr>
          <a:xfrm>
            <a:off x="2216956" y="1336253"/>
            <a:ext cx="318721" cy="345615"/>
            <a:chOff x="2216956" y="1510503"/>
            <a:chExt cx="318721" cy="345615"/>
          </a:xfrm>
        </p:grpSpPr>
        <p:sp>
          <p:nvSpPr>
            <p:cNvPr id="9643" name="Google Shape;9643;p67"/>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4" name="Google Shape;9644;p67"/>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5" name="Google Shape;9645;p67"/>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6" name="Google Shape;9646;p67"/>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7" name="Google Shape;9647;p67"/>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48" name="Google Shape;9648;p67"/>
          <p:cNvGrpSpPr/>
          <p:nvPr/>
        </p:nvGrpSpPr>
        <p:grpSpPr>
          <a:xfrm>
            <a:off x="3988156" y="1394211"/>
            <a:ext cx="349052" cy="230050"/>
            <a:chOff x="3988156" y="1568461"/>
            <a:chExt cx="349052" cy="230050"/>
          </a:xfrm>
        </p:grpSpPr>
        <p:sp>
          <p:nvSpPr>
            <p:cNvPr id="9649" name="Google Shape;9649;p67"/>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0" name="Google Shape;9650;p67"/>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1" name="Google Shape;9651;p67"/>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2" name="Google Shape;9652;p67"/>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3" name="Google Shape;9653;p67"/>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4" name="Google Shape;9654;p67"/>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5" name="Google Shape;9655;p67"/>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56" name="Google Shape;9656;p67"/>
          <p:cNvGrpSpPr/>
          <p:nvPr/>
        </p:nvGrpSpPr>
        <p:grpSpPr>
          <a:xfrm>
            <a:off x="2633037" y="1325623"/>
            <a:ext cx="379002" cy="366112"/>
            <a:chOff x="2633037" y="1499873"/>
            <a:chExt cx="379002" cy="366112"/>
          </a:xfrm>
        </p:grpSpPr>
        <p:sp>
          <p:nvSpPr>
            <p:cNvPr id="9657" name="Google Shape;9657;p67"/>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8" name="Google Shape;9658;p67"/>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9" name="Google Shape;9659;p67"/>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0" name="Google Shape;9660;p67"/>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1" name="Google Shape;9661;p67"/>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2" name="Google Shape;9662;p67"/>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63" name="Google Shape;9663;p67"/>
          <p:cNvGrpSpPr/>
          <p:nvPr/>
        </p:nvGrpSpPr>
        <p:grpSpPr>
          <a:xfrm>
            <a:off x="6675256" y="1341919"/>
            <a:ext cx="327823" cy="357009"/>
            <a:chOff x="6675256" y="1516169"/>
            <a:chExt cx="327823" cy="357009"/>
          </a:xfrm>
        </p:grpSpPr>
        <p:sp>
          <p:nvSpPr>
            <p:cNvPr id="9664" name="Google Shape;9664;p67"/>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5" name="Google Shape;9665;p67"/>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6" name="Google Shape;9666;p67"/>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7" name="Google Shape;9667;p67"/>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8" name="Google Shape;9668;p67"/>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9" name="Google Shape;9669;p67"/>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0" name="Google Shape;9670;p67"/>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1" name="Google Shape;9671;p67"/>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2" name="Google Shape;9672;p67"/>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73" name="Google Shape;9673;p67"/>
          <p:cNvGrpSpPr/>
          <p:nvPr/>
        </p:nvGrpSpPr>
        <p:grpSpPr>
          <a:xfrm>
            <a:off x="8020159" y="1342301"/>
            <a:ext cx="300897" cy="356627"/>
            <a:chOff x="8020159" y="1516551"/>
            <a:chExt cx="300897" cy="356627"/>
          </a:xfrm>
        </p:grpSpPr>
        <p:sp>
          <p:nvSpPr>
            <p:cNvPr id="9674" name="Google Shape;9674;p67"/>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5" name="Google Shape;9675;p67"/>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6" name="Google Shape;9676;p67"/>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7" name="Google Shape;9677;p67"/>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8" name="Google Shape;9678;p67"/>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79" name="Google Shape;9679;p67"/>
          <p:cNvGrpSpPr/>
          <p:nvPr/>
        </p:nvGrpSpPr>
        <p:grpSpPr>
          <a:xfrm>
            <a:off x="5377363" y="1341919"/>
            <a:ext cx="257357" cy="356627"/>
            <a:chOff x="5377363" y="1516169"/>
            <a:chExt cx="257357" cy="356627"/>
          </a:xfrm>
        </p:grpSpPr>
        <p:sp>
          <p:nvSpPr>
            <p:cNvPr id="9680" name="Google Shape;9680;p67"/>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1" name="Google Shape;9681;p67"/>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2" name="Google Shape;9682;p67"/>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3" name="Google Shape;9683;p67"/>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4" name="Google Shape;9684;p67"/>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5" name="Google Shape;9685;p67"/>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6" name="Google Shape;9686;p67"/>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7" name="Google Shape;9687;p67"/>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8" name="Google Shape;9688;p67"/>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9" name="Google Shape;9689;p67"/>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0" name="Google Shape;9690;p67"/>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1" name="Google Shape;9691;p67"/>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2" name="Google Shape;9692;p67"/>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3" name="Google Shape;9693;p67"/>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4" name="Google Shape;9694;p67"/>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5" name="Google Shape;9695;p67"/>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6" name="Google Shape;9696;p67"/>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97" name="Google Shape;9697;p67"/>
          <p:cNvGrpSpPr/>
          <p:nvPr/>
        </p:nvGrpSpPr>
        <p:grpSpPr>
          <a:xfrm>
            <a:off x="4880567" y="1361620"/>
            <a:ext cx="356245" cy="317606"/>
            <a:chOff x="4880567" y="1535870"/>
            <a:chExt cx="356245" cy="317606"/>
          </a:xfrm>
        </p:grpSpPr>
        <p:sp>
          <p:nvSpPr>
            <p:cNvPr id="9698" name="Google Shape;9698;p67"/>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9" name="Google Shape;9699;p67"/>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0" name="Google Shape;9700;p67"/>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1" name="Google Shape;9701;p67"/>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2" name="Google Shape;9702;p67"/>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03" name="Google Shape;9703;p67"/>
          <p:cNvGrpSpPr/>
          <p:nvPr/>
        </p:nvGrpSpPr>
        <p:grpSpPr>
          <a:xfrm>
            <a:off x="5771483" y="1341537"/>
            <a:ext cx="357359" cy="357391"/>
            <a:chOff x="5771483" y="1515787"/>
            <a:chExt cx="357359" cy="357391"/>
          </a:xfrm>
        </p:grpSpPr>
        <p:sp>
          <p:nvSpPr>
            <p:cNvPr id="9704" name="Google Shape;9704;p67"/>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5" name="Google Shape;9705;p67"/>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6" name="Google Shape;9706;p67"/>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7" name="Google Shape;9707;p67"/>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08" name="Google Shape;9708;p67"/>
          <p:cNvGrpSpPr/>
          <p:nvPr/>
        </p:nvGrpSpPr>
        <p:grpSpPr>
          <a:xfrm>
            <a:off x="7121669" y="1359360"/>
            <a:ext cx="321362" cy="321363"/>
            <a:chOff x="7121669" y="1533610"/>
            <a:chExt cx="321362" cy="321363"/>
          </a:xfrm>
        </p:grpSpPr>
        <p:sp>
          <p:nvSpPr>
            <p:cNvPr id="9709" name="Google Shape;9709;p67"/>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0" name="Google Shape;9710;p67"/>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1" name="Google Shape;9711;p67"/>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2" name="Google Shape;9712;p67"/>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13" name="Google Shape;9713;p67"/>
          <p:cNvGrpSpPr/>
          <p:nvPr/>
        </p:nvGrpSpPr>
        <p:grpSpPr>
          <a:xfrm>
            <a:off x="7562766" y="1340614"/>
            <a:ext cx="327059" cy="360192"/>
            <a:chOff x="7562766" y="1514864"/>
            <a:chExt cx="327059" cy="360192"/>
          </a:xfrm>
        </p:grpSpPr>
        <p:sp>
          <p:nvSpPr>
            <p:cNvPr id="9714" name="Google Shape;9714;p67"/>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5" name="Google Shape;9715;p67"/>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6" name="Google Shape;9716;p67"/>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7" name="Google Shape;9717;p67"/>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18" name="Google Shape;9718;p67"/>
          <p:cNvGrpSpPr/>
          <p:nvPr/>
        </p:nvGrpSpPr>
        <p:grpSpPr>
          <a:xfrm>
            <a:off x="6221229" y="1324423"/>
            <a:ext cx="361636" cy="362183"/>
            <a:chOff x="6259175" y="1559008"/>
            <a:chExt cx="271743" cy="272093"/>
          </a:xfrm>
        </p:grpSpPr>
        <p:sp>
          <p:nvSpPr>
            <p:cNvPr id="9719" name="Google Shape;9719;p67"/>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0" name="Google Shape;9720;p67"/>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1" name="Google Shape;9721;p67"/>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2" name="Google Shape;9722;p67"/>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3" name="Google Shape;9723;p67"/>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4" name="Google Shape;9724;p67"/>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5" name="Google Shape;9725;p67"/>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6" name="Google Shape;9726;p67"/>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7" name="Google Shape;9727;p67"/>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8" name="Google Shape;9728;p67"/>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9" name="Google Shape;9729;p67"/>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0" name="Google Shape;9730;p67"/>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1" name="Google Shape;9731;p67"/>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2" name="Google Shape;9732;p67"/>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3" name="Google Shape;9733;p67"/>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4" name="Google Shape;9734;p67"/>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5" name="Google Shape;9735;p67"/>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36" name="Google Shape;9736;p67"/>
          <p:cNvGrpSpPr/>
          <p:nvPr/>
        </p:nvGrpSpPr>
        <p:grpSpPr>
          <a:xfrm>
            <a:off x="6671087" y="1835054"/>
            <a:ext cx="332756" cy="281832"/>
            <a:chOff x="6671087" y="2009304"/>
            <a:chExt cx="332756" cy="281832"/>
          </a:xfrm>
        </p:grpSpPr>
        <p:sp>
          <p:nvSpPr>
            <p:cNvPr id="9737" name="Google Shape;9737;p67"/>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8" name="Google Shape;9738;p67"/>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739" name="Google Shape;9739;p67"/>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740" name="Google Shape;9740;p67"/>
          <p:cNvGrpSpPr/>
          <p:nvPr/>
        </p:nvGrpSpPr>
        <p:grpSpPr>
          <a:xfrm>
            <a:off x="2201806" y="1802335"/>
            <a:ext cx="349784" cy="349435"/>
            <a:chOff x="2201806" y="1976585"/>
            <a:chExt cx="349784" cy="349435"/>
          </a:xfrm>
        </p:grpSpPr>
        <p:sp>
          <p:nvSpPr>
            <p:cNvPr id="9741" name="Google Shape;9741;p67"/>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2" name="Google Shape;9742;p67"/>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3" name="Google Shape;9743;p67"/>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4" name="Google Shape;9744;p67"/>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45" name="Google Shape;9745;p67"/>
          <p:cNvGrpSpPr/>
          <p:nvPr/>
        </p:nvGrpSpPr>
        <p:grpSpPr>
          <a:xfrm>
            <a:off x="3094217" y="1802335"/>
            <a:ext cx="350198" cy="350549"/>
            <a:chOff x="3094217" y="1976585"/>
            <a:chExt cx="350198" cy="350549"/>
          </a:xfrm>
        </p:grpSpPr>
        <p:sp>
          <p:nvSpPr>
            <p:cNvPr id="9746" name="Google Shape;9746;p67"/>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7" name="Google Shape;9747;p67"/>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8" name="Google Shape;9748;p67"/>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9" name="Google Shape;9749;p67"/>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0" name="Google Shape;9750;p67"/>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1" name="Google Shape;9751;p67"/>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2" name="Google Shape;9752;p67"/>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3" name="Google Shape;9753;p67"/>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4" name="Google Shape;9754;p67"/>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5" name="Google Shape;9755;p67"/>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6" name="Google Shape;9756;p67"/>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7" name="Google Shape;9757;p67"/>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8" name="Google Shape;9758;p67"/>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759" name="Google Shape;9759;p67"/>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760" name="Google Shape;9760;p67"/>
          <p:cNvGrpSpPr/>
          <p:nvPr/>
        </p:nvGrpSpPr>
        <p:grpSpPr>
          <a:xfrm>
            <a:off x="3979435" y="1802335"/>
            <a:ext cx="345265" cy="349848"/>
            <a:chOff x="3979435" y="1976585"/>
            <a:chExt cx="345265" cy="349848"/>
          </a:xfrm>
        </p:grpSpPr>
        <p:sp>
          <p:nvSpPr>
            <p:cNvPr id="9761" name="Google Shape;9761;p67"/>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2" name="Google Shape;9762;p67"/>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3" name="Google Shape;9763;p67"/>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4" name="Google Shape;9764;p67"/>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5" name="Google Shape;9765;p67"/>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6" name="Google Shape;9766;p67"/>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7" name="Google Shape;9767;p67"/>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8" name="Google Shape;9768;p67"/>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9" name="Google Shape;9769;p67"/>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0" name="Google Shape;9770;p67"/>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1" name="Google Shape;9771;p67"/>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2" name="Google Shape;9772;p67"/>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3" name="Google Shape;9773;p67"/>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4" name="Google Shape;9774;p67"/>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5" name="Google Shape;9775;p67"/>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6" name="Google Shape;9776;p67"/>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7" name="Google Shape;9777;p67"/>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78" name="Google Shape;9778;p67"/>
          <p:cNvGrpSpPr/>
          <p:nvPr/>
        </p:nvGrpSpPr>
        <p:grpSpPr>
          <a:xfrm>
            <a:off x="3541011" y="1334344"/>
            <a:ext cx="350167" cy="349434"/>
            <a:chOff x="3541011" y="1508594"/>
            <a:chExt cx="350167" cy="349434"/>
          </a:xfrm>
        </p:grpSpPr>
        <p:sp>
          <p:nvSpPr>
            <p:cNvPr id="9779" name="Google Shape;9779;p67"/>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0" name="Google Shape;9780;p67"/>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1" name="Google Shape;9781;p67"/>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2" name="Google Shape;9782;p67"/>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3" name="Google Shape;9783;p67"/>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4" name="Google Shape;9784;p67"/>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5" name="Google Shape;9785;p67"/>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6" name="Google Shape;9786;p67"/>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7" name="Google Shape;9787;p67"/>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8" name="Google Shape;9788;p67"/>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9" name="Google Shape;9789;p67"/>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0" name="Google Shape;9790;p67"/>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1" name="Google Shape;9791;p67"/>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92" name="Google Shape;9792;p67"/>
          <p:cNvGrpSpPr/>
          <p:nvPr/>
        </p:nvGrpSpPr>
        <p:grpSpPr>
          <a:xfrm>
            <a:off x="3576626" y="1801571"/>
            <a:ext cx="284251" cy="351694"/>
            <a:chOff x="3576626" y="1975821"/>
            <a:chExt cx="284251" cy="351694"/>
          </a:xfrm>
        </p:grpSpPr>
        <p:sp>
          <p:nvSpPr>
            <p:cNvPr id="9793" name="Google Shape;9793;p67"/>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4" name="Google Shape;9794;p67"/>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5" name="Google Shape;9795;p67"/>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96" name="Google Shape;9796;p67"/>
          <p:cNvGrpSpPr/>
          <p:nvPr/>
        </p:nvGrpSpPr>
        <p:grpSpPr>
          <a:xfrm>
            <a:off x="2722090" y="2715912"/>
            <a:ext cx="238770" cy="371841"/>
            <a:chOff x="2722090" y="2890162"/>
            <a:chExt cx="238770" cy="371841"/>
          </a:xfrm>
        </p:grpSpPr>
        <p:sp>
          <p:nvSpPr>
            <p:cNvPr id="9797" name="Google Shape;9797;p67"/>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8" name="Google Shape;9798;p67"/>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9" name="Google Shape;9799;p67"/>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800" name="Google Shape;9800;p67"/>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801" name="Google Shape;9801;p67"/>
          <p:cNvGrpSpPr/>
          <p:nvPr/>
        </p:nvGrpSpPr>
        <p:grpSpPr>
          <a:xfrm>
            <a:off x="6216367" y="1795906"/>
            <a:ext cx="361147" cy="361147"/>
            <a:chOff x="6216367" y="1970156"/>
            <a:chExt cx="361147" cy="361147"/>
          </a:xfrm>
        </p:grpSpPr>
        <p:sp>
          <p:nvSpPr>
            <p:cNvPr id="9802" name="Google Shape;9802;p67"/>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3" name="Google Shape;9803;p67"/>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4" name="Google Shape;9804;p67"/>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5" name="Google Shape;9805;p67"/>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06" name="Google Shape;9806;p67"/>
          <p:cNvGrpSpPr/>
          <p:nvPr/>
        </p:nvGrpSpPr>
        <p:grpSpPr>
          <a:xfrm>
            <a:off x="1289311" y="2751972"/>
            <a:ext cx="408156" cy="299783"/>
            <a:chOff x="1289311" y="2926222"/>
            <a:chExt cx="408156" cy="299783"/>
          </a:xfrm>
        </p:grpSpPr>
        <p:sp>
          <p:nvSpPr>
            <p:cNvPr id="9807" name="Google Shape;9807;p67"/>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8" name="Google Shape;9808;p67"/>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09" name="Google Shape;9809;p67"/>
          <p:cNvGrpSpPr/>
          <p:nvPr/>
        </p:nvGrpSpPr>
        <p:grpSpPr>
          <a:xfrm>
            <a:off x="7978465" y="1795142"/>
            <a:ext cx="361147" cy="360797"/>
            <a:chOff x="7978465" y="1969392"/>
            <a:chExt cx="361147" cy="360797"/>
          </a:xfrm>
        </p:grpSpPr>
        <p:sp>
          <p:nvSpPr>
            <p:cNvPr id="9810" name="Google Shape;9810;p67"/>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1" name="Google Shape;9811;p67"/>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2" name="Google Shape;9812;p67"/>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3" name="Google Shape;9813;p67"/>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4" name="Google Shape;9814;p67"/>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5" name="Google Shape;9815;p67"/>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6" name="Google Shape;9816;p67"/>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7" name="Google Shape;9817;p67"/>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8" name="Google Shape;9818;p67"/>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819" name="Google Shape;9819;p67"/>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820" name="Google Shape;9820;p67"/>
          <p:cNvGrpSpPr/>
          <p:nvPr/>
        </p:nvGrpSpPr>
        <p:grpSpPr>
          <a:xfrm>
            <a:off x="854261" y="2734563"/>
            <a:ext cx="377474" cy="335748"/>
            <a:chOff x="854261" y="2908813"/>
            <a:chExt cx="377474" cy="335748"/>
          </a:xfrm>
        </p:grpSpPr>
        <p:sp>
          <p:nvSpPr>
            <p:cNvPr id="9821" name="Google Shape;9821;p67"/>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2" name="Google Shape;9822;p67"/>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3" name="Google Shape;9823;p67"/>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4" name="Google Shape;9824;p67"/>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5" name="Google Shape;9825;p67"/>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26" name="Google Shape;9826;p67"/>
          <p:cNvGrpSpPr/>
          <p:nvPr/>
        </p:nvGrpSpPr>
        <p:grpSpPr>
          <a:xfrm>
            <a:off x="1749728" y="2720527"/>
            <a:ext cx="386927" cy="363438"/>
            <a:chOff x="1749728" y="2894777"/>
            <a:chExt cx="386927" cy="363438"/>
          </a:xfrm>
        </p:grpSpPr>
        <p:sp>
          <p:nvSpPr>
            <p:cNvPr id="9827" name="Google Shape;9827;p67"/>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8" name="Google Shape;9828;p67"/>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9" name="Google Shape;9829;p67"/>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0" name="Google Shape;9830;p67"/>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1" name="Google Shape;9831;p67"/>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2" name="Google Shape;9832;p67"/>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3" name="Google Shape;9833;p67"/>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34" name="Google Shape;9834;p67"/>
          <p:cNvGrpSpPr/>
          <p:nvPr/>
        </p:nvGrpSpPr>
        <p:grpSpPr>
          <a:xfrm>
            <a:off x="7098912" y="1795142"/>
            <a:ext cx="359651" cy="361561"/>
            <a:chOff x="7098912" y="1969392"/>
            <a:chExt cx="359651" cy="361561"/>
          </a:xfrm>
        </p:grpSpPr>
        <p:sp>
          <p:nvSpPr>
            <p:cNvPr id="9835" name="Google Shape;9835;p67"/>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6" name="Google Shape;9836;p67"/>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7" name="Google Shape;9837;p67"/>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8" name="Google Shape;9838;p67"/>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9" name="Google Shape;9839;p67"/>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0" name="Google Shape;9840;p67"/>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1" name="Google Shape;9841;p67"/>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2" name="Google Shape;9842;p67"/>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3" name="Google Shape;9843;p67"/>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4" name="Google Shape;9844;p67"/>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5" name="Google Shape;9845;p67"/>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6" name="Google Shape;9846;p67"/>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7" name="Google Shape;9847;p67"/>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848" name="Google Shape;9848;p67"/>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849" name="Google Shape;9849;p67"/>
          <p:cNvGrpSpPr/>
          <p:nvPr/>
        </p:nvGrpSpPr>
        <p:grpSpPr>
          <a:xfrm>
            <a:off x="5352728" y="1815989"/>
            <a:ext cx="327092" cy="322508"/>
            <a:chOff x="5352728" y="1990239"/>
            <a:chExt cx="327092" cy="322508"/>
          </a:xfrm>
        </p:grpSpPr>
        <p:sp>
          <p:nvSpPr>
            <p:cNvPr id="9850" name="Google Shape;9850;p67"/>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1" name="Google Shape;9851;p67"/>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2" name="Google Shape;9852;p67"/>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53" name="Google Shape;9853;p67"/>
          <p:cNvGrpSpPr/>
          <p:nvPr/>
        </p:nvGrpSpPr>
        <p:grpSpPr>
          <a:xfrm>
            <a:off x="7538896" y="1795906"/>
            <a:ext cx="361147" cy="361529"/>
            <a:chOff x="7538896" y="1970156"/>
            <a:chExt cx="361147" cy="361529"/>
          </a:xfrm>
        </p:grpSpPr>
        <p:sp>
          <p:nvSpPr>
            <p:cNvPr id="9854" name="Google Shape;9854;p67"/>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5" name="Google Shape;9855;p67"/>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6" name="Google Shape;9856;p67"/>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7" name="Google Shape;9857;p67"/>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8" name="Google Shape;9858;p67"/>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9" name="Google Shape;9859;p67"/>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60" name="Google Shape;9860;p67"/>
          <p:cNvGrpSpPr/>
          <p:nvPr/>
        </p:nvGrpSpPr>
        <p:grpSpPr>
          <a:xfrm>
            <a:off x="4896099" y="1796670"/>
            <a:ext cx="358155" cy="358123"/>
            <a:chOff x="4896099" y="1970920"/>
            <a:chExt cx="358155" cy="358123"/>
          </a:xfrm>
        </p:grpSpPr>
        <p:sp>
          <p:nvSpPr>
            <p:cNvPr id="9861" name="Google Shape;9861;p67"/>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2" name="Google Shape;9862;p67"/>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3" name="Google Shape;9863;p67"/>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64" name="Google Shape;9864;p67"/>
          <p:cNvGrpSpPr/>
          <p:nvPr/>
        </p:nvGrpSpPr>
        <p:grpSpPr>
          <a:xfrm>
            <a:off x="4048787" y="2802769"/>
            <a:ext cx="283488" cy="198604"/>
            <a:chOff x="4048787" y="2977019"/>
            <a:chExt cx="283488" cy="198604"/>
          </a:xfrm>
        </p:grpSpPr>
        <p:sp>
          <p:nvSpPr>
            <p:cNvPr id="9865" name="Google Shape;9865;p67"/>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6" name="Google Shape;9866;p67"/>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7" name="Google Shape;9867;p67"/>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8" name="Google Shape;9868;p67"/>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9" name="Google Shape;9869;p67"/>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0" name="Google Shape;9870;p67"/>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71" name="Google Shape;9871;p67"/>
          <p:cNvGrpSpPr/>
          <p:nvPr/>
        </p:nvGrpSpPr>
        <p:grpSpPr>
          <a:xfrm>
            <a:off x="4054103" y="2255941"/>
            <a:ext cx="218687" cy="349052"/>
            <a:chOff x="4054103" y="2430191"/>
            <a:chExt cx="218687" cy="349052"/>
          </a:xfrm>
        </p:grpSpPr>
        <p:sp>
          <p:nvSpPr>
            <p:cNvPr id="9872" name="Google Shape;9872;p67"/>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3" name="Google Shape;9873;p67"/>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74" name="Google Shape;9874;p67"/>
          <p:cNvGrpSpPr/>
          <p:nvPr/>
        </p:nvGrpSpPr>
        <p:grpSpPr>
          <a:xfrm>
            <a:off x="2185128" y="2253299"/>
            <a:ext cx="382757" cy="356595"/>
            <a:chOff x="2185128" y="2427549"/>
            <a:chExt cx="382757" cy="356595"/>
          </a:xfrm>
        </p:grpSpPr>
        <p:sp>
          <p:nvSpPr>
            <p:cNvPr id="9875" name="Google Shape;9875;p67"/>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6" name="Google Shape;9876;p67"/>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7" name="Google Shape;9877;p67"/>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8" name="Google Shape;9878;p67"/>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79" name="Google Shape;9879;p67"/>
          <p:cNvGrpSpPr/>
          <p:nvPr/>
        </p:nvGrpSpPr>
        <p:grpSpPr>
          <a:xfrm>
            <a:off x="2656907" y="2265043"/>
            <a:ext cx="332757" cy="332343"/>
            <a:chOff x="2656907" y="2439293"/>
            <a:chExt cx="332757" cy="332343"/>
          </a:xfrm>
        </p:grpSpPr>
        <p:sp>
          <p:nvSpPr>
            <p:cNvPr id="9880" name="Google Shape;9880;p67"/>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1" name="Google Shape;9881;p67"/>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2" name="Google Shape;9882;p67"/>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3" name="Google Shape;9883;p67"/>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4" name="Google Shape;9884;p67"/>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5" name="Google Shape;9885;p67"/>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6" name="Google Shape;9886;p67"/>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87" name="Google Shape;9887;p67"/>
          <p:cNvGrpSpPr/>
          <p:nvPr/>
        </p:nvGrpSpPr>
        <p:grpSpPr>
          <a:xfrm>
            <a:off x="1731523" y="2248366"/>
            <a:ext cx="399435" cy="365698"/>
            <a:chOff x="1731523" y="2422616"/>
            <a:chExt cx="399435" cy="365698"/>
          </a:xfrm>
        </p:grpSpPr>
        <p:sp>
          <p:nvSpPr>
            <p:cNvPr id="9888" name="Google Shape;9888;p67"/>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9" name="Google Shape;9889;p67"/>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0" name="Google Shape;9890;p67"/>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91" name="Google Shape;9891;p67"/>
          <p:cNvGrpSpPr/>
          <p:nvPr/>
        </p:nvGrpSpPr>
        <p:grpSpPr>
          <a:xfrm>
            <a:off x="3097241" y="2259314"/>
            <a:ext cx="344883" cy="343388"/>
            <a:chOff x="3097241" y="2433564"/>
            <a:chExt cx="344883" cy="343388"/>
          </a:xfrm>
        </p:grpSpPr>
        <p:sp>
          <p:nvSpPr>
            <p:cNvPr id="9892" name="Google Shape;9892;p67"/>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3" name="Google Shape;9893;p67"/>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4" name="Google Shape;9894;p67"/>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5" name="Google Shape;9895;p67"/>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6" name="Google Shape;9896;p67"/>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7" name="Google Shape;9897;p67"/>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8" name="Google Shape;9898;p67"/>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9" name="Google Shape;9899;p67"/>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0" name="Google Shape;9900;p67"/>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01" name="Google Shape;9901;p67"/>
          <p:cNvGrpSpPr/>
          <p:nvPr/>
        </p:nvGrpSpPr>
        <p:grpSpPr>
          <a:xfrm>
            <a:off x="1278299" y="2265043"/>
            <a:ext cx="410829" cy="332343"/>
            <a:chOff x="1278299" y="2439293"/>
            <a:chExt cx="410829" cy="332343"/>
          </a:xfrm>
        </p:grpSpPr>
        <p:sp>
          <p:nvSpPr>
            <p:cNvPr id="9902" name="Google Shape;9902;p67"/>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3" name="Google Shape;9903;p67"/>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4" name="Google Shape;9904;p67"/>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5" name="Google Shape;9905;p67"/>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6" name="Google Shape;9906;p67"/>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7" name="Google Shape;9907;p67"/>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8" name="Google Shape;9908;p67"/>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9" name="Google Shape;9909;p67"/>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10" name="Google Shape;9910;p67"/>
          <p:cNvGrpSpPr/>
          <p:nvPr/>
        </p:nvGrpSpPr>
        <p:grpSpPr>
          <a:xfrm>
            <a:off x="2661459" y="1840751"/>
            <a:ext cx="322508" cy="273494"/>
            <a:chOff x="2661459" y="2015001"/>
            <a:chExt cx="322508" cy="273494"/>
          </a:xfrm>
        </p:grpSpPr>
        <p:sp>
          <p:nvSpPr>
            <p:cNvPr id="9911" name="Google Shape;9911;p67"/>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2" name="Google Shape;9912;p67"/>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13" name="Google Shape;9913;p67"/>
          <p:cNvGrpSpPr/>
          <p:nvPr/>
        </p:nvGrpSpPr>
        <p:grpSpPr>
          <a:xfrm>
            <a:off x="870939" y="2265043"/>
            <a:ext cx="331993" cy="331993"/>
            <a:chOff x="870939" y="2439293"/>
            <a:chExt cx="331993" cy="331993"/>
          </a:xfrm>
        </p:grpSpPr>
        <p:sp>
          <p:nvSpPr>
            <p:cNvPr id="9914" name="Google Shape;9914;p67"/>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5" name="Google Shape;9915;p67"/>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6" name="Google Shape;9916;p67"/>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7" name="Google Shape;9917;p67"/>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8" name="Google Shape;9918;p67"/>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9" name="Google Shape;9919;p67"/>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0" name="Google Shape;9920;p67"/>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1" name="Google Shape;9921;p67"/>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2" name="Google Shape;9922;p67"/>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3" name="Google Shape;9923;p67"/>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4" name="Google Shape;9924;p67"/>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5" name="Google Shape;9925;p67"/>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6" name="Google Shape;9926;p67"/>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7" name="Google Shape;9927;p67"/>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8" name="Google Shape;9928;p67"/>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9" name="Google Shape;9929;p67"/>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30" name="Google Shape;9930;p67"/>
          <p:cNvGrpSpPr/>
          <p:nvPr/>
        </p:nvGrpSpPr>
        <p:grpSpPr>
          <a:xfrm>
            <a:off x="6644957" y="2282103"/>
            <a:ext cx="371395" cy="278905"/>
            <a:chOff x="6644957" y="2456353"/>
            <a:chExt cx="371395" cy="278905"/>
          </a:xfrm>
        </p:grpSpPr>
        <p:sp>
          <p:nvSpPr>
            <p:cNvPr id="9931" name="Google Shape;9931;p67"/>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2" name="Google Shape;9932;p67"/>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3" name="Google Shape;9933;p67"/>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4" name="Google Shape;9934;p67"/>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5" name="Google Shape;9935;p67"/>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36" name="Google Shape;9936;p67"/>
          <p:cNvGrpSpPr/>
          <p:nvPr/>
        </p:nvGrpSpPr>
        <p:grpSpPr>
          <a:xfrm>
            <a:off x="5388757" y="2240409"/>
            <a:ext cx="260349" cy="362292"/>
            <a:chOff x="5388757" y="2414659"/>
            <a:chExt cx="260349" cy="362292"/>
          </a:xfrm>
        </p:grpSpPr>
        <p:sp>
          <p:nvSpPr>
            <p:cNvPr id="9937" name="Google Shape;9937;p67"/>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8" name="Google Shape;9938;p67"/>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9" name="Google Shape;9939;p67"/>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0" name="Google Shape;9940;p67"/>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1" name="Google Shape;9941;p67"/>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2" name="Google Shape;9942;p67"/>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3" name="Google Shape;9943;p67"/>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4" name="Google Shape;9944;p67"/>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5" name="Google Shape;9945;p67"/>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6" name="Google Shape;9946;p67"/>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7" name="Google Shape;9947;p67"/>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8" name="Google Shape;9948;p67"/>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9" name="Google Shape;9949;p67"/>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0" name="Google Shape;9950;p67"/>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1" name="Google Shape;9951;p67"/>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2" name="Google Shape;9952;p67"/>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3" name="Google Shape;9953;p67"/>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4" name="Google Shape;9954;p67"/>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5" name="Google Shape;9955;p67"/>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6" name="Google Shape;9956;p67"/>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57" name="Google Shape;9957;p67"/>
          <p:cNvGrpSpPr/>
          <p:nvPr/>
        </p:nvGrpSpPr>
        <p:grpSpPr>
          <a:xfrm>
            <a:off x="3567142" y="2731507"/>
            <a:ext cx="348288" cy="340331"/>
            <a:chOff x="3567142" y="2905757"/>
            <a:chExt cx="348288" cy="340331"/>
          </a:xfrm>
        </p:grpSpPr>
        <p:sp>
          <p:nvSpPr>
            <p:cNvPr id="9958" name="Google Shape;9958;p67"/>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9" name="Google Shape;9959;p67"/>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0" name="Google Shape;9960;p67"/>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1" name="Google Shape;9961;p67"/>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2" name="Google Shape;9962;p67"/>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63" name="Google Shape;9963;p67"/>
          <p:cNvGrpSpPr/>
          <p:nvPr/>
        </p:nvGrpSpPr>
        <p:grpSpPr>
          <a:xfrm>
            <a:off x="870939" y="1801571"/>
            <a:ext cx="332375" cy="350071"/>
            <a:chOff x="870939" y="1975821"/>
            <a:chExt cx="332375" cy="350071"/>
          </a:xfrm>
        </p:grpSpPr>
        <p:sp>
          <p:nvSpPr>
            <p:cNvPr id="9964" name="Google Shape;9964;p67"/>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5" name="Google Shape;9965;p67"/>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6" name="Google Shape;9966;p67"/>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7" name="Google Shape;9967;p67"/>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68" name="Google Shape;9968;p67"/>
          <p:cNvGrpSpPr/>
          <p:nvPr/>
        </p:nvGrpSpPr>
        <p:grpSpPr>
          <a:xfrm>
            <a:off x="7967103" y="2240791"/>
            <a:ext cx="355863" cy="361911"/>
            <a:chOff x="7967103" y="2415041"/>
            <a:chExt cx="355863" cy="361911"/>
          </a:xfrm>
        </p:grpSpPr>
        <p:sp>
          <p:nvSpPr>
            <p:cNvPr id="9969" name="Google Shape;9969;p67"/>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0" name="Google Shape;9970;p67"/>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1" name="Google Shape;9971;p67"/>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2" name="Google Shape;9972;p67"/>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3" name="Google Shape;9973;p67"/>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4" name="Google Shape;9974;p67"/>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5" name="Google Shape;9975;p67"/>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6" name="Google Shape;9976;p67"/>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7" name="Google Shape;9977;p67"/>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8" name="Google Shape;9978;p67"/>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9" name="Google Shape;9979;p67"/>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80" name="Google Shape;9980;p67"/>
          <p:cNvGrpSpPr/>
          <p:nvPr/>
        </p:nvGrpSpPr>
        <p:grpSpPr>
          <a:xfrm>
            <a:off x="7529411" y="2240409"/>
            <a:ext cx="355863" cy="362293"/>
            <a:chOff x="7529411" y="2414659"/>
            <a:chExt cx="355863" cy="362293"/>
          </a:xfrm>
        </p:grpSpPr>
        <p:sp>
          <p:nvSpPr>
            <p:cNvPr id="9981" name="Google Shape;9981;p67"/>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2" name="Google Shape;9982;p67"/>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3" name="Google Shape;9983;p67"/>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4" name="Google Shape;9984;p67"/>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5" name="Google Shape;9985;p67"/>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6" name="Google Shape;9986;p67"/>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7" name="Google Shape;9987;p67"/>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8" name="Google Shape;9988;p67"/>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9" name="Google Shape;9989;p67"/>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0" name="Google Shape;9990;p67"/>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1" name="Google Shape;9991;p67"/>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2" name="Google Shape;9992;p67"/>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93" name="Google Shape;9993;p67"/>
          <p:cNvGrpSpPr/>
          <p:nvPr/>
        </p:nvGrpSpPr>
        <p:grpSpPr>
          <a:xfrm>
            <a:off x="5733194" y="2257468"/>
            <a:ext cx="446826" cy="327059"/>
            <a:chOff x="5733194" y="2431718"/>
            <a:chExt cx="446826" cy="327059"/>
          </a:xfrm>
        </p:grpSpPr>
        <p:sp>
          <p:nvSpPr>
            <p:cNvPr id="9994" name="Google Shape;9994;p67"/>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5" name="Google Shape;9995;p67"/>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6" name="Google Shape;9996;p67"/>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97" name="Google Shape;9997;p67"/>
          <p:cNvGrpSpPr/>
          <p:nvPr/>
        </p:nvGrpSpPr>
        <p:grpSpPr>
          <a:xfrm>
            <a:off x="4876780" y="2243814"/>
            <a:ext cx="407774" cy="356628"/>
            <a:chOff x="4876780" y="2418064"/>
            <a:chExt cx="407774" cy="356628"/>
          </a:xfrm>
        </p:grpSpPr>
        <p:sp>
          <p:nvSpPr>
            <p:cNvPr id="9998" name="Google Shape;9998;p67"/>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9" name="Google Shape;9999;p67"/>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0" name="Google Shape;10000;p67"/>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1" name="Google Shape;10001;p67"/>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2" name="Google Shape;10002;p67"/>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3" name="Google Shape;10003;p67"/>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4" name="Google Shape;10004;p67"/>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5" name="Google Shape;10005;p67"/>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06" name="Google Shape;10006;p67"/>
          <p:cNvGrpSpPr/>
          <p:nvPr/>
        </p:nvGrpSpPr>
        <p:grpSpPr>
          <a:xfrm>
            <a:off x="7070872" y="2236621"/>
            <a:ext cx="398322" cy="371013"/>
            <a:chOff x="7070872" y="2410871"/>
            <a:chExt cx="398322" cy="371013"/>
          </a:xfrm>
        </p:grpSpPr>
        <p:sp>
          <p:nvSpPr>
            <p:cNvPr id="10007" name="Google Shape;10007;p67"/>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8" name="Google Shape;10008;p67"/>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9" name="Google Shape;10009;p67"/>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0" name="Google Shape;10010;p67"/>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011" name="Google Shape;10011;p67"/>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012" name="Google Shape;10012;p67"/>
          <p:cNvGrpSpPr/>
          <p:nvPr/>
        </p:nvGrpSpPr>
        <p:grpSpPr>
          <a:xfrm>
            <a:off x="5318259" y="2807861"/>
            <a:ext cx="371013" cy="220788"/>
            <a:chOff x="5318259" y="2982111"/>
            <a:chExt cx="371013" cy="220788"/>
          </a:xfrm>
        </p:grpSpPr>
        <p:sp>
          <p:nvSpPr>
            <p:cNvPr id="10013" name="Google Shape;10013;p67"/>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4" name="Google Shape;10014;p67"/>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5" name="Google Shape;10015;p67"/>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6" name="Google Shape;10016;p67"/>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7" name="Google Shape;10017;p67"/>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8" name="Google Shape;10018;p67"/>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9" name="Google Shape;10019;p67"/>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0" name="Google Shape;10020;p67"/>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21" name="Google Shape;10021;p67"/>
          <p:cNvGrpSpPr/>
          <p:nvPr/>
        </p:nvGrpSpPr>
        <p:grpSpPr>
          <a:xfrm>
            <a:off x="7073928" y="2731507"/>
            <a:ext cx="371395" cy="371809"/>
            <a:chOff x="7073928" y="2905757"/>
            <a:chExt cx="371395" cy="371809"/>
          </a:xfrm>
        </p:grpSpPr>
        <p:sp>
          <p:nvSpPr>
            <p:cNvPr id="10022" name="Google Shape;10022;p67"/>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3" name="Google Shape;10023;p67"/>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4" name="Google Shape;10024;p67"/>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25" name="Google Shape;10025;p67"/>
          <p:cNvGrpSpPr/>
          <p:nvPr/>
        </p:nvGrpSpPr>
        <p:grpSpPr>
          <a:xfrm>
            <a:off x="6188327" y="2781158"/>
            <a:ext cx="371395" cy="272857"/>
            <a:chOff x="6188327" y="2955408"/>
            <a:chExt cx="371395" cy="272857"/>
          </a:xfrm>
        </p:grpSpPr>
        <p:sp>
          <p:nvSpPr>
            <p:cNvPr id="10026" name="Google Shape;10026;p67"/>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7" name="Google Shape;10027;p67"/>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28" name="Google Shape;10028;p67"/>
          <p:cNvGrpSpPr/>
          <p:nvPr/>
        </p:nvGrpSpPr>
        <p:grpSpPr>
          <a:xfrm>
            <a:off x="7521454" y="2731889"/>
            <a:ext cx="359650" cy="371013"/>
            <a:chOff x="7521454" y="2906139"/>
            <a:chExt cx="359650" cy="371013"/>
          </a:xfrm>
        </p:grpSpPr>
        <p:sp>
          <p:nvSpPr>
            <p:cNvPr id="10029" name="Google Shape;10029;p67"/>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0" name="Google Shape;10030;p67"/>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1" name="Google Shape;10031;p67"/>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2" name="Google Shape;10032;p67"/>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3" name="Google Shape;10033;p67"/>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34" name="Google Shape;10034;p67"/>
          <p:cNvGrpSpPr/>
          <p:nvPr/>
        </p:nvGrpSpPr>
        <p:grpSpPr>
          <a:xfrm>
            <a:off x="5782845" y="2732271"/>
            <a:ext cx="301661" cy="371013"/>
            <a:chOff x="5782845" y="2906521"/>
            <a:chExt cx="301661" cy="371013"/>
          </a:xfrm>
        </p:grpSpPr>
        <p:sp>
          <p:nvSpPr>
            <p:cNvPr id="10035" name="Google Shape;10035;p67"/>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6" name="Google Shape;10036;p67"/>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7" name="Google Shape;10037;p67"/>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38" name="Google Shape;10038;p67"/>
          <p:cNvGrpSpPr/>
          <p:nvPr/>
        </p:nvGrpSpPr>
        <p:grpSpPr>
          <a:xfrm>
            <a:off x="3539102" y="2253299"/>
            <a:ext cx="355099" cy="355481"/>
            <a:chOff x="3539102" y="2427549"/>
            <a:chExt cx="355099" cy="355481"/>
          </a:xfrm>
        </p:grpSpPr>
        <p:sp>
          <p:nvSpPr>
            <p:cNvPr id="10039" name="Google Shape;10039;p67"/>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0" name="Google Shape;10040;p67"/>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41" name="Google Shape;10041;p67"/>
          <p:cNvGrpSpPr/>
          <p:nvPr/>
        </p:nvGrpSpPr>
        <p:grpSpPr>
          <a:xfrm>
            <a:off x="6630539" y="2743252"/>
            <a:ext cx="371777" cy="349434"/>
            <a:chOff x="6630539" y="2917502"/>
            <a:chExt cx="371777" cy="349434"/>
          </a:xfrm>
        </p:grpSpPr>
        <p:sp>
          <p:nvSpPr>
            <p:cNvPr id="10042" name="Google Shape;10042;p67"/>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3" name="Google Shape;10043;p67"/>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4" name="Google Shape;10044;p67"/>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5" name="Google Shape;10045;p67"/>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6" name="Google Shape;10046;p67"/>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7" name="Google Shape;10047;p67"/>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8" name="Google Shape;10048;p67"/>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49" name="Google Shape;10049;p67"/>
          <p:cNvGrpSpPr/>
          <p:nvPr/>
        </p:nvGrpSpPr>
        <p:grpSpPr>
          <a:xfrm>
            <a:off x="2171474" y="3194979"/>
            <a:ext cx="408156" cy="343737"/>
            <a:chOff x="2171474" y="3369229"/>
            <a:chExt cx="408156" cy="343737"/>
          </a:xfrm>
        </p:grpSpPr>
        <p:sp>
          <p:nvSpPr>
            <p:cNvPr id="10050" name="Google Shape;10050;p67"/>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1" name="Google Shape;10051;p67"/>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2" name="Google Shape;10052;p67"/>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3" name="Google Shape;10053;p67"/>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54" name="Google Shape;10054;p67"/>
          <p:cNvGrpSpPr/>
          <p:nvPr/>
        </p:nvGrpSpPr>
        <p:grpSpPr>
          <a:xfrm>
            <a:off x="4891198" y="2750858"/>
            <a:ext cx="334634" cy="334634"/>
            <a:chOff x="4891198" y="2925108"/>
            <a:chExt cx="334634" cy="334634"/>
          </a:xfrm>
        </p:grpSpPr>
        <p:sp>
          <p:nvSpPr>
            <p:cNvPr id="10055" name="Google Shape;10055;p67"/>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6" name="Google Shape;10056;p67"/>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7" name="Google Shape;10057;p67"/>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8" name="Google Shape;10058;p67"/>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9" name="Google Shape;10059;p67"/>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0" name="Google Shape;10060;p67"/>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1" name="Google Shape;10061;p67"/>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2" name="Google Shape;10062;p67"/>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63" name="Google Shape;10063;p67"/>
          <p:cNvGrpSpPr/>
          <p:nvPr/>
        </p:nvGrpSpPr>
        <p:grpSpPr>
          <a:xfrm>
            <a:off x="7976174" y="2750858"/>
            <a:ext cx="334666" cy="334634"/>
            <a:chOff x="7976174" y="2925108"/>
            <a:chExt cx="334666" cy="334634"/>
          </a:xfrm>
        </p:grpSpPr>
        <p:sp>
          <p:nvSpPr>
            <p:cNvPr id="10064" name="Google Shape;10064;p67"/>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5" name="Google Shape;10065;p67"/>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6" name="Google Shape;10066;p67"/>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7" name="Google Shape;10067;p67"/>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8" name="Google Shape;10068;p67"/>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9" name="Google Shape;10069;p67"/>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0" name="Google Shape;10070;p67"/>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1" name="Google Shape;10071;p67"/>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2" name="Google Shape;10072;p67"/>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73" name="Google Shape;10073;p67"/>
          <p:cNvGrpSpPr/>
          <p:nvPr/>
        </p:nvGrpSpPr>
        <p:grpSpPr>
          <a:xfrm>
            <a:off x="3091957" y="3199881"/>
            <a:ext cx="354717" cy="332757"/>
            <a:chOff x="3091957" y="3374131"/>
            <a:chExt cx="354717" cy="332757"/>
          </a:xfrm>
        </p:grpSpPr>
        <p:sp>
          <p:nvSpPr>
            <p:cNvPr id="10074" name="Google Shape;10074;p67"/>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5" name="Google Shape;10075;p67"/>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6" name="Google Shape;10076;p67"/>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7" name="Google Shape;10077;p67"/>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8" name="Google Shape;10078;p67"/>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9" name="Google Shape;10079;p67"/>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80" name="Google Shape;10080;p67"/>
          <p:cNvGrpSpPr/>
          <p:nvPr/>
        </p:nvGrpSpPr>
        <p:grpSpPr>
          <a:xfrm>
            <a:off x="3988156" y="3205960"/>
            <a:ext cx="353954" cy="318880"/>
            <a:chOff x="3988156" y="3380210"/>
            <a:chExt cx="353954" cy="318880"/>
          </a:xfrm>
        </p:grpSpPr>
        <p:sp>
          <p:nvSpPr>
            <p:cNvPr id="10081" name="Google Shape;10081;p67"/>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2" name="Google Shape;10082;p67"/>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3" name="Google Shape;10083;p67"/>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4" name="Google Shape;10084;p67"/>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5" name="Google Shape;10085;p67"/>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86" name="Google Shape;10086;p67"/>
          <p:cNvGrpSpPr/>
          <p:nvPr/>
        </p:nvGrpSpPr>
        <p:grpSpPr>
          <a:xfrm>
            <a:off x="3541011" y="3193070"/>
            <a:ext cx="348257" cy="346188"/>
            <a:chOff x="3541011" y="3367320"/>
            <a:chExt cx="348257" cy="346188"/>
          </a:xfrm>
        </p:grpSpPr>
        <p:sp>
          <p:nvSpPr>
            <p:cNvPr id="10087" name="Google Shape;10087;p67"/>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8" name="Google Shape;10088;p67"/>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9" name="Google Shape;10089;p67"/>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0" name="Google Shape;10090;p67"/>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91" name="Google Shape;10091;p67"/>
          <p:cNvGrpSpPr/>
          <p:nvPr/>
        </p:nvGrpSpPr>
        <p:grpSpPr>
          <a:xfrm>
            <a:off x="1314678" y="3183967"/>
            <a:ext cx="334667" cy="365348"/>
            <a:chOff x="1314678" y="3358217"/>
            <a:chExt cx="334667" cy="365348"/>
          </a:xfrm>
        </p:grpSpPr>
        <p:sp>
          <p:nvSpPr>
            <p:cNvPr id="10092" name="Google Shape;10092;p67"/>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3" name="Google Shape;10093;p67"/>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4" name="Google Shape;10094;p67"/>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5" name="Google Shape;10095;p67"/>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6" name="Google Shape;10096;p67"/>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97" name="Google Shape;10097;p67"/>
          <p:cNvGrpSpPr/>
          <p:nvPr/>
        </p:nvGrpSpPr>
        <p:grpSpPr>
          <a:xfrm>
            <a:off x="1748582" y="3198385"/>
            <a:ext cx="359269" cy="335780"/>
            <a:chOff x="1748582" y="3372635"/>
            <a:chExt cx="359269" cy="335780"/>
          </a:xfrm>
        </p:grpSpPr>
        <p:sp>
          <p:nvSpPr>
            <p:cNvPr id="10098" name="Google Shape;10098;p67"/>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099" name="Google Shape;10099;p67"/>
            <p:cNvGrpSpPr/>
            <p:nvPr/>
          </p:nvGrpSpPr>
          <p:grpSpPr>
            <a:xfrm>
              <a:off x="1748582" y="3372635"/>
              <a:ext cx="333520" cy="335780"/>
              <a:chOff x="1748582" y="3372635"/>
              <a:chExt cx="333520" cy="335780"/>
            </a:xfrm>
          </p:grpSpPr>
          <p:sp>
            <p:nvSpPr>
              <p:cNvPr id="10100" name="Google Shape;10100;p67"/>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1" name="Google Shape;10101;p67"/>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2" name="Google Shape;10102;p67"/>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103" name="Google Shape;10103;p67"/>
          <p:cNvGrpSpPr/>
          <p:nvPr/>
        </p:nvGrpSpPr>
        <p:grpSpPr>
          <a:xfrm>
            <a:off x="2640993" y="3183585"/>
            <a:ext cx="365348" cy="364966"/>
            <a:chOff x="2640993" y="3357835"/>
            <a:chExt cx="365348" cy="364966"/>
          </a:xfrm>
        </p:grpSpPr>
        <p:sp>
          <p:nvSpPr>
            <p:cNvPr id="10104" name="Google Shape;10104;p67"/>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5" name="Google Shape;10105;p67"/>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6" name="Google Shape;10106;p67"/>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7" name="Google Shape;10107;p67"/>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8" name="Google Shape;10108;p67"/>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9" name="Google Shape;10109;p67"/>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0" name="Google Shape;10110;p67"/>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1" name="Google Shape;10111;p67"/>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2" name="Google Shape;10112;p67"/>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3" name="Google Shape;10113;p67"/>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14" name="Google Shape;10114;p67"/>
          <p:cNvGrpSpPr/>
          <p:nvPr/>
        </p:nvGrpSpPr>
        <p:grpSpPr>
          <a:xfrm>
            <a:off x="4886264" y="3191924"/>
            <a:ext cx="350549" cy="350198"/>
            <a:chOff x="4886264" y="3366174"/>
            <a:chExt cx="350549" cy="350198"/>
          </a:xfrm>
        </p:grpSpPr>
        <p:sp>
          <p:nvSpPr>
            <p:cNvPr id="10115" name="Google Shape;10115;p67"/>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6" name="Google Shape;10116;p67"/>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7" name="Google Shape;10117;p67"/>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8" name="Google Shape;10118;p67"/>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9" name="Google Shape;10119;p67"/>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0" name="Google Shape;10120;p67"/>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1" name="Google Shape;10121;p67"/>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2" name="Google Shape;10122;p67"/>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3" name="Google Shape;10123;p67"/>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4" name="Google Shape;10124;p67"/>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5" name="Google Shape;10125;p67"/>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6" name="Google Shape;10126;p67"/>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7" name="Google Shape;10127;p67"/>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28" name="Google Shape;10128;p67"/>
          <p:cNvGrpSpPr/>
          <p:nvPr/>
        </p:nvGrpSpPr>
        <p:grpSpPr>
          <a:xfrm>
            <a:off x="5331913" y="3239697"/>
            <a:ext cx="347143" cy="254684"/>
            <a:chOff x="5331913" y="3413947"/>
            <a:chExt cx="347143" cy="254684"/>
          </a:xfrm>
        </p:grpSpPr>
        <p:sp>
          <p:nvSpPr>
            <p:cNvPr id="10129" name="Google Shape;10129;p67"/>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0" name="Google Shape;10130;p67"/>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1" name="Google Shape;10131;p67"/>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2" name="Google Shape;10132;p67"/>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3" name="Google Shape;10133;p67"/>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4" name="Google Shape;10134;p67"/>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35" name="Google Shape;10135;p67"/>
          <p:cNvGrpSpPr/>
          <p:nvPr/>
        </p:nvGrpSpPr>
        <p:grpSpPr>
          <a:xfrm>
            <a:off x="5776798" y="3235528"/>
            <a:ext cx="346379" cy="264518"/>
            <a:chOff x="5776798" y="3409778"/>
            <a:chExt cx="346379" cy="264518"/>
          </a:xfrm>
        </p:grpSpPr>
        <p:sp>
          <p:nvSpPr>
            <p:cNvPr id="10136" name="Google Shape;10136;p67"/>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7" name="Google Shape;10137;p67"/>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8" name="Google Shape;10138;p67"/>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9" name="Google Shape;10139;p67"/>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0" name="Google Shape;10140;p67"/>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1" name="Google Shape;10141;p67"/>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42" name="Google Shape;10142;p67"/>
          <p:cNvGrpSpPr/>
          <p:nvPr/>
        </p:nvGrpSpPr>
        <p:grpSpPr>
          <a:xfrm>
            <a:off x="7108015" y="3222255"/>
            <a:ext cx="344883" cy="290299"/>
            <a:chOff x="7108015" y="3396505"/>
            <a:chExt cx="344883" cy="290299"/>
          </a:xfrm>
        </p:grpSpPr>
        <p:sp>
          <p:nvSpPr>
            <p:cNvPr id="10143" name="Google Shape;10143;p67"/>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4" name="Google Shape;10144;p67"/>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5" name="Google Shape;10145;p67"/>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6" name="Google Shape;10146;p67"/>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47" name="Google Shape;10147;p67"/>
          <p:cNvGrpSpPr/>
          <p:nvPr/>
        </p:nvGrpSpPr>
        <p:grpSpPr>
          <a:xfrm>
            <a:off x="7551754" y="3216558"/>
            <a:ext cx="344883" cy="301311"/>
            <a:chOff x="7551754" y="3390808"/>
            <a:chExt cx="344883" cy="301311"/>
          </a:xfrm>
        </p:grpSpPr>
        <p:sp>
          <p:nvSpPr>
            <p:cNvPr id="10148" name="Google Shape;10148;p67"/>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9" name="Google Shape;10149;p67"/>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0" name="Google Shape;10150;p67"/>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1" name="Google Shape;10151;p67"/>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2" name="Google Shape;10152;p67"/>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3" name="Google Shape;10153;p67"/>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4" name="Google Shape;10154;p67"/>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5" name="Google Shape;10155;p67"/>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6" name="Google Shape;10156;p67"/>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7" name="Google Shape;10157;p67"/>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8" name="Google Shape;10158;p67"/>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59" name="Google Shape;10159;p67"/>
          <p:cNvGrpSpPr/>
          <p:nvPr/>
        </p:nvGrpSpPr>
        <p:grpSpPr>
          <a:xfrm>
            <a:off x="6707084" y="3213153"/>
            <a:ext cx="261145" cy="308504"/>
            <a:chOff x="6707084" y="3387403"/>
            <a:chExt cx="261145" cy="308504"/>
          </a:xfrm>
        </p:grpSpPr>
        <p:sp>
          <p:nvSpPr>
            <p:cNvPr id="10160" name="Google Shape;10160;p67"/>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1" name="Google Shape;10161;p67"/>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2" name="Google Shape;10162;p67"/>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3" name="Google Shape;10163;p67"/>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64" name="Google Shape;10164;p67"/>
          <p:cNvGrpSpPr/>
          <p:nvPr/>
        </p:nvGrpSpPr>
        <p:grpSpPr>
          <a:xfrm>
            <a:off x="848978" y="4123387"/>
            <a:ext cx="377824" cy="324418"/>
            <a:chOff x="848978" y="4297637"/>
            <a:chExt cx="377824" cy="324418"/>
          </a:xfrm>
        </p:grpSpPr>
        <p:sp>
          <p:nvSpPr>
            <p:cNvPr id="10165" name="Google Shape;10165;p67"/>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6" name="Google Shape;10166;p67"/>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67" name="Google Shape;10167;p67"/>
          <p:cNvGrpSpPr/>
          <p:nvPr/>
        </p:nvGrpSpPr>
        <p:grpSpPr>
          <a:xfrm>
            <a:off x="1754279" y="4112343"/>
            <a:ext cx="351439" cy="345965"/>
            <a:chOff x="1754279" y="4286593"/>
            <a:chExt cx="351439" cy="345965"/>
          </a:xfrm>
        </p:grpSpPr>
        <p:sp>
          <p:nvSpPr>
            <p:cNvPr id="10168" name="Google Shape;10168;p67"/>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9" name="Google Shape;10169;p67"/>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0" name="Google Shape;10170;p67"/>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1" name="Google Shape;10171;p67"/>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2" name="Google Shape;10172;p67"/>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73" name="Google Shape;10173;p67"/>
          <p:cNvGrpSpPr/>
          <p:nvPr/>
        </p:nvGrpSpPr>
        <p:grpSpPr>
          <a:xfrm>
            <a:off x="3996113" y="4116926"/>
            <a:ext cx="336512" cy="335048"/>
            <a:chOff x="3996113" y="4291176"/>
            <a:chExt cx="336512" cy="335048"/>
          </a:xfrm>
        </p:grpSpPr>
        <p:sp>
          <p:nvSpPr>
            <p:cNvPr id="10174" name="Google Shape;10174;p67"/>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5" name="Google Shape;10175;p67"/>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6" name="Google Shape;10176;p67"/>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177" name="Google Shape;10177;p67"/>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178" name="Google Shape;10178;p67"/>
          <p:cNvGrpSpPr/>
          <p:nvPr/>
        </p:nvGrpSpPr>
        <p:grpSpPr>
          <a:xfrm>
            <a:off x="2179081" y="4111261"/>
            <a:ext cx="397525" cy="348670"/>
            <a:chOff x="2179081" y="4285511"/>
            <a:chExt cx="397525" cy="348670"/>
          </a:xfrm>
        </p:grpSpPr>
        <p:sp>
          <p:nvSpPr>
            <p:cNvPr id="10179" name="Google Shape;10179;p67"/>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0" name="Google Shape;10180;p67"/>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81" name="Google Shape;10181;p67"/>
          <p:cNvGrpSpPr/>
          <p:nvPr/>
        </p:nvGrpSpPr>
        <p:grpSpPr>
          <a:xfrm>
            <a:off x="3584201" y="4120746"/>
            <a:ext cx="267574" cy="329415"/>
            <a:chOff x="3584201" y="4294996"/>
            <a:chExt cx="267574" cy="329415"/>
          </a:xfrm>
        </p:grpSpPr>
        <p:sp>
          <p:nvSpPr>
            <p:cNvPr id="10182" name="Google Shape;10182;p67"/>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3" name="Google Shape;10183;p67"/>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4" name="Google Shape;10184;p67"/>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5" name="Google Shape;10185;p67"/>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86" name="Google Shape;10186;p67"/>
          <p:cNvGrpSpPr/>
          <p:nvPr/>
        </p:nvGrpSpPr>
        <p:grpSpPr>
          <a:xfrm>
            <a:off x="3082855" y="4121478"/>
            <a:ext cx="375946" cy="327823"/>
            <a:chOff x="3082855" y="4295728"/>
            <a:chExt cx="375946" cy="327823"/>
          </a:xfrm>
        </p:grpSpPr>
        <p:sp>
          <p:nvSpPr>
            <p:cNvPr id="10187" name="Google Shape;10187;p67"/>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8" name="Google Shape;10188;p67"/>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9" name="Google Shape;10189;p67"/>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0" name="Google Shape;10190;p67"/>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1" name="Google Shape;10191;p67"/>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2" name="Google Shape;10192;p67"/>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3" name="Google Shape;10193;p67"/>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4" name="Google Shape;10194;p67"/>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5" name="Google Shape;10195;p67"/>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6" name="Google Shape;10196;p67"/>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7" name="Google Shape;10197;p67"/>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98" name="Google Shape;10198;p67"/>
          <p:cNvGrpSpPr/>
          <p:nvPr/>
        </p:nvGrpSpPr>
        <p:grpSpPr>
          <a:xfrm>
            <a:off x="2749016" y="4116926"/>
            <a:ext cx="150831" cy="336926"/>
            <a:chOff x="2749016" y="4291176"/>
            <a:chExt cx="150831" cy="336926"/>
          </a:xfrm>
        </p:grpSpPr>
        <p:sp>
          <p:nvSpPr>
            <p:cNvPr id="10199" name="Google Shape;10199;p67"/>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0" name="Google Shape;10200;p67"/>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1" name="Google Shape;10201;p67"/>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2" name="Google Shape;10202;p67"/>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03" name="Google Shape;10203;p67"/>
          <p:cNvGrpSpPr/>
          <p:nvPr/>
        </p:nvGrpSpPr>
        <p:grpSpPr>
          <a:xfrm>
            <a:off x="7127716" y="4105182"/>
            <a:ext cx="248254" cy="361942"/>
            <a:chOff x="7127716" y="4279432"/>
            <a:chExt cx="248254" cy="361942"/>
          </a:xfrm>
        </p:grpSpPr>
        <p:sp>
          <p:nvSpPr>
            <p:cNvPr id="10204" name="Google Shape;10204;p67"/>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5" name="Google Shape;10205;p67"/>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6" name="Google Shape;10206;p67"/>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7" name="Google Shape;10207;p67"/>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8" name="Google Shape;10208;p67"/>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9" name="Google Shape;10209;p67"/>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0" name="Google Shape;10210;p67"/>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1" name="Google Shape;10211;p67"/>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2" name="Google Shape;10212;p67"/>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13" name="Google Shape;10213;p67"/>
          <p:cNvGrpSpPr/>
          <p:nvPr/>
        </p:nvGrpSpPr>
        <p:grpSpPr>
          <a:xfrm>
            <a:off x="7565408" y="4105182"/>
            <a:ext cx="248254" cy="361942"/>
            <a:chOff x="7565408" y="4279432"/>
            <a:chExt cx="248254" cy="361942"/>
          </a:xfrm>
        </p:grpSpPr>
        <p:sp>
          <p:nvSpPr>
            <p:cNvPr id="10214" name="Google Shape;10214;p67"/>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5" name="Google Shape;10215;p67"/>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6" name="Google Shape;10216;p67"/>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7" name="Google Shape;10217;p67"/>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8" name="Google Shape;10218;p67"/>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9" name="Google Shape;10219;p67"/>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0" name="Google Shape;10220;p67"/>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1" name="Google Shape;10221;p67"/>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22" name="Google Shape;10222;p67"/>
          <p:cNvGrpSpPr/>
          <p:nvPr/>
        </p:nvGrpSpPr>
        <p:grpSpPr>
          <a:xfrm>
            <a:off x="6264109" y="4105182"/>
            <a:ext cx="225498" cy="361560"/>
            <a:chOff x="6264109" y="4279432"/>
            <a:chExt cx="225498" cy="361560"/>
          </a:xfrm>
        </p:grpSpPr>
        <p:sp>
          <p:nvSpPr>
            <p:cNvPr id="10223" name="Google Shape;10223;p67"/>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4" name="Google Shape;10224;p67"/>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25" name="Google Shape;10225;p67"/>
          <p:cNvGrpSpPr/>
          <p:nvPr/>
        </p:nvGrpSpPr>
        <p:grpSpPr>
          <a:xfrm>
            <a:off x="7929578" y="4110115"/>
            <a:ext cx="395266" cy="351312"/>
            <a:chOff x="7929578" y="4284365"/>
            <a:chExt cx="395266" cy="351312"/>
          </a:xfrm>
        </p:grpSpPr>
        <p:sp>
          <p:nvSpPr>
            <p:cNvPr id="10226" name="Google Shape;10226;p67"/>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7" name="Google Shape;10227;p67"/>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8" name="Google Shape;10228;p67"/>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9" name="Google Shape;10229;p67"/>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30" name="Google Shape;10230;p67"/>
          <p:cNvGrpSpPr/>
          <p:nvPr/>
        </p:nvGrpSpPr>
        <p:grpSpPr>
          <a:xfrm>
            <a:off x="6595502" y="4149527"/>
            <a:ext cx="426315" cy="332826"/>
            <a:chOff x="6639652" y="4323777"/>
            <a:chExt cx="426315" cy="332826"/>
          </a:xfrm>
        </p:grpSpPr>
        <p:sp>
          <p:nvSpPr>
            <p:cNvPr id="10231" name="Google Shape;10231;p67"/>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2" name="Google Shape;10232;p67"/>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3" name="Google Shape;10233;p67"/>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4" name="Google Shape;10234;p67"/>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5" name="Google Shape;10235;p67"/>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6" name="Google Shape;10236;p67"/>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7" name="Google Shape;10237;p67"/>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8" name="Google Shape;10238;p67"/>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9" name="Google Shape;10239;p67"/>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0" name="Google Shape;10240;p67"/>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41" name="Google Shape;10241;p67"/>
          <p:cNvGrpSpPr/>
          <p:nvPr/>
        </p:nvGrpSpPr>
        <p:grpSpPr>
          <a:xfrm>
            <a:off x="5357662" y="4123387"/>
            <a:ext cx="287275" cy="326296"/>
            <a:chOff x="5357662" y="4297637"/>
            <a:chExt cx="287275" cy="326296"/>
          </a:xfrm>
        </p:grpSpPr>
        <p:sp>
          <p:nvSpPr>
            <p:cNvPr id="10242" name="Google Shape;10242;p67"/>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3" name="Google Shape;10243;p67"/>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4" name="Google Shape;10244;p67"/>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5" name="Google Shape;10245;p67"/>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6" name="Google Shape;10246;p67"/>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47" name="Google Shape;10247;p67"/>
          <p:cNvGrpSpPr/>
          <p:nvPr/>
        </p:nvGrpSpPr>
        <p:grpSpPr>
          <a:xfrm>
            <a:off x="5774124" y="4120300"/>
            <a:ext cx="331611" cy="331674"/>
            <a:chOff x="5774124" y="4294550"/>
            <a:chExt cx="331611" cy="331674"/>
          </a:xfrm>
        </p:grpSpPr>
        <p:sp>
          <p:nvSpPr>
            <p:cNvPr id="10248" name="Google Shape;10248;p67"/>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9" name="Google Shape;10249;p67"/>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50" name="Google Shape;10250;p67"/>
          <p:cNvGrpSpPr/>
          <p:nvPr/>
        </p:nvGrpSpPr>
        <p:grpSpPr>
          <a:xfrm>
            <a:off x="4890434" y="4113139"/>
            <a:ext cx="345997" cy="346029"/>
            <a:chOff x="4890434" y="4287389"/>
            <a:chExt cx="345997" cy="346029"/>
          </a:xfrm>
        </p:grpSpPr>
        <p:sp>
          <p:nvSpPr>
            <p:cNvPr id="10251" name="Google Shape;10251;p67"/>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2" name="Google Shape;10252;p67"/>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3" name="Google Shape;10253;p67"/>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4" name="Google Shape;10254;p67"/>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5" name="Google Shape;10255;p67"/>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6" name="Google Shape;10256;p67"/>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7" name="Google Shape;10257;p67"/>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58" name="Google Shape;10258;p67"/>
          <p:cNvGrpSpPr/>
          <p:nvPr/>
        </p:nvGrpSpPr>
        <p:grpSpPr>
          <a:xfrm>
            <a:off x="2165809" y="3636809"/>
            <a:ext cx="422542" cy="342973"/>
            <a:chOff x="2165809" y="3811059"/>
            <a:chExt cx="422542" cy="342973"/>
          </a:xfrm>
        </p:grpSpPr>
        <p:sp>
          <p:nvSpPr>
            <p:cNvPr id="10259" name="Google Shape;10259;p67"/>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0" name="Google Shape;10260;p67"/>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1" name="Google Shape;10261;p67"/>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2" name="Google Shape;10262;p67"/>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3" name="Google Shape;10263;p67"/>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4" name="Google Shape;10264;p67"/>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5" name="Google Shape;10265;p67"/>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6" name="Google Shape;10266;p67"/>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7" name="Google Shape;10267;p67"/>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8" name="Google Shape;10268;p67"/>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9" name="Google Shape;10269;p67"/>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0" name="Google Shape;10270;p67"/>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1" name="Google Shape;10271;p67"/>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2" name="Google Shape;10272;p67"/>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3" name="Google Shape;10273;p67"/>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4" name="Google Shape;10274;p67"/>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5" name="Google Shape;10275;p67"/>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6" name="Google Shape;10276;p67"/>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277" name="Google Shape;10277;p67"/>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278" name="Google Shape;10278;p67"/>
          <p:cNvGrpSpPr/>
          <p:nvPr/>
        </p:nvGrpSpPr>
        <p:grpSpPr>
          <a:xfrm>
            <a:off x="903530" y="3631875"/>
            <a:ext cx="264550" cy="353222"/>
            <a:chOff x="903530" y="3806125"/>
            <a:chExt cx="264550" cy="353222"/>
          </a:xfrm>
        </p:grpSpPr>
        <p:sp>
          <p:nvSpPr>
            <p:cNvPr id="10279" name="Google Shape;10279;p67"/>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0" name="Google Shape;10280;p67"/>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1" name="Google Shape;10281;p67"/>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2" name="Google Shape;10282;p67"/>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83" name="Google Shape;10283;p67"/>
          <p:cNvGrpSpPr/>
          <p:nvPr/>
        </p:nvGrpSpPr>
        <p:grpSpPr>
          <a:xfrm>
            <a:off x="850092" y="3178684"/>
            <a:ext cx="369517" cy="375660"/>
            <a:chOff x="850092" y="3352934"/>
            <a:chExt cx="369517" cy="375660"/>
          </a:xfrm>
        </p:grpSpPr>
        <p:sp>
          <p:nvSpPr>
            <p:cNvPr id="10284" name="Google Shape;10284;p67"/>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5" name="Google Shape;10285;p67"/>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6" name="Google Shape;10286;p67"/>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7" name="Google Shape;10287;p67"/>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8" name="Google Shape;10288;p67"/>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89" name="Google Shape;10289;p67"/>
          <p:cNvGrpSpPr/>
          <p:nvPr/>
        </p:nvGrpSpPr>
        <p:grpSpPr>
          <a:xfrm>
            <a:off x="2611458" y="3642124"/>
            <a:ext cx="426329" cy="332375"/>
            <a:chOff x="2611458" y="3816374"/>
            <a:chExt cx="426329" cy="332375"/>
          </a:xfrm>
        </p:grpSpPr>
        <p:sp>
          <p:nvSpPr>
            <p:cNvPr id="10290" name="Google Shape;10290;p67"/>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1" name="Google Shape;10291;p67"/>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2" name="Google Shape;10292;p67"/>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3" name="Google Shape;10293;p67"/>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4" name="Google Shape;10294;p67"/>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5" name="Google Shape;10295;p67"/>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6" name="Google Shape;10296;p67"/>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7" name="Google Shape;10297;p67"/>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8" name="Google Shape;10298;p67"/>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9" name="Google Shape;10299;p67"/>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300" name="Google Shape;10300;p67"/>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301" name="Google Shape;10301;p67"/>
          <p:cNvGrpSpPr/>
          <p:nvPr/>
        </p:nvGrpSpPr>
        <p:grpSpPr>
          <a:xfrm>
            <a:off x="4019984" y="3631143"/>
            <a:ext cx="293704" cy="353954"/>
            <a:chOff x="4019984" y="3805393"/>
            <a:chExt cx="293704" cy="353954"/>
          </a:xfrm>
        </p:grpSpPr>
        <p:sp>
          <p:nvSpPr>
            <p:cNvPr id="10302" name="Google Shape;10302;p67"/>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3" name="Google Shape;10303;p67"/>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04" name="Google Shape;10304;p67"/>
          <p:cNvGrpSpPr/>
          <p:nvPr/>
        </p:nvGrpSpPr>
        <p:grpSpPr>
          <a:xfrm>
            <a:off x="8006505" y="3215794"/>
            <a:ext cx="323654" cy="303189"/>
            <a:chOff x="8006505" y="3390044"/>
            <a:chExt cx="323654" cy="303189"/>
          </a:xfrm>
        </p:grpSpPr>
        <p:sp>
          <p:nvSpPr>
            <p:cNvPr id="10305" name="Google Shape;10305;p67"/>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6" name="Google Shape;10306;p67"/>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7" name="Google Shape;10307;p67"/>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8" name="Google Shape;10308;p67"/>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9" name="Google Shape;10309;p67"/>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0" name="Google Shape;10310;p67"/>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11" name="Google Shape;10311;p67"/>
          <p:cNvGrpSpPr/>
          <p:nvPr/>
        </p:nvGrpSpPr>
        <p:grpSpPr>
          <a:xfrm>
            <a:off x="1299146" y="3632257"/>
            <a:ext cx="367989" cy="351312"/>
            <a:chOff x="1299146" y="3806507"/>
            <a:chExt cx="367989" cy="351312"/>
          </a:xfrm>
        </p:grpSpPr>
        <p:sp>
          <p:nvSpPr>
            <p:cNvPr id="10312" name="Google Shape;10312;p67"/>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3" name="Google Shape;10313;p67"/>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314" name="Google Shape;10314;p67"/>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315" name="Google Shape;10315;p67"/>
          <p:cNvGrpSpPr/>
          <p:nvPr/>
        </p:nvGrpSpPr>
        <p:grpSpPr>
          <a:xfrm>
            <a:off x="7550258" y="3658420"/>
            <a:ext cx="371395" cy="301279"/>
            <a:chOff x="7550258" y="3832670"/>
            <a:chExt cx="371395" cy="301279"/>
          </a:xfrm>
        </p:grpSpPr>
        <p:sp>
          <p:nvSpPr>
            <p:cNvPr id="10316" name="Google Shape;10316;p67"/>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7" name="Google Shape;10317;p67"/>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8" name="Google Shape;10318;p67"/>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9" name="Google Shape;10319;p67"/>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0" name="Google Shape;10320;p67"/>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1" name="Google Shape;10321;p67"/>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2" name="Google Shape;10322;p67"/>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3" name="Google Shape;10323;p67"/>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4" name="Google Shape;10324;p67"/>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5" name="Google Shape;10325;p67"/>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6" name="Google Shape;10326;p67"/>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7" name="Google Shape;10327;p67"/>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8" name="Google Shape;10328;p67"/>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9" name="Google Shape;10329;p67"/>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0" name="Google Shape;10330;p67"/>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1" name="Google Shape;10331;p67"/>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2" name="Google Shape;10332;p67"/>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3" name="Google Shape;10333;p67"/>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334" name="Google Shape;10334;p67"/>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335" name="Google Shape;10335;p67"/>
          <p:cNvGrpSpPr/>
          <p:nvPr/>
        </p:nvGrpSpPr>
        <p:grpSpPr>
          <a:xfrm>
            <a:off x="6659725" y="3633785"/>
            <a:ext cx="367607" cy="350549"/>
            <a:chOff x="6659725" y="3808035"/>
            <a:chExt cx="367607" cy="350549"/>
          </a:xfrm>
        </p:grpSpPr>
        <p:sp>
          <p:nvSpPr>
            <p:cNvPr id="10336" name="Google Shape;10336;p67"/>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7" name="Google Shape;10337;p67"/>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38" name="Google Shape;10338;p67"/>
          <p:cNvGrpSpPr/>
          <p:nvPr/>
        </p:nvGrpSpPr>
        <p:grpSpPr>
          <a:xfrm>
            <a:off x="6219391" y="3642506"/>
            <a:ext cx="356627" cy="334252"/>
            <a:chOff x="6219391" y="3816756"/>
            <a:chExt cx="356627" cy="334252"/>
          </a:xfrm>
        </p:grpSpPr>
        <p:sp>
          <p:nvSpPr>
            <p:cNvPr id="10339" name="Google Shape;10339;p67"/>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0" name="Google Shape;10340;p67"/>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1" name="Google Shape;10341;p67"/>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2" name="Google Shape;10342;p67"/>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43" name="Google Shape;10343;p67"/>
          <p:cNvGrpSpPr/>
          <p:nvPr/>
        </p:nvGrpSpPr>
        <p:grpSpPr>
          <a:xfrm>
            <a:off x="5778676" y="3652722"/>
            <a:ext cx="349052" cy="313056"/>
            <a:chOff x="5778676" y="3826972"/>
            <a:chExt cx="349052" cy="313056"/>
          </a:xfrm>
        </p:grpSpPr>
        <p:sp>
          <p:nvSpPr>
            <p:cNvPr id="10344" name="Google Shape;10344;p67"/>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5" name="Google Shape;10345;p67"/>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6" name="Google Shape;10346;p67"/>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7" name="Google Shape;10347;p67"/>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8" name="Google Shape;10348;p67"/>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49" name="Google Shape;10349;p67"/>
          <p:cNvGrpSpPr/>
          <p:nvPr/>
        </p:nvGrpSpPr>
        <p:grpSpPr>
          <a:xfrm>
            <a:off x="5355784" y="3660297"/>
            <a:ext cx="299019" cy="297905"/>
            <a:chOff x="5355784" y="3834547"/>
            <a:chExt cx="299019" cy="297905"/>
          </a:xfrm>
        </p:grpSpPr>
        <p:sp>
          <p:nvSpPr>
            <p:cNvPr id="10350" name="Google Shape;10350;p67"/>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1" name="Google Shape;10351;p67"/>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2" name="Google Shape;10352;p67"/>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3" name="Google Shape;10353;p67"/>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54" name="Google Shape;10354;p67"/>
          <p:cNvGrpSpPr/>
          <p:nvPr/>
        </p:nvGrpSpPr>
        <p:grpSpPr>
          <a:xfrm>
            <a:off x="8036455" y="3633021"/>
            <a:ext cx="292177" cy="353986"/>
            <a:chOff x="8036455" y="3807271"/>
            <a:chExt cx="292177" cy="353986"/>
          </a:xfrm>
        </p:grpSpPr>
        <p:sp>
          <p:nvSpPr>
            <p:cNvPr id="10355" name="Google Shape;10355;p67"/>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6" name="Google Shape;10356;p67"/>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357" name="Google Shape;10357;p67"/>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 sz="2400" b="0" i="0" u="none" strike="noStrike" cap="none">
                <a:solidFill>
                  <a:srgbClr val="FFFFFF"/>
                </a:solidFill>
                <a:latin typeface="Arial"/>
                <a:ea typeface="Arial"/>
                <a:cs typeface="Arial"/>
                <a:sym typeface="Arial"/>
              </a:rPr>
              <a:t>Business Icons</a:t>
            </a:r>
            <a:endParaRPr sz="2400" b="0" i="0" u="none" strike="noStrike" cap="none">
              <a:solidFill>
                <a:srgbClr val="FFFFFF"/>
              </a:solidFill>
              <a:latin typeface="Arial"/>
              <a:ea typeface="Arial"/>
              <a:cs typeface="Arial"/>
              <a:sym typeface="Arial"/>
            </a:endParaRPr>
          </a:p>
        </p:txBody>
      </p:sp>
      <p:sp>
        <p:nvSpPr>
          <p:cNvPr id="10358" name="Google Shape;10358;p67"/>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 sz="2400" b="0" i="0" u="none" strike="noStrike" cap="none">
                <a:solidFill>
                  <a:srgbClr val="FFFFFF"/>
                </a:solidFill>
                <a:latin typeface="Arial"/>
                <a:ea typeface="Arial"/>
                <a:cs typeface="Arial"/>
                <a:sym typeface="Arial"/>
              </a:rPr>
              <a:t>Teamwork Icons</a:t>
            </a:r>
            <a:endParaRPr sz="2400" b="0" i="0" u="none" strike="noStrike" cap="none">
              <a:solidFill>
                <a:srgbClr val="FFFFFF"/>
              </a:solidFill>
              <a:latin typeface="Arial"/>
              <a:ea typeface="Arial"/>
              <a:cs typeface="Arial"/>
              <a:sym typeface="Arial"/>
            </a:endParaRPr>
          </a:p>
        </p:txBody>
      </p:sp>
      <p:grpSp>
        <p:nvGrpSpPr>
          <p:cNvPr id="10359" name="Google Shape;10359;p67"/>
          <p:cNvGrpSpPr/>
          <p:nvPr/>
        </p:nvGrpSpPr>
        <p:grpSpPr>
          <a:xfrm>
            <a:off x="4874902" y="3634549"/>
            <a:ext cx="345615" cy="350835"/>
            <a:chOff x="4874902" y="3808799"/>
            <a:chExt cx="345615" cy="350835"/>
          </a:xfrm>
        </p:grpSpPr>
        <p:sp>
          <p:nvSpPr>
            <p:cNvPr id="10360" name="Google Shape;10360;p67"/>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1" name="Google Shape;10361;p67"/>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2" name="Google Shape;10362;p67"/>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3" name="Google Shape;10363;p67"/>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4" name="Google Shape;10364;p67"/>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5" name="Google Shape;10365;p67"/>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6" name="Google Shape;10366;p67"/>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7" name="Google Shape;10367;p67"/>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8" name="Google Shape;10368;p67"/>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9" name="Google Shape;10369;p67"/>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0" name="Google Shape;10370;p67"/>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1" name="Google Shape;10371;p67"/>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2" name="Google Shape;10372;p67"/>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3" name="Google Shape;10373;p67"/>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4" name="Google Shape;10374;p67"/>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5" name="Google Shape;10375;p67"/>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6" name="Google Shape;10376;p67"/>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77" name="Google Shape;10377;p67"/>
          <p:cNvGrpSpPr/>
          <p:nvPr/>
        </p:nvGrpSpPr>
        <p:grpSpPr>
          <a:xfrm>
            <a:off x="3095745" y="3631143"/>
            <a:ext cx="352840" cy="354718"/>
            <a:chOff x="3095745" y="3805393"/>
            <a:chExt cx="352840" cy="354718"/>
          </a:xfrm>
        </p:grpSpPr>
        <p:sp>
          <p:nvSpPr>
            <p:cNvPr id="10378" name="Google Shape;10378;p67"/>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9" name="Google Shape;10379;p67"/>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0" name="Google Shape;10380;p67"/>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1" name="Google Shape;10381;p67"/>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2" name="Google Shape;10382;p67"/>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3" name="Google Shape;10383;p67"/>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7"/>
        <p:cNvGrpSpPr/>
        <p:nvPr/>
      </p:nvGrpSpPr>
      <p:grpSpPr>
        <a:xfrm>
          <a:off x="0" y="0"/>
          <a:ext cx="0" cy="0"/>
          <a:chOff x="0" y="0"/>
          <a:chExt cx="0" cy="0"/>
        </a:xfrm>
      </p:grpSpPr>
      <p:grpSp>
        <p:nvGrpSpPr>
          <p:cNvPr id="10388" name="Google Shape;10388;p68"/>
          <p:cNvGrpSpPr/>
          <p:nvPr/>
        </p:nvGrpSpPr>
        <p:grpSpPr>
          <a:xfrm>
            <a:off x="2733780" y="4039081"/>
            <a:ext cx="342143" cy="362704"/>
            <a:chOff x="2704005" y="4258781"/>
            <a:chExt cx="342143" cy="362704"/>
          </a:xfrm>
        </p:grpSpPr>
        <p:sp>
          <p:nvSpPr>
            <p:cNvPr id="10389" name="Google Shape;10389;p68"/>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0" name="Google Shape;10390;p68"/>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1" name="Google Shape;10391;p68"/>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2" name="Google Shape;10392;p68"/>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3" name="Google Shape;10393;p68"/>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4" name="Google Shape;10394;p68"/>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5" name="Google Shape;10395;p68"/>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96" name="Google Shape;10396;p68"/>
          <p:cNvGrpSpPr/>
          <p:nvPr/>
        </p:nvGrpSpPr>
        <p:grpSpPr>
          <a:xfrm>
            <a:off x="2157462" y="4083096"/>
            <a:ext cx="347434" cy="363369"/>
            <a:chOff x="2157462" y="4258496"/>
            <a:chExt cx="347434" cy="363369"/>
          </a:xfrm>
        </p:grpSpPr>
        <p:sp>
          <p:nvSpPr>
            <p:cNvPr id="10397" name="Google Shape;10397;p68"/>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8" name="Google Shape;10398;p68"/>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9" name="Google Shape;10399;p68"/>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00" name="Google Shape;10400;p68"/>
          <p:cNvGrpSpPr/>
          <p:nvPr/>
        </p:nvGrpSpPr>
        <p:grpSpPr>
          <a:xfrm>
            <a:off x="4010963" y="3588381"/>
            <a:ext cx="343665" cy="363212"/>
            <a:chOff x="4010963" y="3763781"/>
            <a:chExt cx="343665" cy="363212"/>
          </a:xfrm>
        </p:grpSpPr>
        <p:sp>
          <p:nvSpPr>
            <p:cNvPr id="10401" name="Google Shape;10401;p68"/>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2" name="Google Shape;10402;p68"/>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3" name="Google Shape;10403;p68"/>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4" name="Google Shape;10404;p68"/>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5" name="Google Shape;10405;p68"/>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06" name="Google Shape;10406;p68"/>
          <p:cNvGrpSpPr/>
          <p:nvPr/>
        </p:nvGrpSpPr>
        <p:grpSpPr>
          <a:xfrm>
            <a:off x="2214042" y="3635109"/>
            <a:ext cx="368153" cy="311193"/>
            <a:chOff x="2214042" y="3810509"/>
            <a:chExt cx="368153" cy="311193"/>
          </a:xfrm>
        </p:grpSpPr>
        <p:sp>
          <p:nvSpPr>
            <p:cNvPr id="10407" name="Google Shape;10407;p68"/>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8" name="Google Shape;10408;p68"/>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09" name="Google Shape;10409;p68"/>
          <p:cNvGrpSpPr/>
          <p:nvPr/>
        </p:nvGrpSpPr>
        <p:grpSpPr>
          <a:xfrm>
            <a:off x="1797413" y="3606819"/>
            <a:ext cx="367805" cy="367773"/>
            <a:chOff x="1768938" y="3782219"/>
            <a:chExt cx="367805" cy="367773"/>
          </a:xfrm>
        </p:grpSpPr>
        <p:sp>
          <p:nvSpPr>
            <p:cNvPr id="10410" name="Google Shape;10410;p68"/>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1" name="Google Shape;10411;p68"/>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2" name="Google Shape;10412;p68"/>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3" name="Google Shape;10413;p68"/>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4" name="Google Shape;10414;p68"/>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15" name="Google Shape;10415;p68"/>
          <p:cNvGrpSpPr/>
          <p:nvPr/>
        </p:nvGrpSpPr>
        <p:grpSpPr>
          <a:xfrm>
            <a:off x="2681385" y="3623039"/>
            <a:ext cx="325544" cy="327413"/>
            <a:chOff x="2681385" y="3798439"/>
            <a:chExt cx="325544" cy="327413"/>
          </a:xfrm>
        </p:grpSpPr>
        <p:sp>
          <p:nvSpPr>
            <p:cNvPr id="10416" name="Google Shape;10416;p68"/>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7" name="Google Shape;10417;p68"/>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8" name="Google Shape;10418;p68"/>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9" name="Google Shape;10419;p68"/>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0" name="Google Shape;10420;p68"/>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1" name="Google Shape;10421;p68"/>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2" name="Google Shape;10422;p68"/>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23" name="Google Shape;10423;p68"/>
          <p:cNvGrpSpPr/>
          <p:nvPr/>
        </p:nvGrpSpPr>
        <p:grpSpPr>
          <a:xfrm>
            <a:off x="6243928" y="4088102"/>
            <a:ext cx="274254" cy="350824"/>
            <a:chOff x="6243928" y="4263502"/>
            <a:chExt cx="274254" cy="350824"/>
          </a:xfrm>
        </p:grpSpPr>
        <p:sp>
          <p:nvSpPr>
            <p:cNvPr id="10424" name="Google Shape;10424;p68"/>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5" name="Google Shape;10425;p68"/>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6" name="Google Shape;10426;p68"/>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7" name="Google Shape;10427;p68"/>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8" name="Google Shape;10428;p68"/>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9" name="Google Shape;10429;p68"/>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0" name="Google Shape;10430;p68"/>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1" name="Google Shape;10431;p68"/>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32" name="Google Shape;10432;p68"/>
          <p:cNvGrpSpPr/>
          <p:nvPr/>
        </p:nvGrpSpPr>
        <p:grpSpPr>
          <a:xfrm>
            <a:off x="3560600" y="3587938"/>
            <a:ext cx="352345" cy="363655"/>
            <a:chOff x="3560600" y="3763338"/>
            <a:chExt cx="352345" cy="363655"/>
          </a:xfrm>
        </p:grpSpPr>
        <p:sp>
          <p:nvSpPr>
            <p:cNvPr id="10433" name="Google Shape;10433;p68"/>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4" name="Google Shape;10434;p68"/>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5" name="Google Shape;10435;p68"/>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36" name="Google Shape;10436;p68"/>
          <p:cNvGrpSpPr/>
          <p:nvPr/>
        </p:nvGrpSpPr>
        <p:grpSpPr>
          <a:xfrm>
            <a:off x="5790556" y="4085852"/>
            <a:ext cx="279513" cy="356084"/>
            <a:chOff x="5790556" y="4261252"/>
            <a:chExt cx="279513" cy="356084"/>
          </a:xfrm>
        </p:grpSpPr>
        <p:sp>
          <p:nvSpPr>
            <p:cNvPr id="10437" name="Google Shape;10437;p68"/>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8" name="Google Shape;10438;p68"/>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9" name="Google Shape;10439;p68"/>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0" name="Google Shape;10440;p68"/>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1" name="Google Shape;10441;p68"/>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2" name="Google Shape;10442;p68"/>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3" name="Google Shape;10443;p68"/>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44" name="Google Shape;10444;p68"/>
          <p:cNvGrpSpPr/>
          <p:nvPr/>
        </p:nvGrpSpPr>
        <p:grpSpPr>
          <a:xfrm>
            <a:off x="5341333" y="4085852"/>
            <a:ext cx="278752" cy="356463"/>
            <a:chOff x="5341333" y="4261252"/>
            <a:chExt cx="278752" cy="356463"/>
          </a:xfrm>
        </p:grpSpPr>
        <p:sp>
          <p:nvSpPr>
            <p:cNvPr id="10445" name="Google Shape;10445;p68"/>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6" name="Google Shape;10446;p68"/>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7" name="Google Shape;10447;p68"/>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8" name="Google Shape;10448;p68"/>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9" name="Google Shape;10449;p68"/>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0" name="Google Shape;10450;p68"/>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1" name="Google Shape;10451;p68"/>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452" name="Google Shape;10452;p68"/>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453" name="Google Shape;10453;p68"/>
          <p:cNvGrpSpPr/>
          <p:nvPr/>
        </p:nvGrpSpPr>
        <p:grpSpPr>
          <a:xfrm>
            <a:off x="3103646" y="3590676"/>
            <a:ext cx="360233" cy="362451"/>
            <a:chOff x="3107608" y="3763401"/>
            <a:chExt cx="360233" cy="362451"/>
          </a:xfrm>
        </p:grpSpPr>
        <p:sp>
          <p:nvSpPr>
            <p:cNvPr id="10454" name="Google Shape;10454;p68"/>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5" name="Google Shape;10455;p68"/>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6" name="Google Shape;10456;p68"/>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57" name="Google Shape;10457;p68"/>
          <p:cNvGrpSpPr/>
          <p:nvPr/>
        </p:nvGrpSpPr>
        <p:grpSpPr>
          <a:xfrm>
            <a:off x="889343" y="3625827"/>
            <a:ext cx="351585" cy="339705"/>
            <a:chOff x="889343" y="3801227"/>
            <a:chExt cx="351585" cy="339705"/>
          </a:xfrm>
        </p:grpSpPr>
        <p:sp>
          <p:nvSpPr>
            <p:cNvPr id="10458" name="Google Shape;10458;p68"/>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9" name="Google Shape;10459;p68"/>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0" name="Google Shape;10460;p68"/>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1" name="Google Shape;10461;p68"/>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2" name="Google Shape;10462;p68"/>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63" name="Google Shape;10463;p68"/>
          <p:cNvGrpSpPr/>
          <p:nvPr/>
        </p:nvGrpSpPr>
        <p:grpSpPr>
          <a:xfrm>
            <a:off x="4896609" y="4085472"/>
            <a:ext cx="278784" cy="355323"/>
            <a:chOff x="4896609" y="4260872"/>
            <a:chExt cx="278784" cy="355323"/>
          </a:xfrm>
        </p:grpSpPr>
        <p:sp>
          <p:nvSpPr>
            <p:cNvPr id="10464" name="Google Shape;10464;p68"/>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5" name="Google Shape;10465;p68"/>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6" name="Google Shape;10466;p68"/>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7" name="Google Shape;10467;p68"/>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8" name="Google Shape;10468;p68"/>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9" name="Google Shape;10469;p68"/>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70" name="Google Shape;10470;p68"/>
          <p:cNvGrpSpPr/>
          <p:nvPr/>
        </p:nvGrpSpPr>
        <p:grpSpPr>
          <a:xfrm>
            <a:off x="7598438" y="4090731"/>
            <a:ext cx="260283" cy="345914"/>
            <a:chOff x="7598438" y="4266131"/>
            <a:chExt cx="260283" cy="345914"/>
          </a:xfrm>
        </p:grpSpPr>
        <p:sp>
          <p:nvSpPr>
            <p:cNvPr id="10471" name="Google Shape;10471;p68"/>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2" name="Google Shape;10472;p68"/>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3" name="Google Shape;10473;p68"/>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4" name="Google Shape;10474;p68"/>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5" name="Google Shape;10475;p68"/>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6" name="Google Shape;10476;p68"/>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7" name="Google Shape;10477;p68"/>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78" name="Google Shape;10478;p68"/>
          <p:cNvGrpSpPr/>
          <p:nvPr/>
        </p:nvGrpSpPr>
        <p:grpSpPr>
          <a:xfrm>
            <a:off x="1767069" y="3184746"/>
            <a:ext cx="286324" cy="348164"/>
            <a:chOff x="1767069" y="3360146"/>
            <a:chExt cx="286324" cy="348164"/>
          </a:xfrm>
        </p:grpSpPr>
        <p:sp>
          <p:nvSpPr>
            <p:cNvPr id="10479" name="Google Shape;10479;p68"/>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0" name="Google Shape;10480;p68"/>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1" name="Google Shape;10481;p68"/>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2" name="Google Shape;10482;p68"/>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3" name="Google Shape;10483;p68"/>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4" name="Google Shape;10484;p68"/>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5" name="Google Shape;10485;p68"/>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86" name="Google Shape;10486;p68"/>
          <p:cNvGrpSpPr/>
          <p:nvPr/>
        </p:nvGrpSpPr>
        <p:grpSpPr>
          <a:xfrm>
            <a:off x="7149944" y="4090731"/>
            <a:ext cx="260283" cy="345914"/>
            <a:chOff x="7149944" y="4266131"/>
            <a:chExt cx="260283" cy="345914"/>
          </a:xfrm>
        </p:grpSpPr>
        <p:sp>
          <p:nvSpPr>
            <p:cNvPr id="10487" name="Google Shape;10487;p68"/>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8" name="Google Shape;10488;p68"/>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9" name="Google Shape;10489;p68"/>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0" name="Google Shape;10490;p68"/>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1" name="Google Shape;10491;p68"/>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2" name="Google Shape;10492;p68"/>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93" name="Google Shape;10493;p68"/>
          <p:cNvGrpSpPr/>
          <p:nvPr/>
        </p:nvGrpSpPr>
        <p:grpSpPr>
          <a:xfrm>
            <a:off x="6695051" y="4083951"/>
            <a:ext cx="270104" cy="360233"/>
            <a:chOff x="6695051" y="4259351"/>
            <a:chExt cx="270104" cy="360233"/>
          </a:xfrm>
        </p:grpSpPr>
        <p:sp>
          <p:nvSpPr>
            <p:cNvPr id="10494" name="Google Shape;10494;p68"/>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5" name="Google Shape;10495;p68"/>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6" name="Google Shape;10496;p68"/>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7" name="Google Shape;10497;p68"/>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98" name="Google Shape;10498;p68"/>
          <p:cNvGrpSpPr/>
          <p:nvPr/>
        </p:nvGrpSpPr>
        <p:grpSpPr>
          <a:xfrm>
            <a:off x="8047661" y="4082051"/>
            <a:ext cx="277263" cy="362514"/>
            <a:chOff x="8047661" y="4257451"/>
            <a:chExt cx="277263" cy="362514"/>
          </a:xfrm>
        </p:grpSpPr>
        <p:sp>
          <p:nvSpPr>
            <p:cNvPr id="10499" name="Google Shape;10499;p68"/>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0" name="Google Shape;10500;p68"/>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1" name="Google Shape;10501;p68"/>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2" name="Google Shape;10502;p68"/>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03" name="Google Shape;10503;p68"/>
          <p:cNvGrpSpPr/>
          <p:nvPr/>
        </p:nvGrpSpPr>
        <p:grpSpPr>
          <a:xfrm>
            <a:off x="6248078" y="3609068"/>
            <a:ext cx="277263" cy="356115"/>
            <a:chOff x="6248078" y="3784468"/>
            <a:chExt cx="277263" cy="356115"/>
          </a:xfrm>
        </p:grpSpPr>
        <p:sp>
          <p:nvSpPr>
            <p:cNvPr id="10504" name="Google Shape;10504;p68"/>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5" name="Google Shape;10505;p68"/>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6" name="Google Shape;10506;p68"/>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7" name="Google Shape;10507;p68"/>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8" name="Google Shape;10508;p68"/>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09" name="Google Shape;10509;p68"/>
          <p:cNvGrpSpPr/>
          <p:nvPr/>
        </p:nvGrpSpPr>
        <p:grpSpPr>
          <a:xfrm>
            <a:off x="5800725" y="3610589"/>
            <a:ext cx="277644" cy="354594"/>
            <a:chOff x="5800725" y="3785989"/>
            <a:chExt cx="277644" cy="354594"/>
          </a:xfrm>
        </p:grpSpPr>
        <p:sp>
          <p:nvSpPr>
            <p:cNvPr id="10510" name="Google Shape;10510;p68"/>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1" name="Google Shape;10511;p68"/>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2" name="Google Shape;10512;p68"/>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3" name="Google Shape;10513;p68"/>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4" name="Google Shape;10514;p68"/>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5" name="Google Shape;10515;p68"/>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6" name="Google Shape;10516;p68"/>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17" name="Google Shape;10517;p68"/>
          <p:cNvGrpSpPr/>
          <p:nvPr/>
        </p:nvGrpSpPr>
        <p:grpSpPr>
          <a:xfrm>
            <a:off x="2206122" y="3185348"/>
            <a:ext cx="308183" cy="347562"/>
            <a:chOff x="2206122" y="3360748"/>
            <a:chExt cx="308183" cy="347562"/>
          </a:xfrm>
        </p:grpSpPr>
        <p:sp>
          <p:nvSpPr>
            <p:cNvPr id="10518" name="Google Shape;10518;p68"/>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9" name="Google Shape;10519;p68"/>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0" name="Google Shape;10520;p68"/>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1" name="Google Shape;10521;p68"/>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2" name="Google Shape;10522;p68"/>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23" name="Google Shape;10523;p68"/>
          <p:cNvGrpSpPr/>
          <p:nvPr/>
        </p:nvGrpSpPr>
        <p:grpSpPr>
          <a:xfrm>
            <a:off x="5353403" y="3610209"/>
            <a:ext cx="277992" cy="354974"/>
            <a:chOff x="5353403" y="3785609"/>
            <a:chExt cx="277992" cy="354974"/>
          </a:xfrm>
        </p:grpSpPr>
        <p:sp>
          <p:nvSpPr>
            <p:cNvPr id="10524" name="Google Shape;10524;p68"/>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5" name="Google Shape;10525;p68"/>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6" name="Google Shape;10526;p68"/>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7" name="Google Shape;10527;p68"/>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8" name="Google Shape;10528;p68"/>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9" name="Google Shape;10529;p68"/>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30" name="Google Shape;10530;p68"/>
          <p:cNvGrpSpPr/>
          <p:nvPr/>
        </p:nvGrpSpPr>
        <p:grpSpPr>
          <a:xfrm>
            <a:off x="4896229" y="3610589"/>
            <a:ext cx="278784" cy="354594"/>
            <a:chOff x="4896229" y="3785989"/>
            <a:chExt cx="278784" cy="354594"/>
          </a:xfrm>
        </p:grpSpPr>
        <p:sp>
          <p:nvSpPr>
            <p:cNvPr id="10531" name="Google Shape;10531;p68"/>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2" name="Google Shape;10532;p68"/>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3" name="Google Shape;10533;p68"/>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4" name="Google Shape;10534;p68"/>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5" name="Google Shape;10535;p68"/>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6" name="Google Shape;10536;p68"/>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37" name="Google Shape;10537;p68"/>
          <p:cNvGrpSpPr/>
          <p:nvPr/>
        </p:nvGrpSpPr>
        <p:grpSpPr>
          <a:xfrm>
            <a:off x="7592387" y="3612458"/>
            <a:ext cx="273874" cy="351204"/>
            <a:chOff x="7592387" y="3787858"/>
            <a:chExt cx="273874" cy="351204"/>
          </a:xfrm>
        </p:grpSpPr>
        <p:sp>
          <p:nvSpPr>
            <p:cNvPr id="10538" name="Google Shape;10538;p68"/>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9" name="Google Shape;10539;p68"/>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0" name="Google Shape;10540;p68"/>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1" name="Google Shape;10541;p68"/>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42" name="Google Shape;10542;p68"/>
          <p:cNvGrpSpPr/>
          <p:nvPr/>
        </p:nvGrpSpPr>
        <p:grpSpPr>
          <a:xfrm>
            <a:off x="7145794" y="3612458"/>
            <a:ext cx="274254" cy="350444"/>
            <a:chOff x="7145794" y="3787858"/>
            <a:chExt cx="274254" cy="350444"/>
          </a:xfrm>
        </p:grpSpPr>
        <p:sp>
          <p:nvSpPr>
            <p:cNvPr id="10543" name="Google Shape;10543;p68"/>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4" name="Google Shape;10544;p68"/>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5" name="Google Shape;10545;p68"/>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6" name="Google Shape;10546;p68"/>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7" name="Google Shape;10547;p68"/>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8" name="Google Shape;10548;p68"/>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49" name="Google Shape;10549;p68"/>
          <p:cNvGrpSpPr/>
          <p:nvPr/>
        </p:nvGrpSpPr>
        <p:grpSpPr>
          <a:xfrm>
            <a:off x="8054060" y="3611698"/>
            <a:ext cx="266334" cy="353834"/>
            <a:chOff x="8054060" y="3787098"/>
            <a:chExt cx="266334" cy="353834"/>
          </a:xfrm>
        </p:grpSpPr>
        <p:sp>
          <p:nvSpPr>
            <p:cNvPr id="10550" name="Google Shape;10550;p68"/>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1" name="Google Shape;10551;p68"/>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2" name="Google Shape;10552;p68"/>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3" name="Google Shape;10553;p68"/>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54" name="Google Shape;10554;p68"/>
          <p:cNvGrpSpPr/>
          <p:nvPr/>
        </p:nvGrpSpPr>
        <p:grpSpPr>
          <a:xfrm>
            <a:off x="6702211" y="3607199"/>
            <a:ext cx="270104" cy="361754"/>
            <a:chOff x="6702211" y="3782599"/>
            <a:chExt cx="270104" cy="361754"/>
          </a:xfrm>
        </p:grpSpPr>
        <p:sp>
          <p:nvSpPr>
            <p:cNvPr id="10555" name="Google Shape;10555;p68"/>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6" name="Google Shape;10556;p68"/>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7" name="Google Shape;10557;p68"/>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8" name="Google Shape;10558;p68"/>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9" name="Google Shape;10559;p68"/>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60" name="Google Shape;10560;p68"/>
          <p:cNvGrpSpPr/>
          <p:nvPr/>
        </p:nvGrpSpPr>
        <p:grpSpPr>
          <a:xfrm>
            <a:off x="3516886" y="3263327"/>
            <a:ext cx="391854" cy="269922"/>
            <a:chOff x="3516850" y="3406526"/>
            <a:chExt cx="369674" cy="254644"/>
          </a:xfrm>
        </p:grpSpPr>
        <p:sp>
          <p:nvSpPr>
            <p:cNvPr id="10561" name="Google Shape;10561;p68"/>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2" name="Google Shape;10562;p68"/>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3" name="Google Shape;10563;p68"/>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4" name="Google Shape;10564;p68"/>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65" name="Google Shape;10565;p68"/>
          <p:cNvGrpSpPr/>
          <p:nvPr/>
        </p:nvGrpSpPr>
        <p:grpSpPr>
          <a:xfrm>
            <a:off x="1310655" y="3185127"/>
            <a:ext cx="306314" cy="347402"/>
            <a:chOff x="1310655" y="3360527"/>
            <a:chExt cx="306314" cy="347402"/>
          </a:xfrm>
        </p:grpSpPr>
        <p:sp>
          <p:nvSpPr>
            <p:cNvPr id="10566" name="Google Shape;10566;p68"/>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7" name="Google Shape;10567;p68"/>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8" name="Google Shape;10568;p68"/>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9" name="Google Shape;10569;p68"/>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0" name="Google Shape;10570;p68"/>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71" name="Google Shape;10571;p68"/>
          <p:cNvGrpSpPr/>
          <p:nvPr/>
        </p:nvGrpSpPr>
        <p:grpSpPr>
          <a:xfrm>
            <a:off x="3119678" y="3184746"/>
            <a:ext cx="269343" cy="348543"/>
            <a:chOff x="3119678" y="3360146"/>
            <a:chExt cx="269343" cy="348543"/>
          </a:xfrm>
        </p:grpSpPr>
        <p:sp>
          <p:nvSpPr>
            <p:cNvPr id="10572" name="Google Shape;10572;p68"/>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3" name="Google Shape;10573;p68"/>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4" name="Google Shape;10574;p68"/>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5" name="Google Shape;10575;p68"/>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6" name="Google Shape;10576;p68"/>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7" name="Google Shape;10577;p68"/>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8" name="Google Shape;10578;p68"/>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79" name="Google Shape;10579;p68"/>
          <p:cNvGrpSpPr/>
          <p:nvPr/>
        </p:nvGrpSpPr>
        <p:grpSpPr>
          <a:xfrm>
            <a:off x="3967213" y="3181547"/>
            <a:ext cx="368185" cy="354753"/>
            <a:chOff x="3967213" y="3356947"/>
            <a:chExt cx="368185" cy="354753"/>
          </a:xfrm>
        </p:grpSpPr>
        <p:sp>
          <p:nvSpPr>
            <p:cNvPr id="10580" name="Google Shape;10580;p68"/>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1" name="Google Shape;10581;p68"/>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2" name="Google Shape;10582;p68"/>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3" name="Google Shape;10583;p68"/>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4" name="Google Shape;10584;p68"/>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85" name="Google Shape;10585;p68"/>
          <p:cNvGrpSpPr/>
          <p:nvPr/>
        </p:nvGrpSpPr>
        <p:grpSpPr>
          <a:xfrm>
            <a:off x="871254" y="3184746"/>
            <a:ext cx="285183" cy="347023"/>
            <a:chOff x="871254" y="3360146"/>
            <a:chExt cx="285183" cy="347023"/>
          </a:xfrm>
        </p:grpSpPr>
        <p:sp>
          <p:nvSpPr>
            <p:cNvPr id="10586" name="Google Shape;10586;p68"/>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7" name="Google Shape;10587;p68"/>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8" name="Google Shape;10588;p68"/>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9" name="Google Shape;10589;p68"/>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90" name="Google Shape;10590;p68"/>
          <p:cNvGrpSpPr/>
          <p:nvPr/>
        </p:nvGrpSpPr>
        <p:grpSpPr>
          <a:xfrm>
            <a:off x="2665165" y="3184746"/>
            <a:ext cx="281794" cy="349685"/>
            <a:chOff x="2665165" y="3360146"/>
            <a:chExt cx="281794" cy="349685"/>
          </a:xfrm>
        </p:grpSpPr>
        <p:sp>
          <p:nvSpPr>
            <p:cNvPr id="10591" name="Google Shape;10591;p68"/>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2" name="Google Shape;10592;p68"/>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3" name="Google Shape;10593;p68"/>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4" name="Google Shape;10594;p68"/>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5" name="Google Shape;10595;p68"/>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96" name="Google Shape;10596;p68"/>
          <p:cNvGrpSpPr/>
          <p:nvPr/>
        </p:nvGrpSpPr>
        <p:grpSpPr>
          <a:xfrm>
            <a:off x="7156344" y="3172296"/>
            <a:ext cx="264465" cy="353074"/>
            <a:chOff x="7156344" y="3347696"/>
            <a:chExt cx="264465" cy="353074"/>
          </a:xfrm>
        </p:grpSpPr>
        <p:sp>
          <p:nvSpPr>
            <p:cNvPr id="10597" name="Google Shape;10597;p68"/>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8" name="Google Shape;10598;p68"/>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9" name="Google Shape;10599;p68"/>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0" name="Google Shape;10600;p68"/>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1" name="Google Shape;10601;p68"/>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02" name="Google Shape;10602;p68"/>
          <p:cNvGrpSpPr/>
          <p:nvPr/>
        </p:nvGrpSpPr>
        <p:grpSpPr>
          <a:xfrm>
            <a:off x="6703732" y="3171536"/>
            <a:ext cx="264813" cy="352693"/>
            <a:chOff x="6703732" y="3346936"/>
            <a:chExt cx="264813" cy="352693"/>
          </a:xfrm>
        </p:grpSpPr>
        <p:sp>
          <p:nvSpPr>
            <p:cNvPr id="10603" name="Google Shape;10603;p68"/>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4" name="Google Shape;10604;p68"/>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5" name="Google Shape;10605;p68"/>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6" name="Google Shape;10606;p68"/>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7" name="Google Shape;10607;p68"/>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08" name="Google Shape;10608;p68"/>
          <p:cNvGrpSpPr/>
          <p:nvPr/>
        </p:nvGrpSpPr>
        <p:grpSpPr>
          <a:xfrm>
            <a:off x="6252228" y="3171536"/>
            <a:ext cx="265193" cy="352693"/>
            <a:chOff x="6252228" y="3346936"/>
            <a:chExt cx="265193" cy="352693"/>
          </a:xfrm>
        </p:grpSpPr>
        <p:sp>
          <p:nvSpPr>
            <p:cNvPr id="10609" name="Google Shape;10609;p68"/>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0" name="Google Shape;10610;p68"/>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1" name="Google Shape;10611;p68"/>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12" name="Google Shape;10612;p68"/>
          <p:cNvGrpSpPr/>
          <p:nvPr/>
        </p:nvGrpSpPr>
        <p:grpSpPr>
          <a:xfrm>
            <a:off x="5801105" y="3172296"/>
            <a:ext cx="264813" cy="351933"/>
            <a:chOff x="5801105" y="3347696"/>
            <a:chExt cx="264813" cy="351933"/>
          </a:xfrm>
        </p:grpSpPr>
        <p:sp>
          <p:nvSpPr>
            <p:cNvPr id="10613" name="Google Shape;10613;p68"/>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4" name="Google Shape;10614;p68"/>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5" name="Google Shape;10615;p68"/>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6" name="Google Shape;10616;p68"/>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17" name="Google Shape;10617;p68"/>
          <p:cNvGrpSpPr/>
          <p:nvPr/>
        </p:nvGrpSpPr>
        <p:grpSpPr>
          <a:xfrm>
            <a:off x="5349253" y="3171536"/>
            <a:ext cx="265922" cy="352693"/>
            <a:chOff x="5349253" y="3346936"/>
            <a:chExt cx="265922" cy="352693"/>
          </a:xfrm>
        </p:grpSpPr>
        <p:sp>
          <p:nvSpPr>
            <p:cNvPr id="10618" name="Google Shape;10618;p68"/>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9" name="Google Shape;10619;p68"/>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0" name="Google Shape;10620;p68"/>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1" name="Google Shape;10621;p68"/>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2" name="Google Shape;10622;p68"/>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3" name="Google Shape;10623;p68"/>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24" name="Google Shape;10624;p68"/>
          <p:cNvGrpSpPr/>
          <p:nvPr/>
        </p:nvGrpSpPr>
        <p:grpSpPr>
          <a:xfrm>
            <a:off x="4907159" y="3171536"/>
            <a:ext cx="264845" cy="354214"/>
            <a:chOff x="4907159" y="3346936"/>
            <a:chExt cx="264845" cy="354214"/>
          </a:xfrm>
        </p:grpSpPr>
        <p:sp>
          <p:nvSpPr>
            <p:cNvPr id="10625" name="Google Shape;10625;p68"/>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6" name="Google Shape;10626;p68"/>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27" name="Google Shape;10627;p68"/>
          <p:cNvGrpSpPr/>
          <p:nvPr/>
        </p:nvGrpSpPr>
        <p:grpSpPr>
          <a:xfrm>
            <a:off x="8048421" y="3159086"/>
            <a:ext cx="276503" cy="369674"/>
            <a:chOff x="8048421" y="3334486"/>
            <a:chExt cx="276503" cy="369674"/>
          </a:xfrm>
        </p:grpSpPr>
        <p:sp>
          <p:nvSpPr>
            <p:cNvPr id="10628" name="Google Shape;10628;p68"/>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9" name="Google Shape;10629;p68"/>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0" name="Google Shape;10630;p68"/>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1" name="Google Shape;10631;p68"/>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2" name="Google Shape;10632;p68"/>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3" name="Google Shape;10633;p68"/>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34" name="Google Shape;10634;p68"/>
          <p:cNvGrpSpPr/>
          <p:nvPr/>
        </p:nvGrpSpPr>
        <p:grpSpPr>
          <a:xfrm>
            <a:off x="7575787" y="3154555"/>
            <a:ext cx="295384" cy="376834"/>
            <a:chOff x="7575787" y="3329955"/>
            <a:chExt cx="295384" cy="376834"/>
          </a:xfrm>
        </p:grpSpPr>
        <p:sp>
          <p:nvSpPr>
            <p:cNvPr id="10635" name="Google Shape;10635;p68"/>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6" name="Google Shape;10636;p68"/>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7" name="Google Shape;10637;p68"/>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8" name="Google Shape;10638;p68"/>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9" name="Google Shape;10639;p68"/>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0" name="Google Shape;10640;p68"/>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41" name="Google Shape;10641;p68"/>
          <p:cNvGrpSpPr/>
          <p:nvPr/>
        </p:nvGrpSpPr>
        <p:grpSpPr>
          <a:xfrm>
            <a:off x="864062" y="2709103"/>
            <a:ext cx="264084" cy="347783"/>
            <a:chOff x="864062" y="2884503"/>
            <a:chExt cx="264084" cy="347783"/>
          </a:xfrm>
        </p:grpSpPr>
        <p:sp>
          <p:nvSpPr>
            <p:cNvPr id="10642" name="Google Shape;10642;p68"/>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3" name="Google Shape;10643;p68"/>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4" name="Google Shape;10644;p68"/>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5" name="Google Shape;10645;p68"/>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6" name="Google Shape;10646;p68"/>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7" name="Google Shape;10647;p68"/>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8" name="Google Shape;10648;p68"/>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9" name="Google Shape;10649;p68"/>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0" name="Google Shape;10650;p68"/>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1" name="Google Shape;10651;p68"/>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52" name="Google Shape;10652;p68"/>
          <p:cNvGrpSpPr/>
          <p:nvPr/>
        </p:nvGrpSpPr>
        <p:grpSpPr>
          <a:xfrm>
            <a:off x="3978523" y="2709261"/>
            <a:ext cx="348955" cy="346516"/>
            <a:chOff x="3978523" y="2884661"/>
            <a:chExt cx="348955" cy="346516"/>
          </a:xfrm>
        </p:grpSpPr>
        <p:sp>
          <p:nvSpPr>
            <p:cNvPr id="10653" name="Google Shape;10653;p68"/>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4" name="Google Shape;10654;p68"/>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5" name="Google Shape;10655;p68"/>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6" name="Google Shape;10656;p68"/>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7" name="Google Shape;10657;p68"/>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8" name="Google Shape;10658;p68"/>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9" name="Google Shape;10659;p68"/>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0" name="Google Shape;10660;p68"/>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61" name="Google Shape;10661;p68"/>
          <p:cNvGrpSpPr/>
          <p:nvPr/>
        </p:nvGrpSpPr>
        <p:grpSpPr>
          <a:xfrm>
            <a:off x="3556255" y="2709863"/>
            <a:ext cx="347435" cy="345534"/>
            <a:chOff x="3527780" y="2885263"/>
            <a:chExt cx="347435" cy="345534"/>
          </a:xfrm>
        </p:grpSpPr>
        <p:sp>
          <p:nvSpPr>
            <p:cNvPr id="10662" name="Google Shape;10662;p68"/>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3" name="Google Shape;10663;p68"/>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4" name="Google Shape;10664;p68"/>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5" name="Google Shape;10665;p68"/>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6" name="Google Shape;10666;p68"/>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7" name="Google Shape;10667;p68"/>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8" name="Google Shape;10668;p68"/>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9" name="Google Shape;10669;p68"/>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0" name="Google Shape;10670;p68"/>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1" name="Google Shape;10671;p68"/>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2" name="Google Shape;10672;p68"/>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3" name="Google Shape;10673;p68"/>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4" name="Google Shape;10674;p68"/>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5" name="Google Shape;10675;p68"/>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6" name="Google Shape;10676;p68"/>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7" name="Google Shape;10677;p68"/>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8" name="Google Shape;10678;p68"/>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9" name="Google Shape;10679;p68"/>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0" name="Google Shape;10680;p68"/>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1" name="Google Shape;10681;p68"/>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2" name="Google Shape;10682;p68"/>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3" name="Google Shape;10683;p68"/>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4" name="Google Shape;10684;p68"/>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85" name="Google Shape;10685;p68"/>
          <p:cNvGrpSpPr/>
          <p:nvPr/>
        </p:nvGrpSpPr>
        <p:grpSpPr>
          <a:xfrm>
            <a:off x="2239671" y="2709103"/>
            <a:ext cx="218054" cy="348544"/>
            <a:chOff x="2239671" y="2884503"/>
            <a:chExt cx="218054" cy="348544"/>
          </a:xfrm>
        </p:grpSpPr>
        <p:sp>
          <p:nvSpPr>
            <p:cNvPr id="10686" name="Google Shape;10686;p68"/>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7" name="Google Shape;10687;p68"/>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8" name="Google Shape;10688;p68"/>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9" name="Google Shape;10689;p68"/>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0" name="Google Shape;10690;p68"/>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91" name="Google Shape;10691;p68"/>
          <p:cNvGrpSpPr/>
          <p:nvPr/>
        </p:nvGrpSpPr>
        <p:grpSpPr>
          <a:xfrm>
            <a:off x="2691555" y="2709103"/>
            <a:ext cx="215044" cy="348924"/>
            <a:chOff x="2691555" y="2884503"/>
            <a:chExt cx="215044" cy="348924"/>
          </a:xfrm>
        </p:grpSpPr>
        <p:sp>
          <p:nvSpPr>
            <p:cNvPr id="10692" name="Google Shape;10692;p68"/>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3" name="Google Shape;10693;p68"/>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4" name="Google Shape;10694;p68"/>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95" name="Google Shape;10695;p68"/>
          <p:cNvGrpSpPr/>
          <p:nvPr/>
        </p:nvGrpSpPr>
        <p:grpSpPr>
          <a:xfrm>
            <a:off x="1770459" y="2709103"/>
            <a:ext cx="254644" cy="348828"/>
            <a:chOff x="1770459" y="2884503"/>
            <a:chExt cx="254644" cy="348828"/>
          </a:xfrm>
        </p:grpSpPr>
        <p:sp>
          <p:nvSpPr>
            <p:cNvPr id="10696" name="Google Shape;10696;p68"/>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7" name="Google Shape;10697;p68"/>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8" name="Google Shape;10698;p68"/>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9" name="Google Shape;10699;p68"/>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0" name="Google Shape;10700;p68"/>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1" name="Google Shape;10701;p68"/>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2" name="Google Shape;10702;p68"/>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3" name="Google Shape;10703;p68"/>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04" name="Google Shape;10704;p68"/>
          <p:cNvGrpSpPr/>
          <p:nvPr/>
        </p:nvGrpSpPr>
        <p:grpSpPr>
          <a:xfrm>
            <a:off x="1317466" y="2709483"/>
            <a:ext cx="258382" cy="348543"/>
            <a:chOff x="1317466" y="2884883"/>
            <a:chExt cx="258382" cy="348543"/>
          </a:xfrm>
        </p:grpSpPr>
        <p:sp>
          <p:nvSpPr>
            <p:cNvPr id="10705" name="Google Shape;10705;p68"/>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6" name="Google Shape;10706;p68"/>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7" name="Google Shape;10707;p68"/>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8" name="Google Shape;10708;p68"/>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9" name="Google Shape;10709;p68"/>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0" name="Google Shape;10710;p68"/>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1" name="Google Shape;10711;p68"/>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2" name="Google Shape;10712;p68"/>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13" name="Google Shape;10713;p68"/>
          <p:cNvGrpSpPr/>
          <p:nvPr/>
        </p:nvGrpSpPr>
        <p:grpSpPr>
          <a:xfrm>
            <a:off x="3121167" y="2709483"/>
            <a:ext cx="258414" cy="348543"/>
            <a:chOff x="3121167" y="2884883"/>
            <a:chExt cx="258414" cy="348543"/>
          </a:xfrm>
        </p:grpSpPr>
        <p:sp>
          <p:nvSpPr>
            <p:cNvPr id="10714" name="Google Shape;10714;p68"/>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5" name="Google Shape;10715;p68"/>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6" name="Google Shape;10716;p68"/>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7" name="Google Shape;10717;p68"/>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8" name="Google Shape;10718;p68"/>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9" name="Google Shape;10719;p68"/>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0" name="Google Shape;10720;p68"/>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1" name="Google Shape;10721;p68"/>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22" name="Google Shape;10722;p68"/>
          <p:cNvGrpSpPr/>
          <p:nvPr/>
        </p:nvGrpSpPr>
        <p:grpSpPr>
          <a:xfrm>
            <a:off x="4899999" y="2706695"/>
            <a:ext cx="271244" cy="346801"/>
            <a:chOff x="4899999" y="2882095"/>
            <a:chExt cx="271244" cy="346801"/>
          </a:xfrm>
        </p:grpSpPr>
        <p:sp>
          <p:nvSpPr>
            <p:cNvPr id="10723" name="Google Shape;10723;p68"/>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4" name="Google Shape;10724;p68"/>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5" name="Google Shape;10725;p68"/>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6" name="Google Shape;10726;p68"/>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7" name="Google Shape;10727;p68"/>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8" name="Google Shape;10728;p68"/>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9" name="Google Shape;10729;p68"/>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0" name="Google Shape;10730;p68"/>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1" name="Google Shape;10731;p68"/>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2" name="Google Shape;10732;p68"/>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33" name="Google Shape;10733;p68"/>
          <p:cNvGrpSpPr/>
          <p:nvPr/>
        </p:nvGrpSpPr>
        <p:grpSpPr>
          <a:xfrm>
            <a:off x="7162775" y="2705713"/>
            <a:ext cx="259523" cy="346294"/>
            <a:chOff x="7162775" y="2881113"/>
            <a:chExt cx="259523" cy="346294"/>
          </a:xfrm>
        </p:grpSpPr>
        <p:sp>
          <p:nvSpPr>
            <p:cNvPr id="10734" name="Google Shape;10734;p68"/>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5" name="Google Shape;10735;p68"/>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6" name="Google Shape;10736;p68"/>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7" name="Google Shape;10737;p68"/>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8" name="Google Shape;10738;p68"/>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9" name="Google Shape;10739;p68"/>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40" name="Google Shape;10740;p68"/>
          <p:cNvGrpSpPr/>
          <p:nvPr/>
        </p:nvGrpSpPr>
        <p:grpSpPr>
          <a:xfrm>
            <a:off x="6709751" y="2706442"/>
            <a:ext cx="261075" cy="347815"/>
            <a:chOff x="6709751" y="2881842"/>
            <a:chExt cx="261075" cy="347815"/>
          </a:xfrm>
        </p:grpSpPr>
        <p:sp>
          <p:nvSpPr>
            <p:cNvPr id="10741" name="Google Shape;10741;p68"/>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2" name="Google Shape;10742;p68"/>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3" name="Google Shape;10743;p68"/>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4" name="Google Shape;10744;p68"/>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5" name="Google Shape;10745;p68"/>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6" name="Google Shape;10746;p68"/>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47" name="Google Shape;10747;p68"/>
          <p:cNvGrpSpPr/>
          <p:nvPr/>
        </p:nvGrpSpPr>
        <p:grpSpPr>
          <a:xfrm>
            <a:off x="5807156" y="2705713"/>
            <a:ext cx="261043" cy="348163"/>
            <a:chOff x="5807156" y="2881113"/>
            <a:chExt cx="261043" cy="348163"/>
          </a:xfrm>
        </p:grpSpPr>
        <p:sp>
          <p:nvSpPr>
            <p:cNvPr id="10748" name="Google Shape;10748;p68"/>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9" name="Google Shape;10749;p68"/>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0" name="Google Shape;10750;p68"/>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1" name="Google Shape;10751;p68"/>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2" name="Google Shape;10752;p68"/>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53" name="Google Shape;10753;p68"/>
          <p:cNvGrpSpPr/>
          <p:nvPr/>
        </p:nvGrpSpPr>
        <p:grpSpPr>
          <a:xfrm>
            <a:off x="5355653" y="2706093"/>
            <a:ext cx="262184" cy="346643"/>
            <a:chOff x="5355653" y="2881493"/>
            <a:chExt cx="262184" cy="346643"/>
          </a:xfrm>
        </p:grpSpPr>
        <p:sp>
          <p:nvSpPr>
            <p:cNvPr id="10754" name="Google Shape;10754;p68"/>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5" name="Google Shape;10755;p68"/>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6" name="Google Shape;10756;p68"/>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7" name="Google Shape;10757;p68"/>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8" name="Google Shape;10758;p68"/>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59" name="Google Shape;10759;p68"/>
          <p:cNvGrpSpPr/>
          <p:nvPr/>
        </p:nvGrpSpPr>
        <p:grpSpPr>
          <a:xfrm>
            <a:off x="8055961" y="2706442"/>
            <a:ext cx="260283" cy="345914"/>
            <a:chOff x="8055961" y="2881842"/>
            <a:chExt cx="260283" cy="345914"/>
          </a:xfrm>
        </p:grpSpPr>
        <p:sp>
          <p:nvSpPr>
            <p:cNvPr id="10760" name="Google Shape;10760;p68"/>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1" name="Google Shape;10761;p68"/>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2" name="Google Shape;10762;p68"/>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3" name="Google Shape;10763;p68"/>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64" name="Google Shape;10764;p68"/>
          <p:cNvGrpSpPr/>
          <p:nvPr/>
        </p:nvGrpSpPr>
        <p:grpSpPr>
          <a:xfrm>
            <a:off x="7609368" y="2718512"/>
            <a:ext cx="264813" cy="353105"/>
            <a:chOff x="7609368" y="2893912"/>
            <a:chExt cx="264813" cy="353105"/>
          </a:xfrm>
        </p:grpSpPr>
        <p:sp>
          <p:nvSpPr>
            <p:cNvPr id="10765" name="Google Shape;10765;p68"/>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6" name="Google Shape;10766;p68"/>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7" name="Google Shape;10767;p68"/>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8" name="Google Shape;10768;p68"/>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9" name="Google Shape;10769;p68"/>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0" name="Google Shape;10770;p68"/>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71" name="Google Shape;10771;p68"/>
          <p:cNvGrpSpPr/>
          <p:nvPr/>
        </p:nvGrpSpPr>
        <p:grpSpPr>
          <a:xfrm>
            <a:off x="6248458" y="2694372"/>
            <a:ext cx="270864" cy="360645"/>
            <a:chOff x="6248458" y="2869772"/>
            <a:chExt cx="270864" cy="360645"/>
          </a:xfrm>
        </p:grpSpPr>
        <p:sp>
          <p:nvSpPr>
            <p:cNvPr id="10772" name="Google Shape;10772;p68"/>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3" name="Google Shape;10773;p68"/>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4" name="Google Shape;10774;p68"/>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5" name="Google Shape;10775;p68"/>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6" name="Google Shape;10776;p68"/>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77" name="Google Shape;10777;p68"/>
          <p:cNvGrpSpPr/>
          <p:nvPr/>
        </p:nvGrpSpPr>
        <p:grpSpPr>
          <a:xfrm>
            <a:off x="3075928" y="2270398"/>
            <a:ext cx="363243" cy="300675"/>
            <a:chOff x="3075928" y="2445798"/>
            <a:chExt cx="363243" cy="300675"/>
          </a:xfrm>
        </p:grpSpPr>
        <p:sp>
          <p:nvSpPr>
            <p:cNvPr id="10778" name="Google Shape;10778;p68"/>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9" name="Google Shape;10779;p68"/>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0" name="Google Shape;10780;p68"/>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1" name="Google Shape;10781;p68"/>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2" name="Google Shape;10782;p68"/>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3" name="Google Shape;10783;p68"/>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4" name="Google Shape;10784;p68"/>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5" name="Google Shape;10785;p68"/>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6" name="Google Shape;10786;p68"/>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7" name="Google Shape;10787;p68"/>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8" name="Google Shape;10788;p68"/>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89" name="Google Shape;10789;p68"/>
          <p:cNvGrpSpPr/>
          <p:nvPr/>
        </p:nvGrpSpPr>
        <p:grpSpPr>
          <a:xfrm>
            <a:off x="2633105" y="2256459"/>
            <a:ext cx="363243" cy="328585"/>
            <a:chOff x="2633105" y="2431859"/>
            <a:chExt cx="363243" cy="328585"/>
          </a:xfrm>
        </p:grpSpPr>
        <p:sp>
          <p:nvSpPr>
            <p:cNvPr id="10790" name="Google Shape;10790;p68"/>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1" name="Google Shape;10791;p68"/>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2" name="Google Shape;10792;p68"/>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3" name="Google Shape;10793;p68"/>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4" name="Google Shape;10794;p68"/>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5" name="Google Shape;10795;p68"/>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6" name="Google Shape;10796;p68"/>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7" name="Google Shape;10797;p68"/>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98" name="Google Shape;10798;p68"/>
          <p:cNvGrpSpPr/>
          <p:nvPr/>
        </p:nvGrpSpPr>
        <p:grpSpPr>
          <a:xfrm>
            <a:off x="2189142" y="2245910"/>
            <a:ext cx="365904" cy="350064"/>
            <a:chOff x="2189142" y="2421310"/>
            <a:chExt cx="365904" cy="350064"/>
          </a:xfrm>
        </p:grpSpPr>
        <p:sp>
          <p:nvSpPr>
            <p:cNvPr id="10799" name="Google Shape;10799;p68"/>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0" name="Google Shape;10800;p68"/>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1" name="Google Shape;10801;p68"/>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2" name="Google Shape;10802;p68"/>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3" name="Google Shape;10803;p68"/>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4" name="Google Shape;10804;p68"/>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5" name="Google Shape;10805;p68"/>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6" name="Google Shape;10806;p68"/>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7" name="Google Shape;10807;p68"/>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808" name="Google Shape;10808;p68"/>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809" name="Google Shape;10809;p68"/>
          <p:cNvGrpSpPr/>
          <p:nvPr/>
        </p:nvGrpSpPr>
        <p:grpSpPr>
          <a:xfrm>
            <a:off x="3961923" y="2310917"/>
            <a:ext cx="364415" cy="220936"/>
            <a:chOff x="3961923" y="2486317"/>
            <a:chExt cx="364415" cy="220936"/>
          </a:xfrm>
        </p:grpSpPr>
        <p:sp>
          <p:nvSpPr>
            <p:cNvPr id="10810" name="Google Shape;10810;p68"/>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1" name="Google Shape;10811;p68"/>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2" name="Google Shape;10812;p68"/>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3" name="Google Shape;10813;p68"/>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814" name="Google Shape;10814;p68"/>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815" name="Google Shape;10815;p68"/>
          <p:cNvGrpSpPr/>
          <p:nvPr/>
        </p:nvGrpSpPr>
        <p:grpSpPr>
          <a:xfrm>
            <a:off x="1303876" y="2243977"/>
            <a:ext cx="363275" cy="354626"/>
            <a:chOff x="1303876" y="2419377"/>
            <a:chExt cx="363275" cy="354626"/>
          </a:xfrm>
        </p:grpSpPr>
        <p:sp>
          <p:nvSpPr>
            <p:cNvPr id="10816" name="Google Shape;10816;p68"/>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7" name="Google Shape;10817;p68"/>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8" name="Google Shape;10818;p68"/>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9" name="Google Shape;10819;p68"/>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0" name="Google Shape;10820;p68"/>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1" name="Google Shape;10821;p68"/>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2" name="Google Shape;10822;p68"/>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3" name="Google Shape;10823;p68"/>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24" name="Google Shape;10824;p68"/>
          <p:cNvGrpSpPr/>
          <p:nvPr/>
        </p:nvGrpSpPr>
        <p:grpSpPr>
          <a:xfrm>
            <a:off x="861053" y="2239510"/>
            <a:ext cx="362134" cy="363623"/>
            <a:chOff x="861053" y="2414910"/>
            <a:chExt cx="362134" cy="363623"/>
          </a:xfrm>
        </p:grpSpPr>
        <p:sp>
          <p:nvSpPr>
            <p:cNvPr id="10825" name="Google Shape;10825;p68"/>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6" name="Google Shape;10826;p68"/>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7" name="Google Shape;10827;p68"/>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8" name="Google Shape;10828;p68"/>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9" name="Google Shape;10829;p68"/>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30" name="Google Shape;10830;p68"/>
          <p:cNvGrpSpPr/>
          <p:nvPr/>
        </p:nvGrpSpPr>
        <p:grpSpPr>
          <a:xfrm>
            <a:off x="7594288" y="2239859"/>
            <a:ext cx="279513" cy="355735"/>
            <a:chOff x="7594288" y="2415259"/>
            <a:chExt cx="279513" cy="355735"/>
          </a:xfrm>
        </p:grpSpPr>
        <p:sp>
          <p:nvSpPr>
            <p:cNvPr id="10831" name="Google Shape;10831;p68"/>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2" name="Google Shape;10832;p68"/>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3" name="Google Shape;10833;p68"/>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4" name="Google Shape;10834;p68"/>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5" name="Google Shape;10835;p68"/>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6" name="Google Shape;10836;p68"/>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37" name="Google Shape;10837;p68"/>
          <p:cNvGrpSpPr/>
          <p:nvPr/>
        </p:nvGrpSpPr>
        <p:grpSpPr>
          <a:xfrm>
            <a:off x="7145794" y="2240239"/>
            <a:ext cx="278784" cy="355735"/>
            <a:chOff x="7145794" y="2415639"/>
            <a:chExt cx="278784" cy="355735"/>
          </a:xfrm>
        </p:grpSpPr>
        <p:sp>
          <p:nvSpPr>
            <p:cNvPr id="10838" name="Google Shape;10838;p68"/>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9" name="Google Shape;10839;p68"/>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0" name="Google Shape;10840;p68"/>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1" name="Google Shape;10841;p68"/>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2" name="Google Shape;10842;p68"/>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3" name="Google Shape;10843;p68"/>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4" name="Google Shape;10844;p68"/>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5" name="Google Shape;10845;p68"/>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6" name="Google Shape;10846;p68"/>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7" name="Google Shape;10847;p68"/>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48" name="Google Shape;10848;p68"/>
          <p:cNvGrpSpPr/>
          <p:nvPr/>
        </p:nvGrpSpPr>
        <p:grpSpPr>
          <a:xfrm>
            <a:off x="6698441" y="2239130"/>
            <a:ext cx="277644" cy="357984"/>
            <a:chOff x="6698441" y="2414530"/>
            <a:chExt cx="277644" cy="357984"/>
          </a:xfrm>
        </p:grpSpPr>
        <p:sp>
          <p:nvSpPr>
            <p:cNvPr id="10849" name="Google Shape;10849;p68"/>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0" name="Google Shape;10850;p68"/>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1" name="Google Shape;10851;p68"/>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2" name="Google Shape;10852;p68"/>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3" name="Google Shape;10853;p68"/>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4" name="Google Shape;10854;p68"/>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55" name="Google Shape;10855;p68"/>
          <p:cNvGrpSpPr/>
          <p:nvPr/>
        </p:nvGrpSpPr>
        <p:grpSpPr>
          <a:xfrm>
            <a:off x="4897750" y="2240239"/>
            <a:ext cx="279513" cy="357255"/>
            <a:chOff x="4897750" y="2415639"/>
            <a:chExt cx="279513" cy="357255"/>
          </a:xfrm>
        </p:grpSpPr>
        <p:sp>
          <p:nvSpPr>
            <p:cNvPr id="10856" name="Google Shape;10856;p68"/>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7" name="Google Shape;10857;p68"/>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8" name="Google Shape;10858;p68"/>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9" name="Google Shape;10859;p68"/>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0" name="Google Shape;10860;p68"/>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1" name="Google Shape;10861;p68"/>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2" name="Google Shape;10862;p68"/>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3" name="Google Shape;10863;p68"/>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64" name="Google Shape;10864;p68"/>
          <p:cNvGrpSpPr/>
          <p:nvPr/>
        </p:nvGrpSpPr>
        <p:grpSpPr>
          <a:xfrm>
            <a:off x="5812066" y="2240619"/>
            <a:ext cx="264813" cy="353454"/>
            <a:chOff x="5812066" y="2416019"/>
            <a:chExt cx="264813" cy="353454"/>
          </a:xfrm>
        </p:grpSpPr>
        <p:sp>
          <p:nvSpPr>
            <p:cNvPr id="10865" name="Google Shape;10865;p68"/>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6" name="Google Shape;10866;p68"/>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7" name="Google Shape;10867;p68"/>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8" name="Google Shape;10868;p68"/>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9" name="Google Shape;10869;p68"/>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0" name="Google Shape;10870;p68"/>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1" name="Google Shape;10871;p68"/>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72" name="Google Shape;10872;p68"/>
          <p:cNvGrpSpPr/>
          <p:nvPr/>
        </p:nvGrpSpPr>
        <p:grpSpPr>
          <a:xfrm>
            <a:off x="8054820" y="2240999"/>
            <a:ext cx="264433" cy="353454"/>
            <a:chOff x="8054820" y="2416399"/>
            <a:chExt cx="264433" cy="353454"/>
          </a:xfrm>
        </p:grpSpPr>
        <p:sp>
          <p:nvSpPr>
            <p:cNvPr id="10873" name="Google Shape;10873;p68"/>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4" name="Google Shape;10874;p68"/>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5" name="Google Shape;10875;p68"/>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6" name="Google Shape;10876;p68"/>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7" name="Google Shape;10877;p68"/>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8" name="Google Shape;10878;p68"/>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79" name="Google Shape;10879;p68"/>
          <p:cNvGrpSpPr/>
          <p:nvPr/>
        </p:nvGrpSpPr>
        <p:grpSpPr>
          <a:xfrm>
            <a:off x="5356413" y="2237990"/>
            <a:ext cx="271212" cy="361374"/>
            <a:chOff x="5356413" y="2413390"/>
            <a:chExt cx="271212" cy="361374"/>
          </a:xfrm>
        </p:grpSpPr>
        <p:sp>
          <p:nvSpPr>
            <p:cNvPr id="10880" name="Google Shape;10880;p68"/>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1" name="Google Shape;10881;p68"/>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2" name="Google Shape;10882;p68"/>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3" name="Google Shape;10883;p68"/>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4" name="Google Shape;10884;p68"/>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85" name="Google Shape;10885;p68"/>
          <p:cNvGrpSpPr/>
          <p:nvPr/>
        </p:nvGrpSpPr>
        <p:grpSpPr>
          <a:xfrm>
            <a:off x="6255238" y="2236849"/>
            <a:ext cx="271244" cy="360994"/>
            <a:chOff x="6255238" y="2412249"/>
            <a:chExt cx="271244" cy="360994"/>
          </a:xfrm>
        </p:grpSpPr>
        <p:sp>
          <p:nvSpPr>
            <p:cNvPr id="10886" name="Google Shape;10886;p68"/>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7" name="Google Shape;10887;p68"/>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8" name="Google Shape;10888;p68"/>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9" name="Google Shape;10889;p68"/>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0" name="Google Shape;10890;p68"/>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1" name="Google Shape;10891;p68"/>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92" name="Google Shape;10892;p68"/>
          <p:cNvGrpSpPr/>
          <p:nvPr/>
        </p:nvGrpSpPr>
        <p:grpSpPr>
          <a:xfrm>
            <a:off x="2185372" y="1782399"/>
            <a:ext cx="366664" cy="366981"/>
            <a:chOff x="2185372" y="1957799"/>
            <a:chExt cx="366664" cy="366981"/>
          </a:xfrm>
        </p:grpSpPr>
        <p:sp>
          <p:nvSpPr>
            <p:cNvPr id="10893" name="Google Shape;10893;p68"/>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4" name="Google Shape;10894;p68"/>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5" name="Google Shape;10895;p68"/>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6" name="Google Shape;10896;p68"/>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7" name="Google Shape;10897;p68"/>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8" name="Google Shape;10898;p68"/>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9" name="Google Shape;10899;p68"/>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0" name="Google Shape;10900;p68"/>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01" name="Google Shape;10901;p68"/>
          <p:cNvGrpSpPr/>
          <p:nvPr/>
        </p:nvGrpSpPr>
        <p:grpSpPr>
          <a:xfrm>
            <a:off x="1737258" y="1812971"/>
            <a:ext cx="370815" cy="307359"/>
            <a:chOff x="1737258" y="1988371"/>
            <a:chExt cx="370815" cy="307359"/>
          </a:xfrm>
        </p:grpSpPr>
        <p:sp>
          <p:nvSpPr>
            <p:cNvPr id="10902" name="Google Shape;10902;p68"/>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3" name="Google Shape;10903;p68"/>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4" name="Google Shape;10904;p68"/>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5" name="Google Shape;10905;p68"/>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06" name="Google Shape;10906;p68"/>
          <p:cNvGrpSpPr/>
          <p:nvPr/>
        </p:nvGrpSpPr>
        <p:grpSpPr>
          <a:xfrm>
            <a:off x="848983" y="1814111"/>
            <a:ext cx="369293" cy="304350"/>
            <a:chOff x="848983" y="1989511"/>
            <a:chExt cx="369293" cy="304350"/>
          </a:xfrm>
        </p:grpSpPr>
        <p:sp>
          <p:nvSpPr>
            <p:cNvPr id="10907" name="Google Shape;10907;p68"/>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8" name="Google Shape;10908;p68"/>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9" name="Google Shape;10909;p68"/>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0" name="Google Shape;10910;p68"/>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1" name="Google Shape;10911;p68"/>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12" name="Google Shape;10912;p68"/>
          <p:cNvGrpSpPr/>
          <p:nvPr/>
        </p:nvGrpSpPr>
        <p:grpSpPr>
          <a:xfrm>
            <a:off x="3074027" y="1808377"/>
            <a:ext cx="380604" cy="313854"/>
            <a:chOff x="3074027" y="1983777"/>
            <a:chExt cx="380604" cy="313854"/>
          </a:xfrm>
        </p:grpSpPr>
        <p:sp>
          <p:nvSpPr>
            <p:cNvPr id="10913" name="Google Shape;10913;p68"/>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4" name="Google Shape;10914;p68"/>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5" name="Google Shape;10915;p68"/>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6" name="Google Shape;10916;p68"/>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7" name="Google Shape;10917;p68"/>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18" name="Google Shape;10918;p68"/>
          <p:cNvGrpSpPr/>
          <p:nvPr/>
        </p:nvGrpSpPr>
        <p:grpSpPr>
          <a:xfrm>
            <a:off x="3522521" y="1800457"/>
            <a:ext cx="367013" cy="331278"/>
            <a:chOff x="3522521" y="1975857"/>
            <a:chExt cx="367013" cy="331278"/>
          </a:xfrm>
        </p:grpSpPr>
        <p:sp>
          <p:nvSpPr>
            <p:cNvPr id="10919" name="Google Shape;10919;p68"/>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0" name="Google Shape;10920;p68"/>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1" name="Google Shape;10921;p68"/>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2" name="Google Shape;10922;p68"/>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3" name="Google Shape;10923;p68"/>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4" name="Google Shape;10924;p68"/>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5" name="Google Shape;10925;p68"/>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26" name="Google Shape;10926;p68"/>
          <p:cNvGrpSpPr/>
          <p:nvPr/>
        </p:nvGrpSpPr>
        <p:grpSpPr>
          <a:xfrm>
            <a:off x="2630824" y="1801566"/>
            <a:ext cx="368186" cy="330454"/>
            <a:chOff x="2630824" y="1976966"/>
            <a:chExt cx="368186" cy="330454"/>
          </a:xfrm>
        </p:grpSpPr>
        <p:sp>
          <p:nvSpPr>
            <p:cNvPr id="10927" name="Google Shape;10927;p68"/>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8" name="Google Shape;10928;p68"/>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9" name="Google Shape;10929;p68"/>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0" name="Google Shape;10930;p68"/>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1" name="Google Shape;10931;p68"/>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2" name="Google Shape;10932;p68"/>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3" name="Google Shape;10933;p68"/>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4" name="Google Shape;10934;p68"/>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35" name="Google Shape;10935;p68"/>
          <p:cNvGrpSpPr/>
          <p:nvPr/>
        </p:nvGrpSpPr>
        <p:grpSpPr>
          <a:xfrm>
            <a:off x="1293706" y="1791016"/>
            <a:ext cx="369294" cy="350444"/>
            <a:chOff x="1293706" y="1966416"/>
            <a:chExt cx="369294" cy="350444"/>
          </a:xfrm>
        </p:grpSpPr>
        <p:sp>
          <p:nvSpPr>
            <p:cNvPr id="10936" name="Google Shape;10936;p68"/>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7" name="Google Shape;10937;p68"/>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8" name="Google Shape;10938;p68"/>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9" name="Google Shape;10939;p68"/>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0" name="Google Shape;10940;p68"/>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1" name="Google Shape;10941;p68"/>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2" name="Google Shape;10942;p68"/>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3" name="Google Shape;10943;p68"/>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44" name="Google Shape;10944;p68"/>
          <p:cNvGrpSpPr/>
          <p:nvPr/>
        </p:nvGrpSpPr>
        <p:grpSpPr>
          <a:xfrm>
            <a:off x="3967213" y="1800077"/>
            <a:ext cx="368185" cy="331816"/>
            <a:chOff x="3967213" y="1975477"/>
            <a:chExt cx="368185" cy="331816"/>
          </a:xfrm>
        </p:grpSpPr>
        <p:sp>
          <p:nvSpPr>
            <p:cNvPr id="10945" name="Google Shape;10945;p68"/>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6" name="Google Shape;10946;p68"/>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7" name="Google Shape;10947;p68"/>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48" name="Google Shape;10948;p68"/>
          <p:cNvGrpSpPr/>
          <p:nvPr/>
        </p:nvGrpSpPr>
        <p:grpSpPr>
          <a:xfrm>
            <a:off x="8047661" y="1793646"/>
            <a:ext cx="279132" cy="356875"/>
            <a:chOff x="8047661" y="1969046"/>
            <a:chExt cx="279132" cy="356875"/>
          </a:xfrm>
        </p:grpSpPr>
        <p:sp>
          <p:nvSpPr>
            <p:cNvPr id="10949" name="Google Shape;10949;p68"/>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0" name="Google Shape;10950;p68"/>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1" name="Google Shape;10951;p68"/>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2" name="Google Shape;10952;p68"/>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53" name="Google Shape;10953;p68"/>
          <p:cNvGrpSpPr/>
          <p:nvPr/>
        </p:nvGrpSpPr>
        <p:grpSpPr>
          <a:xfrm>
            <a:off x="7596157" y="1792759"/>
            <a:ext cx="279544" cy="358142"/>
            <a:chOff x="7596157" y="1968159"/>
            <a:chExt cx="279544" cy="358142"/>
          </a:xfrm>
        </p:grpSpPr>
        <p:sp>
          <p:nvSpPr>
            <p:cNvPr id="10954" name="Google Shape;10954;p68"/>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5" name="Google Shape;10955;p68"/>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6" name="Google Shape;10956;p68"/>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7" name="Google Shape;10957;p68"/>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8" name="Google Shape;10958;p68"/>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9" name="Google Shape;10959;p68"/>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60" name="Google Shape;10960;p68"/>
          <p:cNvGrpSpPr/>
          <p:nvPr/>
        </p:nvGrpSpPr>
        <p:grpSpPr>
          <a:xfrm>
            <a:off x="7147315" y="1793646"/>
            <a:ext cx="279513" cy="357635"/>
            <a:chOff x="7147315" y="1969046"/>
            <a:chExt cx="279513" cy="357635"/>
          </a:xfrm>
        </p:grpSpPr>
        <p:sp>
          <p:nvSpPr>
            <p:cNvPr id="10961" name="Google Shape;10961;p68"/>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2" name="Google Shape;10962;p68"/>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3" name="Google Shape;10963;p68"/>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4" name="Google Shape;10964;p68"/>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5" name="Google Shape;10965;p68"/>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6" name="Google Shape;10966;p68"/>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7" name="Google Shape;10967;p68"/>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68" name="Google Shape;10968;p68"/>
          <p:cNvGrpSpPr/>
          <p:nvPr/>
        </p:nvGrpSpPr>
        <p:grpSpPr>
          <a:xfrm>
            <a:off x="6697681" y="1792917"/>
            <a:ext cx="280305" cy="359093"/>
            <a:chOff x="6697681" y="1968317"/>
            <a:chExt cx="280305" cy="359093"/>
          </a:xfrm>
        </p:grpSpPr>
        <p:sp>
          <p:nvSpPr>
            <p:cNvPr id="10969" name="Google Shape;10969;p68"/>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0" name="Google Shape;10970;p68"/>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1" name="Google Shape;10971;p68"/>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2" name="Google Shape;10972;p68"/>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3" name="Google Shape;10973;p68"/>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4" name="Google Shape;10974;p68"/>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5" name="Google Shape;10975;p68"/>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76" name="Google Shape;10976;p68"/>
          <p:cNvGrpSpPr/>
          <p:nvPr/>
        </p:nvGrpSpPr>
        <p:grpSpPr>
          <a:xfrm>
            <a:off x="6248839" y="1792537"/>
            <a:ext cx="280273" cy="358745"/>
            <a:chOff x="6248839" y="1967937"/>
            <a:chExt cx="280273" cy="358745"/>
          </a:xfrm>
        </p:grpSpPr>
        <p:sp>
          <p:nvSpPr>
            <p:cNvPr id="10977" name="Google Shape;10977;p68"/>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8" name="Google Shape;10978;p68"/>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9" name="Google Shape;10979;p68"/>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0" name="Google Shape;10980;p68"/>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1" name="Google Shape;10981;p68"/>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2" name="Google Shape;10982;p68"/>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83" name="Google Shape;10983;p68"/>
          <p:cNvGrpSpPr/>
          <p:nvPr/>
        </p:nvGrpSpPr>
        <p:grpSpPr>
          <a:xfrm>
            <a:off x="5801485" y="1793646"/>
            <a:ext cx="279164" cy="357793"/>
            <a:chOff x="5801485" y="1969046"/>
            <a:chExt cx="279164" cy="357793"/>
          </a:xfrm>
        </p:grpSpPr>
        <p:sp>
          <p:nvSpPr>
            <p:cNvPr id="10984" name="Google Shape;10984;p68"/>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5" name="Google Shape;10985;p68"/>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6" name="Google Shape;10986;p68"/>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7" name="Google Shape;10987;p68"/>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8" name="Google Shape;10988;p68"/>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9" name="Google Shape;10989;p68"/>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0" name="Google Shape;10990;p68"/>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1" name="Google Shape;10991;p68"/>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2" name="Google Shape;10992;p68"/>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3" name="Google Shape;10993;p68"/>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4" name="Google Shape;10994;p68"/>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5" name="Google Shape;10995;p68"/>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6" name="Google Shape;10996;p68"/>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97" name="Google Shape;10997;p68"/>
          <p:cNvGrpSpPr/>
          <p:nvPr/>
        </p:nvGrpSpPr>
        <p:grpSpPr>
          <a:xfrm>
            <a:off x="5352643" y="1793646"/>
            <a:ext cx="278404" cy="358364"/>
            <a:chOff x="5352643" y="1969046"/>
            <a:chExt cx="278404" cy="358364"/>
          </a:xfrm>
        </p:grpSpPr>
        <p:sp>
          <p:nvSpPr>
            <p:cNvPr id="10998" name="Google Shape;10998;p68"/>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9" name="Google Shape;10999;p68"/>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0" name="Google Shape;11000;p68"/>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1" name="Google Shape;11001;p68"/>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02" name="Google Shape;11002;p68"/>
          <p:cNvGrpSpPr/>
          <p:nvPr/>
        </p:nvGrpSpPr>
        <p:grpSpPr>
          <a:xfrm>
            <a:off x="4897750" y="1792917"/>
            <a:ext cx="279132" cy="358364"/>
            <a:chOff x="4897750" y="1968317"/>
            <a:chExt cx="279132" cy="358364"/>
          </a:xfrm>
        </p:grpSpPr>
        <p:sp>
          <p:nvSpPr>
            <p:cNvPr id="11003" name="Google Shape;11003;p68"/>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4" name="Google Shape;11004;p68"/>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5" name="Google Shape;11005;p68"/>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6" name="Google Shape;11006;p68"/>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7" name="Google Shape;11007;p68"/>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8" name="Google Shape;11008;p68"/>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9" name="Google Shape;11009;p68"/>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0" name="Google Shape;11010;p68"/>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1" name="Google Shape;11011;p68"/>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2" name="Google Shape;11012;p68"/>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3" name="Google Shape;11013;p68"/>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4" name="Google Shape;11014;p68"/>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5" name="Google Shape;11015;p68"/>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016" name="Google Shape;11016;p68"/>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017" name="Google Shape;11017;p68"/>
          <p:cNvGrpSpPr/>
          <p:nvPr/>
        </p:nvGrpSpPr>
        <p:grpSpPr>
          <a:xfrm>
            <a:off x="1767449" y="1337644"/>
            <a:ext cx="324403" cy="347783"/>
            <a:chOff x="1767449" y="1513044"/>
            <a:chExt cx="324403" cy="347783"/>
          </a:xfrm>
        </p:grpSpPr>
        <p:sp>
          <p:nvSpPr>
            <p:cNvPr id="11018" name="Google Shape;11018;p68"/>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9" name="Google Shape;11019;p68"/>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0" name="Google Shape;11020;p68"/>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1" name="Google Shape;11021;p68"/>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2" name="Google Shape;11022;p68"/>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3" name="Google Shape;11023;p68"/>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4" name="Google Shape;11024;p68"/>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5" name="Google Shape;11025;p68"/>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6" name="Google Shape;11026;p68"/>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27" name="Google Shape;11027;p68"/>
          <p:cNvGrpSpPr/>
          <p:nvPr/>
        </p:nvGrpSpPr>
        <p:grpSpPr>
          <a:xfrm>
            <a:off x="4007193" y="1337327"/>
            <a:ext cx="320633" cy="348100"/>
            <a:chOff x="4007193" y="1512727"/>
            <a:chExt cx="320633" cy="348100"/>
          </a:xfrm>
        </p:grpSpPr>
        <p:sp>
          <p:nvSpPr>
            <p:cNvPr id="11028" name="Google Shape;11028;p68"/>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9" name="Google Shape;11029;p68"/>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0" name="Google Shape;11030;p68"/>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1" name="Google Shape;11031;p68"/>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2" name="Google Shape;11032;p68"/>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33" name="Google Shape;11033;p68"/>
          <p:cNvGrpSpPr/>
          <p:nvPr/>
        </p:nvGrpSpPr>
        <p:grpSpPr>
          <a:xfrm>
            <a:off x="3530425" y="1333347"/>
            <a:ext cx="368175" cy="344594"/>
            <a:chOff x="3530425" y="1508747"/>
            <a:chExt cx="368175" cy="344594"/>
          </a:xfrm>
        </p:grpSpPr>
        <p:sp>
          <p:nvSpPr>
            <p:cNvPr id="11034" name="Google Shape;11034;p68"/>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5" name="Google Shape;11035;p68"/>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6" name="Google Shape;11036;p68"/>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7" name="Google Shape;11037;p68"/>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38" name="Google Shape;11038;p68"/>
          <p:cNvGrpSpPr/>
          <p:nvPr/>
        </p:nvGrpSpPr>
        <p:grpSpPr>
          <a:xfrm>
            <a:off x="3127598" y="1337834"/>
            <a:ext cx="289714" cy="347593"/>
            <a:chOff x="3127598" y="1513234"/>
            <a:chExt cx="289714" cy="347593"/>
          </a:xfrm>
        </p:grpSpPr>
        <p:sp>
          <p:nvSpPr>
            <p:cNvPr id="11039" name="Google Shape;11039;p68"/>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0" name="Google Shape;11040;p68"/>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1" name="Google Shape;11041;p68"/>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2" name="Google Shape;11042;p68"/>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3" name="Google Shape;11043;p68"/>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44" name="Google Shape;11044;p68"/>
          <p:cNvGrpSpPr/>
          <p:nvPr/>
        </p:nvGrpSpPr>
        <p:grpSpPr>
          <a:xfrm>
            <a:off x="2662884" y="1337644"/>
            <a:ext cx="322914" cy="348543"/>
            <a:chOff x="2662884" y="1513044"/>
            <a:chExt cx="322914" cy="348543"/>
          </a:xfrm>
        </p:grpSpPr>
        <p:sp>
          <p:nvSpPr>
            <p:cNvPr id="11045" name="Google Shape;11045;p68"/>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6" name="Google Shape;11046;p68"/>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7" name="Google Shape;11047;p68"/>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8" name="Google Shape;11048;p68"/>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9" name="Google Shape;11049;p68"/>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0" name="Google Shape;11050;p68"/>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1" name="Google Shape;11051;p68"/>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2" name="Google Shape;11052;p68"/>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3" name="Google Shape;11053;p68"/>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4" name="Google Shape;11054;p68"/>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55" name="Google Shape;11055;p68"/>
          <p:cNvGrpSpPr/>
          <p:nvPr/>
        </p:nvGrpSpPr>
        <p:grpSpPr>
          <a:xfrm>
            <a:off x="2232511" y="1337359"/>
            <a:ext cx="299534" cy="348068"/>
            <a:chOff x="2232511" y="1512759"/>
            <a:chExt cx="299534" cy="348068"/>
          </a:xfrm>
        </p:grpSpPr>
        <p:sp>
          <p:nvSpPr>
            <p:cNvPr id="11056" name="Google Shape;11056;p68"/>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7" name="Google Shape;11057;p68"/>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8" name="Google Shape;11058;p68"/>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9" name="Google Shape;11059;p68"/>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0" name="Google Shape;11060;p68"/>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1" name="Google Shape;11061;p68"/>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2" name="Google Shape;11062;p68"/>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3" name="Google Shape;11063;p68"/>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4" name="Google Shape;11064;p68"/>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5" name="Google Shape;11065;p68"/>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6" name="Google Shape;11066;p68"/>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67" name="Google Shape;11067;p68"/>
          <p:cNvGrpSpPr/>
          <p:nvPr/>
        </p:nvGrpSpPr>
        <p:grpSpPr>
          <a:xfrm>
            <a:off x="1331406" y="1337961"/>
            <a:ext cx="301783" cy="348606"/>
            <a:chOff x="1331406" y="1513361"/>
            <a:chExt cx="301783" cy="348606"/>
          </a:xfrm>
        </p:grpSpPr>
        <p:sp>
          <p:nvSpPr>
            <p:cNvPr id="11068" name="Google Shape;11068;p68"/>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9" name="Google Shape;11069;p68"/>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0" name="Google Shape;11070;p68"/>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1" name="Google Shape;11071;p68"/>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72" name="Google Shape;11072;p68"/>
          <p:cNvGrpSpPr/>
          <p:nvPr/>
        </p:nvGrpSpPr>
        <p:grpSpPr>
          <a:xfrm>
            <a:off x="7144274" y="1324814"/>
            <a:ext cx="282174" cy="355735"/>
            <a:chOff x="7144274" y="1500214"/>
            <a:chExt cx="282174" cy="355735"/>
          </a:xfrm>
        </p:grpSpPr>
        <p:sp>
          <p:nvSpPr>
            <p:cNvPr id="11073" name="Google Shape;11073;p68"/>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4" name="Google Shape;11074;p68"/>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5" name="Google Shape;11075;p68"/>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6" name="Google Shape;11076;p68"/>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7" name="Google Shape;11077;p68"/>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8" name="Google Shape;11078;p68"/>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79" name="Google Shape;11079;p68"/>
          <p:cNvGrpSpPr/>
          <p:nvPr/>
        </p:nvGrpSpPr>
        <p:grpSpPr>
          <a:xfrm>
            <a:off x="6685262" y="1324814"/>
            <a:ext cx="289682" cy="354594"/>
            <a:chOff x="6685262" y="1500214"/>
            <a:chExt cx="289682" cy="354594"/>
          </a:xfrm>
        </p:grpSpPr>
        <p:sp>
          <p:nvSpPr>
            <p:cNvPr id="11080" name="Google Shape;11080;p68"/>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1" name="Google Shape;11081;p68"/>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2" name="Google Shape;11082;p68"/>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3" name="Google Shape;11083;p68"/>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84" name="Google Shape;11084;p68"/>
          <p:cNvGrpSpPr/>
          <p:nvPr/>
        </p:nvGrpSpPr>
        <p:grpSpPr>
          <a:xfrm>
            <a:off x="6200938" y="1325194"/>
            <a:ext cx="322154" cy="355355"/>
            <a:chOff x="6200938" y="1500594"/>
            <a:chExt cx="322154" cy="355355"/>
          </a:xfrm>
        </p:grpSpPr>
        <p:sp>
          <p:nvSpPr>
            <p:cNvPr id="11085" name="Google Shape;11085;p68"/>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6" name="Google Shape;11086;p68"/>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7" name="Google Shape;11087;p68"/>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8" name="Google Shape;11088;p68"/>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9" name="Google Shape;11089;p68"/>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90" name="Google Shape;11090;p68"/>
          <p:cNvGrpSpPr/>
          <p:nvPr/>
        </p:nvGrpSpPr>
        <p:grpSpPr>
          <a:xfrm>
            <a:off x="5289631" y="1324814"/>
            <a:ext cx="332355" cy="354974"/>
            <a:chOff x="5289631" y="1500214"/>
            <a:chExt cx="332355" cy="354974"/>
          </a:xfrm>
        </p:grpSpPr>
        <p:sp>
          <p:nvSpPr>
            <p:cNvPr id="11091" name="Google Shape;11091;p68"/>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2" name="Google Shape;11092;p68"/>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3" name="Google Shape;11093;p68"/>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4" name="Google Shape;11094;p68"/>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5" name="Google Shape;11095;p68"/>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6" name="Google Shape;11096;p68"/>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97" name="Google Shape;11097;p68"/>
          <p:cNvGrpSpPr/>
          <p:nvPr/>
        </p:nvGrpSpPr>
        <p:grpSpPr>
          <a:xfrm>
            <a:off x="5748295" y="1324433"/>
            <a:ext cx="323294" cy="356116"/>
            <a:chOff x="5748295" y="1499833"/>
            <a:chExt cx="323294" cy="356116"/>
          </a:xfrm>
        </p:grpSpPr>
        <p:sp>
          <p:nvSpPr>
            <p:cNvPr id="11098" name="Google Shape;11098;p68"/>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9" name="Google Shape;11099;p68"/>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0" name="Google Shape;11100;p68"/>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1" name="Google Shape;11101;p68"/>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2" name="Google Shape;11102;p68"/>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3" name="Google Shape;11103;p68"/>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4" name="Google Shape;11104;p68"/>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05" name="Google Shape;11105;p68"/>
          <p:cNvGrpSpPr/>
          <p:nvPr/>
        </p:nvGrpSpPr>
        <p:grpSpPr>
          <a:xfrm>
            <a:off x="8047661" y="1325637"/>
            <a:ext cx="278404" cy="355260"/>
            <a:chOff x="8047661" y="1501037"/>
            <a:chExt cx="278404" cy="355260"/>
          </a:xfrm>
        </p:grpSpPr>
        <p:sp>
          <p:nvSpPr>
            <p:cNvPr id="11106" name="Google Shape;11106;p68"/>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7" name="Google Shape;11107;p68"/>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8" name="Google Shape;11108;p68"/>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9" name="Google Shape;11109;p68"/>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10" name="Google Shape;11110;p68"/>
          <p:cNvGrpSpPr/>
          <p:nvPr/>
        </p:nvGrpSpPr>
        <p:grpSpPr>
          <a:xfrm>
            <a:off x="4903389" y="1324814"/>
            <a:ext cx="267854" cy="355735"/>
            <a:chOff x="4903389" y="1500214"/>
            <a:chExt cx="267854" cy="355735"/>
          </a:xfrm>
        </p:grpSpPr>
        <p:sp>
          <p:nvSpPr>
            <p:cNvPr id="11111" name="Google Shape;11111;p68"/>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2" name="Google Shape;11112;p68"/>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3" name="Google Shape;11113;p68"/>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4" name="Google Shape;11114;p68"/>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5" name="Google Shape;11115;p68"/>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16" name="Google Shape;11116;p68"/>
          <p:cNvGrpSpPr/>
          <p:nvPr/>
        </p:nvGrpSpPr>
        <p:grpSpPr>
          <a:xfrm>
            <a:off x="7613518" y="1325954"/>
            <a:ext cx="264433" cy="353074"/>
            <a:chOff x="7613518" y="1501354"/>
            <a:chExt cx="264433" cy="353074"/>
          </a:xfrm>
        </p:grpSpPr>
        <p:sp>
          <p:nvSpPr>
            <p:cNvPr id="11117" name="Google Shape;11117;p68"/>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8" name="Google Shape;11118;p68"/>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9" name="Google Shape;11119;p68"/>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0" name="Google Shape;11120;p68"/>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1" name="Google Shape;11121;p68"/>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2" name="Google Shape;11122;p68"/>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123" name="Google Shape;11123;p68"/>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 sz="2400" b="0" i="0" u="none" strike="noStrike" cap="none">
                <a:solidFill>
                  <a:srgbClr val="FFFFFF"/>
                </a:solidFill>
                <a:latin typeface="Arial"/>
                <a:ea typeface="Arial"/>
                <a:cs typeface="Arial"/>
                <a:sym typeface="Arial"/>
              </a:rPr>
              <a:t>Help &amp; Support Icons</a:t>
            </a:r>
            <a:endParaRPr sz="2400" b="0" i="0" u="none" strike="noStrike" cap="none">
              <a:solidFill>
                <a:srgbClr val="FFFFFF"/>
              </a:solidFill>
              <a:latin typeface="Arial"/>
              <a:ea typeface="Arial"/>
              <a:cs typeface="Arial"/>
              <a:sym typeface="Arial"/>
            </a:endParaRPr>
          </a:p>
        </p:txBody>
      </p:sp>
      <p:sp>
        <p:nvSpPr>
          <p:cNvPr id="11124" name="Google Shape;11124;p68"/>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 sz="2400" b="0" i="0" u="none" strike="noStrike" cap="none">
                <a:solidFill>
                  <a:srgbClr val="FFFFFF"/>
                </a:solidFill>
                <a:latin typeface="Arial"/>
                <a:ea typeface="Arial"/>
                <a:cs typeface="Arial"/>
                <a:sym typeface="Arial"/>
              </a:rPr>
              <a:t>Avatar Icons</a:t>
            </a:r>
            <a:endParaRPr sz="2400" b="0" i="0" u="none" strike="noStrike" cap="none">
              <a:solidFill>
                <a:srgbClr val="FFFFFF"/>
              </a:solidFill>
              <a:latin typeface="Arial"/>
              <a:ea typeface="Arial"/>
              <a:cs typeface="Arial"/>
              <a:sym typeface="Aria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28"/>
        <p:cNvGrpSpPr/>
        <p:nvPr/>
      </p:nvGrpSpPr>
      <p:grpSpPr>
        <a:xfrm>
          <a:off x="0" y="0"/>
          <a:ext cx="0" cy="0"/>
          <a:chOff x="0" y="0"/>
          <a:chExt cx="0" cy="0"/>
        </a:xfrm>
      </p:grpSpPr>
      <p:grpSp>
        <p:nvGrpSpPr>
          <p:cNvPr id="11129" name="Google Shape;11129;p69"/>
          <p:cNvGrpSpPr/>
          <p:nvPr/>
        </p:nvGrpSpPr>
        <p:grpSpPr>
          <a:xfrm>
            <a:off x="1757085" y="1325225"/>
            <a:ext cx="371069" cy="359396"/>
            <a:chOff x="1757085" y="1500675"/>
            <a:chExt cx="371069" cy="359396"/>
          </a:xfrm>
        </p:grpSpPr>
        <p:sp>
          <p:nvSpPr>
            <p:cNvPr id="11130" name="Google Shape;11130;p69"/>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1" name="Google Shape;11131;p69"/>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2" name="Google Shape;11132;p69"/>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3" name="Google Shape;11133;p69"/>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4" name="Google Shape;11134;p69"/>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5" name="Google Shape;11135;p69"/>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6" name="Google Shape;11136;p69"/>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7" name="Google Shape;11137;p69"/>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8" name="Google Shape;11138;p69"/>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9" name="Google Shape;11139;p69"/>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0" name="Google Shape;11140;p69"/>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1" name="Google Shape;11141;p69"/>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2" name="Google Shape;11142;p69"/>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3" name="Google Shape;11143;p69"/>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4" name="Google Shape;11144;p69"/>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5" name="Google Shape;11145;p69"/>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6" name="Google Shape;11146;p69"/>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7" name="Google Shape;11147;p69"/>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8" name="Google Shape;11148;p69"/>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9" name="Google Shape;11149;p69"/>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0" name="Google Shape;11150;p69"/>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1" name="Google Shape;11151;p69"/>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2" name="Google Shape;11152;p69"/>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3" name="Google Shape;11153;p69"/>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4" name="Google Shape;11154;p69"/>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5" name="Google Shape;11155;p69"/>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6" name="Google Shape;11156;p69"/>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7" name="Google Shape;11157;p69"/>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8" name="Google Shape;11158;p69"/>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59" name="Google Shape;11159;p69"/>
          <p:cNvGrpSpPr/>
          <p:nvPr/>
        </p:nvGrpSpPr>
        <p:grpSpPr>
          <a:xfrm>
            <a:off x="2774209" y="1779241"/>
            <a:ext cx="116693" cy="374187"/>
            <a:chOff x="2774209" y="1954691"/>
            <a:chExt cx="116693" cy="374187"/>
          </a:xfrm>
        </p:grpSpPr>
        <p:sp>
          <p:nvSpPr>
            <p:cNvPr id="11160" name="Google Shape;11160;p69"/>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1" name="Google Shape;11161;p69"/>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62" name="Google Shape;11162;p69"/>
          <p:cNvGrpSpPr/>
          <p:nvPr/>
        </p:nvGrpSpPr>
        <p:grpSpPr>
          <a:xfrm>
            <a:off x="4017435" y="1324462"/>
            <a:ext cx="315091" cy="359397"/>
            <a:chOff x="4017435" y="1499912"/>
            <a:chExt cx="315091" cy="359397"/>
          </a:xfrm>
        </p:grpSpPr>
        <p:sp>
          <p:nvSpPr>
            <p:cNvPr id="11163" name="Google Shape;11163;p69"/>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4" name="Google Shape;11164;p69"/>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65" name="Google Shape;11165;p69"/>
          <p:cNvGrpSpPr/>
          <p:nvPr/>
        </p:nvGrpSpPr>
        <p:grpSpPr>
          <a:xfrm>
            <a:off x="3963652" y="1824309"/>
            <a:ext cx="374155" cy="284051"/>
            <a:chOff x="3963652" y="1999759"/>
            <a:chExt cx="374155" cy="284051"/>
          </a:xfrm>
        </p:grpSpPr>
        <p:sp>
          <p:nvSpPr>
            <p:cNvPr id="11166" name="Google Shape;11166;p69"/>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7" name="Google Shape;11167;p69"/>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8" name="Google Shape;11168;p69"/>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69" name="Google Shape;11169;p69"/>
          <p:cNvGrpSpPr/>
          <p:nvPr/>
        </p:nvGrpSpPr>
        <p:grpSpPr>
          <a:xfrm>
            <a:off x="1777536" y="1839416"/>
            <a:ext cx="376444" cy="253772"/>
            <a:chOff x="1777536" y="2014866"/>
            <a:chExt cx="376444" cy="253772"/>
          </a:xfrm>
        </p:grpSpPr>
        <p:sp>
          <p:nvSpPr>
            <p:cNvPr id="11170" name="Google Shape;11170;p69"/>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1" name="Google Shape;11171;p69"/>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2" name="Google Shape;11172;p69"/>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3" name="Google Shape;11173;p69"/>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4" name="Google Shape;11174;p69"/>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75" name="Google Shape;11175;p69"/>
          <p:cNvGrpSpPr/>
          <p:nvPr/>
        </p:nvGrpSpPr>
        <p:grpSpPr>
          <a:xfrm>
            <a:off x="1309875" y="1881876"/>
            <a:ext cx="374154" cy="169680"/>
            <a:chOff x="1309875" y="2057326"/>
            <a:chExt cx="374154" cy="169680"/>
          </a:xfrm>
        </p:grpSpPr>
        <p:sp>
          <p:nvSpPr>
            <p:cNvPr id="11176" name="Google Shape;11176;p69"/>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7" name="Google Shape;11177;p69"/>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8" name="Google Shape;11178;p69"/>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9" name="Google Shape;11179;p69"/>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0" name="Google Shape;11180;p69"/>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1" name="Google Shape;11181;p69"/>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2" name="Google Shape;11182;p69"/>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3" name="Google Shape;11183;p69"/>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4" name="Google Shape;11184;p69"/>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5" name="Google Shape;11185;p69"/>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6" name="Google Shape;11186;p69"/>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187" name="Google Shape;11187;p69"/>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188" name="Google Shape;11188;p69"/>
          <p:cNvGrpSpPr/>
          <p:nvPr/>
        </p:nvGrpSpPr>
        <p:grpSpPr>
          <a:xfrm>
            <a:off x="2347450" y="1779114"/>
            <a:ext cx="113638" cy="373168"/>
            <a:chOff x="2347450" y="1954564"/>
            <a:chExt cx="113638" cy="373168"/>
          </a:xfrm>
        </p:grpSpPr>
        <p:sp>
          <p:nvSpPr>
            <p:cNvPr id="11189" name="Google Shape;11189;p69"/>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0" name="Google Shape;11190;p69"/>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191" name="Google Shape;11191;p69"/>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192" name="Google Shape;11192;p69"/>
          <p:cNvGrpSpPr/>
          <p:nvPr/>
        </p:nvGrpSpPr>
        <p:grpSpPr>
          <a:xfrm>
            <a:off x="3110102" y="1324430"/>
            <a:ext cx="330613" cy="358378"/>
            <a:chOff x="3110102" y="1499880"/>
            <a:chExt cx="330613" cy="358378"/>
          </a:xfrm>
        </p:grpSpPr>
        <p:sp>
          <p:nvSpPr>
            <p:cNvPr id="11193" name="Google Shape;11193;p69"/>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4" name="Google Shape;11194;p69"/>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5" name="Google Shape;11195;p69"/>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6" name="Google Shape;11196;p69"/>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7" name="Google Shape;11197;p69"/>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8" name="Google Shape;11198;p69"/>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9" name="Google Shape;11199;p69"/>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200" name="Google Shape;11200;p69"/>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201" name="Google Shape;11201;p69"/>
          <p:cNvGrpSpPr/>
          <p:nvPr/>
        </p:nvGrpSpPr>
        <p:grpSpPr>
          <a:xfrm>
            <a:off x="3485575" y="1824309"/>
            <a:ext cx="373772" cy="284051"/>
            <a:chOff x="3531200" y="1999759"/>
            <a:chExt cx="373772" cy="284051"/>
          </a:xfrm>
        </p:grpSpPr>
        <p:sp>
          <p:nvSpPr>
            <p:cNvPr id="11202" name="Google Shape;11202;p69"/>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3" name="Google Shape;11203;p69"/>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4" name="Google Shape;11204;p69"/>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5" name="Google Shape;11205;p69"/>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06" name="Google Shape;11206;p69"/>
          <p:cNvGrpSpPr/>
          <p:nvPr/>
        </p:nvGrpSpPr>
        <p:grpSpPr>
          <a:xfrm>
            <a:off x="2667058" y="1324843"/>
            <a:ext cx="330231" cy="359015"/>
            <a:chOff x="2667058" y="1500293"/>
            <a:chExt cx="330231" cy="359015"/>
          </a:xfrm>
        </p:grpSpPr>
        <p:sp>
          <p:nvSpPr>
            <p:cNvPr id="11207" name="Google Shape;11207;p69"/>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8" name="Google Shape;11208;p69"/>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9" name="Google Shape;11209;p69"/>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0" name="Google Shape;11210;p69"/>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1" name="Google Shape;11211;p69"/>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2" name="Google Shape;11212;p69"/>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3" name="Google Shape;11213;p69"/>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4" name="Google Shape;11214;p69"/>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5" name="Google Shape;11215;p69"/>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6" name="Google Shape;11216;p69"/>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7" name="Google Shape;11217;p69"/>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8" name="Google Shape;11218;p69"/>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9" name="Google Shape;11219;p69"/>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0" name="Google Shape;11220;p69"/>
            <p:cNvSpPr/>
            <p:nvPr/>
          </p:nvSpPr>
          <p:spPr>
            <a:xfrm>
              <a:off x="2923438" y="1576784"/>
              <a:ext cx="0" cy="32"/>
            </a:xfrm>
            <a:custGeom>
              <a:avLst/>
              <a:gdLst/>
              <a:ahLst/>
              <a:cxnLst/>
              <a:rect l="l" t="t" r="r" b="b"/>
              <a:pathLst>
                <a:path w="120000"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1" name="Google Shape;11221;p69"/>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2" name="Google Shape;11222;p69"/>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3" name="Google Shape;11223;p69"/>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4" name="Google Shape;11224;p69"/>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25" name="Google Shape;11225;p69"/>
          <p:cNvGrpSpPr/>
          <p:nvPr/>
        </p:nvGrpSpPr>
        <p:grpSpPr>
          <a:xfrm>
            <a:off x="3567553" y="1324462"/>
            <a:ext cx="320022" cy="359778"/>
            <a:chOff x="3567553" y="1499912"/>
            <a:chExt cx="320022" cy="359778"/>
          </a:xfrm>
        </p:grpSpPr>
        <p:sp>
          <p:nvSpPr>
            <p:cNvPr id="11226" name="Google Shape;11226;p69"/>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7" name="Google Shape;11227;p69"/>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8" name="Google Shape;11228;p69"/>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9" name="Google Shape;11229;p69"/>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0" name="Google Shape;11230;p69"/>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1" name="Google Shape;11231;p69"/>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32" name="Google Shape;11232;p69"/>
          <p:cNvGrpSpPr/>
          <p:nvPr/>
        </p:nvGrpSpPr>
        <p:grpSpPr>
          <a:xfrm>
            <a:off x="1309875" y="1324462"/>
            <a:ext cx="359015" cy="358633"/>
            <a:chOff x="1309875" y="1499912"/>
            <a:chExt cx="359015" cy="358633"/>
          </a:xfrm>
        </p:grpSpPr>
        <p:sp>
          <p:nvSpPr>
            <p:cNvPr id="11233" name="Google Shape;11233;p69"/>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4" name="Google Shape;11234;p69"/>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5" name="Google Shape;11235;p69"/>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6" name="Google Shape;11236;p69"/>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7" name="Google Shape;11237;p69"/>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8" name="Google Shape;11238;p69"/>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9" name="Google Shape;11239;p69"/>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0" name="Google Shape;11240;p69"/>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1" name="Google Shape;11241;p69"/>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42" name="Google Shape;11242;p69"/>
          <p:cNvGrpSpPr/>
          <p:nvPr/>
        </p:nvGrpSpPr>
        <p:grpSpPr>
          <a:xfrm>
            <a:off x="2219466" y="1324843"/>
            <a:ext cx="330613" cy="359015"/>
            <a:chOff x="2219466" y="1500293"/>
            <a:chExt cx="330613" cy="359015"/>
          </a:xfrm>
        </p:grpSpPr>
        <p:sp>
          <p:nvSpPr>
            <p:cNvPr id="11243" name="Google Shape;11243;p69"/>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4" name="Google Shape;11244;p69"/>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45" name="Google Shape;11245;p69"/>
          <p:cNvGrpSpPr/>
          <p:nvPr/>
        </p:nvGrpSpPr>
        <p:grpSpPr>
          <a:xfrm>
            <a:off x="5343544" y="1333908"/>
            <a:ext cx="244676" cy="351095"/>
            <a:chOff x="5343544" y="1509358"/>
            <a:chExt cx="244676" cy="351095"/>
          </a:xfrm>
        </p:grpSpPr>
        <p:sp>
          <p:nvSpPr>
            <p:cNvPr id="11246" name="Google Shape;11246;p69"/>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7" name="Google Shape;11247;p69"/>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8" name="Google Shape;11248;p69"/>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49" name="Google Shape;11249;p69"/>
          <p:cNvGrpSpPr/>
          <p:nvPr/>
        </p:nvGrpSpPr>
        <p:grpSpPr>
          <a:xfrm>
            <a:off x="4882340" y="1333908"/>
            <a:ext cx="246171" cy="351095"/>
            <a:chOff x="4882340" y="1509358"/>
            <a:chExt cx="246171" cy="351095"/>
          </a:xfrm>
        </p:grpSpPr>
        <p:sp>
          <p:nvSpPr>
            <p:cNvPr id="11250" name="Google Shape;11250;p69"/>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1" name="Google Shape;11251;p69"/>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2" name="Google Shape;11252;p69"/>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3" name="Google Shape;11253;p69"/>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4" name="Google Shape;11254;p69"/>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55" name="Google Shape;11255;p69"/>
          <p:cNvGrpSpPr/>
          <p:nvPr/>
        </p:nvGrpSpPr>
        <p:grpSpPr>
          <a:xfrm>
            <a:off x="6273204" y="1333558"/>
            <a:ext cx="236343" cy="351445"/>
            <a:chOff x="6273204" y="1509008"/>
            <a:chExt cx="236343" cy="351445"/>
          </a:xfrm>
        </p:grpSpPr>
        <p:sp>
          <p:nvSpPr>
            <p:cNvPr id="11256" name="Google Shape;11256;p69"/>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7" name="Google Shape;11257;p69"/>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258" name="Google Shape;11258;p69"/>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259" name="Google Shape;11259;p69"/>
          <p:cNvGrpSpPr/>
          <p:nvPr/>
        </p:nvGrpSpPr>
        <p:grpSpPr>
          <a:xfrm>
            <a:off x="7219530" y="1332794"/>
            <a:ext cx="191625" cy="352209"/>
            <a:chOff x="7219530" y="1508244"/>
            <a:chExt cx="191625" cy="352209"/>
          </a:xfrm>
        </p:grpSpPr>
        <p:sp>
          <p:nvSpPr>
            <p:cNvPr id="11260" name="Google Shape;11260;p69"/>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1" name="Google Shape;11261;p69"/>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62" name="Google Shape;11262;p69"/>
          <p:cNvGrpSpPr/>
          <p:nvPr/>
        </p:nvGrpSpPr>
        <p:grpSpPr>
          <a:xfrm>
            <a:off x="7699309" y="1333176"/>
            <a:ext cx="154922" cy="351827"/>
            <a:chOff x="7699309" y="1508626"/>
            <a:chExt cx="154922" cy="351827"/>
          </a:xfrm>
        </p:grpSpPr>
        <p:sp>
          <p:nvSpPr>
            <p:cNvPr id="11263" name="Google Shape;11263;p69"/>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4" name="Google Shape;11264;p69"/>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5" name="Google Shape;11265;p69"/>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6" name="Google Shape;11266;p69"/>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7" name="Google Shape;11267;p69"/>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8" name="Google Shape;11268;p69"/>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9" name="Google Shape;11269;p69"/>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70" name="Google Shape;11270;p69"/>
          <p:cNvGrpSpPr/>
          <p:nvPr/>
        </p:nvGrpSpPr>
        <p:grpSpPr>
          <a:xfrm>
            <a:off x="8161690" y="1333558"/>
            <a:ext cx="153396" cy="351064"/>
            <a:chOff x="8161690" y="1509008"/>
            <a:chExt cx="153396" cy="351064"/>
          </a:xfrm>
        </p:grpSpPr>
        <p:sp>
          <p:nvSpPr>
            <p:cNvPr id="11271" name="Google Shape;11271;p69"/>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2" name="Google Shape;11272;p69"/>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3" name="Google Shape;11273;p69"/>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4" name="Google Shape;11274;p69"/>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75" name="Google Shape;11275;p69"/>
          <p:cNvGrpSpPr/>
          <p:nvPr/>
        </p:nvGrpSpPr>
        <p:grpSpPr>
          <a:xfrm>
            <a:off x="6746940" y="1333431"/>
            <a:ext cx="213221" cy="352304"/>
            <a:chOff x="6746940" y="1508881"/>
            <a:chExt cx="213221" cy="352304"/>
          </a:xfrm>
        </p:grpSpPr>
        <p:sp>
          <p:nvSpPr>
            <p:cNvPr id="11276" name="Google Shape;11276;p69"/>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7" name="Google Shape;11277;p69"/>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8" name="Google Shape;11278;p69"/>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9" name="Google Shape;11279;p69"/>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80" name="Google Shape;11280;p69"/>
          <p:cNvGrpSpPr/>
          <p:nvPr/>
        </p:nvGrpSpPr>
        <p:grpSpPr>
          <a:xfrm>
            <a:off x="5770336" y="1832165"/>
            <a:ext cx="350682" cy="292097"/>
            <a:chOff x="5770336" y="2007615"/>
            <a:chExt cx="350682" cy="292097"/>
          </a:xfrm>
        </p:grpSpPr>
        <p:sp>
          <p:nvSpPr>
            <p:cNvPr id="11281" name="Google Shape;11281;p69"/>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2" name="Google Shape;11282;p69"/>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3" name="Google Shape;11283;p69"/>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4" name="Google Shape;11284;p69"/>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85" name="Google Shape;11285;p69"/>
          <p:cNvGrpSpPr/>
          <p:nvPr/>
        </p:nvGrpSpPr>
        <p:grpSpPr>
          <a:xfrm>
            <a:off x="5326878" y="1804908"/>
            <a:ext cx="350332" cy="346229"/>
            <a:chOff x="5326878" y="1980358"/>
            <a:chExt cx="350332" cy="346229"/>
          </a:xfrm>
        </p:grpSpPr>
        <p:sp>
          <p:nvSpPr>
            <p:cNvPr id="11286" name="Google Shape;11286;p69"/>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7" name="Google Shape;11287;p69"/>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8" name="Google Shape;11288;p69"/>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9" name="Google Shape;11289;p69"/>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290" name="Google Shape;11290;p69"/>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291" name="Google Shape;11291;p69"/>
          <p:cNvGrpSpPr/>
          <p:nvPr/>
        </p:nvGrpSpPr>
        <p:grpSpPr>
          <a:xfrm>
            <a:off x="4883835" y="1817121"/>
            <a:ext cx="350300" cy="323044"/>
            <a:chOff x="4883835" y="1992571"/>
            <a:chExt cx="350300" cy="323044"/>
          </a:xfrm>
        </p:grpSpPr>
        <p:sp>
          <p:nvSpPr>
            <p:cNvPr id="11292" name="Google Shape;11292;p69"/>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3" name="Google Shape;11293;p69"/>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4" name="Google Shape;11294;p69"/>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5" name="Google Shape;11295;p69"/>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6" name="Google Shape;11296;p69"/>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7" name="Google Shape;11297;p69"/>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98" name="Google Shape;11298;p69"/>
          <p:cNvGrpSpPr/>
          <p:nvPr/>
        </p:nvGrpSpPr>
        <p:grpSpPr>
          <a:xfrm>
            <a:off x="7548967" y="1803477"/>
            <a:ext cx="333285" cy="349950"/>
            <a:chOff x="7548967" y="1978927"/>
            <a:chExt cx="333285" cy="349950"/>
          </a:xfrm>
        </p:grpSpPr>
        <p:sp>
          <p:nvSpPr>
            <p:cNvPr id="11299" name="Google Shape;11299;p69"/>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0" name="Google Shape;11300;p69"/>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1" name="Google Shape;11301;p69"/>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2" name="Google Shape;11302;p69"/>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3" name="Google Shape;11303;p69"/>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4" name="Google Shape;11304;p69"/>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5" name="Google Shape;11305;p69"/>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06" name="Google Shape;11306;p69"/>
          <p:cNvGrpSpPr/>
          <p:nvPr/>
        </p:nvGrpSpPr>
        <p:grpSpPr>
          <a:xfrm>
            <a:off x="6214142" y="1803477"/>
            <a:ext cx="346515" cy="350300"/>
            <a:chOff x="6214142" y="1978927"/>
            <a:chExt cx="346515" cy="350300"/>
          </a:xfrm>
        </p:grpSpPr>
        <p:sp>
          <p:nvSpPr>
            <p:cNvPr id="11307" name="Google Shape;11307;p69"/>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8" name="Google Shape;11308;p69"/>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09" name="Google Shape;11309;p69"/>
          <p:cNvGrpSpPr/>
          <p:nvPr/>
        </p:nvGrpSpPr>
        <p:grpSpPr>
          <a:xfrm>
            <a:off x="7105923" y="1803095"/>
            <a:ext cx="333285" cy="350682"/>
            <a:chOff x="7105923" y="1978545"/>
            <a:chExt cx="333285" cy="350682"/>
          </a:xfrm>
        </p:grpSpPr>
        <p:sp>
          <p:nvSpPr>
            <p:cNvPr id="11310" name="Google Shape;11310;p69"/>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1" name="Google Shape;11311;p69"/>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2" name="Google Shape;11312;p69"/>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3" name="Google Shape;11313;p69"/>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4" name="Google Shape;11314;p69"/>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5" name="Google Shape;11315;p69"/>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6" name="Google Shape;11316;p69"/>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317" name="Google Shape;11317;p69"/>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8" name="Google Shape;11318;p69"/>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319" name="Google Shape;11319;p69"/>
          <p:cNvGrpSpPr/>
          <p:nvPr/>
        </p:nvGrpSpPr>
        <p:grpSpPr>
          <a:xfrm>
            <a:off x="3616406" y="2246902"/>
            <a:ext cx="203393" cy="351827"/>
            <a:chOff x="3616406" y="2422352"/>
            <a:chExt cx="203393" cy="351827"/>
          </a:xfrm>
        </p:grpSpPr>
        <p:sp>
          <p:nvSpPr>
            <p:cNvPr id="11320" name="Google Shape;11320;p69"/>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1" name="Google Shape;11321;p69"/>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22" name="Google Shape;11322;p69"/>
          <p:cNvGrpSpPr/>
          <p:nvPr/>
        </p:nvGrpSpPr>
        <p:grpSpPr>
          <a:xfrm>
            <a:off x="878187" y="2246520"/>
            <a:ext cx="272696" cy="351827"/>
            <a:chOff x="913012" y="2421970"/>
            <a:chExt cx="272696" cy="351827"/>
          </a:xfrm>
        </p:grpSpPr>
        <p:sp>
          <p:nvSpPr>
            <p:cNvPr id="11323" name="Google Shape;11323;p69"/>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4" name="Google Shape;11324;p69"/>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5" name="Google Shape;11325;p69"/>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6" name="Google Shape;11326;p69"/>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27" name="Google Shape;11327;p69"/>
          <p:cNvGrpSpPr/>
          <p:nvPr/>
        </p:nvGrpSpPr>
        <p:grpSpPr>
          <a:xfrm>
            <a:off x="2274743" y="2246902"/>
            <a:ext cx="255649" cy="351445"/>
            <a:chOff x="2274743" y="2422352"/>
            <a:chExt cx="255649" cy="351445"/>
          </a:xfrm>
        </p:grpSpPr>
        <p:sp>
          <p:nvSpPr>
            <p:cNvPr id="11328" name="Google Shape;11328;p69"/>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9" name="Google Shape;11329;p69"/>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0" name="Google Shape;11330;p69"/>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31" name="Google Shape;11331;p69"/>
          <p:cNvGrpSpPr/>
          <p:nvPr/>
        </p:nvGrpSpPr>
        <p:grpSpPr>
          <a:xfrm>
            <a:off x="2708723" y="2245789"/>
            <a:ext cx="246552" cy="352559"/>
            <a:chOff x="2708723" y="2421239"/>
            <a:chExt cx="246552" cy="352559"/>
          </a:xfrm>
        </p:grpSpPr>
        <p:sp>
          <p:nvSpPr>
            <p:cNvPr id="11332" name="Google Shape;11332;p69"/>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3" name="Google Shape;11333;p69"/>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34" name="Google Shape;11334;p69"/>
          <p:cNvGrpSpPr/>
          <p:nvPr/>
        </p:nvGrpSpPr>
        <p:grpSpPr>
          <a:xfrm>
            <a:off x="1835485" y="2246902"/>
            <a:ext cx="259433" cy="350714"/>
            <a:chOff x="1835485" y="2422352"/>
            <a:chExt cx="259433" cy="350714"/>
          </a:xfrm>
        </p:grpSpPr>
        <p:sp>
          <p:nvSpPr>
            <p:cNvPr id="11335" name="Google Shape;11335;p69"/>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6" name="Google Shape;11336;p69"/>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7" name="Google Shape;11337;p69"/>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8" name="Google Shape;11338;p69"/>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9" name="Google Shape;11339;p69"/>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0" name="Google Shape;11340;p69"/>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1" name="Google Shape;11341;p69"/>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42" name="Google Shape;11342;p69"/>
          <p:cNvGrpSpPr/>
          <p:nvPr/>
        </p:nvGrpSpPr>
        <p:grpSpPr>
          <a:xfrm>
            <a:off x="3150240" y="2246902"/>
            <a:ext cx="212489" cy="351445"/>
            <a:chOff x="3150240" y="2422352"/>
            <a:chExt cx="212489" cy="351445"/>
          </a:xfrm>
        </p:grpSpPr>
        <p:sp>
          <p:nvSpPr>
            <p:cNvPr id="11343" name="Google Shape;11343;p69"/>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4" name="Google Shape;11344;p69"/>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45" name="Google Shape;11345;p69"/>
          <p:cNvGrpSpPr/>
          <p:nvPr/>
        </p:nvGrpSpPr>
        <p:grpSpPr>
          <a:xfrm>
            <a:off x="1367060" y="2246679"/>
            <a:ext cx="269262" cy="352050"/>
            <a:chOff x="1367060" y="2422129"/>
            <a:chExt cx="269262" cy="352050"/>
          </a:xfrm>
        </p:grpSpPr>
        <p:sp>
          <p:nvSpPr>
            <p:cNvPr id="11346" name="Google Shape;11346;p69"/>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7" name="Google Shape;11347;p69"/>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8" name="Google Shape;11348;p69"/>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9" name="Google Shape;11349;p69"/>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0" name="Google Shape;11350;p69"/>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1" name="Google Shape;11351;p69"/>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2" name="Google Shape;11352;p69"/>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3" name="Google Shape;11353;p69"/>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4" name="Google Shape;11354;p69"/>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5" name="Google Shape;11355;p69"/>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6" name="Google Shape;11356;p69"/>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7" name="Google Shape;11357;p69"/>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8" name="Google Shape;11358;p69"/>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9" name="Google Shape;11359;p69"/>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360" name="Google Shape;11360;p69"/>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361" name="Google Shape;11361;p69"/>
          <p:cNvGrpSpPr/>
          <p:nvPr/>
        </p:nvGrpSpPr>
        <p:grpSpPr>
          <a:xfrm>
            <a:off x="4882690" y="2249955"/>
            <a:ext cx="274572" cy="350682"/>
            <a:chOff x="4882690" y="2425405"/>
            <a:chExt cx="274572" cy="350682"/>
          </a:xfrm>
        </p:grpSpPr>
        <p:sp>
          <p:nvSpPr>
            <p:cNvPr id="11362" name="Google Shape;11362;p69"/>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3" name="Google Shape;11363;p69"/>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64" name="Google Shape;11364;p69"/>
          <p:cNvGrpSpPr/>
          <p:nvPr/>
        </p:nvGrpSpPr>
        <p:grpSpPr>
          <a:xfrm>
            <a:off x="6627639" y="2268434"/>
            <a:ext cx="355994" cy="313247"/>
            <a:chOff x="6627639" y="2443884"/>
            <a:chExt cx="355994" cy="313247"/>
          </a:xfrm>
        </p:grpSpPr>
        <p:sp>
          <p:nvSpPr>
            <p:cNvPr id="11365" name="Google Shape;11365;p69"/>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6" name="Google Shape;11366;p69"/>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7" name="Google Shape;11367;p69"/>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68" name="Google Shape;11368;p69"/>
          <p:cNvGrpSpPr/>
          <p:nvPr/>
        </p:nvGrpSpPr>
        <p:grpSpPr>
          <a:xfrm>
            <a:off x="6183451" y="2286690"/>
            <a:ext cx="351445" cy="277976"/>
            <a:chOff x="6183451" y="2462140"/>
            <a:chExt cx="351445" cy="277976"/>
          </a:xfrm>
        </p:grpSpPr>
        <p:sp>
          <p:nvSpPr>
            <p:cNvPr id="11369" name="Google Shape;11369;p69"/>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0" name="Google Shape;11370;p69"/>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1" name="Google Shape;11371;p69"/>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2" name="Google Shape;11372;p69"/>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3" name="Google Shape;11373;p69"/>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4" name="Google Shape;11374;p69"/>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5" name="Google Shape;11375;p69"/>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76" name="Google Shape;11376;p69"/>
          <p:cNvGrpSpPr/>
          <p:nvPr/>
        </p:nvGrpSpPr>
        <p:grpSpPr>
          <a:xfrm>
            <a:off x="5735477" y="2254408"/>
            <a:ext cx="353354" cy="341299"/>
            <a:chOff x="5735477" y="2429858"/>
            <a:chExt cx="353354" cy="341299"/>
          </a:xfrm>
        </p:grpSpPr>
        <p:sp>
          <p:nvSpPr>
            <p:cNvPr id="11377" name="Google Shape;11377;p69"/>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8" name="Google Shape;11378;p69"/>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9" name="Google Shape;11379;p69"/>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0" name="Google Shape;11380;p69"/>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1" name="Google Shape;11381;p69"/>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2" name="Google Shape;11382;p69"/>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83" name="Google Shape;11383;p69"/>
          <p:cNvGrpSpPr/>
          <p:nvPr/>
        </p:nvGrpSpPr>
        <p:grpSpPr>
          <a:xfrm>
            <a:off x="5243735" y="2271523"/>
            <a:ext cx="405255" cy="275498"/>
            <a:chOff x="5283337" y="2478774"/>
            <a:chExt cx="358633" cy="243912"/>
          </a:xfrm>
        </p:grpSpPr>
        <p:sp>
          <p:nvSpPr>
            <p:cNvPr id="11384" name="Google Shape;11384;p69"/>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5" name="Google Shape;11385;p69"/>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6" name="Google Shape;11386;p69"/>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7" name="Google Shape;11387;p69"/>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8" name="Google Shape;11388;p69"/>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9" name="Google Shape;11389;p69"/>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0" name="Google Shape;11390;p69"/>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1" name="Google Shape;11391;p69"/>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2" name="Google Shape;11392;p69"/>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3" name="Google Shape;11393;p69"/>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4" name="Google Shape;11394;p69"/>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5" name="Google Shape;11395;p69"/>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6" name="Google Shape;11396;p69"/>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7" name="Google Shape;11397;p69"/>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8" name="Google Shape;11398;p69"/>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9" name="Google Shape;11399;p69"/>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0" name="Google Shape;11400;p69"/>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01" name="Google Shape;11401;p69"/>
          <p:cNvGrpSpPr/>
          <p:nvPr/>
        </p:nvGrpSpPr>
        <p:grpSpPr>
          <a:xfrm>
            <a:off x="7964753" y="2295373"/>
            <a:ext cx="362068" cy="258670"/>
            <a:chOff x="7964753" y="2470823"/>
            <a:chExt cx="362068" cy="258670"/>
          </a:xfrm>
        </p:grpSpPr>
        <p:sp>
          <p:nvSpPr>
            <p:cNvPr id="11402" name="Google Shape;11402;p69"/>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3" name="Google Shape;11403;p69"/>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4" name="Google Shape;11404;p69"/>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5" name="Google Shape;11405;p69"/>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6" name="Google Shape;11406;p69"/>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7" name="Google Shape;11407;p69"/>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8" name="Google Shape;11408;p69"/>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9" name="Google Shape;11409;p69"/>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0" name="Google Shape;11410;p69"/>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11" name="Google Shape;11411;p69"/>
          <p:cNvGrpSpPr/>
          <p:nvPr/>
        </p:nvGrpSpPr>
        <p:grpSpPr>
          <a:xfrm>
            <a:off x="7524349" y="2280997"/>
            <a:ext cx="350332" cy="288948"/>
            <a:chOff x="7524349" y="2456447"/>
            <a:chExt cx="350332" cy="288948"/>
          </a:xfrm>
        </p:grpSpPr>
        <p:sp>
          <p:nvSpPr>
            <p:cNvPr id="11412" name="Google Shape;11412;p69"/>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3" name="Google Shape;11413;p69"/>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4" name="Google Shape;11414;p69"/>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5" name="Google Shape;11415;p69"/>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6" name="Google Shape;11416;p69"/>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17" name="Google Shape;11417;p69"/>
          <p:cNvGrpSpPr/>
          <p:nvPr/>
        </p:nvGrpSpPr>
        <p:grpSpPr>
          <a:xfrm>
            <a:off x="3972749" y="2719143"/>
            <a:ext cx="355230" cy="356725"/>
            <a:chOff x="3972749" y="2894211"/>
            <a:chExt cx="355230" cy="356725"/>
          </a:xfrm>
        </p:grpSpPr>
        <p:sp>
          <p:nvSpPr>
            <p:cNvPr id="11418" name="Google Shape;11418;p69"/>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9" name="Google Shape;11419;p69"/>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0" name="Google Shape;11420;p69"/>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1" name="Google Shape;11421;p69"/>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2" name="Google Shape;11422;p69"/>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23" name="Google Shape;11423;p69"/>
          <p:cNvGrpSpPr/>
          <p:nvPr/>
        </p:nvGrpSpPr>
        <p:grpSpPr>
          <a:xfrm>
            <a:off x="3527797" y="2743553"/>
            <a:ext cx="355993" cy="307904"/>
            <a:chOff x="3527797" y="2918796"/>
            <a:chExt cx="355993" cy="307904"/>
          </a:xfrm>
        </p:grpSpPr>
        <p:sp>
          <p:nvSpPr>
            <p:cNvPr id="11424" name="Google Shape;11424;p69"/>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5" name="Google Shape;11425;p69"/>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6" name="Google Shape;11426;p69"/>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7" name="Google Shape;11427;p69"/>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8" name="Google Shape;11428;p69"/>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9" name="Google Shape;11429;p69"/>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0" name="Google Shape;11430;p69"/>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1" name="Google Shape;11431;p69"/>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2" name="Google Shape;11432;p69"/>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3" name="Google Shape;11433;p69"/>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34" name="Google Shape;11434;p69"/>
          <p:cNvGrpSpPr/>
          <p:nvPr/>
        </p:nvGrpSpPr>
        <p:grpSpPr>
          <a:xfrm>
            <a:off x="3082845" y="2746336"/>
            <a:ext cx="356375" cy="302338"/>
            <a:chOff x="3082845" y="2920959"/>
            <a:chExt cx="356375" cy="302338"/>
          </a:xfrm>
        </p:grpSpPr>
        <p:sp>
          <p:nvSpPr>
            <p:cNvPr id="11435" name="Google Shape;11435;p69"/>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6" name="Google Shape;11436;p69"/>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37" name="Google Shape;11437;p69"/>
          <p:cNvGrpSpPr/>
          <p:nvPr/>
        </p:nvGrpSpPr>
        <p:grpSpPr>
          <a:xfrm>
            <a:off x="2639038" y="2719699"/>
            <a:ext cx="355612" cy="355612"/>
            <a:chOff x="2639038" y="2894942"/>
            <a:chExt cx="355612" cy="355612"/>
          </a:xfrm>
        </p:grpSpPr>
        <p:sp>
          <p:nvSpPr>
            <p:cNvPr id="11438" name="Google Shape;11438;p69"/>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9" name="Google Shape;11439;p69"/>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40" name="Google Shape;11440;p69"/>
          <p:cNvGrpSpPr/>
          <p:nvPr/>
        </p:nvGrpSpPr>
        <p:grpSpPr>
          <a:xfrm>
            <a:off x="2194468" y="2763622"/>
            <a:ext cx="355993" cy="267766"/>
            <a:chOff x="2194468" y="2938865"/>
            <a:chExt cx="355993" cy="267766"/>
          </a:xfrm>
        </p:grpSpPr>
        <p:sp>
          <p:nvSpPr>
            <p:cNvPr id="11441" name="Google Shape;11441;p69"/>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2" name="Google Shape;11442;p69"/>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3" name="Google Shape;11443;p69"/>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4" name="Google Shape;11444;p69"/>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5" name="Google Shape;11445;p69"/>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6" name="Google Shape;11446;p69"/>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7" name="Google Shape;11447;p69"/>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8" name="Google Shape;11448;p69"/>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9" name="Google Shape;11449;p69"/>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0" name="Google Shape;11450;p69"/>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1" name="Google Shape;11451;p69"/>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2" name="Google Shape;11452;p69"/>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3" name="Google Shape;11453;p69"/>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4" name="Google Shape;11454;p69"/>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5" name="Google Shape;11455;p69"/>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6" name="Google Shape;11456;p69"/>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7" name="Google Shape;11457;p69"/>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8" name="Google Shape;11458;p69"/>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9" name="Google Shape;11459;p69"/>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0" name="Google Shape;11460;p69"/>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61" name="Google Shape;11461;p69"/>
          <p:cNvGrpSpPr/>
          <p:nvPr/>
        </p:nvGrpSpPr>
        <p:grpSpPr>
          <a:xfrm>
            <a:off x="1749897" y="2719699"/>
            <a:ext cx="355994" cy="355611"/>
            <a:chOff x="1749897" y="2894561"/>
            <a:chExt cx="355994" cy="355611"/>
          </a:xfrm>
        </p:grpSpPr>
        <p:sp>
          <p:nvSpPr>
            <p:cNvPr id="11462" name="Google Shape;11462;p69"/>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3" name="Google Shape;11463;p69"/>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4" name="Google Shape;11464;p69"/>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5" name="Google Shape;11465;p69"/>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6" name="Google Shape;11466;p69"/>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7" name="Google Shape;11467;p69"/>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8" name="Google Shape;11468;p69"/>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9" name="Google Shape;11469;p69"/>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0" name="Google Shape;11470;p69"/>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1" name="Google Shape;11471;p69"/>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2" name="Google Shape;11472;p69"/>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73" name="Google Shape;11473;p69"/>
          <p:cNvGrpSpPr/>
          <p:nvPr/>
        </p:nvGrpSpPr>
        <p:grpSpPr>
          <a:xfrm>
            <a:off x="1305327" y="2718761"/>
            <a:ext cx="357520" cy="357488"/>
            <a:chOff x="1305327" y="2894211"/>
            <a:chExt cx="357520" cy="357488"/>
          </a:xfrm>
        </p:grpSpPr>
        <p:sp>
          <p:nvSpPr>
            <p:cNvPr id="11474" name="Google Shape;11474;p69"/>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5" name="Google Shape;11475;p69"/>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6" name="Google Shape;11476;p69"/>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7" name="Google Shape;11477;p69"/>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8" name="Google Shape;11478;p69"/>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79" name="Google Shape;11479;p69"/>
          <p:cNvGrpSpPr/>
          <p:nvPr/>
        </p:nvGrpSpPr>
        <p:grpSpPr>
          <a:xfrm>
            <a:off x="853950" y="2720860"/>
            <a:ext cx="364105" cy="353290"/>
            <a:chOff x="853950" y="2894720"/>
            <a:chExt cx="364105" cy="353290"/>
          </a:xfrm>
        </p:grpSpPr>
        <p:sp>
          <p:nvSpPr>
            <p:cNvPr id="11480" name="Google Shape;11480;p69"/>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1" name="Google Shape;11481;p69"/>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2" name="Google Shape;11482;p69"/>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3" name="Google Shape;11483;p69"/>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4" name="Google Shape;11484;p69"/>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5" name="Google Shape;11485;p69"/>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6" name="Google Shape;11486;p69"/>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87" name="Google Shape;11487;p69"/>
          <p:cNvGrpSpPr/>
          <p:nvPr/>
        </p:nvGrpSpPr>
        <p:grpSpPr>
          <a:xfrm>
            <a:off x="7066548" y="2737144"/>
            <a:ext cx="352209" cy="334939"/>
            <a:chOff x="7066548" y="2912594"/>
            <a:chExt cx="352209" cy="334939"/>
          </a:xfrm>
        </p:grpSpPr>
        <p:sp>
          <p:nvSpPr>
            <p:cNvPr id="11488" name="Google Shape;11488;p69"/>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9" name="Google Shape;11489;p69"/>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0" name="Google Shape;11490;p69"/>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1" name="Google Shape;11491;p69"/>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2" name="Google Shape;11492;p69"/>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3" name="Google Shape;11493;p69"/>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494" name="Google Shape;11494;p69"/>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5" name="Google Shape;11495;p69"/>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496" name="Google Shape;11496;p69"/>
          <p:cNvGrpSpPr/>
          <p:nvPr/>
        </p:nvGrpSpPr>
        <p:grpSpPr>
          <a:xfrm>
            <a:off x="7541397" y="2729352"/>
            <a:ext cx="318495" cy="352209"/>
            <a:chOff x="7541397" y="2904802"/>
            <a:chExt cx="318495" cy="352209"/>
          </a:xfrm>
        </p:grpSpPr>
        <p:sp>
          <p:nvSpPr>
            <p:cNvPr id="11497" name="Google Shape;11497;p69"/>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8" name="Google Shape;11498;p69"/>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99" name="Google Shape;11499;p69"/>
          <p:cNvGrpSpPr/>
          <p:nvPr/>
        </p:nvGrpSpPr>
        <p:grpSpPr>
          <a:xfrm>
            <a:off x="8003015" y="2728589"/>
            <a:ext cx="306759" cy="351444"/>
            <a:chOff x="8003015" y="2904039"/>
            <a:chExt cx="306759" cy="351444"/>
          </a:xfrm>
        </p:grpSpPr>
        <p:sp>
          <p:nvSpPr>
            <p:cNvPr id="11500" name="Google Shape;11500;p69"/>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1" name="Google Shape;11501;p69"/>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2" name="Google Shape;11502;p69"/>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3" name="Google Shape;11503;p69"/>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4" name="Google Shape;11504;p69"/>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5" name="Google Shape;11505;p69"/>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06" name="Google Shape;11506;p69"/>
          <p:cNvGrpSpPr/>
          <p:nvPr/>
        </p:nvGrpSpPr>
        <p:grpSpPr>
          <a:xfrm>
            <a:off x="5687770" y="2710046"/>
            <a:ext cx="369638" cy="369606"/>
            <a:chOff x="5687770" y="2885496"/>
            <a:chExt cx="369638" cy="369606"/>
          </a:xfrm>
        </p:grpSpPr>
        <p:sp>
          <p:nvSpPr>
            <p:cNvPr id="11507" name="Google Shape;11507;p69"/>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8" name="Google Shape;11508;p69"/>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9" name="Google Shape;11509;p69"/>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0" name="Google Shape;11510;p69"/>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1" name="Google Shape;11511;p69"/>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2" name="Google Shape;11512;p69"/>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3" name="Google Shape;11513;p69"/>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4" name="Google Shape;11514;p69"/>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5" name="Google Shape;11515;p69"/>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6" name="Google Shape;11516;p69"/>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17" name="Google Shape;11517;p69"/>
          <p:cNvGrpSpPr/>
          <p:nvPr/>
        </p:nvGrpSpPr>
        <p:grpSpPr>
          <a:xfrm>
            <a:off x="4881958" y="2729352"/>
            <a:ext cx="156417" cy="349537"/>
            <a:chOff x="4881958" y="2904802"/>
            <a:chExt cx="156417" cy="349537"/>
          </a:xfrm>
        </p:grpSpPr>
        <p:sp>
          <p:nvSpPr>
            <p:cNvPr id="11518" name="Google Shape;11518;p69"/>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9" name="Google Shape;11519;p69"/>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0" name="Google Shape;11520;p69"/>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1" name="Google Shape;11521;p69"/>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2" name="Google Shape;11522;p69"/>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3" name="Google Shape;11523;p69"/>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4" name="Google Shape;11524;p69"/>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25" name="Google Shape;11525;p69"/>
          <p:cNvGrpSpPr/>
          <p:nvPr/>
        </p:nvGrpSpPr>
        <p:grpSpPr>
          <a:xfrm>
            <a:off x="5230318" y="2711064"/>
            <a:ext cx="371133" cy="367443"/>
            <a:chOff x="5230318" y="2886514"/>
            <a:chExt cx="371133" cy="367443"/>
          </a:xfrm>
        </p:grpSpPr>
        <p:sp>
          <p:nvSpPr>
            <p:cNvPr id="11526" name="Google Shape;11526;p69"/>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7" name="Google Shape;11527;p69"/>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8" name="Google Shape;11528;p69"/>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9" name="Google Shape;11529;p69"/>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0" name="Google Shape;11530;p69"/>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1" name="Google Shape;11531;p69"/>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2" name="Google Shape;11532;p69"/>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3" name="Google Shape;11533;p69"/>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4" name="Google Shape;11534;p69"/>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35" name="Google Shape;11535;p69"/>
          <p:cNvGrpSpPr/>
          <p:nvPr/>
        </p:nvGrpSpPr>
        <p:grpSpPr>
          <a:xfrm>
            <a:off x="5748358" y="3259128"/>
            <a:ext cx="352590" cy="182560"/>
            <a:chOff x="5748358" y="3434578"/>
            <a:chExt cx="352590" cy="182560"/>
          </a:xfrm>
        </p:grpSpPr>
        <p:sp>
          <p:nvSpPr>
            <p:cNvPr id="11536" name="Google Shape;11536;p69"/>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7" name="Google Shape;11537;p69"/>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8" name="Google Shape;11538;p69"/>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9" name="Google Shape;11539;p69"/>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0" name="Google Shape;11540;p69"/>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1" name="Google Shape;11541;p69"/>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42" name="Google Shape;11542;p69"/>
          <p:cNvGrpSpPr/>
          <p:nvPr/>
        </p:nvGrpSpPr>
        <p:grpSpPr>
          <a:xfrm>
            <a:off x="862283" y="4099321"/>
            <a:ext cx="341204" cy="359301"/>
            <a:chOff x="862283" y="4274771"/>
            <a:chExt cx="341204" cy="359301"/>
          </a:xfrm>
        </p:grpSpPr>
        <p:sp>
          <p:nvSpPr>
            <p:cNvPr id="11543" name="Google Shape;11543;p69"/>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4" name="Google Shape;11544;p69"/>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5" name="Google Shape;11545;p69"/>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46" name="Google Shape;11546;p69"/>
          <p:cNvGrpSpPr/>
          <p:nvPr/>
        </p:nvGrpSpPr>
        <p:grpSpPr>
          <a:xfrm>
            <a:off x="1396957" y="4111915"/>
            <a:ext cx="301862" cy="332871"/>
            <a:chOff x="1396957" y="4287365"/>
            <a:chExt cx="301862" cy="332871"/>
          </a:xfrm>
        </p:grpSpPr>
        <p:sp>
          <p:nvSpPr>
            <p:cNvPr id="11547" name="Google Shape;11547;p69"/>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8" name="Google Shape;11548;p69"/>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9" name="Google Shape;11549;p69"/>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0" name="Google Shape;11550;p69"/>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1" name="Google Shape;11551;p69"/>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2" name="Google Shape;11552;p69"/>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3" name="Google Shape;11553;p69"/>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4" name="Google Shape;11554;p69"/>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5" name="Google Shape;11555;p69"/>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6" name="Google Shape;11556;p69"/>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7" name="Google Shape;11557;p69"/>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8" name="Google Shape;11558;p69"/>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9" name="Google Shape;11559;p69"/>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0" name="Google Shape;11560;p69"/>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1" name="Google Shape;11561;p69"/>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62" name="Google Shape;11562;p69"/>
          <p:cNvGrpSpPr/>
          <p:nvPr/>
        </p:nvGrpSpPr>
        <p:grpSpPr>
          <a:xfrm>
            <a:off x="1865381" y="4102056"/>
            <a:ext cx="396131" cy="355612"/>
            <a:chOff x="1865381" y="4277506"/>
            <a:chExt cx="396131" cy="355612"/>
          </a:xfrm>
        </p:grpSpPr>
        <p:sp>
          <p:nvSpPr>
            <p:cNvPr id="11563" name="Google Shape;11563;p69"/>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4" name="Google Shape;11564;p69"/>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5" name="Google Shape;11565;p69"/>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6" name="Google Shape;11566;p69"/>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7" name="Google Shape;11567;p69"/>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8" name="Google Shape;11568;p69"/>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69" name="Google Shape;11569;p69"/>
          <p:cNvGrpSpPr/>
          <p:nvPr/>
        </p:nvGrpSpPr>
        <p:grpSpPr>
          <a:xfrm>
            <a:off x="2411823" y="4128549"/>
            <a:ext cx="334398" cy="299954"/>
            <a:chOff x="2411823" y="4303999"/>
            <a:chExt cx="334398" cy="299954"/>
          </a:xfrm>
        </p:grpSpPr>
        <p:sp>
          <p:nvSpPr>
            <p:cNvPr id="11570" name="Google Shape;11570;p69"/>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1" name="Google Shape;11571;p69"/>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2" name="Google Shape;11572;p69"/>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3" name="Google Shape;11573;p69"/>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4" name="Google Shape;11574;p69"/>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5" name="Google Shape;11575;p69"/>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6" name="Google Shape;11576;p69"/>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77" name="Google Shape;11577;p69"/>
          <p:cNvGrpSpPr/>
          <p:nvPr/>
        </p:nvGrpSpPr>
        <p:grpSpPr>
          <a:xfrm>
            <a:off x="2903337" y="4103582"/>
            <a:ext cx="382519" cy="350682"/>
            <a:chOff x="2903337" y="4279032"/>
            <a:chExt cx="382519" cy="350682"/>
          </a:xfrm>
        </p:grpSpPr>
        <p:sp>
          <p:nvSpPr>
            <p:cNvPr id="11578" name="Google Shape;11578;p69"/>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9" name="Google Shape;11579;p69"/>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0" name="Google Shape;11580;p69"/>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1" name="Google Shape;11581;p69"/>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2" name="Google Shape;11582;p69"/>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3" name="Google Shape;11583;p69"/>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4" name="Google Shape;11584;p69"/>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5" name="Google Shape;11585;p69"/>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6" name="Google Shape;11586;p69"/>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7" name="Google Shape;11587;p69"/>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8" name="Google Shape;11588;p69"/>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9" name="Google Shape;11589;p69"/>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0" name="Google Shape;11590;p69"/>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1" name="Google Shape;11591;p69"/>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2" name="Google Shape;11592;p69"/>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93" name="Google Shape;11593;p69"/>
          <p:cNvGrpSpPr/>
          <p:nvPr/>
        </p:nvGrpSpPr>
        <p:grpSpPr>
          <a:xfrm>
            <a:off x="3933342" y="4140317"/>
            <a:ext cx="383632" cy="276449"/>
            <a:chOff x="3933342" y="4315767"/>
            <a:chExt cx="383632" cy="276449"/>
          </a:xfrm>
        </p:grpSpPr>
        <p:sp>
          <p:nvSpPr>
            <p:cNvPr id="11594" name="Google Shape;11594;p69"/>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5" name="Google Shape;11595;p69"/>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6" name="Google Shape;11596;p69"/>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7" name="Google Shape;11597;p69"/>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8" name="Google Shape;11598;p69"/>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9" name="Google Shape;11599;p69"/>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00" name="Google Shape;11600;p69"/>
          <p:cNvGrpSpPr/>
          <p:nvPr/>
        </p:nvGrpSpPr>
        <p:grpSpPr>
          <a:xfrm>
            <a:off x="3441065" y="4127055"/>
            <a:ext cx="337069" cy="302592"/>
            <a:chOff x="3441065" y="4302505"/>
            <a:chExt cx="337069" cy="302592"/>
          </a:xfrm>
        </p:grpSpPr>
        <p:sp>
          <p:nvSpPr>
            <p:cNvPr id="11601" name="Google Shape;11601;p69"/>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2" name="Google Shape;11602;p69"/>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3" name="Google Shape;11603;p69"/>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4" name="Google Shape;11604;p69"/>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5" name="Google Shape;11605;p69"/>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6" name="Google Shape;11606;p69"/>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7" name="Google Shape;11607;p69"/>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8" name="Google Shape;11608;p69"/>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9" name="Google Shape;11609;p69"/>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0" name="Google Shape;11610;p69"/>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1" name="Google Shape;11611;p69"/>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2" name="Google Shape;11612;p69"/>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3" name="Google Shape;11613;p69"/>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14" name="Google Shape;11614;p69"/>
          <p:cNvGrpSpPr/>
          <p:nvPr/>
        </p:nvGrpSpPr>
        <p:grpSpPr>
          <a:xfrm>
            <a:off x="3532345" y="3187185"/>
            <a:ext cx="339328" cy="336275"/>
            <a:chOff x="3532345" y="3362635"/>
            <a:chExt cx="339328" cy="336275"/>
          </a:xfrm>
        </p:grpSpPr>
        <p:sp>
          <p:nvSpPr>
            <p:cNvPr id="11615" name="Google Shape;11615;p69"/>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6" name="Google Shape;11616;p69"/>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7" name="Google Shape;11617;p69"/>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8" name="Google Shape;11618;p69"/>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9" name="Google Shape;11619;p69"/>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620" name="Google Shape;11620;p69"/>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621" name="Google Shape;11621;p69"/>
          <p:cNvGrpSpPr/>
          <p:nvPr/>
        </p:nvGrpSpPr>
        <p:grpSpPr>
          <a:xfrm>
            <a:off x="1883955" y="3633250"/>
            <a:ext cx="162873" cy="351446"/>
            <a:chOff x="1883955" y="3808700"/>
            <a:chExt cx="162873" cy="351446"/>
          </a:xfrm>
        </p:grpSpPr>
        <p:sp>
          <p:nvSpPr>
            <p:cNvPr id="11622" name="Google Shape;11622;p69"/>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3" name="Google Shape;11623;p69"/>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24" name="Google Shape;11624;p69"/>
          <p:cNvGrpSpPr/>
          <p:nvPr/>
        </p:nvGrpSpPr>
        <p:grpSpPr>
          <a:xfrm>
            <a:off x="939156" y="3633759"/>
            <a:ext cx="192007" cy="351318"/>
            <a:chOff x="939156" y="3809209"/>
            <a:chExt cx="192007" cy="351318"/>
          </a:xfrm>
        </p:grpSpPr>
        <p:sp>
          <p:nvSpPr>
            <p:cNvPr id="11625" name="Google Shape;11625;p69"/>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6" name="Google Shape;11626;p69"/>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27" name="Google Shape;11627;p69"/>
          <p:cNvGrpSpPr/>
          <p:nvPr/>
        </p:nvGrpSpPr>
        <p:grpSpPr>
          <a:xfrm>
            <a:off x="2306167" y="3634395"/>
            <a:ext cx="193915" cy="349155"/>
            <a:chOff x="2306167" y="3809845"/>
            <a:chExt cx="193915" cy="349155"/>
          </a:xfrm>
        </p:grpSpPr>
        <p:sp>
          <p:nvSpPr>
            <p:cNvPr id="11628" name="Google Shape;11628;p69"/>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9" name="Google Shape;11629;p69"/>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0" name="Google Shape;11630;p69"/>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1" name="Google Shape;11631;p69"/>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2" name="Google Shape;11632;p69"/>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3" name="Google Shape;11633;p69"/>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4" name="Google Shape;11634;p69"/>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35" name="Google Shape;11635;p69"/>
          <p:cNvGrpSpPr/>
          <p:nvPr/>
        </p:nvGrpSpPr>
        <p:grpSpPr>
          <a:xfrm>
            <a:off x="1323901" y="3631723"/>
            <a:ext cx="356343" cy="356757"/>
            <a:chOff x="1323901" y="3807173"/>
            <a:chExt cx="356343" cy="356757"/>
          </a:xfrm>
        </p:grpSpPr>
        <p:sp>
          <p:nvSpPr>
            <p:cNvPr id="11636" name="Google Shape;11636;p69"/>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7" name="Google Shape;11637;p69"/>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8" name="Google Shape;11638;p69"/>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9" name="Google Shape;11639;p69"/>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0" name="Google Shape;11640;p69"/>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1" name="Google Shape;11641;p69"/>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2" name="Google Shape;11642;p69"/>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3" name="Google Shape;11643;p69"/>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4" name="Google Shape;11644;p69"/>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5" name="Google Shape;11645;p69"/>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6" name="Google Shape;11646;p69"/>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7" name="Google Shape;11647;p69"/>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8" name="Google Shape;11648;p69"/>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9" name="Google Shape;11649;p69"/>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0" name="Google Shape;11650;p69"/>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1" name="Google Shape;11651;p69"/>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2" name="Google Shape;11652;p69"/>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3" name="Google Shape;11653;p69"/>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4" name="Google Shape;11654;p69"/>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5" name="Google Shape;11655;p69"/>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6" name="Google Shape;11656;p69"/>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7" name="Google Shape;11657;p69"/>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8" name="Google Shape;11658;p69"/>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9" name="Google Shape;11659;p69"/>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660" name="Google Shape;11660;p69"/>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661" name="Google Shape;11661;p69"/>
          <p:cNvGrpSpPr/>
          <p:nvPr/>
        </p:nvGrpSpPr>
        <p:grpSpPr>
          <a:xfrm>
            <a:off x="859262" y="3178470"/>
            <a:ext cx="306759" cy="351446"/>
            <a:chOff x="859262" y="3353920"/>
            <a:chExt cx="306759" cy="351446"/>
          </a:xfrm>
        </p:grpSpPr>
        <p:sp>
          <p:nvSpPr>
            <p:cNvPr id="11662" name="Google Shape;11662;p69"/>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3" name="Google Shape;11663;p69"/>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4" name="Google Shape;11664;p69"/>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5" name="Google Shape;11665;p69"/>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6" name="Google Shape;11666;p69"/>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667" name="Google Shape;11667;p69"/>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668" name="Google Shape;11668;p69"/>
          <p:cNvGrpSpPr/>
          <p:nvPr/>
        </p:nvGrpSpPr>
        <p:grpSpPr>
          <a:xfrm>
            <a:off x="3967437" y="3661652"/>
            <a:ext cx="364709" cy="295404"/>
            <a:chOff x="3967437" y="3837102"/>
            <a:chExt cx="364709" cy="295404"/>
          </a:xfrm>
        </p:grpSpPr>
        <p:sp>
          <p:nvSpPr>
            <p:cNvPr id="11669" name="Google Shape;11669;p69"/>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0" name="Google Shape;11670;p69"/>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1" name="Google Shape;11671;p69"/>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2" name="Google Shape;11672;p69"/>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3" name="Google Shape;11673;p69"/>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674" name="Google Shape;11674;p69"/>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5" name="Google Shape;11675;p69"/>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6" name="Google Shape;11676;p69"/>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677" name="Google Shape;11677;p69"/>
          <p:cNvGrpSpPr/>
          <p:nvPr/>
        </p:nvGrpSpPr>
        <p:grpSpPr>
          <a:xfrm>
            <a:off x="5811827" y="3631001"/>
            <a:ext cx="283743" cy="308444"/>
            <a:chOff x="5964227" y="3858701"/>
            <a:chExt cx="283743" cy="308444"/>
          </a:xfrm>
        </p:grpSpPr>
        <p:sp>
          <p:nvSpPr>
            <p:cNvPr id="11678" name="Google Shape;11678;p69"/>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9" name="Google Shape;11679;p69"/>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0" name="Google Shape;11680;p69"/>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1" name="Google Shape;11681;p69"/>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82" name="Google Shape;11682;p69"/>
          <p:cNvGrpSpPr/>
          <p:nvPr/>
        </p:nvGrpSpPr>
        <p:grpSpPr>
          <a:xfrm>
            <a:off x="6243508" y="3697623"/>
            <a:ext cx="320372" cy="213602"/>
            <a:chOff x="6395908" y="3873073"/>
            <a:chExt cx="320372" cy="213602"/>
          </a:xfrm>
        </p:grpSpPr>
        <p:sp>
          <p:nvSpPr>
            <p:cNvPr id="11683" name="Google Shape;11683;p69"/>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4" name="Google Shape;11684;p69"/>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5" name="Google Shape;11685;p69"/>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6" name="Google Shape;11686;p69"/>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7" name="Google Shape;11687;p69"/>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8" name="Google Shape;11688;p69"/>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9" name="Google Shape;11689;p69"/>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0" name="Google Shape;11690;p69"/>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1" name="Google Shape;11691;p69"/>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2" name="Google Shape;11692;p69"/>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93" name="Google Shape;11693;p69"/>
          <p:cNvGrpSpPr/>
          <p:nvPr/>
        </p:nvGrpSpPr>
        <p:grpSpPr>
          <a:xfrm>
            <a:off x="7262890" y="3627366"/>
            <a:ext cx="357138" cy="352018"/>
            <a:chOff x="7415290" y="3802816"/>
            <a:chExt cx="357138" cy="352018"/>
          </a:xfrm>
        </p:grpSpPr>
        <p:sp>
          <p:nvSpPr>
            <p:cNvPr id="11694" name="Google Shape;11694;p69"/>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5" name="Google Shape;11695;p69"/>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6" name="Google Shape;11696;p69"/>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7" name="Google Shape;11697;p69"/>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8" name="Google Shape;11698;p69"/>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9" name="Google Shape;11699;p69"/>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0" name="Google Shape;11700;p69"/>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1" name="Google Shape;11701;p69"/>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02" name="Google Shape;11702;p69"/>
          <p:cNvGrpSpPr/>
          <p:nvPr/>
        </p:nvGrpSpPr>
        <p:grpSpPr>
          <a:xfrm>
            <a:off x="6737312" y="3657963"/>
            <a:ext cx="355230" cy="293401"/>
            <a:chOff x="6889712" y="3833413"/>
            <a:chExt cx="355230" cy="293401"/>
          </a:xfrm>
        </p:grpSpPr>
        <p:sp>
          <p:nvSpPr>
            <p:cNvPr id="11703" name="Google Shape;11703;p69"/>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4" name="Google Shape;11704;p69"/>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5" name="Google Shape;11705;p69"/>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6" name="Google Shape;11706;p69"/>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7" name="Google Shape;11707;p69"/>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08" name="Google Shape;11708;p69"/>
          <p:cNvGrpSpPr/>
          <p:nvPr/>
        </p:nvGrpSpPr>
        <p:grpSpPr>
          <a:xfrm>
            <a:off x="7707152" y="3660420"/>
            <a:ext cx="282318" cy="337168"/>
            <a:chOff x="1635875" y="237775"/>
            <a:chExt cx="4370250" cy="5219325"/>
          </a:xfrm>
        </p:grpSpPr>
        <p:sp>
          <p:nvSpPr>
            <p:cNvPr id="11709" name="Google Shape;11709;p69"/>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0" name="Google Shape;11710;p69"/>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11" name="Google Shape;11711;p69"/>
          <p:cNvGrpSpPr/>
          <p:nvPr/>
        </p:nvGrpSpPr>
        <p:grpSpPr>
          <a:xfrm>
            <a:off x="3103963" y="3185690"/>
            <a:ext cx="297886" cy="337578"/>
            <a:chOff x="3103963" y="3361140"/>
            <a:chExt cx="297886" cy="337578"/>
          </a:xfrm>
        </p:grpSpPr>
        <p:sp>
          <p:nvSpPr>
            <p:cNvPr id="11712" name="Google Shape;11712;p69"/>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3" name="Google Shape;11713;p69"/>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4" name="Google Shape;11714;p69"/>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5" name="Google Shape;11715;p69"/>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6" name="Google Shape;11716;p69"/>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7" name="Google Shape;11717;p69"/>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8" name="Google Shape;11718;p69"/>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9" name="Google Shape;11719;p69"/>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0" name="Google Shape;11720;p69"/>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1" name="Google Shape;11721;p69"/>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2" name="Google Shape;11722;p69"/>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3" name="Google Shape;11723;p69"/>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4" name="Google Shape;11724;p69"/>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5" name="Google Shape;11725;p69"/>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6" name="Google Shape;11726;p69"/>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7" name="Google Shape;11727;p69"/>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8" name="Google Shape;11728;p69"/>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9" name="Google Shape;11729;p69"/>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0" name="Google Shape;11730;p69"/>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1" name="Google Shape;11731;p69"/>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2" name="Google Shape;11732;p69"/>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3" name="Google Shape;11733;p69"/>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4" name="Google Shape;11734;p69"/>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5" name="Google Shape;11735;p69"/>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36" name="Google Shape;11736;p69"/>
          <p:cNvGrpSpPr/>
          <p:nvPr/>
        </p:nvGrpSpPr>
        <p:grpSpPr>
          <a:xfrm>
            <a:off x="2667821" y="3185658"/>
            <a:ext cx="273046" cy="337801"/>
            <a:chOff x="2667821" y="3361108"/>
            <a:chExt cx="273046" cy="337801"/>
          </a:xfrm>
        </p:grpSpPr>
        <p:sp>
          <p:nvSpPr>
            <p:cNvPr id="11737" name="Google Shape;11737;p69"/>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8" name="Google Shape;11738;p69"/>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9" name="Google Shape;11739;p69"/>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0" name="Google Shape;11740;p69"/>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1" name="Google Shape;11741;p69"/>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2" name="Google Shape;11742;p69"/>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3" name="Google Shape;11743;p69"/>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4" name="Google Shape;11744;p69"/>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5" name="Google Shape;11745;p69"/>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6" name="Google Shape;11746;p69"/>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7" name="Google Shape;11747;p69"/>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8" name="Google Shape;11748;p69"/>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9" name="Google Shape;11749;p69"/>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0" name="Google Shape;11750;p69"/>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1" name="Google Shape;11751;p69"/>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2" name="Google Shape;11752;p69"/>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3" name="Google Shape;11753;p69"/>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4" name="Google Shape;11754;p69"/>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5" name="Google Shape;11755;p69"/>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56" name="Google Shape;11756;p69"/>
          <p:cNvGrpSpPr/>
          <p:nvPr/>
        </p:nvGrpSpPr>
        <p:grpSpPr>
          <a:xfrm>
            <a:off x="2212469" y="3184863"/>
            <a:ext cx="282715" cy="338659"/>
            <a:chOff x="2212469" y="3360313"/>
            <a:chExt cx="282715" cy="338659"/>
          </a:xfrm>
        </p:grpSpPr>
        <p:sp>
          <p:nvSpPr>
            <p:cNvPr id="11757" name="Google Shape;11757;p69"/>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8" name="Google Shape;11758;p69"/>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9" name="Google Shape;11759;p69"/>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60" name="Google Shape;11760;p69"/>
          <p:cNvGrpSpPr/>
          <p:nvPr/>
        </p:nvGrpSpPr>
        <p:grpSpPr>
          <a:xfrm>
            <a:off x="1768821" y="3185658"/>
            <a:ext cx="278739" cy="339074"/>
            <a:chOff x="1768821" y="3361108"/>
            <a:chExt cx="278739" cy="339074"/>
          </a:xfrm>
        </p:grpSpPr>
        <p:sp>
          <p:nvSpPr>
            <p:cNvPr id="11761" name="Google Shape;11761;p69"/>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2" name="Google Shape;11762;p69"/>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3" name="Google Shape;11763;p69"/>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4" name="Google Shape;11764;p69"/>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5" name="Google Shape;11765;p69"/>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6" name="Google Shape;11766;p69"/>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7" name="Google Shape;11767;p69"/>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8" name="Google Shape;11768;p69"/>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9" name="Google Shape;11769;p69"/>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0" name="Google Shape;11770;p69"/>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1" name="Google Shape;11771;p69"/>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72" name="Google Shape;11772;p69"/>
          <p:cNvGrpSpPr/>
          <p:nvPr/>
        </p:nvGrpSpPr>
        <p:grpSpPr>
          <a:xfrm>
            <a:off x="5337883" y="3161423"/>
            <a:ext cx="307141" cy="376826"/>
            <a:chOff x="5337883" y="3336873"/>
            <a:chExt cx="307141" cy="376826"/>
          </a:xfrm>
        </p:grpSpPr>
        <p:sp>
          <p:nvSpPr>
            <p:cNvPr id="11773" name="Google Shape;11773;p69"/>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4" name="Google Shape;11774;p69"/>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75" name="Google Shape;11775;p69"/>
          <p:cNvGrpSpPr/>
          <p:nvPr/>
        </p:nvGrpSpPr>
        <p:grpSpPr>
          <a:xfrm>
            <a:off x="4883835" y="3161805"/>
            <a:ext cx="323425" cy="377556"/>
            <a:chOff x="4883835" y="3337255"/>
            <a:chExt cx="323425" cy="377556"/>
          </a:xfrm>
        </p:grpSpPr>
        <p:sp>
          <p:nvSpPr>
            <p:cNvPr id="11776" name="Google Shape;11776;p69"/>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7" name="Google Shape;11777;p69"/>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8" name="Google Shape;11778;p69"/>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79" name="Google Shape;11779;p69"/>
          <p:cNvGrpSpPr/>
          <p:nvPr/>
        </p:nvGrpSpPr>
        <p:grpSpPr>
          <a:xfrm>
            <a:off x="6193310" y="3231839"/>
            <a:ext cx="352590" cy="237488"/>
            <a:chOff x="6193310" y="3407289"/>
            <a:chExt cx="352590" cy="237488"/>
          </a:xfrm>
        </p:grpSpPr>
        <p:sp>
          <p:nvSpPr>
            <p:cNvPr id="11780" name="Google Shape;11780;p69"/>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1" name="Google Shape;11781;p69"/>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2" name="Google Shape;11782;p69"/>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3" name="Google Shape;11783;p69"/>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4" name="Google Shape;11784;p69"/>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85" name="Google Shape;11785;p69"/>
          <p:cNvGrpSpPr/>
          <p:nvPr/>
        </p:nvGrpSpPr>
        <p:grpSpPr>
          <a:xfrm>
            <a:off x="6637117" y="3222393"/>
            <a:ext cx="353735" cy="254504"/>
            <a:chOff x="6637117" y="3397843"/>
            <a:chExt cx="353735" cy="254504"/>
          </a:xfrm>
        </p:grpSpPr>
        <p:sp>
          <p:nvSpPr>
            <p:cNvPr id="11786" name="Google Shape;11786;p69"/>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7" name="Google Shape;11787;p69"/>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8" name="Google Shape;11788;p69"/>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9" name="Google Shape;11789;p69"/>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0" name="Google Shape;11790;p69"/>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1" name="Google Shape;11791;p69"/>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92" name="Google Shape;11792;p69"/>
          <p:cNvGrpSpPr/>
          <p:nvPr/>
        </p:nvGrpSpPr>
        <p:grpSpPr>
          <a:xfrm>
            <a:off x="7075994" y="3174081"/>
            <a:ext cx="360637" cy="352336"/>
            <a:chOff x="7075994" y="3349531"/>
            <a:chExt cx="360637" cy="352336"/>
          </a:xfrm>
        </p:grpSpPr>
        <p:sp>
          <p:nvSpPr>
            <p:cNvPr id="11793" name="Google Shape;11793;p69"/>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4" name="Google Shape;11794;p69"/>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5" name="Google Shape;11795;p69"/>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6" name="Google Shape;11796;p69"/>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7" name="Google Shape;11797;p69"/>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8" name="Google Shape;11798;p69"/>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9" name="Google Shape;11799;p69"/>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00" name="Google Shape;11800;p69"/>
          <p:cNvGrpSpPr/>
          <p:nvPr/>
        </p:nvGrpSpPr>
        <p:grpSpPr>
          <a:xfrm>
            <a:off x="7651983" y="3173731"/>
            <a:ext cx="107182" cy="352400"/>
            <a:chOff x="7651983" y="3349181"/>
            <a:chExt cx="107182" cy="352400"/>
          </a:xfrm>
        </p:grpSpPr>
        <p:sp>
          <p:nvSpPr>
            <p:cNvPr id="11801" name="Google Shape;11801;p69"/>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2" name="Google Shape;11802;p69"/>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03" name="Google Shape;11803;p69"/>
          <p:cNvGrpSpPr/>
          <p:nvPr/>
        </p:nvGrpSpPr>
        <p:grpSpPr>
          <a:xfrm>
            <a:off x="7973468" y="3206872"/>
            <a:ext cx="352590" cy="287072"/>
            <a:chOff x="7973468" y="3382322"/>
            <a:chExt cx="352590" cy="287072"/>
          </a:xfrm>
        </p:grpSpPr>
        <p:sp>
          <p:nvSpPr>
            <p:cNvPr id="11804" name="Google Shape;11804;p69"/>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5" name="Google Shape;11805;p69"/>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6" name="Google Shape;11806;p69"/>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7" name="Google Shape;11807;p69"/>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8" name="Google Shape;11808;p69"/>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9" name="Google Shape;11809;p69"/>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0" name="Google Shape;11810;p69"/>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1" name="Google Shape;11811;p69"/>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2" name="Google Shape;11812;p69"/>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3" name="Google Shape;11813;p69"/>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4" name="Google Shape;11814;p69"/>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5" name="Google Shape;11815;p69"/>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816" name="Google Shape;11816;p69"/>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 sz="2400" b="0" i="0" u="none" strike="noStrike" cap="none">
                <a:solidFill>
                  <a:srgbClr val="FFFFFF"/>
                </a:solidFill>
                <a:latin typeface="Arial"/>
                <a:ea typeface="Arial"/>
                <a:cs typeface="Arial"/>
                <a:sym typeface="Arial"/>
              </a:rPr>
              <a:t>Creative Process Icons</a:t>
            </a:r>
            <a:endParaRPr sz="2400" b="0" i="0" u="none" strike="noStrike" cap="none">
              <a:solidFill>
                <a:srgbClr val="FFFFFF"/>
              </a:solidFill>
              <a:latin typeface="Arial"/>
              <a:ea typeface="Arial"/>
              <a:cs typeface="Arial"/>
              <a:sym typeface="Arial"/>
            </a:endParaRPr>
          </a:p>
        </p:txBody>
      </p:sp>
      <p:sp>
        <p:nvSpPr>
          <p:cNvPr id="11817" name="Google Shape;11817;p69"/>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 sz="2400" b="0" i="0" u="none" strike="noStrike" cap="none">
                <a:solidFill>
                  <a:srgbClr val="FFFFFF"/>
                </a:solidFill>
                <a:latin typeface="Arial"/>
                <a:ea typeface="Arial"/>
                <a:cs typeface="Arial"/>
                <a:sym typeface="Arial"/>
              </a:rPr>
              <a:t>Performing Arts Icons</a:t>
            </a:r>
            <a:endParaRPr sz="2400" b="0" i="0" u="none" strike="noStrike" cap="none">
              <a:solidFill>
                <a:srgbClr val="FFFFFF"/>
              </a:solidFill>
              <a:latin typeface="Arial"/>
              <a:ea typeface="Arial"/>
              <a:cs typeface="Arial"/>
              <a:sym typeface="Arial"/>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821"/>
        <p:cNvGrpSpPr/>
        <p:nvPr/>
      </p:nvGrpSpPr>
      <p:grpSpPr>
        <a:xfrm>
          <a:off x="0" y="0"/>
          <a:ext cx="0" cy="0"/>
          <a:chOff x="0" y="0"/>
          <a:chExt cx="0" cy="0"/>
        </a:xfrm>
      </p:grpSpPr>
      <p:grpSp>
        <p:nvGrpSpPr>
          <p:cNvPr id="11822" name="Google Shape;11822;p70"/>
          <p:cNvGrpSpPr/>
          <p:nvPr/>
        </p:nvGrpSpPr>
        <p:grpSpPr>
          <a:xfrm>
            <a:off x="821808" y="1576858"/>
            <a:ext cx="347872" cy="347488"/>
            <a:chOff x="849677" y="1500658"/>
            <a:chExt cx="347872" cy="347488"/>
          </a:xfrm>
        </p:grpSpPr>
        <p:sp>
          <p:nvSpPr>
            <p:cNvPr id="11823" name="Google Shape;11823;p70"/>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4" name="Google Shape;11824;p70"/>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5" name="Google Shape;11825;p70"/>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6" name="Google Shape;11826;p70"/>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7" name="Google Shape;11827;p70"/>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8" name="Google Shape;11828;p70"/>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29" name="Google Shape;11829;p70"/>
          <p:cNvGrpSpPr/>
          <p:nvPr/>
        </p:nvGrpSpPr>
        <p:grpSpPr>
          <a:xfrm>
            <a:off x="1387984" y="1576858"/>
            <a:ext cx="315872" cy="347488"/>
            <a:chOff x="1415853" y="1500658"/>
            <a:chExt cx="315872" cy="347488"/>
          </a:xfrm>
        </p:grpSpPr>
        <p:sp>
          <p:nvSpPr>
            <p:cNvPr id="11830" name="Google Shape;11830;p70"/>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1" name="Google Shape;11831;p70"/>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2" name="Google Shape;11832;p70"/>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3" name="Google Shape;11833;p70"/>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34" name="Google Shape;11834;p70"/>
          <p:cNvGrpSpPr/>
          <p:nvPr/>
        </p:nvGrpSpPr>
        <p:grpSpPr>
          <a:xfrm>
            <a:off x="4669520" y="1576858"/>
            <a:ext cx="347520" cy="347104"/>
            <a:chOff x="4697389" y="1500658"/>
            <a:chExt cx="347520" cy="347104"/>
          </a:xfrm>
        </p:grpSpPr>
        <p:sp>
          <p:nvSpPr>
            <p:cNvPr id="11835" name="Google Shape;11835;p70"/>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6" name="Google Shape;11836;p70"/>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7" name="Google Shape;11837;p70"/>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38" name="Google Shape;11838;p70"/>
          <p:cNvGrpSpPr/>
          <p:nvPr/>
        </p:nvGrpSpPr>
        <p:grpSpPr>
          <a:xfrm>
            <a:off x="3575664" y="2041146"/>
            <a:ext cx="347520" cy="353760"/>
            <a:chOff x="3603533" y="1964946"/>
            <a:chExt cx="347520" cy="353760"/>
          </a:xfrm>
        </p:grpSpPr>
        <p:sp>
          <p:nvSpPr>
            <p:cNvPr id="11839" name="Google Shape;11839;p70"/>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0" name="Google Shape;11840;p70"/>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1" name="Google Shape;11841;p70"/>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42" name="Google Shape;11842;p70"/>
          <p:cNvGrpSpPr/>
          <p:nvPr/>
        </p:nvGrpSpPr>
        <p:grpSpPr>
          <a:xfrm>
            <a:off x="1922896" y="2040538"/>
            <a:ext cx="357792" cy="352448"/>
            <a:chOff x="1950765" y="1964338"/>
            <a:chExt cx="357792" cy="352448"/>
          </a:xfrm>
        </p:grpSpPr>
        <p:sp>
          <p:nvSpPr>
            <p:cNvPr id="11843" name="Google Shape;11843;p70"/>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4" name="Google Shape;11844;p70"/>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5" name="Google Shape;11845;p70"/>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6" name="Google Shape;11846;p70"/>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47" name="Google Shape;11847;p70"/>
          <p:cNvGrpSpPr/>
          <p:nvPr/>
        </p:nvGrpSpPr>
        <p:grpSpPr>
          <a:xfrm>
            <a:off x="7407760" y="2040890"/>
            <a:ext cx="367712" cy="353248"/>
            <a:chOff x="7435629" y="1964690"/>
            <a:chExt cx="367712" cy="353248"/>
          </a:xfrm>
        </p:grpSpPr>
        <p:sp>
          <p:nvSpPr>
            <p:cNvPr id="11848" name="Google Shape;11848;p70"/>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9" name="Google Shape;11849;p70"/>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0" name="Google Shape;11850;p70"/>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1" name="Google Shape;11851;p70"/>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52" name="Google Shape;11852;p70"/>
          <p:cNvGrpSpPr/>
          <p:nvPr/>
        </p:nvGrpSpPr>
        <p:grpSpPr>
          <a:xfrm>
            <a:off x="2484880" y="2041242"/>
            <a:ext cx="333024" cy="352896"/>
            <a:chOff x="2512749" y="1965042"/>
            <a:chExt cx="333024" cy="352896"/>
          </a:xfrm>
        </p:grpSpPr>
        <p:sp>
          <p:nvSpPr>
            <p:cNvPr id="11853" name="Google Shape;11853;p70"/>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4" name="Google Shape;11854;p70"/>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5" name="Google Shape;11855;p70"/>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6" name="Google Shape;11856;p70"/>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7" name="Google Shape;11857;p70"/>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58" name="Google Shape;11858;p70"/>
          <p:cNvGrpSpPr/>
          <p:nvPr/>
        </p:nvGrpSpPr>
        <p:grpSpPr>
          <a:xfrm>
            <a:off x="1370448" y="2057978"/>
            <a:ext cx="365792" cy="335392"/>
            <a:chOff x="1398317" y="1981778"/>
            <a:chExt cx="365792" cy="335392"/>
          </a:xfrm>
        </p:grpSpPr>
        <p:sp>
          <p:nvSpPr>
            <p:cNvPr id="11859" name="Google Shape;11859;p70"/>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0" name="Google Shape;11860;p70"/>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1" name="Google Shape;11861;p70"/>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2" name="Google Shape;11862;p70"/>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3" name="Google Shape;11863;p70"/>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4" name="Google Shape;11864;p70"/>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65" name="Google Shape;11865;p70"/>
          <p:cNvGrpSpPr/>
          <p:nvPr/>
        </p:nvGrpSpPr>
        <p:grpSpPr>
          <a:xfrm>
            <a:off x="3024368" y="2079770"/>
            <a:ext cx="353600" cy="314752"/>
            <a:chOff x="3052237" y="2003570"/>
            <a:chExt cx="353600" cy="314752"/>
          </a:xfrm>
        </p:grpSpPr>
        <p:sp>
          <p:nvSpPr>
            <p:cNvPr id="11866" name="Google Shape;11866;p70"/>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7" name="Google Shape;11867;p70"/>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8" name="Google Shape;11868;p70"/>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69" name="Google Shape;11869;p70"/>
          <p:cNvGrpSpPr/>
          <p:nvPr/>
        </p:nvGrpSpPr>
        <p:grpSpPr>
          <a:xfrm>
            <a:off x="1376144" y="3034266"/>
            <a:ext cx="368096" cy="223968"/>
            <a:chOff x="1404013" y="2958066"/>
            <a:chExt cx="368096" cy="223968"/>
          </a:xfrm>
        </p:grpSpPr>
        <p:sp>
          <p:nvSpPr>
            <p:cNvPr id="11870" name="Google Shape;11870;p70"/>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1" name="Google Shape;11871;p70"/>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872" name="Google Shape;11872;p70"/>
          <p:cNvSpPr/>
          <p:nvPr/>
        </p:nvSpPr>
        <p:spPr>
          <a:xfrm>
            <a:off x="4119728"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3" name="Google Shape;11873;p70"/>
          <p:cNvSpPr/>
          <p:nvPr/>
        </p:nvSpPr>
        <p:spPr>
          <a:xfrm>
            <a:off x="852272"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874" name="Google Shape;11874;p70"/>
          <p:cNvGrpSpPr/>
          <p:nvPr/>
        </p:nvGrpSpPr>
        <p:grpSpPr>
          <a:xfrm>
            <a:off x="1923280" y="2961402"/>
            <a:ext cx="370368" cy="367328"/>
            <a:chOff x="1951149" y="2885202"/>
            <a:chExt cx="370368" cy="367328"/>
          </a:xfrm>
        </p:grpSpPr>
        <p:sp>
          <p:nvSpPr>
            <p:cNvPr id="11875" name="Google Shape;11875;p70"/>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6" name="Google Shape;11876;p70"/>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7" name="Google Shape;11877;p70"/>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78" name="Google Shape;11878;p70"/>
          <p:cNvGrpSpPr/>
          <p:nvPr/>
        </p:nvGrpSpPr>
        <p:grpSpPr>
          <a:xfrm>
            <a:off x="2473808" y="2982362"/>
            <a:ext cx="367328" cy="327296"/>
            <a:chOff x="2501677" y="2906162"/>
            <a:chExt cx="367328" cy="327296"/>
          </a:xfrm>
        </p:grpSpPr>
        <p:sp>
          <p:nvSpPr>
            <p:cNvPr id="11879" name="Google Shape;11879;p70"/>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0" name="Google Shape;11880;p70"/>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1" name="Google Shape;11881;p70"/>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882" name="Google Shape;11882;p70"/>
          <p:cNvSpPr/>
          <p:nvPr/>
        </p:nvSpPr>
        <p:spPr>
          <a:xfrm>
            <a:off x="3569968"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883" name="Google Shape;11883;p70"/>
          <p:cNvGrpSpPr/>
          <p:nvPr/>
        </p:nvGrpSpPr>
        <p:grpSpPr>
          <a:xfrm>
            <a:off x="3022448" y="2969914"/>
            <a:ext cx="367712" cy="354240"/>
            <a:chOff x="3050317" y="2893714"/>
            <a:chExt cx="367712" cy="354240"/>
          </a:xfrm>
        </p:grpSpPr>
        <p:sp>
          <p:nvSpPr>
            <p:cNvPr id="11884" name="Google Shape;11884;p70"/>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5" name="Google Shape;11885;p70"/>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886" name="Google Shape;11886;p70"/>
          <p:cNvSpPr/>
          <p:nvPr/>
        </p:nvSpPr>
        <p:spPr>
          <a:xfrm>
            <a:off x="4666864"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7" name="Google Shape;11887;p70"/>
          <p:cNvSpPr/>
          <p:nvPr/>
        </p:nvSpPr>
        <p:spPr>
          <a:xfrm>
            <a:off x="8018512"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888" name="Google Shape;11888;p70"/>
          <p:cNvGrpSpPr/>
          <p:nvPr/>
        </p:nvGrpSpPr>
        <p:grpSpPr>
          <a:xfrm>
            <a:off x="7503408" y="2962554"/>
            <a:ext cx="185184" cy="367296"/>
            <a:chOff x="7531277" y="2886354"/>
            <a:chExt cx="185184" cy="367296"/>
          </a:xfrm>
        </p:grpSpPr>
        <p:sp>
          <p:nvSpPr>
            <p:cNvPr id="11889" name="Google Shape;11889;p70"/>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0" name="Google Shape;11890;p70"/>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1" name="Google Shape;11891;p70"/>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92" name="Google Shape;11892;p70"/>
          <p:cNvGrpSpPr/>
          <p:nvPr/>
        </p:nvGrpSpPr>
        <p:grpSpPr>
          <a:xfrm>
            <a:off x="6898768" y="2962938"/>
            <a:ext cx="297184" cy="367296"/>
            <a:chOff x="6926637" y="2886738"/>
            <a:chExt cx="297184" cy="367296"/>
          </a:xfrm>
        </p:grpSpPr>
        <p:sp>
          <p:nvSpPr>
            <p:cNvPr id="11893" name="Google Shape;11893;p70"/>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4" name="Google Shape;11894;p70"/>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5" name="Google Shape;11895;p70"/>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896" name="Google Shape;11896;p70"/>
          <p:cNvSpPr/>
          <p:nvPr/>
        </p:nvSpPr>
        <p:spPr>
          <a:xfrm>
            <a:off x="5227696"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7" name="Google Shape;11897;p70"/>
          <p:cNvSpPr/>
          <p:nvPr/>
        </p:nvSpPr>
        <p:spPr>
          <a:xfrm>
            <a:off x="5806416"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898" name="Google Shape;11898;p70"/>
          <p:cNvGrpSpPr/>
          <p:nvPr/>
        </p:nvGrpSpPr>
        <p:grpSpPr>
          <a:xfrm>
            <a:off x="6312784" y="2962554"/>
            <a:ext cx="370368" cy="368064"/>
            <a:chOff x="6340653" y="2886354"/>
            <a:chExt cx="370368" cy="368064"/>
          </a:xfrm>
        </p:grpSpPr>
        <p:sp>
          <p:nvSpPr>
            <p:cNvPr id="11899" name="Google Shape;11899;p70"/>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0" name="Google Shape;11900;p70"/>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1" name="Google Shape;11901;p70"/>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2" name="Google Shape;11902;p70"/>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3" name="Google Shape;11903;p70"/>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4" name="Google Shape;11904;p70"/>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05" name="Google Shape;11905;p70"/>
          <p:cNvGrpSpPr/>
          <p:nvPr/>
        </p:nvGrpSpPr>
        <p:grpSpPr>
          <a:xfrm>
            <a:off x="5218928" y="2057626"/>
            <a:ext cx="354752" cy="336512"/>
            <a:chOff x="5246797" y="1981426"/>
            <a:chExt cx="354752" cy="336512"/>
          </a:xfrm>
        </p:grpSpPr>
        <p:sp>
          <p:nvSpPr>
            <p:cNvPr id="11906" name="Google Shape;11906;p70"/>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7" name="Google Shape;11907;p70"/>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08" name="Google Shape;11908;p70"/>
          <p:cNvGrpSpPr/>
          <p:nvPr/>
        </p:nvGrpSpPr>
        <p:grpSpPr>
          <a:xfrm>
            <a:off x="4120880" y="2178266"/>
            <a:ext cx="355136" cy="216256"/>
            <a:chOff x="4148749" y="2102066"/>
            <a:chExt cx="355136" cy="216256"/>
          </a:xfrm>
        </p:grpSpPr>
        <p:sp>
          <p:nvSpPr>
            <p:cNvPr id="11909" name="Google Shape;11909;p70"/>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0" name="Google Shape;11910;p70"/>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11" name="Google Shape;11911;p70"/>
          <p:cNvGrpSpPr/>
          <p:nvPr/>
        </p:nvGrpSpPr>
        <p:grpSpPr>
          <a:xfrm>
            <a:off x="5766800" y="2077626"/>
            <a:ext cx="354752" cy="315360"/>
            <a:chOff x="5794669" y="2001426"/>
            <a:chExt cx="354752" cy="315360"/>
          </a:xfrm>
        </p:grpSpPr>
        <p:sp>
          <p:nvSpPr>
            <p:cNvPr id="11912" name="Google Shape;11912;p70"/>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3" name="Google Shape;11913;p70"/>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14" name="Google Shape;11914;p70"/>
          <p:cNvGrpSpPr/>
          <p:nvPr/>
        </p:nvGrpSpPr>
        <p:grpSpPr>
          <a:xfrm>
            <a:off x="6317360" y="2106042"/>
            <a:ext cx="352832" cy="289216"/>
            <a:chOff x="6345229" y="2029842"/>
            <a:chExt cx="352832" cy="289216"/>
          </a:xfrm>
        </p:grpSpPr>
        <p:sp>
          <p:nvSpPr>
            <p:cNvPr id="11915" name="Google Shape;11915;p70"/>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6" name="Google Shape;11916;p70"/>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17" name="Google Shape;11917;p70"/>
          <p:cNvGrpSpPr/>
          <p:nvPr/>
        </p:nvGrpSpPr>
        <p:grpSpPr>
          <a:xfrm>
            <a:off x="4669520" y="2112538"/>
            <a:ext cx="354752" cy="281984"/>
            <a:chOff x="4697389" y="2036338"/>
            <a:chExt cx="354752" cy="281984"/>
          </a:xfrm>
        </p:grpSpPr>
        <p:sp>
          <p:nvSpPr>
            <p:cNvPr id="11918" name="Google Shape;11918;p70"/>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9" name="Google Shape;11919;p70"/>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20" name="Google Shape;11920;p70"/>
          <p:cNvGrpSpPr/>
          <p:nvPr/>
        </p:nvGrpSpPr>
        <p:grpSpPr>
          <a:xfrm>
            <a:off x="1376144" y="2500954"/>
            <a:ext cx="353600" cy="354944"/>
            <a:chOff x="1404013" y="2424754"/>
            <a:chExt cx="353600" cy="354944"/>
          </a:xfrm>
        </p:grpSpPr>
        <p:sp>
          <p:nvSpPr>
            <p:cNvPr id="11921" name="Google Shape;11921;p70"/>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2" name="Google Shape;11922;p70"/>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3" name="Google Shape;11923;p70"/>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4" name="Google Shape;11924;p70"/>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5" name="Google Shape;11925;p70"/>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26" name="Google Shape;11926;p70"/>
          <p:cNvGrpSpPr/>
          <p:nvPr/>
        </p:nvGrpSpPr>
        <p:grpSpPr>
          <a:xfrm>
            <a:off x="826384" y="2504474"/>
            <a:ext cx="355104" cy="351040"/>
            <a:chOff x="854253" y="2428274"/>
            <a:chExt cx="355104" cy="351040"/>
          </a:xfrm>
        </p:grpSpPr>
        <p:sp>
          <p:nvSpPr>
            <p:cNvPr id="11927" name="Google Shape;11927;p70"/>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8" name="Google Shape;11928;p70"/>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29" name="Google Shape;11929;p70"/>
          <p:cNvGrpSpPr/>
          <p:nvPr/>
        </p:nvGrpSpPr>
        <p:grpSpPr>
          <a:xfrm>
            <a:off x="6869040" y="2517146"/>
            <a:ext cx="354752" cy="275904"/>
            <a:chOff x="6896909" y="2440946"/>
            <a:chExt cx="354752" cy="275904"/>
          </a:xfrm>
        </p:grpSpPr>
        <p:sp>
          <p:nvSpPr>
            <p:cNvPr id="11930" name="Google Shape;11930;p70"/>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1" name="Google Shape;11931;p70"/>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932" name="Google Shape;11932;p70"/>
          <p:cNvSpPr/>
          <p:nvPr/>
        </p:nvSpPr>
        <p:spPr>
          <a:xfrm>
            <a:off x="6319632"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933" name="Google Shape;11933;p70"/>
          <p:cNvGrpSpPr/>
          <p:nvPr/>
        </p:nvGrpSpPr>
        <p:grpSpPr>
          <a:xfrm>
            <a:off x="5237200" y="2500954"/>
            <a:ext cx="321984" cy="354560"/>
            <a:chOff x="5265069" y="2424754"/>
            <a:chExt cx="321984" cy="354560"/>
          </a:xfrm>
        </p:grpSpPr>
        <p:sp>
          <p:nvSpPr>
            <p:cNvPr id="11934" name="Google Shape;11934;p70"/>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5" name="Google Shape;11935;p70"/>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36" name="Google Shape;11936;p70"/>
          <p:cNvGrpSpPr/>
          <p:nvPr/>
        </p:nvGrpSpPr>
        <p:grpSpPr>
          <a:xfrm>
            <a:off x="4122800" y="2542970"/>
            <a:ext cx="355104" cy="259584"/>
            <a:chOff x="4150669" y="2466770"/>
            <a:chExt cx="355104" cy="259584"/>
          </a:xfrm>
        </p:grpSpPr>
        <p:sp>
          <p:nvSpPr>
            <p:cNvPr id="11937" name="Google Shape;11937;p70"/>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8" name="Google Shape;11938;p70"/>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9" name="Google Shape;11939;p70"/>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0" name="Google Shape;11940;p70"/>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41" name="Google Shape;11941;p70"/>
          <p:cNvGrpSpPr/>
          <p:nvPr/>
        </p:nvGrpSpPr>
        <p:grpSpPr>
          <a:xfrm>
            <a:off x="4671824" y="2501146"/>
            <a:ext cx="354336" cy="353984"/>
            <a:chOff x="4699693" y="2424946"/>
            <a:chExt cx="354336" cy="353984"/>
          </a:xfrm>
        </p:grpSpPr>
        <p:sp>
          <p:nvSpPr>
            <p:cNvPr id="11942" name="Google Shape;11942;p70"/>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3" name="Google Shape;11943;p70"/>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944" name="Google Shape;11944;p70"/>
          <p:cNvSpPr/>
          <p:nvPr/>
        </p:nvSpPr>
        <p:spPr>
          <a:xfrm>
            <a:off x="5782032"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5" name="Google Shape;11945;p70"/>
          <p:cNvSpPr/>
          <p:nvPr/>
        </p:nvSpPr>
        <p:spPr>
          <a:xfrm>
            <a:off x="3023984"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946" name="Google Shape;11946;p70"/>
          <p:cNvGrpSpPr/>
          <p:nvPr/>
        </p:nvGrpSpPr>
        <p:grpSpPr>
          <a:xfrm>
            <a:off x="1925168" y="2628442"/>
            <a:ext cx="355136" cy="227072"/>
            <a:chOff x="1953037" y="2552242"/>
            <a:chExt cx="355136" cy="227072"/>
          </a:xfrm>
        </p:grpSpPr>
        <p:sp>
          <p:nvSpPr>
            <p:cNvPr id="11947" name="Google Shape;11947;p70"/>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8" name="Google Shape;11948;p70"/>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949" name="Google Shape;11949;p70"/>
          <p:cNvSpPr/>
          <p:nvPr/>
        </p:nvSpPr>
        <p:spPr>
          <a:xfrm>
            <a:off x="3576048"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950" name="Google Shape;11950;p70"/>
          <p:cNvGrpSpPr/>
          <p:nvPr/>
        </p:nvGrpSpPr>
        <p:grpSpPr>
          <a:xfrm>
            <a:off x="2473072" y="2603418"/>
            <a:ext cx="355104" cy="250944"/>
            <a:chOff x="2500941" y="2527218"/>
            <a:chExt cx="355104" cy="250944"/>
          </a:xfrm>
        </p:grpSpPr>
        <p:sp>
          <p:nvSpPr>
            <p:cNvPr id="11951" name="Google Shape;11951;p70"/>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2" name="Google Shape;11952;p70"/>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3" name="Google Shape;11953;p70"/>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4" name="Google Shape;11954;p70"/>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5" name="Google Shape;11955;p70"/>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956" name="Google Shape;11956;p70"/>
          <p:cNvSpPr/>
          <p:nvPr/>
        </p:nvSpPr>
        <p:spPr>
          <a:xfrm>
            <a:off x="7419568"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957" name="Google Shape;11957;p70"/>
          <p:cNvGrpSpPr/>
          <p:nvPr/>
        </p:nvGrpSpPr>
        <p:grpSpPr>
          <a:xfrm>
            <a:off x="7965936" y="2503322"/>
            <a:ext cx="356256" cy="351808"/>
            <a:chOff x="7993805" y="2427122"/>
            <a:chExt cx="356256" cy="351808"/>
          </a:xfrm>
        </p:grpSpPr>
        <p:sp>
          <p:nvSpPr>
            <p:cNvPr id="11958" name="Google Shape;11958;p70"/>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9" name="Google Shape;11959;p70"/>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0" name="Google Shape;11960;p70"/>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61" name="Google Shape;11961;p70"/>
          <p:cNvGrpSpPr/>
          <p:nvPr/>
        </p:nvGrpSpPr>
        <p:grpSpPr>
          <a:xfrm>
            <a:off x="850768" y="2041210"/>
            <a:ext cx="308640" cy="353312"/>
            <a:chOff x="878637" y="1965010"/>
            <a:chExt cx="308640" cy="353312"/>
          </a:xfrm>
        </p:grpSpPr>
        <p:sp>
          <p:nvSpPr>
            <p:cNvPr id="11962" name="Google Shape;11962;p70"/>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3" name="Google Shape;11963;p70"/>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4" name="Google Shape;11964;p70"/>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65" name="Google Shape;11965;p70"/>
          <p:cNvGrpSpPr/>
          <p:nvPr/>
        </p:nvGrpSpPr>
        <p:grpSpPr>
          <a:xfrm>
            <a:off x="6868272" y="2040922"/>
            <a:ext cx="348256" cy="352448"/>
            <a:chOff x="6896141" y="1964722"/>
            <a:chExt cx="348256" cy="352448"/>
          </a:xfrm>
        </p:grpSpPr>
        <p:sp>
          <p:nvSpPr>
            <p:cNvPr id="11966" name="Google Shape;11966;p70"/>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7" name="Google Shape;11967;p70"/>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8" name="Google Shape;11968;p70"/>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69" name="Google Shape;11969;p70"/>
          <p:cNvGrpSpPr/>
          <p:nvPr/>
        </p:nvGrpSpPr>
        <p:grpSpPr>
          <a:xfrm>
            <a:off x="7962128" y="2091578"/>
            <a:ext cx="355136" cy="303328"/>
            <a:chOff x="7989997" y="2015378"/>
            <a:chExt cx="355136" cy="303328"/>
          </a:xfrm>
        </p:grpSpPr>
        <p:sp>
          <p:nvSpPr>
            <p:cNvPr id="11970" name="Google Shape;11970;p70"/>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1" name="Google Shape;11971;p70"/>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2" name="Google Shape;11972;p70"/>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73" name="Google Shape;11973;p70"/>
          <p:cNvGrpSpPr/>
          <p:nvPr/>
        </p:nvGrpSpPr>
        <p:grpSpPr>
          <a:xfrm>
            <a:off x="3570352" y="1585562"/>
            <a:ext cx="348640" cy="330784"/>
            <a:chOff x="3598221" y="1509362"/>
            <a:chExt cx="348640" cy="330784"/>
          </a:xfrm>
        </p:grpSpPr>
        <p:sp>
          <p:nvSpPr>
            <p:cNvPr id="11974" name="Google Shape;11974;p70"/>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5" name="Google Shape;11975;p70"/>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6" name="Google Shape;11976;p70"/>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7" name="Google Shape;11977;p70"/>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78" name="Google Shape;11978;p70"/>
          <p:cNvGrpSpPr/>
          <p:nvPr/>
        </p:nvGrpSpPr>
        <p:grpSpPr>
          <a:xfrm>
            <a:off x="5218928" y="1576858"/>
            <a:ext cx="347872" cy="347488"/>
            <a:chOff x="5246797" y="1500658"/>
            <a:chExt cx="347872" cy="347488"/>
          </a:xfrm>
        </p:grpSpPr>
        <p:sp>
          <p:nvSpPr>
            <p:cNvPr id="11979" name="Google Shape;11979;p70"/>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0" name="Google Shape;11980;p70"/>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1" name="Google Shape;11981;p70"/>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2" name="Google Shape;11982;p70"/>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83" name="Google Shape;11983;p70"/>
          <p:cNvGrpSpPr/>
          <p:nvPr/>
        </p:nvGrpSpPr>
        <p:grpSpPr>
          <a:xfrm>
            <a:off x="5768720" y="1576858"/>
            <a:ext cx="349024" cy="346752"/>
            <a:chOff x="5796589" y="1500658"/>
            <a:chExt cx="349024" cy="346752"/>
          </a:xfrm>
        </p:grpSpPr>
        <p:sp>
          <p:nvSpPr>
            <p:cNvPr id="11984" name="Google Shape;11984;p70"/>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985" name="Google Shape;11985;p70"/>
            <p:cNvGrpSpPr/>
            <p:nvPr/>
          </p:nvGrpSpPr>
          <p:grpSpPr>
            <a:xfrm>
              <a:off x="5796589" y="1500658"/>
              <a:ext cx="349024" cy="346752"/>
              <a:chOff x="5796589" y="1500658"/>
              <a:chExt cx="349024" cy="346752"/>
            </a:xfrm>
          </p:grpSpPr>
          <p:sp>
            <p:nvSpPr>
              <p:cNvPr id="11986" name="Google Shape;11986;p70"/>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7" name="Google Shape;11987;p70"/>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8" name="Google Shape;11988;p70"/>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9" name="Google Shape;11989;p70"/>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1990" name="Google Shape;11990;p70"/>
          <p:cNvGrpSpPr/>
          <p:nvPr/>
        </p:nvGrpSpPr>
        <p:grpSpPr>
          <a:xfrm>
            <a:off x="6867504" y="1578778"/>
            <a:ext cx="348640" cy="343296"/>
            <a:chOff x="6895373" y="1502578"/>
            <a:chExt cx="348640" cy="343296"/>
          </a:xfrm>
        </p:grpSpPr>
        <p:sp>
          <p:nvSpPr>
            <p:cNvPr id="11991" name="Google Shape;11991;p70"/>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2" name="Google Shape;11992;p70"/>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3" name="Google Shape;11993;p70"/>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94" name="Google Shape;11994;p70"/>
          <p:cNvGrpSpPr/>
          <p:nvPr/>
        </p:nvGrpSpPr>
        <p:grpSpPr>
          <a:xfrm>
            <a:off x="4119728" y="1581658"/>
            <a:ext cx="347904" cy="336992"/>
            <a:chOff x="4147597" y="1505458"/>
            <a:chExt cx="347904" cy="336992"/>
          </a:xfrm>
        </p:grpSpPr>
        <p:sp>
          <p:nvSpPr>
            <p:cNvPr id="11995" name="Google Shape;11995;p70"/>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6" name="Google Shape;11996;p70"/>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7" name="Google Shape;11997;p70"/>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8" name="Google Shape;11998;p70"/>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9" name="Google Shape;11999;p70"/>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0" name="Google Shape;12000;p70"/>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1" name="Google Shape;12001;p70"/>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02" name="Google Shape;12002;p70"/>
          <p:cNvGrpSpPr/>
          <p:nvPr/>
        </p:nvGrpSpPr>
        <p:grpSpPr>
          <a:xfrm>
            <a:off x="2471536" y="1576090"/>
            <a:ext cx="347488" cy="348256"/>
            <a:chOff x="2499405" y="1499890"/>
            <a:chExt cx="347488" cy="348256"/>
          </a:xfrm>
        </p:grpSpPr>
        <p:sp>
          <p:nvSpPr>
            <p:cNvPr id="12003" name="Google Shape;12003;p70"/>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4" name="Google Shape;12004;p70"/>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5" name="Google Shape;12005;p70"/>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6" name="Google Shape;12006;p70"/>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7" name="Google Shape;12007;p70"/>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08" name="Google Shape;12008;p70"/>
          <p:cNvGrpSpPr/>
          <p:nvPr/>
        </p:nvGrpSpPr>
        <p:grpSpPr>
          <a:xfrm>
            <a:off x="1928976" y="1576698"/>
            <a:ext cx="331520" cy="348032"/>
            <a:chOff x="1956845" y="1500498"/>
            <a:chExt cx="331520" cy="348032"/>
          </a:xfrm>
        </p:grpSpPr>
        <p:sp>
          <p:nvSpPr>
            <p:cNvPr id="12009" name="Google Shape;12009;p70"/>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0" name="Google Shape;12010;p70"/>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1" name="Google Shape;12011;p70"/>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2" name="Google Shape;12012;p70"/>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3" name="Google Shape;12013;p70"/>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4" name="Google Shape;12014;p70"/>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5" name="Google Shape;12015;p70"/>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6" name="Google Shape;12016;p70"/>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7" name="Google Shape;12017;p70"/>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8" name="Google Shape;12018;p70"/>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9" name="Google Shape;12019;p70"/>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0" name="Google Shape;12020;p70"/>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21" name="Google Shape;12021;p70"/>
          <p:cNvGrpSpPr/>
          <p:nvPr/>
        </p:nvGrpSpPr>
        <p:grpSpPr>
          <a:xfrm>
            <a:off x="6317744" y="1626074"/>
            <a:ext cx="348640" cy="250656"/>
            <a:chOff x="6345613" y="1549874"/>
            <a:chExt cx="348640" cy="250656"/>
          </a:xfrm>
        </p:grpSpPr>
        <p:sp>
          <p:nvSpPr>
            <p:cNvPr id="12022" name="Google Shape;12022;p70"/>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3" name="Google Shape;12023;p70"/>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4" name="Google Shape;12024;p70"/>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5" name="Google Shape;12025;p70"/>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6" name="Google Shape;12026;p70"/>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7" name="Google Shape;12027;p70"/>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28" name="Google Shape;12028;p70"/>
          <p:cNvGrpSpPr/>
          <p:nvPr/>
        </p:nvGrpSpPr>
        <p:grpSpPr>
          <a:xfrm>
            <a:off x="7416912" y="1583226"/>
            <a:ext cx="348640" cy="334272"/>
            <a:chOff x="7444781" y="1507026"/>
            <a:chExt cx="348640" cy="334272"/>
          </a:xfrm>
        </p:grpSpPr>
        <p:sp>
          <p:nvSpPr>
            <p:cNvPr id="12029" name="Google Shape;12029;p70"/>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0" name="Google Shape;12030;p70"/>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1" name="Google Shape;12031;p70"/>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2" name="Google Shape;12032;p70"/>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3" name="Google Shape;12033;p70"/>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34" name="Google Shape;12034;p70"/>
          <p:cNvGrpSpPr/>
          <p:nvPr/>
        </p:nvGrpSpPr>
        <p:grpSpPr>
          <a:xfrm>
            <a:off x="7967472" y="1582938"/>
            <a:ext cx="347872" cy="334944"/>
            <a:chOff x="7995341" y="1506738"/>
            <a:chExt cx="347872" cy="334944"/>
          </a:xfrm>
        </p:grpSpPr>
        <p:sp>
          <p:nvSpPr>
            <p:cNvPr id="12035" name="Google Shape;12035;p70"/>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6" name="Google Shape;12036;p70"/>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7" name="Google Shape;12037;p70"/>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8" name="Google Shape;12038;p70"/>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9" name="Google Shape;12039;p70"/>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0" name="Google Shape;12040;p70"/>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41" name="Google Shape;12041;p70"/>
          <p:cNvGrpSpPr/>
          <p:nvPr/>
        </p:nvGrpSpPr>
        <p:grpSpPr>
          <a:xfrm>
            <a:off x="3020176" y="1599130"/>
            <a:ext cx="347872" cy="303904"/>
            <a:chOff x="3048045" y="1522930"/>
            <a:chExt cx="347872" cy="303904"/>
          </a:xfrm>
        </p:grpSpPr>
        <p:sp>
          <p:nvSpPr>
            <p:cNvPr id="12042" name="Google Shape;12042;p70"/>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043" name="Google Shape;12043;p70"/>
            <p:cNvGrpSpPr/>
            <p:nvPr/>
          </p:nvGrpSpPr>
          <p:grpSpPr>
            <a:xfrm>
              <a:off x="3048045" y="1522930"/>
              <a:ext cx="347872" cy="303904"/>
              <a:chOff x="3048045" y="1522930"/>
              <a:chExt cx="347872" cy="303904"/>
            </a:xfrm>
          </p:grpSpPr>
          <p:sp>
            <p:nvSpPr>
              <p:cNvPr id="12044" name="Google Shape;12044;p70"/>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5" name="Google Shape;12045;p70"/>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2046" name="Google Shape;12046;p70"/>
          <p:cNvGrpSpPr/>
          <p:nvPr/>
        </p:nvGrpSpPr>
        <p:grpSpPr>
          <a:xfrm>
            <a:off x="1105264" y="3428122"/>
            <a:ext cx="313984" cy="358560"/>
            <a:chOff x="1133133" y="3351922"/>
            <a:chExt cx="313984" cy="358560"/>
          </a:xfrm>
        </p:grpSpPr>
        <p:sp>
          <p:nvSpPr>
            <p:cNvPr id="12047" name="Google Shape;12047;p70"/>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8" name="Google Shape;12048;p70"/>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9" name="Google Shape;12049;p70"/>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0" name="Google Shape;12050;p70"/>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1" name="Google Shape;12051;p70"/>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2" name="Google Shape;12052;p70"/>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3" name="Google Shape;12053;p70"/>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4" name="Google Shape;12054;p70"/>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5" name="Google Shape;12055;p70"/>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6" name="Google Shape;12056;p70"/>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7" name="Google Shape;12057;p70"/>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8" name="Google Shape;12058;p70"/>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9" name="Google Shape;12059;p70"/>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0" name="Google Shape;12060;p70"/>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1" name="Google Shape;12061;p70"/>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2" name="Google Shape;12062;p70"/>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063" name="Google Shape;12063;p70"/>
          <p:cNvSpPr/>
          <p:nvPr/>
        </p:nvSpPr>
        <p:spPr>
          <a:xfrm>
            <a:off x="1681328"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064" name="Google Shape;12064;p70"/>
          <p:cNvGrpSpPr/>
          <p:nvPr/>
        </p:nvGrpSpPr>
        <p:grpSpPr>
          <a:xfrm>
            <a:off x="2767184" y="3428794"/>
            <a:ext cx="288448" cy="357120"/>
            <a:chOff x="2795053" y="3352594"/>
            <a:chExt cx="288448" cy="357120"/>
          </a:xfrm>
        </p:grpSpPr>
        <p:sp>
          <p:nvSpPr>
            <p:cNvPr id="12065" name="Google Shape;12065;p70"/>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6" name="Google Shape;12066;p70"/>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7" name="Google Shape;12067;p70"/>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8" name="Google Shape;12068;p70"/>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9" name="Google Shape;12069;p70"/>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0" name="Google Shape;12070;p70"/>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1" name="Google Shape;12071;p70"/>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2" name="Google Shape;12072;p70"/>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3" name="Google Shape;12073;p70"/>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74" name="Google Shape;12074;p70"/>
          <p:cNvGrpSpPr/>
          <p:nvPr/>
        </p:nvGrpSpPr>
        <p:grpSpPr>
          <a:xfrm>
            <a:off x="2208656" y="3429402"/>
            <a:ext cx="304832" cy="356512"/>
            <a:chOff x="2236525" y="3353202"/>
            <a:chExt cx="304832" cy="356512"/>
          </a:xfrm>
        </p:grpSpPr>
        <p:sp>
          <p:nvSpPr>
            <p:cNvPr id="12075" name="Google Shape;12075;p70"/>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6" name="Google Shape;12076;p70"/>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7" name="Google Shape;12077;p70"/>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78" name="Google Shape;12078;p70"/>
          <p:cNvGrpSpPr/>
          <p:nvPr/>
        </p:nvGrpSpPr>
        <p:grpSpPr>
          <a:xfrm>
            <a:off x="3882768" y="3428890"/>
            <a:ext cx="256800" cy="357024"/>
            <a:chOff x="3910637" y="3352690"/>
            <a:chExt cx="256800" cy="357024"/>
          </a:xfrm>
        </p:grpSpPr>
        <p:sp>
          <p:nvSpPr>
            <p:cNvPr id="12079" name="Google Shape;12079;p70"/>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0" name="Google Shape;12080;p70"/>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1" name="Google Shape;12081;p70"/>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82" name="Google Shape;12082;p70"/>
          <p:cNvGrpSpPr/>
          <p:nvPr/>
        </p:nvGrpSpPr>
        <p:grpSpPr>
          <a:xfrm>
            <a:off x="6028560" y="3428122"/>
            <a:ext cx="360064" cy="360096"/>
            <a:chOff x="6056429" y="3351922"/>
            <a:chExt cx="360064" cy="360096"/>
          </a:xfrm>
        </p:grpSpPr>
        <p:sp>
          <p:nvSpPr>
            <p:cNvPr id="12083" name="Google Shape;12083;p70"/>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4" name="Google Shape;12084;p70"/>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5" name="Google Shape;12085;p70"/>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86" name="Google Shape;12086;p70"/>
          <p:cNvGrpSpPr/>
          <p:nvPr/>
        </p:nvGrpSpPr>
        <p:grpSpPr>
          <a:xfrm>
            <a:off x="6581008" y="3429274"/>
            <a:ext cx="357408" cy="357408"/>
            <a:chOff x="6608877" y="3353074"/>
            <a:chExt cx="357408" cy="357408"/>
          </a:xfrm>
        </p:grpSpPr>
        <p:sp>
          <p:nvSpPr>
            <p:cNvPr id="12087" name="Google Shape;12087;p70"/>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8" name="Google Shape;12088;p70"/>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9" name="Google Shape;12089;p70"/>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0" name="Google Shape;12090;p70"/>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1" name="Google Shape;12091;p70"/>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2" name="Google Shape;12092;p70"/>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3" name="Google Shape;12093;p70"/>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094" name="Google Shape;12094;p70"/>
          <p:cNvSpPr/>
          <p:nvPr/>
        </p:nvSpPr>
        <p:spPr>
          <a:xfrm>
            <a:off x="7680176"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5" name="Google Shape;12095;p70"/>
          <p:cNvSpPr/>
          <p:nvPr/>
        </p:nvSpPr>
        <p:spPr>
          <a:xfrm>
            <a:off x="4395216"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096" name="Google Shape;12096;p70"/>
          <p:cNvGrpSpPr/>
          <p:nvPr/>
        </p:nvGrpSpPr>
        <p:grpSpPr>
          <a:xfrm>
            <a:off x="4931664" y="3446426"/>
            <a:ext cx="357408" cy="323488"/>
            <a:chOff x="4959533" y="3370226"/>
            <a:chExt cx="357408" cy="323488"/>
          </a:xfrm>
        </p:grpSpPr>
        <p:sp>
          <p:nvSpPr>
            <p:cNvPr id="12097" name="Google Shape;12097;p70"/>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8" name="Google Shape;12098;p70"/>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99" name="Google Shape;12099;p70"/>
          <p:cNvGrpSpPr/>
          <p:nvPr/>
        </p:nvGrpSpPr>
        <p:grpSpPr>
          <a:xfrm>
            <a:off x="7130768" y="3429274"/>
            <a:ext cx="357056" cy="357408"/>
            <a:chOff x="7158637" y="3353074"/>
            <a:chExt cx="357056" cy="357408"/>
          </a:xfrm>
        </p:grpSpPr>
        <p:sp>
          <p:nvSpPr>
            <p:cNvPr id="12100" name="Google Shape;12100;p70"/>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1" name="Google Shape;12101;p70"/>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2" name="Google Shape;12102;p70"/>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3" name="Google Shape;12103;p70"/>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04" name="Google Shape;12104;p70"/>
          <p:cNvGrpSpPr/>
          <p:nvPr/>
        </p:nvGrpSpPr>
        <p:grpSpPr>
          <a:xfrm>
            <a:off x="3288400" y="3428602"/>
            <a:ext cx="344832" cy="356544"/>
            <a:chOff x="3316269" y="3352402"/>
            <a:chExt cx="344832" cy="356544"/>
          </a:xfrm>
        </p:grpSpPr>
        <p:sp>
          <p:nvSpPr>
            <p:cNvPr id="12105" name="Google Shape;12105;p70"/>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6" name="Google Shape;12106;p70"/>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7" name="Google Shape;12107;p70"/>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08" name="Google Shape;12108;p70"/>
          <p:cNvGrpSpPr/>
          <p:nvPr/>
        </p:nvGrpSpPr>
        <p:grpSpPr>
          <a:xfrm>
            <a:off x="5481040" y="3447706"/>
            <a:ext cx="358560" cy="319552"/>
            <a:chOff x="5508909" y="3371506"/>
            <a:chExt cx="358560" cy="319552"/>
          </a:xfrm>
        </p:grpSpPr>
        <p:sp>
          <p:nvSpPr>
            <p:cNvPr id="12109" name="Google Shape;12109;p70"/>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0" name="Google Shape;12110;p70"/>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1" name="Google Shape;12111;p70"/>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2" name="Google Shape;12112;p70"/>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3" name="Google Shape;12113;p70"/>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4" name="Google Shape;12114;p70"/>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5" name="Google Shape;12115;p70"/>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6" name="Google Shape;12116;p70"/>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7" name="Google Shape;12117;p70"/>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8" name="Google Shape;12118;p70"/>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119" name="Google Shape;12119;p70"/>
          <p:cNvSpPr txBox="1">
            <a:spLocks noGrp="1"/>
          </p:cNvSpPr>
          <p:nvPr>
            <p:ph type="title"/>
          </p:nvPr>
        </p:nvSpPr>
        <p:spPr>
          <a:xfrm>
            <a:off x="716775" y="510900"/>
            <a:ext cx="77106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123"/>
        <p:cNvGrpSpPr/>
        <p:nvPr/>
      </p:nvGrpSpPr>
      <p:grpSpPr>
        <a:xfrm>
          <a:off x="0" y="0"/>
          <a:ext cx="0" cy="0"/>
          <a:chOff x="0" y="0"/>
          <a:chExt cx="0" cy="0"/>
        </a:xfrm>
      </p:grpSpPr>
      <p:sp>
        <p:nvSpPr>
          <p:cNvPr id="12124" name="Google Shape;12124;p71"/>
          <p:cNvSpPr/>
          <p:nvPr/>
        </p:nvSpPr>
        <p:spPr>
          <a:xfrm>
            <a:off x="257674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125" name="Google Shape;12125;p71"/>
          <p:cNvGrpSpPr/>
          <p:nvPr/>
        </p:nvGrpSpPr>
        <p:grpSpPr>
          <a:xfrm>
            <a:off x="3026217" y="3893352"/>
            <a:ext cx="346056" cy="345674"/>
            <a:chOff x="3303268" y="3817349"/>
            <a:chExt cx="346056" cy="345674"/>
          </a:xfrm>
        </p:grpSpPr>
        <p:sp>
          <p:nvSpPr>
            <p:cNvPr id="12126" name="Google Shape;12126;p71"/>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7" name="Google Shape;12127;p71"/>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8" name="Google Shape;12128;p71"/>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9" name="Google Shape;12129;p71"/>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30" name="Google Shape;12130;p71"/>
          <p:cNvGrpSpPr/>
          <p:nvPr/>
        </p:nvGrpSpPr>
        <p:grpSpPr>
          <a:xfrm>
            <a:off x="3475306" y="3893352"/>
            <a:ext cx="346056" cy="345674"/>
            <a:chOff x="3752358" y="3817349"/>
            <a:chExt cx="346056" cy="345674"/>
          </a:xfrm>
        </p:grpSpPr>
        <p:sp>
          <p:nvSpPr>
            <p:cNvPr id="12131" name="Google Shape;12131;p71"/>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2" name="Google Shape;12132;p71"/>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3" name="Google Shape;12133;p71"/>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4" name="Google Shape;12134;p71"/>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35" name="Google Shape;12135;p71"/>
          <p:cNvGrpSpPr/>
          <p:nvPr/>
        </p:nvGrpSpPr>
        <p:grpSpPr>
          <a:xfrm>
            <a:off x="4822956" y="3893352"/>
            <a:ext cx="346024" cy="345674"/>
            <a:chOff x="5100008" y="3817349"/>
            <a:chExt cx="346024" cy="345674"/>
          </a:xfrm>
        </p:grpSpPr>
        <p:sp>
          <p:nvSpPr>
            <p:cNvPr id="12136" name="Google Shape;12136;p71"/>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7" name="Google Shape;12137;p71"/>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8" name="Google Shape;12138;p71"/>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39" name="Google Shape;12139;p71"/>
          <p:cNvGrpSpPr/>
          <p:nvPr/>
        </p:nvGrpSpPr>
        <p:grpSpPr>
          <a:xfrm>
            <a:off x="5721867" y="3893352"/>
            <a:ext cx="345674" cy="345674"/>
            <a:chOff x="5998919" y="3817349"/>
            <a:chExt cx="345674" cy="345674"/>
          </a:xfrm>
        </p:grpSpPr>
        <p:sp>
          <p:nvSpPr>
            <p:cNvPr id="12140" name="Google Shape;12140;p71"/>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1" name="Google Shape;12141;p71"/>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2" name="Google Shape;12142;p71"/>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43" name="Google Shape;12143;p71"/>
          <p:cNvGrpSpPr/>
          <p:nvPr/>
        </p:nvGrpSpPr>
        <p:grpSpPr>
          <a:xfrm>
            <a:off x="3924396" y="3893352"/>
            <a:ext cx="346024" cy="345674"/>
            <a:chOff x="4201447" y="3817349"/>
            <a:chExt cx="346024" cy="345674"/>
          </a:xfrm>
        </p:grpSpPr>
        <p:sp>
          <p:nvSpPr>
            <p:cNvPr id="12144" name="Google Shape;12144;p71"/>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5" name="Google Shape;12145;p71"/>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46" name="Google Shape;12146;p71"/>
          <p:cNvGrpSpPr/>
          <p:nvPr/>
        </p:nvGrpSpPr>
        <p:grpSpPr>
          <a:xfrm>
            <a:off x="4373867" y="3893352"/>
            <a:ext cx="346024" cy="345674"/>
            <a:chOff x="4650919" y="3817349"/>
            <a:chExt cx="346024" cy="345674"/>
          </a:xfrm>
        </p:grpSpPr>
        <p:sp>
          <p:nvSpPr>
            <p:cNvPr id="12147" name="Google Shape;12147;p71"/>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8" name="Google Shape;12148;p71"/>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9" name="Google Shape;12149;p71"/>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50" name="Google Shape;12150;p71"/>
          <p:cNvGrpSpPr/>
          <p:nvPr/>
        </p:nvGrpSpPr>
        <p:grpSpPr>
          <a:xfrm>
            <a:off x="5272810" y="3893352"/>
            <a:ext cx="345642" cy="345674"/>
            <a:chOff x="5549861" y="3817349"/>
            <a:chExt cx="345642" cy="345674"/>
          </a:xfrm>
        </p:grpSpPr>
        <p:sp>
          <p:nvSpPr>
            <p:cNvPr id="12151" name="Google Shape;12151;p71"/>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2" name="Google Shape;12152;p71"/>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3" name="Google Shape;12153;p71"/>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54" name="Google Shape;12154;p71"/>
          <p:cNvGrpSpPr/>
          <p:nvPr/>
        </p:nvGrpSpPr>
        <p:grpSpPr>
          <a:xfrm>
            <a:off x="1281335" y="3474029"/>
            <a:ext cx="367255" cy="269855"/>
            <a:chOff x="1306445" y="3397829"/>
            <a:chExt cx="367255" cy="269855"/>
          </a:xfrm>
        </p:grpSpPr>
        <p:sp>
          <p:nvSpPr>
            <p:cNvPr id="12155" name="Google Shape;12155;p71"/>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6" name="Google Shape;12156;p71"/>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7" name="Google Shape;12157;p71"/>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8" name="Google Shape;12158;p71"/>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9" name="Google Shape;12159;p71"/>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0" name="Google Shape;12160;p71"/>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61" name="Google Shape;12161;p71"/>
          <p:cNvGrpSpPr/>
          <p:nvPr/>
        </p:nvGrpSpPr>
        <p:grpSpPr>
          <a:xfrm>
            <a:off x="1756207" y="3467600"/>
            <a:ext cx="367255" cy="282364"/>
            <a:chOff x="1781317" y="3391400"/>
            <a:chExt cx="367255" cy="282364"/>
          </a:xfrm>
        </p:grpSpPr>
        <p:sp>
          <p:nvSpPr>
            <p:cNvPr id="12162" name="Google Shape;12162;p71"/>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3" name="Google Shape;12163;p71"/>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4" name="Google Shape;12164;p71"/>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5" name="Google Shape;12165;p71"/>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6" name="Google Shape;12166;p71"/>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7" name="Google Shape;12167;p71"/>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68" name="Google Shape;12168;p71"/>
          <p:cNvGrpSpPr/>
          <p:nvPr/>
        </p:nvGrpSpPr>
        <p:grpSpPr>
          <a:xfrm>
            <a:off x="3653720" y="3447133"/>
            <a:ext cx="369164" cy="323297"/>
            <a:chOff x="3678830" y="3370933"/>
            <a:chExt cx="369164" cy="323297"/>
          </a:xfrm>
        </p:grpSpPr>
        <p:sp>
          <p:nvSpPr>
            <p:cNvPr id="12169" name="Google Shape;12169;p71"/>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0" name="Google Shape;12170;p71"/>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1" name="Google Shape;12171;p71"/>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2" name="Google Shape;12172;p71"/>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3" name="Google Shape;12173;p71"/>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4" name="Google Shape;12174;p71"/>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5" name="Google Shape;12175;p71"/>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6" name="Google Shape;12176;p71"/>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7" name="Google Shape;12177;p71"/>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8" name="Google Shape;12178;p71"/>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9" name="Google Shape;12179;p71"/>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80" name="Google Shape;12180;p71"/>
          <p:cNvGrpSpPr/>
          <p:nvPr/>
        </p:nvGrpSpPr>
        <p:grpSpPr>
          <a:xfrm>
            <a:off x="834155" y="3424375"/>
            <a:ext cx="312316" cy="368400"/>
            <a:chOff x="859265" y="3348175"/>
            <a:chExt cx="312316" cy="368400"/>
          </a:xfrm>
        </p:grpSpPr>
        <p:sp>
          <p:nvSpPr>
            <p:cNvPr id="12181" name="Google Shape;12181;p71"/>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2" name="Google Shape;12182;p71"/>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3" name="Google Shape;12183;p71"/>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4" name="Google Shape;12184;p71"/>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5" name="Google Shape;12185;p71"/>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186" name="Google Shape;12186;p71"/>
          <p:cNvSpPr/>
          <p:nvPr/>
        </p:nvSpPr>
        <p:spPr>
          <a:xfrm>
            <a:off x="223181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187" name="Google Shape;12187;p71"/>
          <p:cNvGrpSpPr/>
          <p:nvPr/>
        </p:nvGrpSpPr>
        <p:grpSpPr>
          <a:xfrm>
            <a:off x="2741264" y="3437213"/>
            <a:ext cx="330111" cy="308908"/>
            <a:chOff x="2766264" y="3394042"/>
            <a:chExt cx="294874" cy="275934"/>
          </a:xfrm>
        </p:grpSpPr>
        <p:sp>
          <p:nvSpPr>
            <p:cNvPr id="12188" name="Google Shape;12188;p71"/>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9" name="Google Shape;12189;p71"/>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0" name="Google Shape;12190;p71"/>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1" name="Google Shape;12191;p71"/>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92" name="Google Shape;12192;p71"/>
          <p:cNvGrpSpPr/>
          <p:nvPr/>
        </p:nvGrpSpPr>
        <p:grpSpPr>
          <a:xfrm>
            <a:off x="3189862" y="3435388"/>
            <a:ext cx="346406" cy="347552"/>
            <a:chOff x="3214972" y="3359188"/>
            <a:chExt cx="346406" cy="347552"/>
          </a:xfrm>
        </p:grpSpPr>
        <p:sp>
          <p:nvSpPr>
            <p:cNvPr id="12193" name="Google Shape;12193;p71"/>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4" name="Google Shape;12194;p71"/>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5" name="Google Shape;12195;p71"/>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6" name="Google Shape;12196;p71"/>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7" name="Google Shape;12197;p71"/>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8" name="Google Shape;12198;p71"/>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9" name="Google Shape;12199;p71"/>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0" name="Google Shape;12200;p71"/>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1" name="Google Shape;12201;p71"/>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2" name="Google Shape;12202;p71"/>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3" name="Google Shape;12203;p71"/>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4" name="Google Shape;12204;p71"/>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5" name="Google Shape;12205;p71"/>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6" name="Google Shape;12206;p71"/>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07" name="Google Shape;12207;p71"/>
          <p:cNvGrpSpPr/>
          <p:nvPr/>
        </p:nvGrpSpPr>
        <p:grpSpPr>
          <a:xfrm>
            <a:off x="4604196" y="3485393"/>
            <a:ext cx="367255" cy="244486"/>
            <a:chOff x="4629306" y="3409193"/>
            <a:chExt cx="367255" cy="244486"/>
          </a:xfrm>
        </p:grpSpPr>
        <p:sp>
          <p:nvSpPr>
            <p:cNvPr id="12208" name="Google Shape;12208;p71"/>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9" name="Google Shape;12209;p71"/>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0" name="Google Shape;12210;p71"/>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1" name="Google Shape;12211;p71"/>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2" name="Google Shape;12212;p71"/>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3" name="Google Shape;12213;p71"/>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4" name="Google Shape;12214;p71"/>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5" name="Google Shape;12215;p71"/>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6" name="Google Shape;12216;p71"/>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7" name="Google Shape;12217;p71"/>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18" name="Google Shape;12218;p71"/>
          <p:cNvGrpSpPr/>
          <p:nvPr/>
        </p:nvGrpSpPr>
        <p:grpSpPr>
          <a:xfrm>
            <a:off x="4168380" y="3426284"/>
            <a:ext cx="289940" cy="334661"/>
            <a:chOff x="4193490" y="3350084"/>
            <a:chExt cx="289940" cy="334661"/>
          </a:xfrm>
        </p:grpSpPr>
        <p:sp>
          <p:nvSpPr>
            <p:cNvPr id="12219" name="Google Shape;12219;p71"/>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0" name="Google Shape;12220;p71"/>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1" name="Google Shape;12221;p71"/>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2" name="Google Shape;12222;p71"/>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3" name="Google Shape;12223;p71"/>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4" name="Google Shape;12224;p71"/>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5" name="Google Shape;12225;p71"/>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6" name="Google Shape;12226;p71"/>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7" name="Google Shape;12227;p71"/>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8" name="Google Shape;12228;p71"/>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29" name="Google Shape;12229;p71"/>
          <p:cNvGrpSpPr/>
          <p:nvPr/>
        </p:nvGrpSpPr>
        <p:grpSpPr>
          <a:xfrm>
            <a:off x="6508171" y="3427430"/>
            <a:ext cx="357037" cy="357005"/>
            <a:chOff x="6533281" y="3351230"/>
            <a:chExt cx="357037" cy="357005"/>
          </a:xfrm>
        </p:grpSpPr>
        <p:sp>
          <p:nvSpPr>
            <p:cNvPr id="12230" name="Google Shape;12230;p71"/>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1" name="Google Shape;12231;p71"/>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2" name="Google Shape;12232;p71"/>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33" name="Google Shape;12233;p71"/>
          <p:cNvGrpSpPr/>
          <p:nvPr/>
        </p:nvGrpSpPr>
        <p:grpSpPr>
          <a:xfrm>
            <a:off x="6033331" y="3427430"/>
            <a:ext cx="357387" cy="357005"/>
            <a:chOff x="6058441" y="3351230"/>
            <a:chExt cx="357387" cy="357005"/>
          </a:xfrm>
        </p:grpSpPr>
        <p:sp>
          <p:nvSpPr>
            <p:cNvPr id="12234" name="Google Shape;12234;p71"/>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5" name="Google Shape;12235;p71"/>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36" name="Google Shape;12236;p71"/>
          <p:cNvGrpSpPr/>
          <p:nvPr/>
        </p:nvGrpSpPr>
        <p:grpSpPr>
          <a:xfrm>
            <a:off x="7932373" y="3427048"/>
            <a:ext cx="357387" cy="357387"/>
            <a:chOff x="7957483" y="3350848"/>
            <a:chExt cx="357387" cy="357387"/>
          </a:xfrm>
        </p:grpSpPr>
        <p:sp>
          <p:nvSpPr>
            <p:cNvPr id="12237" name="Google Shape;12237;p71"/>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8" name="Google Shape;12238;p71"/>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9" name="Google Shape;12239;p71"/>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40" name="Google Shape;12240;p71"/>
          <p:cNvGrpSpPr/>
          <p:nvPr/>
        </p:nvGrpSpPr>
        <p:grpSpPr>
          <a:xfrm>
            <a:off x="6982661" y="3427430"/>
            <a:ext cx="357387" cy="357005"/>
            <a:chOff x="7007771" y="3351230"/>
            <a:chExt cx="357387" cy="357005"/>
          </a:xfrm>
        </p:grpSpPr>
        <p:sp>
          <p:nvSpPr>
            <p:cNvPr id="12241" name="Google Shape;12241;p71"/>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2" name="Google Shape;12242;p71"/>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3" name="Google Shape;12243;p71"/>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4" name="Google Shape;12244;p71"/>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5" name="Google Shape;12245;p71"/>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46" name="Google Shape;12246;p71"/>
          <p:cNvGrpSpPr/>
          <p:nvPr/>
        </p:nvGrpSpPr>
        <p:grpSpPr>
          <a:xfrm>
            <a:off x="5083620" y="3427430"/>
            <a:ext cx="357005" cy="357005"/>
            <a:chOff x="5108729" y="3351230"/>
            <a:chExt cx="357005" cy="357005"/>
          </a:xfrm>
        </p:grpSpPr>
        <p:sp>
          <p:nvSpPr>
            <p:cNvPr id="12247" name="Google Shape;12247;p71"/>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8" name="Google Shape;12248;p71"/>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49" name="Google Shape;12249;p71"/>
          <p:cNvGrpSpPr/>
          <p:nvPr/>
        </p:nvGrpSpPr>
        <p:grpSpPr>
          <a:xfrm>
            <a:off x="5558459" y="3427430"/>
            <a:ext cx="357419" cy="357005"/>
            <a:chOff x="5583569" y="3351230"/>
            <a:chExt cx="357419" cy="357005"/>
          </a:xfrm>
        </p:grpSpPr>
        <p:sp>
          <p:nvSpPr>
            <p:cNvPr id="12250" name="Google Shape;12250;p71"/>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1" name="Google Shape;12251;p71"/>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52" name="Google Shape;12252;p71"/>
          <p:cNvGrpSpPr/>
          <p:nvPr/>
        </p:nvGrpSpPr>
        <p:grpSpPr>
          <a:xfrm>
            <a:off x="7457119" y="3427430"/>
            <a:ext cx="357419" cy="357005"/>
            <a:chOff x="7482229" y="3351230"/>
            <a:chExt cx="357419" cy="357005"/>
          </a:xfrm>
        </p:grpSpPr>
        <p:sp>
          <p:nvSpPr>
            <p:cNvPr id="12253" name="Google Shape;12253;p71"/>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4" name="Google Shape;12254;p71"/>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5" name="Google Shape;12255;p71"/>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6" name="Google Shape;12256;p71"/>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7" name="Google Shape;12257;p71"/>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58" name="Google Shape;12258;p71"/>
          <p:cNvGrpSpPr/>
          <p:nvPr/>
        </p:nvGrpSpPr>
        <p:grpSpPr>
          <a:xfrm>
            <a:off x="3739375" y="2966882"/>
            <a:ext cx="222874" cy="345737"/>
            <a:chOff x="3764485" y="2890682"/>
            <a:chExt cx="222874" cy="345737"/>
          </a:xfrm>
        </p:grpSpPr>
        <p:sp>
          <p:nvSpPr>
            <p:cNvPr id="12259" name="Google Shape;12259;p71"/>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0" name="Google Shape;12260;p71"/>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1" name="Google Shape;12261;p71"/>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62" name="Google Shape;12262;p71"/>
          <p:cNvGrpSpPr/>
          <p:nvPr/>
        </p:nvGrpSpPr>
        <p:grpSpPr>
          <a:xfrm>
            <a:off x="2213507" y="2984331"/>
            <a:ext cx="422596" cy="310382"/>
            <a:chOff x="2278533" y="2937377"/>
            <a:chExt cx="346788" cy="254704"/>
          </a:xfrm>
        </p:grpSpPr>
        <p:sp>
          <p:nvSpPr>
            <p:cNvPr id="12263" name="Google Shape;12263;p71"/>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4" name="Google Shape;12264;p71"/>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265" name="Google Shape;12265;p71"/>
          <p:cNvSpPr/>
          <p:nvPr/>
        </p:nvSpPr>
        <p:spPr>
          <a:xfrm>
            <a:off x="320275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266" name="Google Shape;12266;p71"/>
          <p:cNvGrpSpPr/>
          <p:nvPr/>
        </p:nvGrpSpPr>
        <p:grpSpPr>
          <a:xfrm>
            <a:off x="1811527" y="2967710"/>
            <a:ext cx="286152" cy="346437"/>
            <a:chOff x="1836637" y="2891510"/>
            <a:chExt cx="286152" cy="346437"/>
          </a:xfrm>
        </p:grpSpPr>
        <p:sp>
          <p:nvSpPr>
            <p:cNvPr id="12267" name="Google Shape;12267;p71"/>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8" name="Google Shape;12268;p71"/>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9" name="Google Shape;12269;p71"/>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70" name="Google Shape;12270;p71"/>
          <p:cNvGrpSpPr/>
          <p:nvPr/>
        </p:nvGrpSpPr>
        <p:grpSpPr>
          <a:xfrm>
            <a:off x="5560751" y="2982129"/>
            <a:ext cx="379764" cy="337684"/>
            <a:chOff x="5585861" y="2905929"/>
            <a:chExt cx="379764" cy="337684"/>
          </a:xfrm>
        </p:grpSpPr>
        <p:sp>
          <p:nvSpPr>
            <p:cNvPr id="12271" name="Google Shape;12271;p71"/>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2" name="Google Shape;12272;p71"/>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3" name="Google Shape;12273;p71"/>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4" name="Google Shape;12274;p71"/>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75" name="Google Shape;12275;p71"/>
          <p:cNvGrpSpPr/>
          <p:nvPr/>
        </p:nvGrpSpPr>
        <p:grpSpPr>
          <a:xfrm>
            <a:off x="1302566" y="2986680"/>
            <a:ext cx="347934" cy="310024"/>
            <a:chOff x="1327676" y="2910480"/>
            <a:chExt cx="347934" cy="310024"/>
          </a:xfrm>
        </p:grpSpPr>
        <p:sp>
          <p:nvSpPr>
            <p:cNvPr id="12276" name="Google Shape;12276;p71"/>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7" name="Google Shape;12277;p71"/>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8" name="Google Shape;12278;p71"/>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9" name="Google Shape;12279;p71"/>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0" name="Google Shape;12280;p71"/>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281" name="Google Shape;12281;p71"/>
          <p:cNvSpPr/>
          <p:nvPr/>
        </p:nvSpPr>
        <p:spPr>
          <a:xfrm>
            <a:off x="276085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282" name="Google Shape;12282;p71"/>
          <p:cNvGrpSpPr/>
          <p:nvPr/>
        </p:nvGrpSpPr>
        <p:grpSpPr>
          <a:xfrm>
            <a:off x="2728291" y="2945764"/>
            <a:ext cx="382828" cy="358601"/>
            <a:chOff x="2753373" y="2902523"/>
            <a:chExt cx="347552" cy="325557"/>
          </a:xfrm>
        </p:grpSpPr>
        <p:sp>
          <p:nvSpPr>
            <p:cNvPr id="12283" name="Google Shape;12283;p71"/>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4" name="Google Shape;12284;p71"/>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5" name="Google Shape;12285;p71"/>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6" name="Google Shape;12286;p71"/>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7" name="Google Shape;12287;p71"/>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8" name="Google Shape;12288;p71"/>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89" name="Google Shape;12289;p71"/>
          <p:cNvGrpSpPr/>
          <p:nvPr/>
        </p:nvGrpSpPr>
        <p:grpSpPr>
          <a:xfrm>
            <a:off x="823906" y="2979455"/>
            <a:ext cx="356655" cy="335425"/>
            <a:chOff x="849016" y="2903255"/>
            <a:chExt cx="356655" cy="335425"/>
          </a:xfrm>
        </p:grpSpPr>
        <p:sp>
          <p:nvSpPr>
            <p:cNvPr id="12290" name="Google Shape;12290;p71"/>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1" name="Google Shape;12291;p71"/>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2" name="Google Shape;12292;p71"/>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3" name="Google Shape;12293;p71"/>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4" name="Google Shape;12294;p71"/>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5" name="Google Shape;12295;p71"/>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6" name="Google Shape;12296;p71"/>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7" name="Google Shape;12297;p71"/>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8" name="Google Shape;12298;p71"/>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9" name="Google Shape;12299;p71"/>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0" name="Google Shape;12300;p71"/>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01" name="Google Shape;12301;p71"/>
          <p:cNvGrpSpPr/>
          <p:nvPr/>
        </p:nvGrpSpPr>
        <p:grpSpPr>
          <a:xfrm>
            <a:off x="4185823" y="3002977"/>
            <a:ext cx="280072" cy="275521"/>
            <a:chOff x="4210933" y="2926777"/>
            <a:chExt cx="280072" cy="275521"/>
          </a:xfrm>
        </p:grpSpPr>
        <p:sp>
          <p:nvSpPr>
            <p:cNvPr id="12302" name="Google Shape;12302;p71"/>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3" name="Google Shape;12303;p71"/>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4" name="Google Shape;12304;p71"/>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5" name="Google Shape;12305;p71"/>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6" name="Google Shape;12306;p71"/>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7" name="Google Shape;12307;p71"/>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8" name="Google Shape;12308;p71"/>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9" name="Google Shape;12309;p71"/>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0" name="Google Shape;12310;p71"/>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1" name="Google Shape;12311;p71"/>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2" name="Google Shape;12312;p71"/>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3" name="Google Shape;12313;p71"/>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4" name="Google Shape;12314;p71"/>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15" name="Google Shape;12315;p71"/>
          <p:cNvGrpSpPr/>
          <p:nvPr/>
        </p:nvGrpSpPr>
        <p:grpSpPr>
          <a:xfrm>
            <a:off x="4642106" y="2991582"/>
            <a:ext cx="320273" cy="318395"/>
            <a:chOff x="4667216" y="2915382"/>
            <a:chExt cx="320273" cy="318395"/>
          </a:xfrm>
        </p:grpSpPr>
        <p:sp>
          <p:nvSpPr>
            <p:cNvPr id="12316" name="Google Shape;12316;p71"/>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7" name="Google Shape;12317;p71"/>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8" name="Google Shape;12318;p71"/>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9" name="Google Shape;12319;p71"/>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20" name="Google Shape;12320;p71"/>
          <p:cNvGrpSpPr/>
          <p:nvPr/>
        </p:nvGrpSpPr>
        <p:grpSpPr>
          <a:xfrm>
            <a:off x="5145370" y="3010839"/>
            <a:ext cx="261929" cy="280550"/>
            <a:chOff x="5170480" y="2934639"/>
            <a:chExt cx="261929" cy="280550"/>
          </a:xfrm>
        </p:grpSpPr>
        <p:sp>
          <p:nvSpPr>
            <p:cNvPr id="12321" name="Google Shape;12321;p71"/>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2" name="Google Shape;12322;p71"/>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3" name="Google Shape;12323;p71"/>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4" name="Google Shape;12324;p71"/>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5" name="Google Shape;12325;p71"/>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6" name="Google Shape;12326;p71"/>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7" name="Google Shape;12327;p71"/>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28" name="Google Shape;12328;p71"/>
          <p:cNvGrpSpPr/>
          <p:nvPr/>
        </p:nvGrpSpPr>
        <p:grpSpPr>
          <a:xfrm>
            <a:off x="6044313" y="2968091"/>
            <a:ext cx="362320" cy="364230"/>
            <a:chOff x="6069423" y="2891892"/>
            <a:chExt cx="362320" cy="364230"/>
          </a:xfrm>
        </p:grpSpPr>
        <p:sp>
          <p:nvSpPr>
            <p:cNvPr id="12329" name="Google Shape;12329;p71"/>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0" name="Google Shape;12330;p71"/>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1" name="Google Shape;12331;p71"/>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2" name="Google Shape;12332;p71"/>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3" name="Google Shape;12333;p71"/>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4" name="Google Shape;12334;p71"/>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35" name="Google Shape;12335;p71"/>
          <p:cNvGrpSpPr/>
          <p:nvPr/>
        </p:nvGrpSpPr>
        <p:grpSpPr>
          <a:xfrm>
            <a:off x="6546845" y="2995370"/>
            <a:ext cx="308878" cy="311170"/>
            <a:chOff x="6571955" y="2919170"/>
            <a:chExt cx="308878" cy="311170"/>
          </a:xfrm>
        </p:grpSpPr>
        <p:sp>
          <p:nvSpPr>
            <p:cNvPr id="12336" name="Google Shape;12336;p71"/>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7" name="Google Shape;12337;p71"/>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8" name="Google Shape;12338;p71"/>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9" name="Google Shape;12339;p71"/>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0" name="Google Shape;12340;p71"/>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1" name="Google Shape;12341;p71"/>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2" name="Google Shape;12342;p71"/>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3" name="Google Shape;12343;p71"/>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4" name="Google Shape;12344;p71"/>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5" name="Google Shape;12345;p71"/>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46" name="Google Shape;12346;p71"/>
          <p:cNvGrpSpPr/>
          <p:nvPr/>
        </p:nvGrpSpPr>
        <p:grpSpPr>
          <a:xfrm>
            <a:off x="7474944" y="3010935"/>
            <a:ext cx="350576" cy="280454"/>
            <a:chOff x="7500054" y="2934735"/>
            <a:chExt cx="350576" cy="280454"/>
          </a:xfrm>
        </p:grpSpPr>
        <p:sp>
          <p:nvSpPr>
            <p:cNvPr id="12347" name="Google Shape;12347;p71"/>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8" name="Google Shape;12348;p71"/>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9" name="Google Shape;12349;p71"/>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0" name="Google Shape;12350;p71"/>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1" name="Google Shape;12351;p71"/>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2" name="Google Shape;12352;p71"/>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3" name="Google Shape;12353;p71"/>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4" name="Google Shape;12354;p71"/>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55" name="Google Shape;12355;p71"/>
          <p:cNvGrpSpPr/>
          <p:nvPr/>
        </p:nvGrpSpPr>
        <p:grpSpPr>
          <a:xfrm>
            <a:off x="6987570" y="2950862"/>
            <a:ext cx="332012" cy="355454"/>
            <a:chOff x="7055134" y="2919170"/>
            <a:chExt cx="290321" cy="310820"/>
          </a:xfrm>
        </p:grpSpPr>
        <p:sp>
          <p:nvSpPr>
            <p:cNvPr id="12356" name="Google Shape;12356;p71"/>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7" name="Google Shape;12357;p71"/>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8" name="Google Shape;12358;p71"/>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9" name="Google Shape;12359;p71"/>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0" name="Google Shape;12360;p71"/>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1" name="Google Shape;12361;p71"/>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2" name="Google Shape;12362;p71"/>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3" name="Google Shape;12363;p71"/>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4" name="Google Shape;12364;p71"/>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5" name="Google Shape;12365;p71"/>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6" name="Google Shape;12366;p71"/>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7" name="Google Shape;12367;p71"/>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8" name="Google Shape;12368;p71"/>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9" name="Google Shape;12369;p71"/>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70" name="Google Shape;12370;p71"/>
          <p:cNvGrpSpPr/>
          <p:nvPr/>
        </p:nvGrpSpPr>
        <p:grpSpPr>
          <a:xfrm>
            <a:off x="7960033" y="2976813"/>
            <a:ext cx="330109" cy="347552"/>
            <a:chOff x="7985143" y="2900613"/>
            <a:chExt cx="330109" cy="347552"/>
          </a:xfrm>
        </p:grpSpPr>
        <p:sp>
          <p:nvSpPr>
            <p:cNvPr id="12371" name="Google Shape;12371;p71"/>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2" name="Google Shape;12372;p71"/>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3" name="Google Shape;12373;p71"/>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4" name="Google Shape;12374;p71"/>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5" name="Google Shape;12375;p71"/>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6" name="Google Shape;12376;p71"/>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7" name="Google Shape;12377;p71"/>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8" name="Google Shape;12378;p71"/>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79" name="Google Shape;12379;p71"/>
          <p:cNvGrpSpPr/>
          <p:nvPr/>
        </p:nvGrpSpPr>
        <p:grpSpPr>
          <a:xfrm>
            <a:off x="7965731" y="2511426"/>
            <a:ext cx="354363" cy="353631"/>
            <a:chOff x="7990840" y="2435226"/>
            <a:chExt cx="354363" cy="353631"/>
          </a:xfrm>
        </p:grpSpPr>
        <p:sp>
          <p:nvSpPr>
            <p:cNvPr id="12380" name="Google Shape;12380;p71"/>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1" name="Google Shape;12381;p71"/>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2" name="Google Shape;12382;p71"/>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83" name="Google Shape;12383;p71"/>
          <p:cNvGrpSpPr/>
          <p:nvPr/>
        </p:nvGrpSpPr>
        <p:grpSpPr>
          <a:xfrm>
            <a:off x="1792207" y="2556530"/>
            <a:ext cx="350958" cy="263043"/>
            <a:chOff x="1817317" y="2480330"/>
            <a:chExt cx="350958" cy="263043"/>
          </a:xfrm>
        </p:grpSpPr>
        <p:sp>
          <p:nvSpPr>
            <p:cNvPr id="12384" name="Google Shape;12384;p71"/>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5" name="Google Shape;12385;p71"/>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6" name="Google Shape;12386;p71"/>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7" name="Google Shape;12387;p71"/>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8" name="Google Shape;12388;p71"/>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89" name="Google Shape;12389;p71"/>
          <p:cNvGrpSpPr/>
          <p:nvPr/>
        </p:nvGrpSpPr>
        <p:grpSpPr>
          <a:xfrm>
            <a:off x="1316617" y="2559549"/>
            <a:ext cx="419913" cy="308109"/>
            <a:chOff x="1341727" y="2483349"/>
            <a:chExt cx="419913" cy="308109"/>
          </a:xfrm>
        </p:grpSpPr>
        <p:sp>
          <p:nvSpPr>
            <p:cNvPr id="12390" name="Google Shape;12390;p71"/>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1" name="Google Shape;12391;p71"/>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2" name="Google Shape;12392;p71"/>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93" name="Google Shape;12393;p71"/>
          <p:cNvGrpSpPr/>
          <p:nvPr/>
        </p:nvGrpSpPr>
        <p:grpSpPr>
          <a:xfrm>
            <a:off x="829222" y="2523936"/>
            <a:ext cx="376358" cy="330108"/>
            <a:chOff x="854332" y="2447736"/>
            <a:chExt cx="376358" cy="330108"/>
          </a:xfrm>
        </p:grpSpPr>
        <p:sp>
          <p:nvSpPr>
            <p:cNvPr id="12394" name="Google Shape;12394;p71"/>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5" name="Google Shape;12395;p71"/>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6" name="Google Shape;12396;p71"/>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7" name="Google Shape;12397;p71"/>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8" name="Google Shape;12398;p71"/>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9" name="Google Shape;12399;p71"/>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0" name="Google Shape;12400;p71"/>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1" name="Google Shape;12401;p71"/>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02" name="Google Shape;12402;p71"/>
          <p:cNvGrpSpPr/>
          <p:nvPr/>
        </p:nvGrpSpPr>
        <p:grpSpPr>
          <a:xfrm>
            <a:off x="4181653" y="2527151"/>
            <a:ext cx="322151" cy="322374"/>
            <a:chOff x="4206763" y="2450951"/>
            <a:chExt cx="322151" cy="322374"/>
          </a:xfrm>
        </p:grpSpPr>
        <p:sp>
          <p:nvSpPr>
            <p:cNvPr id="12403" name="Google Shape;12403;p71"/>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4" name="Google Shape;12404;p71"/>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05" name="Google Shape;12405;p71"/>
          <p:cNvGrpSpPr/>
          <p:nvPr/>
        </p:nvGrpSpPr>
        <p:grpSpPr>
          <a:xfrm>
            <a:off x="7491236" y="2526259"/>
            <a:ext cx="327976" cy="324316"/>
            <a:chOff x="7528096" y="2450059"/>
            <a:chExt cx="327976" cy="324316"/>
          </a:xfrm>
        </p:grpSpPr>
        <p:sp>
          <p:nvSpPr>
            <p:cNvPr id="12406" name="Google Shape;12406;p71"/>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7" name="Google Shape;12407;p71"/>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8" name="Google Shape;12408;p71"/>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9" name="Google Shape;12409;p71"/>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0" name="Google Shape;12410;p71"/>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11" name="Google Shape;12411;p71"/>
          <p:cNvGrpSpPr/>
          <p:nvPr/>
        </p:nvGrpSpPr>
        <p:grpSpPr>
          <a:xfrm>
            <a:off x="7052019" y="2588742"/>
            <a:ext cx="282364" cy="198619"/>
            <a:chOff x="7077129" y="2512542"/>
            <a:chExt cx="282364" cy="198619"/>
          </a:xfrm>
        </p:grpSpPr>
        <p:sp>
          <p:nvSpPr>
            <p:cNvPr id="12412" name="Google Shape;12412;p71"/>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3" name="Google Shape;12413;p71"/>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4" name="Google Shape;12414;p71"/>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5" name="Google Shape;12415;p71"/>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6" name="Google Shape;12416;p71"/>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7" name="Google Shape;12417;p71"/>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18" name="Google Shape;12418;p71"/>
          <p:cNvGrpSpPr/>
          <p:nvPr/>
        </p:nvGrpSpPr>
        <p:grpSpPr>
          <a:xfrm>
            <a:off x="3700351" y="2520912"/>
            <a:ext cx="334279" cy="334661"/>
            <a:chOff x="3725461" y="2444712"/>
            <a:chExt cx="334279" cy="334661"/>
          </a:xfrm>
        </p:grpSpPr>
        <p:sp>
          <p:nvSpPr>
            <p:cNvPr id="12419" name="Google Shape;12419;p71"/>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0" name="Google Shape;12420;p71"/>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1" name="Google Shape;12421;p71"/>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2" name="Google Shape;12422;p71"/>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3" name="Google Shape;12423;p71"/>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4" name="Google Shape;12424;p71"/>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5" name="Google Shape;12425;p71"/>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26" name="Google Shape;12426;p71"/>
          <p:cNvGrpSpPr/>
          <p:nvPr/>
        </p:nvGrpSpPr>
        <p:grpSpPr>
          <a:xfrm>
            <a:off x="6552128" y="2533421"/>
            <a:ext cx="332019" cy="310788"/>
            <a:chOff x="6577238" y="2457221"/>
            <a:chExt cx="332019" cy="310788"/>
          </a:xfrm>
        </p:grpSpPr>
        <p:sp>
          <p:nvSpPr>
            <p:cNvPr id="12427" name="Google Shape;12427;p71"/>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8" name="Google Shape;12428;p71"/>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9" name="Google Shape;12429;p71"/>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0" name="Google Shape;12430;p71"/>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1" name="Google Shape;12431;p71"/>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2" name="Google Shape;12432;p71"/>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33" name="Google Shape;12433;p71"/>
          <p:cNvGrpSpPr/>
          <p:nvPr/>
        </p:nvGrpSpPr>
        <p:grpSpPr>
          <a:xfrm>
            <a:off x="2793451" y="2515978"/>
            <a:ext cx="247892" cy="346024"/>
            <a:chOff x="2818561" y="2439778"/>
            <a:chExt cx="247892" cy="346024"/>
          </a:xfrm>
        </p:grpSpPr>
        <p:sp>
          <p:nvSpPr>
            <p:cNvPr id="12434" name="Google Shape;12434;p71"/>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5" name="Google Shape;12435;p71"/>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6" name="Google Shape;12436;p71"/>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7" name="Google Shape;12437;p71"/>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8" name="Google Shape;12438;p71"/>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9" name="Google Shape;12439;p71"/>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0" name="Google Shape;12440;p71"/>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1" name="Google Shape;12441;p71"/>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2" name="Google Shape;12442;p71"/>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3" name="Google Shape;12443;p71"/>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4" name="Google Shape;12444;p71"/>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5" name="Google Shape;12445;p71"/>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46" name="Google Shape;12446;p71"/>
          <p:cNvGrpSpPr/>
          <p:nvPr/>
        </p:nvGrpSpPr>
        <p:grpSpPr>
          <a:xfrm>
            <a:off x="3182668" y="2550832"/>
            <a:ext cx="419933" cy="275170"/>
            <a:chOff x="3207778" y="2474632"/>
            <a:chExt cx="419933" cy="275170"/>
          </a:xfrm>
        </p:grpSpPr>
        <p:sp>
          <p:nvSpPr>
            <p:cNvPr id="12447" name="Google Shape;12447;p71"/>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8" name="Google Shape;12448;p71"/>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9" name="Google Shape;12449;p71"/>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0" name="Google Shape;12450;p71"/>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1" name="Google Shape;12451;p71"/>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2" name="Google Shape;12452;p71"/>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3" name="Google Shape;12453;p71"/>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4" name="Google Shape;12454;p71"/>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5" name="Google Shape;12455;p71"/>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6" name="Google Shape;12456;p71"/>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7" name="Google Shape;12457;p71"/>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8" name="Google Shape;12458;p71"/>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9" name="Google Shape;12459;p71"/>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0" name="Google Shape;12460;p71"/>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61" name="Google Shape;12461;p71"/>
          <p:cNvGrpSpPr/>
          <p:nvPr/>
        </p:nvGrpSpPr>
        <p:grpSpPr>
          <a:xfrm>
            <a:off x="6074265" y="2532275"/>
            <a:ext cx="337684" cy="314194"/>
            <a:chOff x="6099375" y="2456075"/>
            <a:chExt cx="337684" cy="314194"/>
          </a:xfrm>
        </p:grpSpPr>
        <p:sp>
          <p:nvSpPr>
            <p:cNvPr id="12462" name="Google Shape;12462;p71"/>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3" name="Google Shape;12463;p71"/>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64" name="Google Shape;12464;p71"/>
          <p:cNvGrpSpPr/>
          <p:nvPr/>
        </p:nvGrpSpPr>
        <p:grpSpPr>
          <a:xfrm>
            <a:off x="2287513" y="2544784"/>
            <a:ext cx="312698" cy="286534"/>
            <a:chOff x="2312623" y="2468584"/>
            <a:chExt cx="312698" cy="286534"/>
          </a:xfrm>
        </p:grpSpPr>
        <p:sp>
          <p:nvSpPr>
            <p:cNvPr id="12465" name="Google Shape;12465;p71"/>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6" name="Google Shape;12466;p71"/>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7" name="Google Shape;12467;p71"/>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68" name="Google Shape;12468;p71"/>
          <p:cNvGrpSpPr/>
          <p:nvPr/>
        </p:nvGrpSpPr>
        <p:grpSpPr>
          <a:xfrm>
            <a:off x="5593695" y="2517124"/>
            <a:ext cx="345292" cy="342618"/>
            <a:chOff x="5618805" y="2440924"/>
            <a:chExt cx="345292" cy="342618"/>
          </a:xfrm>
        </p:grpSpPr>
        <p:sp>
          <p:nvSpPr>
            <p:cNvPr id="12469" name="Google Shape;12469;p71"/>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0" name="Google Shape;12470;p71"/>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1" name="Google Shape;12471;p71"/>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2" name="Google Shape;12472;p71"/>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3" name="Google Shape;12473;p71"/>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74" name="Google Shape;12474;p71"/>
          <p:cNvGrpSpPr/>
          <p:nvPr/>
        </p:nvGrpSpPr>
        <p:grpSpPr>
          <a:xfrm>
            <a:off x="4628069" y="2522790"/>
            <a:ext cx="377886" cy="331255"/>
            <a:chOff x="4653179" y="2446590"/>
            <a:chExt cx="377886" cy="331255"/>
          </a:xfrm>
        </p:grpSpPr>
        <p:sp>
          <p:nvSpPr>
            <p:cNvPr id="12475" name="Google Shape;12475;p71"/>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6" name="Google Shape;12476;p71"/>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7" name="Google Shape;12477;p71"/>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8" name="Google Shape;12478;p71"/>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79" name="Google Shape;12479;p71"/>
          <p:cNvGrpSpPr/>
          <p:nvPr/>
        </p:nvGrpSpPr>
        <p:grpSpPr>
          <a:xfrm>
            <a:off x="5159407" y="2535681"/>
            <a:ext cx="252062" cy="305122"/>
            <a:chOff x="5184517" y="2459481"/>
            <a:chExt cx="252062" cy="305122"/>
          </a:xfrm>
        </p:grpSpPr>
        <p:sp>
          <p:nvSpPr>
            <p:cNvPr id="12480" name="Google Shape;12480;p71"/>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1" name="Google Shape;12481;p71"/>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2" name="Google Shape;12482;p71"/>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3" name="Google Shape;12483;p71"/>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4" name="Google Shape;12484;p71"/>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5" name="Google Shape;12485;p71"/>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486" name="Google Shape;12486;p71"/>
          <p:cNvSpPr/>
          <p:nvPr/>
        </p:nvSpPr>
        <p:spPr>
          <a:xfrm>
            <a:off x="177591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487" name="Google Shape;12487;p71"/>
          <p:cNvGrpSpPr/>
          <p:nvPr/>
        </p:nvGrpSpPr>
        <p:grpSpPr>
          <a:xfrm>
            <a:off x="6130349" y="2045308"/>
            <a:ext cx="249770" cy="363849"/>
            <a:chOff x="6155459" y="1969108"/>
            <a:chExt cx="249770" cy="363849"/>
          </a:xfrm>
        </p:grpSpPr>
        <p:sp>
          <p:nvSpPr>
            <p:cNvPr id="12488" name="Google Shape;12488;p71"/>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9" name="Google Shape;12489;p71"/>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0" name="Google Shape;12490;p71"/>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1" name="Google Shape;12491;p71"/>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2" name="Google Shape;12492;p71"/>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3" name="Google Shape;12493;p71"/>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4" name="Google Shape;12494;p71"/>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5" name="Google Shape;12495;p71"/>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6" name="Google Shape;12496;p71"/>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97" name="Google Shape;12497;p71"/>
          <p:cNvGrpSpPr/>
          <p:nvPr/>
        </p:nvGrpSpPr>
        <p:grpSpPr>
          <a:xfrm>
            <a:off x="2254919" y="2046804"/>
            <a:ext cx="353631" cy="354395"/>
            <a:chOff x="2280029" y="1970604"/>
            <a:chExt cx="353631" cy="354395"/>
          </a:xfrm>
        </p:grpSpPr>
        <p:sp>
          <p:nvSpPr>
            <p:cNvPr id="12498" name="Google Shape;12498;p71"/>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9" name="Google Shape;12499;p71"/>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0" name="Google Shape;12500;p71"/>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1" name="Google Shape;12501;p71"/>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02" name="Google Shape;12502;p71"/>
          <p:cNvGrpSpPr/>
          <p:nvPr/>
        </p:nvGrpSpPr>
        <p:grpSpPr>
          <a:xfrm>
            <a:off x="8039990" y="2076374"/>
            <a:ext cx="255086" cy="301684"/>
            <a:chOff x="8065100" y="2000174"/>
            <a:chExt cx="255086" cy="301684"/>
          </a:xfrm>
        </p:grpSpPr>
        <p:sp>
          <p:nvSpPr>
            <p:cNvPr id="12503" name="Google Shape;12503;p71"/>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4" name="Google Shape;12504;p71"/>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5" name="Google Shape;12505;p71"/>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6" name="Google Shape;12506;p71"/>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07" name="Google Shape;12507;p71"/>
          <p:cNvGrpSpPr/>
          <p:nvPr/>
        </p:nvGrpSpPr>
        <p:grpSpPr>
          <a:xfrm>
            <a:off x="6608595" y="2045308"/>
            <a:ext cx="249420" cy="363849"/>
            <a:chOff x="6633705" y="1969108"/>
            <a:chExt cx="249420" cy="363849"/>
          </a:xfrm>
        </p:grpSpPr>
        <p:sp>
          <p:nvSpPr>
            <p:cNvPr id="12508" name="Google Shape;12508;p71"/>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9" name="Google Shape;12509;p71"/>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0" name="Google Shape;12510;p71"/>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1" name="Google Shape;12511;p71"/>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2" name="Google Shape;12512;p71"/>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3" name="Google Shape;12513;p71"/>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4" name="Google Shape;12514;p71"/>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5" name="Google Shape;12515;p71"/>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16" name="Google Shape;12516;p71"/>
          <p:cNvGrpSpPr/>
          <p:nvPr/>
        </p:nvGrpSpPr>
        <p:grpSpPr>
          <a:xfrm>
            <a:off x="5185921" y="2045308"/>
            <a:ext cx="226661" cy="363467"/>
            <a:chOff x="5211031" y="1969108"/>
            <a:chExt cx="226661" cy="363467"/>
          </a:xfrm>
        </p:grpSpPr>
        <p:sp>
          <p:nvSpPr>
            <p:cNvPr id="12517" name="Google Shape;12517;p71"/>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8" name="Google Shape;12518;p71"/>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19" name="Google Shape;12519;p71"/>
          <p:cNvGrpSpPr/>
          <p:nvPr/>
        </p:nvGrpSpPr>
        <p:grpSpPr>
          <a:xfrm>
            <a:off x="3687842" y="2046804"/>
            <a:ext cx="354363" cy="354395"/>
            <a:chOff x="3712952" y="1970604"/>
            <a:chExt cx="354363" cy="354395"/>
          </a:xfrm>
        </p:grpSpPr>
        <p:sp>
          <p:nvSpPr>
            <p:cNvPr id="12520" name="Google Shape;12520;p71"/>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1" name="Google Shape;12521;p71"/>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2" name="Google Shape;12522;p71"/>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3" name="Google Shape;12523;p71"/>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4" name="Google Shape;12524;p71"/>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5" name="Google Shape;12525;p71"/>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6" name="Google Shape;12526;p71"/>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7" name="Google Shape;12527;p71"/>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8" name="Google Shape;12528;p71"/>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29" name="Google Shape;12529;p71"/>
          <p:cNvGrpSpPr/>
          <p:nvPr/>
        </p:nvGrpSpPr>
        <p:grpSpPr>
          <a:xfrm>
            <a:off x="3210329" y="2046804"/>
            <a:ext cx="354364" cy="354745"/>
            <a:chOff x="3235438" y="1970604"/>
            <a:chExt cx="354364" cy="354745"/>
          </a:xfrm>
        </p:grpSpPr>
        <p:sp>
          <p:nvSpPr>
            <p:cNvPr id="12530" name="Google Shape;12530;p71"/>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1" name="Google Shape;12531;p71"/>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2" name="Google Shape;12532;p71"/>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3" name="Google Shape;12533;p71"/>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4" name="Google Shape;12534;p71"/>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5" name="Google Shape;12535;p71"/>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6" name="Google Shape;12536;p71"/>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7" name="Google Shape;12537;p71"/>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8" name="Google Shape;12538;p71"/>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9" name="Google Shape;12539;p71"/>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0" name="Google Shape;12540;p71"/>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1" name="Google Shape;12541;p71"/>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2" name="Google Shape;12542;p71"/>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43" name="Google Shape;12543;p71"/>
          <p:cNvGrpSpPr/>
          <p:nvPr/>
        </p:nvGrpSpPr>
        <p:grpSpPr>
          <a:xfrm>
            <a:off x="1304475" y="2066125"/>
            <a:ext cx="341473" cy="335074"/>
            <a:chOff x="1329585" y="1989925"/>
            <a:chExt cx="341473" cy="335074"/>
          </a:xfrm>
        </p:grpSpPr>
        <p:sp>
          <p:nvSpPr>
            <p:cNvPr id="12544" name="Google Shape;12544;p71"/>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5" name="Google Shape;12545;p71"/>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6" name="Google Shape;12546;p71"/>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47" name="Google Shape;12547;p71"/>
          <p:cNvGrpSpPr/>
          <p:nvPr/>
        </p:nvGrpSpPr>
        <p:grpSpPr>
          <a:xfrm>
            <a:off x="5566761" y="2066106"/>
            <a:ext cx="416649" cy="325597"/>
            <a:chOff x="5626763" y="2013829"/>
            <a:chExt cx="351722" cy="274788"/>
          </a:xfrm>
        </p:grpSpPr>
        <p:sp>
          <p:nvSpPr>
            <p:cNvPr id="12548" name="Google Shape;12548;p71"/>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9" name="Google Shape;12549;p71"/>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0" name="Google Shape;12550;p71"/>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1" name="Google Shape;12551;p71"/>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2" name="Google Shape;12552;p71"/>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3" name="Google Shape;12553;p71"/>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4" name="Google Shape;12554;p71"/>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5" name="Google Shape;12555;p71"/>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6" name="Google Shape;12556;p71"/>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7" name="Google Shape;12557;p71"/>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58" name="Google Shape;12558;p71"/>
          <p:cNvGrpSpPr/>
          <p:nvPr/>
        </p:nvGrpSpPr>
        <p:grpSpPr>
          <a:xfrm>
            <a:off x="7551495" y="2060077"/>
            <a:ext cx="276698" cy="333133"/>
            <a:chOff x="7576605" y="1983877"/>
            <a:chExt cx="276698" cy="333133"/>
          </a:xfrm>
        </p:grpSpPr>
        <p:sp>
          <p:nvSpPr>
            <p:cNvPr id="12559" name="Google Shape;12559;p71"/>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0" name="Google Shape;12560;p71"/>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61" name="Google Shape;12561;p71"/>
          <p:cNvGrpSpPr/>
          <p:nvPr/>
        </p:nvGrpSpPr>
        <p:grpSpPr>
          <a:xfrm>
            <a:off x="828458" y="2051738"/>
            <a:ext cx="337334" cy="353599"/>
            <a:chOff x="853568" y="1975538"/>
            <a:chExt cx="337334" cy="353599"/>
          </a:xfrm>
        </p:grpSpPr>
        <p:sp>
          <p:nvSpPr>
            <p:cNvPr id="12562" name="Google Shape;12562;p71"/>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3" name="Google Shape;12563;p71"/>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4" name="Google Shape;12564;p71"/>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5" name="Google Shape;12565;p71"/>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66" name="Google Shape;12566;p71"/>
          <p:cNvGrpSpPr/>
          <p:nvPr/>
        </p:nvGrpSpPr>
        <p:grpSpPr>
          <a:xfrm>
            <a:off x="2733192" y="2085828"/>
            <a:ext cx="327085" cy="277079"/>
            <a:chOff x="2770052" y="2009628"/>
            <a:chExt cx="327085" cy="277079"/>
          </a:xfrm>
        </p:grpSpPr>
        <p:sp>
          <p:nvSpPr>
            <p:cNvPr id="12567" name="Google Shape;12567;p71"/>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8" name="Google Shape;12568;p71"/>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569" name="Google Shape;12569;p71"/>
          <p:cNvSpPr/>
          <p:nvPr/>
        </p:nvSpPr>
        <p:spPr>
          <a:xfrm>
            <a:off x="703495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570" name="Google Shape;12570;p71"/>
          <p:cNvGrpSpPr/>
          <p:nvPr/>
        </p:nvGrpSpPr>
        <p:grpSpPr>
          <a:xfrm>
            <a:off x="4170289" y="2046804"/>
            <a:ext cx="344879" cy="343573"/>
            <a:chOff x="4195399" y="1970604"/>
            <a:chExt cx="344879" cy="343573"/>
          </a:xfrm>
        </p:grpSpPr>
        <p:sp>
          <p:nvSpPr>
            <p:cNvPr id="12571" name="Google Shape;12571;p71"/>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2" name="Google Shape;12572;p71"/>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3" name="Google Shape;12573;p71"/>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4" name="Google Shape;12574;p71"/>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75" name="Google Shape;12575;p71"/>
          <p:cNvGrpSpPr/>
          <p:nvPr/>
        </p:nvGrpSpPr>
        <p:grpSpPr>
          <a:xfrm>
            <a:off x="4649681" y="2053647"/>
            <a:ext cx="344528" cy="344114"/>
            <a:chOff x="4674791" y="1977447"/>
            <a:chExt cx="344528" cy="344114"/>
          </a:xfrm>
        </p:grpSpPr>
        <p:sp>
          <p:nvSpPr>
            <p:cNvPr id="12576" name="Google Shape;12576;p71"/>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7" name="Google Shape;12577;p71"/>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8" name="Google Shape;12578;p71"/>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9" name="Google Shape;12579;p71"/>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0" name="Google Shape;12580;p71"/>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1" name="Google Shape;12581;p71"/>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2" name="Google Shape;12582;p71"/>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3" name="Google Shape;12583;p71"/>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4" name="Google Shape;12584;p71"/>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5" name="Google Shape;12585;p71"/>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6" name="Google Shape;12586;p71"/>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7" name="Google Shape;12587;p71"/>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8" name="Google Shape;12588;p71"/>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9" name="Google Shape;12589;p71"/>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0" name="Google Shape;12590;p71"/>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1" name="Google Shape;12591;p71"/>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2" name="Google Shape;12592;p71"/>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3" name="Google Shape;12593;p71"/>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4" name="Google Shape;12594;p71"/>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5" name="Google Shape;12595;p71"/>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6" name="Google Shape;12596;p71"/>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7" name="Google Shape;12597;p71"/>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8" name="Google Shape;12598;p71"/>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9" name="Google Shape;12599;p71"/>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0" name="Google Shape;12600;p71"/>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1" name="Google Shape;12601;p71"/>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02" name="Google Shape;12602;p71"/>
          <p:cNvGrpSpPr/>
          <p:nvPr/>
        </p:nvGrpSpPr>
        <p:grpSpPr>
          <a:xfrm>
            <a:off x="6058700" y="1623497"/>
            <a:ext cx="382819" cy="310788"/>
            <a:chOff x="6083810" y="1547297"/>
            <a:chExt cx="382819" cy="310788"/>
          </a:xfrm>
        </p:grpSpPr>
        <p:sp>
          <p:nvSpPr>
            <p:cNvPr id="12603" name="Google Shape;12603;p71"/>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4" name="Google Shape;12604;p71"/>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5" name="Google Shape;12605;p71"/>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6" name="Google Shape;12606;p71"/>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7" name="Google Shape;12607;p71"/>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8" name="Google Shape;12608;p71"/>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9" name="Google Shape;12609;p71"/>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0" name="Google Shape;12610;p71"/>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1" name="Google Shape;12611;p71"/>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2" name="Google Shape;12612;p71"/>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3" name="Google Shape;12613;p71"/>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4" name="Google Shape;12614;p71"/>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5" name="Google Shape;12615;p71"/>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6" name="Google Shape;12616;p71"/>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7" name="Google Shape;12617;p71"/>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8" name="Google Shape;12618;p71"/>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9" name="Google Shape;12619;p71"/>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0" name="Google Shape;12620;p71"/>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21" name="Google Shape;12621;p71"/>
          <p:cNvGrpSpPr/>
          <p:nvPr/>
        </p:nvGrpSpPr>
        <p:grpSpPr>
          <a:xfrm>
            <a:off x="6533190" y="1614393"/>
            <a:ext cx="382788" cy="328613"/>
            <a:chOff x="6558300" y="1538193"/>
            <a:chExt cx="382788" cy="328613"/>
          </a:xfrm>
        </p:grpSpPr>
        <p:sp>
          <p:nvSpPr>
            <p:cNvPr id="12622" name="Google Shape;12622;p71"/>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3" name="Google Shape;12623;p71"/>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24" name="Google Shape;12624;p71"/>
          <p:cNvGrpSpPr/>
          <p:nvPr/>
        </p:nvGrpSpPr>
        <p:grpSpPr>
          <a:xfrm>
            <a:off x="5168892" y="1587497"/>
            <a:ext cx="259605" cy="346024"/>
            <a:chOff x="5194002" y="1511297"/>
            <a:chExt cx="259605" cy="346024"/>
          </a:xfrm>
        </p:grpSpPr>
        <p:sp>
          <p:nvSpPr>
            <p:cNvPr id="12625" name="Google Shape;12625;p71"/>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6" name="Google Shape;12626;p71"/>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7" name="Google Shape;12627;p71"/>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8" name="Google Shape;12628;p71"/>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29" name="Google Shape;12629;p71"/>
          <p:cNvGrpSpPr/>
          <p:nvPr/>
        </p:nvGrpSpPr>
        <p:grpSpPr>
          <a:xfrm>
            <a:off x="1369631" y="1588261"/>
            <a:ext cx="252444" cy="351722"/>
            <a:chOff x="1394741" y="1512061"/>
            <a:chExt cx="252444" cy="351722"/>
          </a:xfrm>
        </p:grpSpPr>
        <p:sp>
          <p:nvSpPr>
            <p:cNvPr id="12630" name="Google Shape;12630;p71"/>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1" name="Google Shape;12631;p71"/>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2" name="Google Shape;12632;p71"/>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3" name="Google Shape;12633;p71"/>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4" name="Google Shape;12634;p71"/>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5" name="Google Shape;12635;p71"/>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6" name="Google Shape;12636;p71"/>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7" name="Google Shape;12637;p71"/>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8" name="Google Shape;12638;p71"/>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9" name="Google Shape;12639;p71"/>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0" name="Google Shape;12640;p71"/>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1" name="Google Shape;12641;p71"/>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2" name="Google Shape;12642;p71"/>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3" name="Google Shape;12643;p71"/>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4" name="Google Shape;12644;p71"/>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5" name="Google Shape;12645;p71"/>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6" name="Google Shape;12646;p71"/>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47" name="Google Shape;12647;p71"/>
          <p:cNvGrpSpPr/>
          <p:nvPr/>
        </p:nvGrpSpPr>
        <p:grpSpPr>
          <a:xfrm>
            <a:off x="829986" y="1580685"/>
            <a:ext cx="380909" cy="339594"/>
            <a:chOff x="855096" y="1504485"/>
            <a:chExt cx="380909" cy="339594"/>
          </a:xfrm>
        </p:grpSpPr>
        <p:sp>
          <p:nvSpPr>
            <p:cNvPr id="12648" name="Google Shape;12648;p71"/>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9" name="Google Shape;12649;p71"/>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0" name="Google Shape;12650;p71"/>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1" name="Google Shape;12651;p71"/>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2" name="Google Shape;12652;p71"/>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53" name="Google Shape;12653;p71"/>
          <p:cNvGrpSpPr/>
          <p:nvPr/>
        </p:nvGrpSpPr>
        <p:grpSpPr>
          <a:xfrm>
            <a:off x="1794466" y="1587879"/>
            <a:ext cx="352103" cy="352103"/>
            <a:chOff x="1819576" y="1511679"/>
            <a:chExt cx="352103" cy="352103"/>
          </a:xfrm>
        </p:grpSpPr>
        <p:sp>
          <p:nvSpPr>
            <p:cNvPr id="12654" name="Google Shape;12654;p71"/>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5" name="Google Shape;12655;p71"/>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6" name="Google Shape;12656;p71"/>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7" name="Google Shape;12657;p71"/>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58" name="Google Shape;12658;p71"/>
          <p:cNvGrpSpPr/>
          <p:nvPr/>
        </p:nvGrpSpPr>
        <p:grpSpPr>
          <a:xfrm>
            <a:off x="5595987" y="1576961"/>
            <a:ext cx="371424" cy="355446"/>
            <a:chOff x="5621097" y="1500761"/>
            <a:chExt cx="371424" cy="355446"/>
          </a:xfrm>
        </p:grpSpPr>
        <p:sp>
          <p:nvSpPr>
            <p:cNvPr id="12659" name="Google Shape;12659;p71"/>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0" name="Google Shape;12660;p71"/>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61" name="Google Shape;12661;p71"/>
          <p:cNvGrpSpPr/>
          <p:nvPr/>
        </p:nvGrpSpPr>
        <p:grpSpPr>
          <a:xfrm>
            <a:off x="4645129" y="1617799"/>
            <a:ext cx="359679" cy="321833"/>
            <a:chOff x="4670239" y="1541599"/>
            <a:chExt cx="359679" cy="321833"/>
          </a:xfrm>
        </p:grpSpPr>
        <p:sp>
          <p:nvSpPr>
            <p:cNvPr id="12662" name="Google Shape;12662;p71"/>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3" name="Google Shape;12663;p71"/>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4" name="Google Shape;12664;p71"/>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5" name="Google Shape;12665;p71"/>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6" name="Google Shape;12666;p71"/>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67" name="Google Shape;12667;p71"/>
          <p:cNvGrpSpPr/>
          <p:nvPr/>
        </p:nvGrpSpPr>
        <p:grpSpPr>
          <a:xfrm>
            <a:off x="4187319" y="1578585"/>
            <a:ext cx="321037" cy="353822"/>
            <a:chOff x="4212429" y="1502385"/>
            <a:chExt cx="321037" cy="353822"/>
          </a:xfrm>
        </p:grpSpPr>
        <p:sp>
          <p:nvSpPr>
            <p:cNvPr id="12668" name="Google Shape;12668;p71"/>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9" name="Google Shape;12669;p71"/>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0" name="Google Shape;12670;p71"/>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1" name="Google Shape;12671;p71"/>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72" name="Google Shape;12672;p71"/>
          <p:cNvGrpSpPr/>
          <p:nvPr/>
        </p:nvGrpSpPr>
        <p:grpSpPr>
          <a:xfrm>
            <a:off x="2277678" y="1582181"/>
            <a:ext cx="336188" cy="335425"/>
            <a:chOff x="2302788" y="1505981"/>
            <a:chExt cx="336188" cy="335425"/>
          </a:xfrm>
        </p:grpSpPr>
        <p:sp>
          <p:nvSpPr>
            <p:cNvPr id="12673" name="Google Shape;12673;p71"/>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4" name="Google Shape;12674;p71"/>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5" name="Google Shape;12675;p71"/>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6" name="Google Shape;12676;p71"/>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7" name="Google Shape;12677;p71"/>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8" name="Google Shape;12678;p71"/>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9" name="Google Shape;12679;p71"/>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0" name="Google Shape;12680;p71"/>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1" name="Google Shape;12681;p71"/>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2" name="Google Shape;12682;p71"/>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3" name="Google Shape;12683;p71"/>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4" name="Google Shape;12684;p71"/>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5" name="Google Shape;12685;p71"/>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6" name="Google Shape;12686;p71"/>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7" name="Google Shape;12687;p71"/>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8" name="Google Shape;12688;p71"/>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9" name="Google Shape;12689;p71"/>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90" name="Google Shape;12690;p71"/>
          <p:cNvGrpSpPr/>
          <p:nvPr/>
        </p:nvGrpSpPr>
        <p:grpSpPr>
          <a:xfrm>
            <a:off x="2755191" y="1598096"/>
            <a:ext cx="333133" cy="321038"/>
            <a:chOff x="2780301" y="1521896"/>
            <a:chExt cx="333133" cy="321038"/>
          </a:xfrm>
        </p:grpSpPr>
        <p:sp>
          <p:nvSpPr>
            <p:cNvPr id="12691" name="Google Shape;12691;p71"/>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2" name="Google Shape;12692;p71"/>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3" name="Google Shape;12693;p71"/>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4" name="Google Shape;12694;p71"/>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5" name="Google Shape;12695;p71"/>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6" name="Google Shape;12696;p71"/>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7" name="Google Shape;12697;p71"/>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8" name="Google Shape;12698;p71"/>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9" name="Google Shape;12699;p71"/>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0" name="Google Shape;12700;p71"/>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1" name="Google Shape;12701;p71"/>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2" name="Google Shape;12702;p71"/>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3" name="Google Shape;12703;p71"/>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4" name="Google Shape;12704;p71"/>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5" name="Google Shape;12705;p71"/>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6" name="Google Shape;12706;p71"/>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7" name="Google Shape;12707;p71"/>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8" name="Google Shape;12708;p71"/>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9" name="Google Shape;12709;p71"/>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0" name="Google Shape;12710;p71"/>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11" name="Google Shape;12711;p71"/>
          <p:cNvGrpSpPr/>
          <p:nvPr/>
        </p:nvGrpSpPr>
        <p:grpSpPr>
          <a:xfrm>
            <a:off x="3291049" y="1591285"/>
            <a:ext cx="211893" cy="339594"/>
            <a:chOff x="3316159" y="1515085"/>
            <a:chExt cx="211893" cy="339594"/>
          </a:xfrm>
        </p:grpSpPr>
        <p:sp>
          <p:nvSpPr>
            <p:cNvPr id="12712" name="Google Shape;12712;p71"/>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3" name="Google Shape;12713;p71"/>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4" name="Google Shape;12714;p71"/>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715" name="Google Shape;12715;p71"/>
            <p:cNvGrpSpPr/>
            <p:nvPr/>
          </p:nvGrpSpPr>
          <p:grpSpPr>
            <a:xfrm>
              <a:off x="3316159" y="1515085"/>
              <a:ext cx="211893" cy="339594"/>
              <a:chOff x="3316159" y="1515085"/>
              <a:chExt cx="211893" cy="339594"/>
            </a:xfrm>
          </p:grpSpPr>
          <p:sp>
            <p:nvSpPr>
              <p:cNvPr id="12716" name="Google Shape;12716;p71"/>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7" name="Google Shape;12717;p71"/>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8" name="Google Shape;12718;p71"/>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9" name="Google Shape;12719;p71"/>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0" name="Google Shape;12720;p71"/>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1" name="Google Shape;12721;p71"/>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2722" name="Google Shape;12722;p71"/>
          <p:cNvGrpSpPr/>
          <p:nvPr/>
        </p:nvGrpSpPr>
        <p:grpSpPr>
          <a:xfrm>
            <a:off x="3691248" y="1620855"/>
            <a:ext cx="361971" cy="314958"/>
            <a:chOff x="3716358" y="1544655"/>
            <a:chExt cx="361971" cy="314958"/>
          </a:xfrm>
        </p:grpSpPr>
        <p:sp>
          <p:nvSpPr>
            <p:cNvPr id="12723" name="Google Shape;12723;p71"/>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4" name="Google Shape;12724;p71"/>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5" name="Google Shape;12725;p71"/>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6" name="Google Shape;12726;p71"/>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7" name="Google Shape;12727;p71"/>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728" name="Google Shape;12728;p71"/>
            <p:cNvGrpSpPr/>
            <p:nvPr/>
          </p:nvGrpSpPr>
          <p:grpSpPr>
            <a:xfrm>
              <a:off x="3716358" y="1544655"/>
              <a:ext cx="361971" cy="314958"/>
              <a:chOff x="3716358" y="1544655"/>
              <a:chExt cx="361971" cy="314958"/>
            </a:xfrm>
          </p:grpSpPr>
          <p:sp>
            <p:nvSpPr>
              <p:cNvPr id="12729" name="Google Shape;12729;p71"/>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0" name="Google Shape;12730;p71"/>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1" name="Google Shape;12731;p71"/>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2" name="Google Shape;12732;p71"/>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3" name="Google Shape;12733;p71"/>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2734" name="Google Shape;12734;p71"/>
          <p:cNvGrpSpPr/>
          <p:nvPr/>
        </p:nvGrpSpPr>
        <p:grpSpPr>
          <a:xfrm>
            <a:off x="6986814" y="1633752"/>
            <a:ext cx="499533" cy="305136"/>
            <a:chOff x="7009649" y="1541981"/>
            <a:chExt cx="524940" cy="320655"/>
          </a:xfrm>
        </p:grpSpPr>
        <p:sp>
          <p:nvSpPr>
            <p:cNvPr id="12735" name="Google Shape;12735;p71"/>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6" name="Google Shape;12736;p71"/>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7" name="Google Shape;12737;p71"/>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8" name="Google Shape;12738;p71"/>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9" name="Google Shape;12739;p71"/>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0" name="Google Shape;12740;p71"/>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1" name="Google Shape;12741;p71"/>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2" name="Google Shape;12742;p71"/>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43" name="Google Shape;12743;p71"/>
          <p:cNvGrpSpPr/>
          <p:nvPr/>
        </p:nvGrpSpPr>
        <p:grpSpPr>
          <a:xfrm>
            <a:off x="8008924" y="1594309"/>
            <a:ext cx="282746" cy="340358"/>
            <a:chOff x="8034034" y="1518109"/>
            <a:chExt cx="282746" cy="340358"/>
          </a:xfrm>
        </p:grpSpPr>
        <p:sp>
          <p:nvSpPr>
            <p:cNvPr id="12744" name="Google Shape;12744;p71"/>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5" name="Google Shape;12745;p71"/>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6" name="Google Shape;12746;p71"/>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7" name="Google Shape;12747;p71"/>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48" name="Google Shape;12748;p71"/>
          <p:cNvGrpSpPr/>
          <p:nvPr/>
        </p:nvGrpSpPr>
        <p:grpSpPr>
          <a:xfrm>
            <a:off x="7557192" y="1576134"/>
            <a:ext cx="369133" cy="360411"/>
            <a:chOff x="7582302" y="1499934"/>
            <a:chExt cx="369133" cy="360411"/>
          </a:xfrm>
        </p:grpSpPr>
        <p:sp>
          <p:nvSpPr>
            <p:cNvPr id="12749" name="Google Shape;12749;p71"/>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0" name="Google Shape;12750;p71"/>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1" name="Google Shape;12751;p71"/>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2" name="Google Shape;12752;p71"/>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3" name="Google Shape;12753;p71"/>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54" name="Google Shape;12754;p71"/>
          <p:cNvGrpSpPr/>
          <p:nvPr/>
        </p:nvGrpSpPr>
        <p:grpSpPr>
          <a:xfrm>
            <a:off x="6170979" y="3893352"/>
            <a:ext cx="346056" cy="345674"/>
            <a:chOff x="2238181" y="4120624"/>
            <a:chExt cx="346056" cy="345674"/>
          </a:xfrm>
        </p:grpSpPr>
        <p:grpSp>
          <p:nvGrpSpPr>
            <p:cNvPr id="12755" name="Google Shape;12755;p71"/>
            <p:cNvGrpSpPr/>
            <p:nvPr/>
          </p:nvGrpSpPr>
          <p:grpSpPr>
            <a:xfrm>
              <a:off x="2309209" y="4177423"/>
              <a:ext cx="204025" cy="232089"/>
              <a:chOff x="1512725" y="258500"/>
              <a:chExt cx="4570900" cy="5199625"/>
            </a:xfrm>
          </p:grpSpPr>
          <p:sp>
            <p:nvSpPr>
              <p:cNvPr id="12756" name="Google Shape;12756;p71"/>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7" name="Google Shape;12757;p71"/>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758" name="Google Shape;12758;p71"/>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759" name="Google Shape;12759;p71"/>
          <p:cNvSpPr txBox="1">
            <a:spLocks noGrp="1"/>
          </p:cNvSpPr>
          <p:nvPr>
            <p:ph type="title"/>
          </p:nvPr>
        </p:nvSpPr>
        <p:spPr>
          <a:xfrm>
            <a:off x="716775" y="510900"/>
            <a:ext cx="77106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763"/>
        <p:cNvGrpSpPr/>
        <p:nvPr/>
      </p:nvGrpSpPr>
      <p:grpSpPr>
        <a:xfrm>
          <a:off x="0" y="0"/>
          <a:ext cx="0" cy="0"/>
          <a:chOff x="0" y="0"/>
          <a:chExt cx="0" cy="0"/>
        </a:xfrm>
      </p:grpSpPr>
      <p:pic>
        <p:nvPicPr>
          <p:cNvPr id="12764" name="Google Shape;12764;p72">
            <a:hlinkClick r:id="rId3"/>
          </p:cNvPr>
          <p:cNvPicPr preferRelativeResize="0"/>
          <p:nvPr/>
        </p:nvPicPr>
        <p:blipFill rotWithShape="1">
          <a:blip r:embed="rId4">
            <a:alphaModFix/>
          </a:blip>
          <a:src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Urinary Tract Infection in Pediatrics Case Report by Slidesgo">
  <a:themeElements>
    <a:clrScheme name="Simple Light">
      <a:dk1>
        <a:srgbClr val="435D74"/>
      </a:dk1>
      <a:lt1>
        <a:srgbClr val="FDFDFD"/>
      </a:lt1>
      <a:dk2>
        <a:srgbClr val="91C9FB"/>
      </a:dk2>
      <a:lt2>
        <a:srgbClr val="7ECCB9"/>
      </a:lt2>
      <a:accent1>
        <a:srgbClr val="B9CCCB"/>
      </a:accent1>
      <a:accent2>
        <a:srgbClr val="E4ECEC"/>
      </a:accent2>
      <a:accent3>
        <a:srgbClr val="FFFFFF"/>
      </a:accent3>
      <a:accent4>
        <a:srgbClr val="FDFDFD"/>
      </a:accent4>
      <a:accent5>
        <a:srgbClr val="FFFFFF"/>
      </a:accent5>
      <a:accent6>
        <a:srgbClr val="FFFFFF"/>
      </a:accent6>
      <a:hlink>
        <a:srgbClr val="435D7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1970</Words>
  <Application>Microsoft Macintosh PowerPoint</Application>
  <PresentationFormat>On-screen Show (16:9)</PresentationFormat>
  <Paragraphs>320</Paragraphs>
  <Slides>43</Slides>
  <Notes>41</Notes>
  <HiddenSlides>0</HiddenSlides>
  <MMClips>0</MMClips>
  <ScaleCrop>false</ScaleCrop>
  <HeadingPairs>
    <vt:vector size="6" baseType="variant">
      <vt:variant>
        <vt:lpstr>Fonts Used</vt:lpstr>
      </vt:variant>
      <vt:variant>
        <vt:i4>10</vt:i4>
      </vt:variant>
      <vt:variant>
        <vt:lpstr>Theme</vt:lpstr>
      </vt:variant>
      <vt:variant>
        <vt:i4>2</vt:i4>
      </vt:variant>
      <vt:variant>
        <vt:lpstr>Slide Titles</vt:lpstr>
      </vt:variant>
      <vt:variant>
        <vt:i4>43</vt:i4>
      </vt:variant>
    </vt:vector>
  </HeadingPairs>
  <TitlesOfParts>
    <vt:vector size="55" baseType="lpstr">
      <vt:lpstr>Roboto Medium</vt:lpstr>
      <vt:lpstr>Karla</vt:lpstr>
      <vt:lpstr>Arial</vt:lpstr>
      <vt:lpstr>Proxima Nova</vt:lpstr>
      <vt:lpstr>Calibri</vt:lpstr>
      <vt:lpstr>Amatic SC</vt:lpstr>
      <vt:lpstr>Open Sans</vt:lpstr>
      <vt:lpstr>Karla Light</vt:lpstr>
      <vt:lpstr>DM Sans ExtraBold</vt:lpstr>
      <vt:lpstr>DM Sans Black</vt:lpstr>
      <vt:lpstr>Urinary Tract Infection in Pediatrics Case Report by Slidesgo</vt:lpstr>
      <vt:lpstr>Slidesgo Final Pages</vt:lpstr>
      <vt:lpstr>CareTace</vt:lpstr>
      <vt:lpstr>Table of contents</vt:lpstr>
      <vt:lpstr>Introduction</vt:lpstr>
      <vt:lpstr>Milestones reached</vt:lpstr>
      <vt:lpstr>PowerPoint Presentation</vt:lpstr>
      <vt:lpstr>PowerPoint Presentation</vt:lpstr>
      <vt:lpstr>Contents of this template</vt:lpstr>
      <vt:lpstr>Abstract</vt:lpstr>
      <vt:lpstr>Introduction</vt:lpstr>
      <vt:lpstr>Case presentation</vt:lpstr>
      <vt:lpstr>Discussion</vt:lpstr>
      <vt:lpstr>Conclusion</vt:lpstr>
      <vt:lpstr>20,000</vt:lpstr>
      <vt:lpstr>95%</vt:lpstr>
      <vt:lpstr>A picture is worth a thousand words</vt:lpstr>
      <vt:lpstr>This is a graph</vt:lpstr>
      <vt:lpstr>This is a table</vt:lpstr>
      <vt:lpstr>Case presentation: medical history</vt:lpstr>
      <vt:lpstr>Discussion</vt:lpstr>
      <vt:lpstr>Outcomes and recommendations</vt:lpstr>
      <vt:lpstr>Photo showcase</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Kirthi Shanbhag</cp:lastModifiedBy>
  <cp:revision>1</cp:revision>
  <dcterms:modified xsi:type="dcterms:W3CDTF">2026-04-09T23:35:04Z</dcterms:modified>
</cp:coreProperties>
</file>