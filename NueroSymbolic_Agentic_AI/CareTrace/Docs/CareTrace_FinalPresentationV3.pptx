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85" r:id="rId62"/>
    <p:sldId id="270" r:id="rId22"/>
    <p:sldId id="271" r:id="rId23"/>
  </p:sldIdLst>
  <p:sldSz cy="5143500" cx="9144000"/>
  <p:notesSz cx="6858000" cy="9144000"/>
  <p:embeddedFontLst>
    <p:embeddedFont>
      <p:font typeface="Proxima Nova"/>
      <p:regular r:id="rId37"/>
      <p:bold r:id="rId38"/>
      <p:italic r:id="rId39"/>
      <p:boldItalic r:id="rId40"/>
    </p:embeddedFont>
    <p:embeddedFont>
      <p:font typeface="Karla Light"/>
      <p:regular r:id="rId41"/>
      <p:bold r:id="rId42"/>
      <p:italic r:id="rId43"/>
      <p:boldItalic r:id="rId44"/>
    </p:embeddedFont>
    <p:embeddedFont>
      <p:font typeface="Inter"/>
      <p:regular r:id="rId45"/>
      <p:bold r:id="rId46"/>
      <p:italic r:id="rId47"/>
      <p:boldItalic r:id="rId48"/>
    </p:embeddedFont>
    <p:embeddedFont>
      <p:font typeface="DM Sans ExtraBold"/>
      <p:bold r:id="rId49"/>
      <p:boldItalic r:id="rId50"/>
    </p:embeddedFont>
    <p:embeddedFont>
      <p:font typeface="DM Sans Black"/>
      <p:bold r:id="rId51"/>
      <p:boldItalic r:id="rId52"/>
    </p:embeddedFont>
    <p:embeddedFont>
      <p:font typeface="Karla"/>
      <p:regular r:id="rId53"/>
      <p:bold r:id="rId54"/>
      <p:italic r:id="rId55"/>
      <p:boldItalic r:id="rId56"/>
    </p:embeddedFont>
    <p:embeddedFont>
      <p:font typeface="Open Sans"/>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1" roundtripDataSignature="AMtx7mhpWEvGquiFWq6OGZxJyslhUblH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E8993B-1DBF-4BA2-9CE6-99C7A760C6FD}">
  <a:tblStyle styleId="{32E8993B-1DBF-4BA2-9CE6-99C7A760C6FD}"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0C385E4-B549-4C36-B248-C424915C439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font" Target="fonts/ProximaNova-regular.fntdata"/><Relationship Id="rId38" Type="http://schemas.openxmlformats.org/officeDocument/2006/relationships/font" Target="fonts/ProximaNova-bold.fntdata"/><Relationship Id="rId39" Type="http://schemas.openxmlformats.org/officeDocument/2006/relationships/font" Target="fonts/ProximaNova-italic.fntdata"/><Relationship Id="rId40" Type="http://schemas.openxmlformats.org/officeDocument/2006/relationships/font" Target="fonts/ProximaNova-boldItalic.fntdata"/><Relationship Id="rId41" Type="http://schemas.openxmlformats.org/officeDocument/2006/relationships/font" Target="fonts/KarlaLight-regular.fntdata"/><Relationship Id="rId42" Type="http://schemas.openxmlformats.org/officeDocument/2006/relationships/font" Target="fonts/KarlaLight-bold.fntdata"/><Relationship Id="rId43" Type="http://schemas.openxmlformats.org/officeDocument/2006/relationships/font" Target="fonts/KarlaLight-italic.fntdata"/><Relationship Id="rId44" Type="http://schemas.openxmlformats.org/officeDocument/2006/relationships/font" Target="fonts/KarlaLight-boldItalic.fntdata"/><Relationship Id="rId45" Type="http://schemas.openxmlformats.org/officeDocument/2006/relationships/font" Target="fonts/Inter-regular.fntdata"/><Relationship Id="rId46" Type="http://schemas.openxmlformats.org/officeDocument/2006/relationships/font" Target="fonts/Inter-bold.fntdata"/><Relationship Id="rId47" Type="http://schemas.openxmlformats.org/officeDocument/2006/relationships/font" Target="fonts/Inter-italic.fntdata"/><Relationship Id="rId48" Type="http://schemas.openxmlformats.org/officeDocument/2006/relationships/font" Target="fonts/Inter-boldItalic.fntdata"/><Relationship Id="rId49" Type="http://schemas.openxmlformats.org/officeDocument/2006/relationships/font" Target="fonts/DMSansExtraBold-bold.fntdata"/><Relationship Id="rId50" Type="http://schemas.openxmlformats.org/officeDocument/2006/relationships/font" Target="fonts/DMSansExtraBold-boldItalic.fntdata"/><Relationship Id="rId51" Type="http://schemas.openxmlformats.org/officeDocument/2006/relationships/font" Target="fonts/DMSansBlack-bold.fntdata"/><Relationship Id="rId52" Type="http://schemas.openxmlformats.org/officeDocument/2006/relationships/font" Target="fonts/DMSansBlack-boldItalic.fntdata"/><Relationship Id="rId53" Type="http://schemas.openxmlformats.org/officeDocument/2006/relationships/font" Target="fonts/Karla-regular.fntdata"/><Relationship Id="rId54" Type="http://schemas.openxmlformats.org/officeDocument/2006/relationships/font" Target="fonts/Karla-bold.fntdata"/><Relationship Id="rId55" Type="http://schemas.openxmlformats.org/officeDocument/2006/relationships/font" Target="fonts/Karla-italic.fntdata"/><Relationship Id="rId56" Type="http://schemas.openxmlformats.org/officeDocument/2006/relationships/font" Target="fonts/Karla-boldItalic.fntdata"/><Relationship Id="rId57" Type="http://schemas.openxmlformats.org/officeDocument/2006/relationships/font" Target="fonts/OpenSans-regular.fntdata"/><Relationship Id="rId58" Type="http://schemas.openxmlformats.org/officeDocument/2006/relationships/font" Target="fonts/OpenSans-bold.fntdata"/><Relationship Id="rId59" Type="http://schemas.openxmlformats.org/officeDocument/2006/relationships/font" Target="fonts/OpenSans-italic.fntdata"/><Relationship Id="rId60" Type="http://schemas.openxmlformats.org/officeDocument/2006/relationships/font" Target="fonts/OpenSans-boldItalic.fntdata"/><Relationship Id="rId61" Type="http://customschemas.google.com/relationships/presentationmetadata" Target="metadata"/><Relationship Id="rId62"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e2aeb4ad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e2aeb4ad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“After-hours pediatric illness is a stressful gray zone. Parents are often forced to make decisions alone without clear guidance.”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Problem Statement</a:t>
            </a:r>
            <a:br>
              <a:rPr b="1" lang="en">
                <a:solidFill>
                  <a:schemeClr val="dk1"/>
                </a:solidFill>
              </a:rPr>
            </a:br>
            <a:r>
              <a:rPr lang="en">
                <a:solidFill>
                  <a:schemeClr val="dk1"/>
                </a:solidFill>
              </a:rPr>
              <a:t> “Today, the usecase that i just described at the </a:t>
            </a:r>
            <a:r>
              <a:rPr lang="en">
                <a:solidFill>
                  <a:schemeClr val="dk1"/>
                </a:solidFill>
              </a:rPr>
              <a:t>beginning</a:t>
            </a:r>
            <a:r>
              <a:rPr lang="en">
                <a:solidFill>
                  <a:schemeClr val="dk1"/>
                </a:solidFill>
              </a:rPr>
              <a:t>,  leads to two extremes. Either unnecessary ER visits or dangerous delays in care; esp when its after hours. Existing solutions don’t solve this well. Symptom checkers are rigid and one-directional, while AI assistants sound helpful but can change their reasoning mid-conversation. That inconsistency makes them unsafe for triage.”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Objective :</a:t>
            </a:r>
            <a:br>
              <a:rPr b="1" lang="en">
                <a:solidFill>
                  <a:schemeClr val="dk1"/>
                </a:solidFill>
              </a:rPr>
            </a:br>
            <a:r>
              <a:rPr lang="en">
                <a:solidFill>
                  <a:schemeClr val="dk1"/>
                </a:solidFill>
              </a:rPr>
              <a:t> “Our goal is to build CareTrace — a neurosymbolic AI agent that goes beyond conversation. Instead of just answering questions, it produces a clear, actionable triage plan. Most importantly, its reasoning stays consistent across every interaction, with well-defined escalation thresholds.”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Lets see whats our  Scope for this project </a:t>
            </a:r>
            <a:br>
              <a:rPr b="1" lang="en">
                <a:solidFill>
                  <a:schemeClr val="dk1"/>
                </a:solidFill>
              </a:rPr>
            </a:br>
            <a:r>
              <a:rPr lang="en">
                <a:solidFill>
                  <a:schemeClr val="dk1"/>
                </a:solidFill>
              </a:rPr>
              <a:t> “We focus specifically on pediatric fever cases with gastrointestinal symptoms and dehydration risk in children under 12. This is strictly for after-hours caregiver guidance. The system provides only three clear outcomes: go to the ER now, see a doctor today i.e urgent care visits, or safely manage at home tonight. It’s important to note, this is not a diagnostic tool and not a replacement for clinical care.”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structured the system into four layers to keep responsibilities clean and decisions reliable.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the </a:t>
            </a:r>
            <a:r>
              <a:rPr b="1" lang="en">
                <a:solidFill>
                  <a:schemeClr val="dk1"/>
                </a:solidFill>
              </a:rPr>
              <a:t>Agents layer</a:t>
            </a:r>
            <a:r>
              <a:rPr lang="en">
                <a:solidFill>
                  <a:schemeClr val="dk1"/>
                </a:solidFill>
              </a:rPr>
              <a:t> converts caregiver input into a structured case—capturing symptoms, duration, and severity. It also generates responses and explanations in a clinical, guideline-aligned tone, including medication-related language.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the </a:t>
            </a:r>
            <a:r>
              <a:rPr b="1" lang="en">
                <a:solidFill>
                  <a:schemeClr val="dk1"/>
                </a:solidFill>
              </a:rPr>
              <a:t>Graph layer</a:t>
            </a:r>
            <a:r>
              <a:rPr lang="en">
                <a:solidFill>
                  <a:schemeClr val="dk1"/>
                </a:solidFill>
              </a:rPr>
              <a:t> enriches this case using Neo4j. It brings in CPG-aligned concepts and relationships, adding context and optional annotations—but it does not make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the </a:t>
            </a:r>
            <a:r>
              <a:rPr b="1" lang="en">
                <a:solidFill>
                  <a:schemeClr val="dk1"/>
                </a:solidFill>
              </a:rPr>
              <a:t>Logic layer</a:t>
            </a:r>
            <a:r>
              <a:rPr lang="en">
                <a:solidFill>
                  <a:schemeClr val="dk1"/>
                </a:solidFill>
              </a:rPr>
              <a:t> runs deterministic triage rules to classify cases into ER, urgent, or home care. It records which rules fired for traceability and surfaces any medication-related flags.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the </a:t>
            </a:r>
            <a:r>
              <a:rPr b="1" lang="en">
                <a:solidFill>
                  <a:schemeClr val="dk1"/>
                </a:solidFill>
              </a:rPr>
              <a:t>Orchestration layer</a:t>
            </a:r>
            <a:r>
              <a:rPr lang="en">
                <a:solidFill>
                  <a:schemeClr val="dk1"/>
                </a:solidFill>
              </a:rPr>
              <a:t> ties everything together—managing the flow from interpretation to graph to rules to explanation, and handling missing information when needed.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Overall, this separation ensures the system stays explainable, consistent, and clinically grounded.</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architecture is designed as a neurosymbolic system, where each layer plays a distinct role to ensure safety and explainability.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top, the </a:t>
            </a:r>
            <a:r>
              <a:rPr b="1" lang="en">
                <a:solidFill>
                  <a:schemeClr val="dk1"/>
                </a:solidFill>
              </a:rPr>
              <a:t>Orchestration layer</a:t>
            </a:r>
            <a:r>
              <a:rPr lang="en">
                <a:solidFill>
                  <a:schemeClr val="dk1"/>
                </a:solidFill>
              </a:rPr>
              <a:t> controls the flow using a state graph—it moves step-by-step from interpreting input, to querying the knowledge graph, running safety checks, and finally generating explanations. It also handles incomplete inputs by branching into follow-up questions.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Agent layer</a:t>
            </a:r>
            <a:r>
              <a:rPr lang="en">
                <a:solidFill>
                  <a:schemeClr val="dk1"/>
                </a:solidFill>
              </a:rPr>
              <a:t> handles language understanding and communication. The interpretation agent structures caregiver input into key fields, the explanation agent turns decisions into clear, human-readable responses, and the medication safety component ensures outputs are grounded in clinical guidelines with proper citations.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Below that, the </a:t>
            </a:r>
            <a:r>
              <a:rPr b="1" lang="en">
                <a:solidFill>
                  <a:schemeClr val="dk1"/>
                </a:solidFill>
              </a:rPr>
              <a:t>Symbolic reasoning layer</a:t>
            </a:r>
            <a:r>
              <a:rPr lang="en">
                <a:solidFill>
                  <a:schemeClr val="dk1"/>
                </a:solidFill>
              </a:rPr>
              <a:t> is where deterministic triage happens. Using PyDatalog, we run explicit rules for ER, urgent care, or home management, and we log exactly which rules fired for transparency.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Knowledge graph layer</a:t>
            </a:r>
            <a:r>
              <a:rPr lang="en">
                <a:solidFill>
                  <a:schemeClr val="dk1"/>
                </a:solidFill>
              </a:rPr>
              <a:t> provides clinical grounding. We use a Neo4j-based mini knowledge graph with SNOMED concepts to enrich the case with medically relevant relationships.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everything is tied together through a shared </a:t>
            </a:r>
            <a:r>
              <a:rPr b="1" lang="en">
                <a:solidFill>
                  <a:schemeClr val="dk1"/>
                </a:solidFill>
              </a:rPr>
              <a:t>data layer</a:t>
            </a:r>
            <a:r>
              <a:rPr lang="en">
                <a:solidFill>
                  <a:schemeClr val="dk1"/>
                </a:solidFill>
              </a:rPr>
              <a:t>, which maintains the evolving case state across the pipeline.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Overall, this separation lets us combine LLM flexibility with rule-based reliability and clinical grounding.</a:t>
            </a:r>
            <a:endParaRPr>
              <a:solidFill>
                <a:schemeClr val="dk1"/>
              </a:solidFill>
            </a:endParaRPr>
          </a:p>
          <a:p>
            <a:pPr indent="0" lvl="0" marL="0" rtl="0" algn="l">
              <a:spcBef>
                <a:spcPts val="1200"/>
              </a:spcBef>
              <a:spcAft>
                <a:spcPts val="0"/>
              </a:spcAft>
              <a:buNone/>
            </a:pPr>
            <a:r>
              <a:t/>
            </a:r>
            <a:endParaRPr/>
          </a:p>
        </p:txBody>
      </p:sp>
      <p:sp>
        <p:nvSpPr>
          <p:cNvPr id="412" name="Google Shape;412;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OVERVIEW (say this first)</a:t>
            </a:r>
            <a:br>
              <a:rPr lang="en"/>
            </a:br>
            <a:r>
              <a:rPr lang="en"/>
              <a:t>So what are we looking at here? This is the full decision pipeline — from the moment a parent calls in about their sick kid, all the way to telling them whether to go to the ER, see a doctor today, or manage at home. The whole thing is powered by a logic engine called PyDatalog, which evaluates deterministic rules. No AI guessing — just rules that fire or don't fire based on what the parent tells us.</a:t>
            </a:r>
            <a:br>
              <a:rPr lang="en"/>
            </a:br>
            <a:br>
              <a:rPr lang="en"/>
            </a:br>
            <a:r>
              <a:rPr lang="en"/>
              <a:t>---</a:t>
            </a:r>
            <a:br>
              <a:rPr lang="en"/>
            </a:br>
            <a:br>
              <a:rPr lang="en"/>
            </a:br>
            <a:r>
              <a:rPr lang="en"/>
              <a:t>① INPUT — "What we ask the parent"</a:t>
            </a:r>
            <a:br>
              <a:rPr lang="en"/>
            </a:br>
            <a:r>
              <a:rPr lang="en"/>
              <a:t>These are the eight pieces of information we collect from the parent or caregiver upfront. Things like: how old is the child, what's their temperature, are they alert and responsive, are they drinking fluids, have they urinated in the last 6-8 hours. This is the raw intake. Nothing gets evaluated until we have these answers. If any of the critical ones are missing, we stop and ask before going any further — that's the "required_missing()" guard you see in the top-right corner.</a:t>
            </a:r>
            <a:br>
              <a:rPr lang="en"/>
            </a:br>
            <a:br>
              <a:rPr lang="en"/>
            </a:br>
            <a:r>
              <a:rPr lang="en"/>
              <a:t>---</a:t>
            </a:r>
            <a:br>
              <a:rPr lang="en"/>
            </a:br>
            <a:br>
              <a:rPr lang="en"/>
            </a:br>
            <a:r>
              <a:rPr lang="en"/>
              <a:t>② FACTS — "What the engine derives from those answers"</a:t>
            </a:r>
            <a:br>
              <a:rPr lang="en"/>
            </a:br>
            <a:r>
              <a:rPr lang="en"/>
              <a:t>Once we have the raw inputs, _case_to_facts() converts them into a structured form the rule engine can work with. It also derives additional facts automatically. For example: if the child has poor fluid intake AND no urine output, the engine marks dehydration_severe = yes. If the child is under 3 months old with a fever over 100.4°F, it flags cpg_infant_under_3mo_fever. These derived facts encode clinical logic so the rules downstream stay clean and readable.</a:t>
            </a:r>
            <a:br>
              <a:rPr lang="en"/>
            </a:br>
            <a:br>
              <a:rPr lang="en"/>
            </a:br>
            <a:r>
              <a:rPr lang="en"/>
              <a:t>---</a:t>
            </a:r>
            <a:br>
              <a:rPr lang="en"/>
            </a:br>
            <a:br>
              <a:rPr lang="en"/>
            </a:br>
            <a:r>
              <a:rPr lang="en"/>
              <a:t>③ RULES — "The actual clinical logic"</a:t>
            </a:r>
            <a:br>
              <a:rPr lang="en"/>
            </a:br>
            <a:r>
              <a:rPr lang="en"/>
              <a:t>This is where PyDatalog earns its keep. We have three main predicates:</a:t>
            </a:r>
            <a:br>
              <a:rPr lang="en"/>
            </a:br>
            <a:r>
              <a:rPr lang="en"/>
              <a:t>- er_now(S) — fires if ANY hard ER trigger is present: altered alertness, respiratory distress, severe dehydration, seizure, infant with fever, etc.</a:t>
            </a:r>
            <a:br>
              <a:rPr lang="en"/>
            </a:br>
            <a:r>
              <a:rPr lang="en"/>
              <a:t>- urgent_same_day(S) — fires for things that need a doctor today but not the ER: very high fever, repeated vomiting with poor intake, fast breathing, or fever lasting more than 3 days.</a:t>
            </a:r>
            <a:br>
              <a:rPr lang="en"/>
            </a:br>
            <a:r>
              <a:rPr lang="en"/>
              <a:t>- home_candidate(S) — only fires if the child looks alert, is breathing normally, and is taking some fluids, AND neither of the above rules fired.</a:t>
            </a:r>
            <a:br>
              <a:rPr lang="en"/>
            </a:br>
            <a:br>
              <a:rPr lang="en"/>
            </a:br>
            <a:r>
              <a:rPr lang="en"/>
              <a:t>The rule_fired and med_flag predicates run alongside these — they're used for the audit trail and medication safety checks respectively.</a:t>
            </a:r>
            <a:br>
              <a:rPr lang="en"/>
            </a:br>
            <a:br>
              <a:rPr lang="en"/>
            </a:br>
            <a:r>
              <a:rPr lang="en"/>
              <a:t>---</a:t>
            </a:r>
            <a:br>
              <a:rPr lang="en"/>
            </a:br>
            <a:br>
              <a:rPr lang="en"/>
            </a:br>
            <a:r>
              <a:rPr lang="en"/>
              <a:t>④ LOGIC — "How we pick the final answer"</a:t>
            </a:r>
            <a:br>
              <a:rPr lang="en"/>
            </a:br>
            <a:r>
              <a:rPr lang="en"/>
              <a:t>Python evaluates the predicates in strict priority order. ER first. If that doesn't fire, check urgent. If that doesn't fire, check home. If nothing fires, we return OUT_OF_SCOPE — which usually means the case is ambiguous and needs a human to look at it. The key thing to stress here: these are mutually exclusive. You can't get "ER + urgent" at the same time.</a:t>
            </a:r>
            <a:br>
              <a:rPr lang="en"/>
            </a:br>
            <a:br>
              <a:rPr lang="en"/>
            </a:br>
            <a:r>
              <a:rPr lang="en"/>
              <a:t>---</a:t>
            </a:r>
            <a:br>
              <a:rPr lang="en"/>
            </a:br>
            <a:br>
              <a:rPr lang="en"/>
            </a:br>
            <a:r>
              <a:rPr lang="en"/>
              <a:t>⑤ OUTPUT — "What gets handed back"</a:t>
            </a:r>
            <a:br>
              <a:rPr lang="en"/>
            </a:br>
            <a:r>
              <a:rPr lang="en"/>
              <a:t>The final disposition: ER_NOW (red), URGENT_SAME_DAY (amber), HOME_MANAGEMENT (green), or OUT_OF_SCOPE (grey). Each one comes bundled with the list of rule IDs that fired — so there's a full audit trail — and any medication safety flags.</a:t>
            </a:r>
            <a:br>
              <a:rPr lang="en"/>
            </a:br>
            <a:br>
              <a:rPr lang="en"/>
            </a:br>
            <a:r>
              <a:rPr lang="en"/>
              <a:t>---</a:t>
            </a:r>
            <a:br>
              <a:rPr lang="en"/>
            </a:br>
            <a:br>
              <a:rPr lang="en"/>
            </a:br>
            <a:r>
              <a:rPr lang="en"/>
              <a:t>MED FLAGS (pink footer)</a:t>
            </a:r>
            <a:br>
              <a:rPr lang="en"/>
            </a:br>
            <a:r>
              <a:rPr lang="en"/>
              <a:t>These are parallel safety signals that fire independently of the disposition. So even if the outcome is "home management," the system might still flag "don't give ibuprofen — child is under 6 months" or "this child is dehydrated, be cautious with NSAIDs." They don't change the disposition, they just ride alongside it.</a:t>
            </a:r>
            <a:br>
              <a:rPr lang="en"/>
            </a:br>
            <a:br>
              <a:rPr lang="en"/>
            </a:br>
            <a:r>
              <a:rPr lang="en"/>
              <a:t>---</a:t>
            </a:r>
            <a:br>
              <a:rPr lang="en"/>
            </a:br>
            <a:br>
              <a:rPr lang="en"/>
            </a:br>
            <a:r>
              <a:rPr lang="en"/>
              <a:t>KEY POINT TO LEAVE THEM WITH</a:t>
            </a:r>
            <a:br>
              <a:rPr lang="en"/>
            </a:br>
            <a:r>
              <a:rPr lang="en"/>
              <a:t>The whole thing is deterministic and explainable. Every decision can be traced back to exactly which rules fired and why. No black box. That matters a lot in a clinical context where you need to be able to say: "here's why we told that family to go to the 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slide shows how the system works across a real multi-turn interaction.</a:t>
            </a:r>
            <a:endParaRPr/>
          </a:p>
          <a:p>
            <a:pPr indent="0" lvl="0" marL="0" rtl="0" algn="l">
              <a:lnSpc>
                <a:spcPct val="115000"/>
              </a:lnSpc>
              <a:spcBef>
                <a:spcPts val="1200"/>
              </a:spcBef>
              <a:spcAft>
                <a:spcPts val="0"/>
              </a:spcAft>
              <a:buClr>
                <a:schemeClr val="dk1"/>
              </a:buClr>
              <a:buSzPts val="1100"/>
              <a:buFont typeface="Arial"/>
              <a:buNone/>
            </a:pPr>
            <a:r>
              <a:rPr lang="en"/>
              <a:t>In the first turn, the caregiver provides an initial concern. The system extracts partial structured data—like age and symptoms—and queries the knowledge graph to map them to clinical concepts. At this stage, the safety check detects missing critical fields, so instead of making a decision, it asks targeted follow-up questions.</a:t>
            </a:r>
            <a:endParaRPr/>
          </a:p>
          <a:p>
            <a:pPr indent="0" lvl="0" marL="0" rtl="0" algn="l">
              <a:lnSpc>
                <a:spcPct val="115000"/>
              </a:lnSpc>
              <a:spcBef>
                <a:spcPts val="1200"/>
              </a:spcBef>
              <a:spcAft>
                <a:spcPts val="0"/>
              </a:spcAft>
              <a:buClr>
                <a:schemeClr val="dk1"/>
              </a:buClr>
              <a:buSzPts val="1100"/>
              <a:buFont typeface="Arial"/>
              <a:buNone/>
            </a:pPr>
            <a:r>
              <a:rPr lang="en"/>
              <a:t>In the second turn, more details come in—like temperature and responsiveness. The system merges this into the case, enriches it again using the graph, and checks if anything is still missing. It continues asking only what’s necessary.</a:t>
            </a:r>
            <a:endParaRPr/>
          </a:p>
          <a:p>
            <a:pPr indent="0" lvl="0" marL="0" rtl="0" algn="l">
              <a:lnSpc>
                <a:spcPct val="115000"/>
              </a:lnSpc>
              <a:spcBef>
                <a:spcPts val="1200"/>
              </a:spcBef>
              <a:spcAft>
                <a:spcPts val="0"/>
              </a:spcAft>
              <a:buClr>
                <a:schemeClr val="dk1"/>
              </a:buClr>
              <a:buSzPts val="1100"/>
              <a:buFont typeface="Arial"/>
              <a:buNone/>
            </a:pPr>
            <a:r>
              <a:rPr lang="en"/>
              <a:t>By the third turn, enough information is collected. The structured case is now complete, so the symbolic rules are triggered. In this example, a home-care rule fires.</a:t>
            </a:r>
            <a:endParaRPr/>
          </a:p>
          <a:p>
            <a:pPr indent="0" lvl="0" marL="0" rtl="0" algn="l">
              <a:lnSpc>
                <a:spcPct val="115000"/>
              </a:lnSpc>
              <a:spcBef>
                <a:spcPts val="1200"/>
              </a:spcBef>
              <a:spcAft>
                <a:spcPts val="0"/>
              </a:spcAft>
              <a:buClr>
                <a:schemeClr val="dk1"/>
              </a:buClr>
              <a:buSzPts val="1100"/>
              <a:buFont typeface="Arial"/>
              <a:buNone/>
            </a:pPr>
            <a:r>
              <a:rPr lang="en"/>
              <a:t>Finally, the system produces a clear disposition—home management—along with the exact rule that fired, medication guidance, and safety net instructions.</a:t>
            </a:r>
            <a:endParaRPr/>
          </a:p>
          <a:p>
            <a:pPr indent="0" lvl="0" marL="0" rtl="0" algn="l">
              <a:lnSpc>
                <a:spcPct val="115000"/>
              </a:lnSpc>
              <a:spcBef>
                <a:spcPts val="1200"/>
              </a:spcBef>
              <a:spcAft>
                <a:spcPts val="0"/>
              </a:spcAft>
              <a:buClr>
                <a:schemeClr val="dk1"/>
              </a:buClr>
              <a:buSzPts val="1100"/>
              <a:buFont typeface="Arial"/>
              <a:buNone/>
            </a:pPr>
            <a:r>
              <a:rPr lang="en"/>
              <a:t>So the key idea here is progressive understanding: we don’t rush decisions. We gather what’s needed, ensure completeness, then apply deterministic logic and generate an explainable outcome.</a:t>
            </a:r>
            <a:endParaRPr/>
          </a:p>
          <a:p>
            <a:pPr indent="0" lvl="0" marL="0" rtl="0" algn="l">
              <a:spcBef>
                <a:spcPts val="1200"/>
              </a:spcBef>
              <a:spcAft>
                <a:spcPts val="0"/>
              </a:spcAft>
              <a:buNone/>
            </a:pPr>
            <a:r>
              <a:t/>
            </a:r>
            <a:endParaRPr/>
          </a:p>
        </p:txBody>
      </p:sp>
      <p:sp>
        <p:nvSpPr>
          <p:cNvPr id="573" name="Google Shape;573;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e2aeb4ad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e2aeb4ad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Kirthi</a:t>
            </a:r>
            <a:endParaRPr sz="2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de2aeb4ad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de2aeb4ad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Niyanthri</a:t>
            </a:r>
            <a:endParaRPr sz="17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de2aeb4ad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de2aeb4ad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Sohail/Xinran</a:t>
            </a:r>
            <a:endParaRPr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8" name="Google Shape;76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1" name="Google Shape;78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4" name="Google Shape;82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0.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3.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 name="Shape 8"/>
        <p:cNvGrpSpPr/>
        <p:nvPr/>
      </p:nvGrpSpPr>
      <p:grpSpPr>
        <a:xfrm>
          <a:off x="0" y="0"/>
          <a:ext cx="0" cy="0"/>
          <a:chOff x="0" y="0"/>
          <a:chExt cx="0" cy="0"/>
        </a:xfrm>
      </p:grpSpPr>
      <p:sp>
        <p:nvSpPr>
          <p:cNvPr id="9" name="Google Shape;9;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0" name="Google Shape;10;p29"/>
          <p:cNvGrpSpPr/>
          <p:nvPr/>
        </p:nvGrpSpPr>
        <p:grpSpPr>
          <a:xfrm>
            <a:off x="362550" y="3149750"/>
            <a:ext cx="8400950" cy="1786425"/>
            <a:chOff x="362550" y="3149750"/>
            <a:chExt cx="8400950" cy="1786425"/>
          </a:xfrm>
        </p:grpSpPr>
        <p:sp>
          <p:nvSpPr>
            <p:cNvPr id="11" name="Google Shape;11;p29"/>
            <p:cNvSpPr/>
            <p:nvPr/>
          </p:nvSpPr>
          <p:spPr>
            <a:xfrm flipH="1">
              <a:off x="362550" y="314975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2" name="Google Shape;12;p29"/>
            <p:cNvGrpSpPr/>
            <p:nvPr/>
          </p:nvGrpSpPr>
          <p:grpSpPr>
            <a:xfrm>
              <a:off x="8189250" y="4835975"/>
              <a:ext cx="574250" cy="100200"/>
              <a:chOff x="1297450" y="4159200"/>
              <a:chExt cx="574250" cy="100200"/>
            </a:xfrm>
          </p:grpSpPr>
          <p:sp>
            <p:nvSpPr>
              <p:cNvPr id="13" name="Google Shape;13;p29"/>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 name="Google Shape;14;p29"/>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15" name="Google Shape;15;p29"/>
          <p:cNvGrpSpPr/>
          <p:nvPr/>
        </p:nvGrpSpPr>
        <p:grpSpPr>
          <a:xfrm>
            <a:off x="-2410326" y="0"/>
            <a:ext cx="12713300" cy="5409423"/>
            <a:chOff x="-2410326" y="0"/>
            <a:chExt cx="12713300" cy="5409423"/>
          </a:xfrm>
        </p:grpSpPr>
        <p:pic>
          <p:nvPicPr>
            <p:cNvPr id="16" name="Google Shape;16;p29"/>
            <p:cNvPicPr preferRelativeResize="0"/>
            <p:nvPr/>
          </p:nvPicPr>
          <p:blipFill rotWithShape="1">
            <a:blip r:embed="rId2">
              <a:alphaModFix/>
            </a:blip>
            <a:srcRect b="2208" l="0" r="0" t="2208"/>
            <a:stretch/>
          </p:blipFill>
          <p:spPr>
            <a:xfrm flipH="1" rot="10800000">
              <a:off x="-2410326" y="217853"/>
              <a:ext cx="3047603" cy="173736"/>
            </a:xfrm>
            <a:prstGeom prst="rect">
              <a:avLst/>
            </a:prstGeom>
            <a:noFill/>
            <a:ln>
              <a:noFill/>
            </a:ln>
          </p:spPr>
        </p:pic>
        <p:pic>
          <p:nvPicPr>
            <p:cNvPr id="17" name="Google Shape;17;p29"/>
            <p:cNvPicPr preferRelativeResize="0"/>
            <p:nvPr/>
          </p:nvPicPr>
          <p:blipFill rotWithShape="1">
            <a:blip r:embed="rId3">
              <a:alphaModFix/>
            </a:blip>
            <a:srcRect b="30" l="0" r="0" t="20"/>
            <a:stretch/>
          </p:blipFill>
          <p:spPr>
            <a:xfrm flipH="1">
              <a:off x="-20651" y="3701647"/>
              <a:ext cx="735760" cy="1707776"/>
            </a:xfrm>
            <a:prstGeom prst="rect">
              <a:avLst/>
            </a:prstGeom>
            <a:noFill/>
            <a:ln>
              <a:noFill/>
            </a:ln>
          </p:spPr>
        </p:pic>
        <p:pic>
          <p:nvPicPr>
            <p:cNvPr id="18" name="Google Shape;18;p29"/>
            <p:cNvPicPr preferRelativeResize="0"/>
            <p:nvPr/>
          </p:nvPicPr>
          <p:blipFill rotWithShape="1">
            <a:blip r:embed="rId4">
              <a:alphaModFix/>
            </a:blip>
            <a:srcRect b="0" l="0" r="0" t="0"/>
            <a:stretch/>
          </p:blipFill>
          <p:spPr>
            <a:xfrm flipH="1" rot="-5400000">
              <a:off x="8294225" y="225250"/>
              <a:ext cx="2233999" cy="178349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9" name="Shape 19"/>
        <p:cNvGrpSpPr/>
        <p:nvPr/>
      </p:nvGrpSpPr>
      <p:grpSpPr>
        <a:xfrm>
          <a:off x="0" y="0"/>
          <a:ext cx="0" cy="0"/>
          <a:chOff x="0" y="0"/>
          <a:chExt cx="0" cy="0"/>
        </a:xfrm>
      </p:grpSpPr>
      <p:sp>
        <p:nvSpPr>
          <p:cNvPr id="20" name="Google Shape;20;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p:txBody>
      </p:sp>
      <p:sp>
        <p:nvSpPr>
          <p:cNvPr id="21" name="Google Shape;21;p30"/>
          <p:cNvSpPr txBox="1"/>
          <p:nvPr>
            <p:ph idx="2" type="title"/>
          </p:nvPr>
        </p:nvSpPr>
        <p:spPr>
          <a:xfrm>
            <a:off x="1742275" y="1656200"/>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 name="Google Shape;22;p30"/>
          <p:cNvSpPr txBox="1"/>
          <p:nvPr>
            <p:ph idx="3" type="title"/>
          </p:nvPr>
        </p:nvSpPr>
        <p:spPr>
          <a:xfrm>
            <a:off x="1742275" y="3013429"/>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30"/>
          <p:cNvSpPr txBox="1"/>
          <p:nvPr>
            <p:ph idx="4" type="title"/>
          </p:nvPr>
        </p:nvSpPr>
        <p:spPr>
          <a:xfrm>
            <a:off x="4196099" y="1656200"/>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p:txBody>
      </p:sp>
      <p:sp>
        <p:nvSpPr>
          <p:cNvPr id="24" name="Google Shape;24;p30"/>
          <p:cNvSpPr txBox="1"/>
          <p:nvPr>
            <p:ph idx="5" type="title"/>
          </p:nvPr>
        </p:nvSpPr>
        <p:spPr>
          <a:xfrm>
            <a:off x="4196099" y="3013429"/>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p:txBody>
      </p:sp>
      <p:sp>
        <p:nvSpPr>
          <p:cNvPr id="25" name="Google Shape;25;p30"/>
          <p:cNvSpPr txBox="1"/>
          <p:nvPr>
            <p:ph idx="6" type="title"/>
          </p:nvPr>
        </p:nvSpPr>
        <p:spPr>
          <a:xfrm>
            <a:off x="6649923" y="1656200"/>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p:txBody>
      </p:sp>
      <p:sp>
        <p:nvSpPr>
          <p:cNvPr id="26" name="Google Shape;26;p30"/>
          <p:cNvSpPr txBox="1"/>
          <p:nvPr>
            <p:ph idx="7" type="title"/>
          </p:nvPr>
        </p:nvSpPr>
        <p:spPr>
          <a:xfrm>
            <a:off x="6649923" y="3013429"/>
            <a:ext cx="7518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p:txBody>
      </p:sp>
      <p:sp>
        <p:nvSpPr>
          <p:cNvPr id="27" name="Google Shape;27;p30"/>
          <p:cNvSpPr txBox="1"/>
          <p:nvPr>
            <p:ph idx="1" type="subTitle"/>
          </p:nvPr>
        </p:nvSpPr>
        <p:spPr>
          <a:xfrm>
            <a:off x="938584" y="2225269"/>
            <a:ext cx="23592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28" name="Google Shape;28;p30"/>
          <p:cNvSpPr txBox="1"/>
          <p:nvPr>
            <p:ph idx="8" type="subTitle"/>
          </p:nvPr>
        </p:nvSpPr>
        <p:spPr>
          <a:xfrm>
            <a:off x="3392400" y="2225269"/>
            <a:ext cx="23592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29" name="Google Shape;29;p30"/>
          <p:cNvSpPr txBox="1"/>
          <p:nvPr>
            <p:ph idx="9" type="subTitle"/>
          </p:nvPr>
        </p:nvSpPr>
        <p:spPr>
          <a:xfrm>
            <a:off x="5846216" y="2225269"/>
            <a:ext cx="23592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30" name="Google Shape;30;p30"/>
          <p:cNvSpPr txBox="1"/>
          <p:nvPr>
            <p:ph idx="13" type="subTitle"/>
          </p:nvPr>
        </p:nvSpPr>
        <p:spPr>
          <a:xfrm>
            <a:off x="938584" y="3555373"/>
            <a:ext cx="2359200" cy="474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31" name="Google Shape;31;p30"/>
          <p:cNvSpPr txBox="1"/>
          <p:nvPr>
            <p:ph idx="14" type="subTitle"/>
          </p:nvPr>
        </p:nvSpPr>
        <p:spPr>
          <a:xfrm>
            <a:off x="3392400" y="3555373"/>
            <a:ext cx="2359200" cy="474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32" name="Google Shape;32;p30"/>
          <p:cNvSpPr txBox="1"/>
          <p:nvPr>
            <p:ph idx="15" type="subTitle"/>
          </p:nvPr>
        </p:nvSpPr>
        <p:spPr>
          <a:xfrm>
            <a:off x="5846216" y="3555373"/>
            <a:ext cx="2359200" cy="474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grpSp>
        <p:nvGrpSpPr>
          <p:cNvPr id="33" name="Google Shape;33;p30"/>
          <p:cNvGrpSpPr/>
          <p:nvPr/>
        </p:nvGrpSpPr>
        <p:grpSpPr>
          <a:xfrm>
            <a:off x="427975" y="484900"/>
            <a:ext cx="6448050" cy="4268725"/>
            <a:chOff x="427975" y="484900"/>
            <a:chExt cx="6448050" cy="4268725"/>
          </a:xfrm>
        </p:grpSpPr>
        <p:sp>
          <p:nvSpPr>
            <p:cNvPr id="34" name="Google Shape;34;p30"/>
            <p:cNvSpPr/>
            <p:nvPr/>
          </p:nvSpPr>
          <p:spPr>
            <a:xfrm flipH="1" rot="-5400000">
              <a:off x="6720325" y="459792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Black"/>
                <a:ea typeface="DM Sans Black"/>
                <a:cs typeface="DM Sans Black"/>
                <a:sym typeface="DM Sans Black"/>
              </a:endParaRPr>
            </a:p>
          </p:txBody>
        </p:sp>
        <p:grpSp>
          <p:nvGrpSpPr>
            <p:cNvPr id="35" name="Google Shape;35;p30"/>
            <p:cNvGrpSpPr/>
            <p:nvPr/>
          </p:nvGrpSpPr>
          <p:grpSpPr>
            <a:xfrm>
              <a:off x="427975" y="484900"/>
              <a:ext cx="574250" cy="100200"/>
              <a:chOff x="1297450" y="4159200"/>
              <a:chExt cx="574250" cy="100200"/>
            </a:xfrm>
          </p:grpSpPr>
          <p:sp>
            <p:nvSpPr>
              <p:cNvPr id="36" name="Google Shape;36;p30"/>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Black"/>
                  <a:ea typeface="DM Sans Black"/>
                  <a:cs typeface="DM Sans Black"/>
                  <a:sym typeface="DM Sans Black"/>
                </a:endParaRPr>
              </a:p>
            </p:txBody>
          </p:sp>
          <p:sp>
            <p:nvSpPr>
              <p:cNvPr id="37" name="Google Shape;37;p30"/>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Black"/>
                  <a:ea typeface="DM Sans Black"/>
                  <a:cs typeface="DM Sans Black"/>
                  <a:sym typeface="DM Sans Black"/>
                </a:endParaRPr>
              </a:p>
            </p:txBody>
          </p:sp>
        </p:grpSp>
      </p:grpSp>
      <p:grpSp>
        <p:nvGrpSpPr>
          <p:cNvPr id="38" name="Google Shape;38;p30"/>
          <p:cNvGrpSpPr/>
          <p:nvPr/>
        </p:nvGrpSpPr>
        <p:grpSpPr>
          <a:xfrm>
            <a:off x="-440350" y="-269275"/>
            <a:ext cx="10988153" cy="6418265"/>
            <a:chOff x="-440350" y="-269275"/>
            <a:chExt cx="10988153" cy="6418265"/>
          </a:xfrm>
        </p:grpSpPr>
        <p:pic>
          <p:nvPicPr>
            <p:cNvPr id="39" name="Google Shape;39;p30"/>
            <p:cNvPicPr preferRelativeResize="0"/>
            <p:nvPr/>
          </p:nvPicPr>
          <p:blipFill rotWithShape="1">
            <a:blip r:embed="rId2">
              <a:alphaModFix/>
            </a:blip>
            <a:srcRect b="0" l="0" r="0" t="0"/>
            <a:stretch/>
          </p:blipFill>
          <p:spPr>
            <a:xfrm>
              <a:off x="6792600" y="-269275"/>
              <a:ext cx="3755203" cy="832450"/>
            </a:xfrm>
            <a:prstGeom prst="rect">
              <a:avLst/>
            </a:prstGeom>
            <a:noFill/>
            <a:ln>
              <a:noFill/>
            </a:ln>
          </p:spPr>
        </p:pic>
        <p:pic>
          <p:nvPicPr>
            <p:cNvPr id="40" name="Google Shape;40;p30"/>
            <p:cNvPicPr preferRelativeResize="0"/>
            <p:nvPr/>
          </p:nvPicPr>
          <p:blipFill rotWithShape="1">
            <a:blip r:embed="rId3">
              <a:alphaModFix/>
            </a:blip>
            <a:srcRect b="0" l="2015" r="2015" t="0"/>
            <a:stretch/>
          </p:blipFill>
          <p:spPr>
            <a:xfrm>
              <a:off x="8471750" y="3419731"/>
              <a:ext cx="1304626" cy="2551967"/>
            </a:xfrm>
            <a:prstGeom prst="rect">
              <a:avLst/>
            </a:prstGeom>
            <a:noFill/>
            <a:ln>
              <a:noFill/>
            </a:ln>
          </p:spPr>
        </p:pic>
        <p:pic>
          <p:nvPicPr>
            <p:cNvPr id="41" name="Google Shape;41;p30"/>
            <p:cNvPicPr preferRelativeResize="0"/>
            <p:nvPr/>
          </p:nvPicPr>
          <p:blipFill rotWithShape="1">
            <a:blip r:embed="rId4">
              <a:alphaModFix/>
            </a:blip>
            <a:srcRect b="0" l="0" r="0" t="0"/>
            <a:stretch/>
          </p:blipFill>
          <p:spPr>
            <a:xfrm>
              <a:off x="-440350" y="3242438"/>
              <a:ext cx="2536124" cy="2906552"/>
            </a:xfrm>
            <a:prstGeom prst="rect">
              <a:avLst/>
            </a:prstGeom>
            <a:noFill/>
            <a:ln>
              <a:noFill/>
            </a:ln>
          </p:spPr>
        </p:pic>
      </p:grpSp>
      <p:pic>
        <p:nvPicPr>
          <p:cNvPr id="42" name="Google Shape;42;p30"/>
          <p:cNvPicPr preferRelativeResize="0"/>
          <p:nvPr/>
        </p:nvPicPr>
        <p:blipFill rotWithShape="1">
          <a:blip r:embed="rId5">
            <a:alphaModFix/>
          </a:blip>
          <a:srcRect b="0" l="10393" r="10393" t="0"/>
          <a:stretch/>
        </p:blipFill>
        <p:spPr>
          <a:xfrm rot="5400000">
            <a:off x="1828937" y="5020238"/>
            <a:ext cx="370450" cy="2564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31"/>
          <p:cNvSpPr txBox="1"/>
          <p:nvPr>
            <p:ph type="title"/>
          </p:nvPr>
        </p:nvSpPr>
        <p:spPr>
          <a:xfrm>
            <a:off x="720000" y="445025"/>
            <a:ext cx="3747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5" name="Google Shape;45;p31"/>
          <p:cNvSpPr txBox="1"/>
          <p:nvPr>
            <p:ph idx="1" type="body"/>
          </p:nvPr>
        </p:nvSpPr>
        <p:spPr>
          <a:xfrm>
            <a:off x="969025" y="1574450"/>
            <a:ext cx="3498600" cy="23352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lt2"/>
              </a:buClr>
              <a:buSzPts val="14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46" name="Google Shape;46;p31"/>
          <p:cNvPicPr preferRelativeResize="0"/>
          <p:nvPr/>
        </p:nvPicPr>
        <p:blipFill rotWithShape="1">
          <a:blip r:embed="rId2">
            <a:alphaModFix/>
          </a:blip>
          <a:srcRect b="16280" l="0" r="0" t="16280"/>
          <a:stretch/>
        </p:blipFill>
        <p:spPr>
          <a:xfrm rot="4544339">
            <a:off x="8028764" y="1444714"/>
            <a:ext cx="693396" cy="256418"/>
          </a:xfrm>
          <a:prstGeom prst="rect">
            <a:avLst/>
          </a:prstGeom>
          <a:noFill/>
          <a:ln>
            <a:noFill/>
          </a:ln>
        </p:spPr>
      </p:pic>
      <p:grpSp>
        <p:nvGrpSpPr>
          <p:cNvPr id="47" name="Google Shape;47;p31"/>
          <p:cNvGrpSpPr/>
          <p:nvPr/>
        </p:nvGrpSpPr>
        <p:grpSpPr>
          <a:xfrm>
            <a:off x="-297000" y="-143925"/>
            <a:ext cx="11089998" cy="4941763"/>
            <a:chOff x="-297000" y="-143925"/>
            <a:chExt cx="11089998" cy="4941763"/>
          </a:xfrm>
        </p:grpSpPr>
        <p:pic>
          <p:nvPicPr>
            <p:cNvPr id="48" name="Google Shape;48;p31"/>
            <p:cNvPicPr preferRelativeResize="0"/>
            <p:nvPr/>
          </p:nvPicPr>
          <p:blipFill rotWithShape="1">
            <a:blip r:embed="rId3">
              <a:alphaModFix/>
            </a:blip>
            <a:srcRect b="0" l="30" r="20" t="0"/>
            <a:stretch/>
          </p:blipFill>
          <p:spPr>
            <a:xfrm rot="10800000">
              <a:off x="8279175" y="-143925"/>
              <a:ext cx="2513823" cy="2291649"/>
            </a:xfrm>
            <a:prstGeom prst="rect">
              <a:avLst/>
            </a:prstGeom>
            <a:noFill/>
            <a:ln>
              <a:noFill/>
            </a:ln>
          </p:spPr>
        </p:pic>
        <p:pic>
          <p:nvPicPr>
            <p:cNvPr id="49" name="Google Shape;49;p31"/>
            <p:cNvPicPr preferRelativeResize="0"/>
            <p:nvPr/>
          </p:nvPicPr>
          <p:blipFill rotWithShape="1">
            <a:blip r:embed="rId4">
              <a:alphaModFix/>
            </a:blip>
            <a:srcRect b="0" l="2015" r="2015" t="0"/>
            <a:stretch/>
          </p:blipFill>
          <p:spPr>
            <a:xfrm flipH="1" rot="5400000">
              <a:off x="7581513" y="-361603"/>
              <a:ext cx="1360414" cy="2661084"/>
            </a:xfrm>
            <a:prstGeom prst="rect">
              <a:avLst/>
            </a:prstGeom>
            <a:noFill/>
            <a:ln>
              <a:noFill/>
            </a:ln>
          </p:spPr>
        </p:pic>
        <p:pic>
          <p:nvPicPr>
            <p:cNvPr id="50" name="Google Shape;50;p31"/>
            <p:cNvPicPr preferRelativeResize="0"/>
            <p:nvPr/>
          </p:nvPicPr>
          <p:blipFill rotWithShape="1">
            <a:blip r:embed="rId5">
              <a:alphaModFix/>
            </a:blip>
            <a:srcRect b="0" l="0" r="13867" t="0"/>
            <a:stretch/>
          </p:blipFill>
          <p:spPr>
            <a:xfrm flipH="1">
              <a:off x="-237873" y="4624102"/>
              <a:ext cx="3047598" cy="173736"/>
            </a:xfrm>
            <a:prstGeom prst="rect">
              <a:avLst/>
            </a:prstGeom>
            <a:noFill/>
            <a:ln>
              <a:noFill/>
            </a:ln>
          </p:spPr>
        </p:pic>
        <p:pic>
          <p:nvPicPr>
            <p:cNvPr id="51" name="Google Shape;51;p31"/>
            <p:cNvPicPr preferRelativeResize="0"/>
            <p:nvPr/>
          </p:nvPicPr>
          <p:blipFill rotWithShape="1">
            <a:blip r:embed="rId6">
              <a:alphaModFix/>
            </a:blip>
            <a:srcRect b="0" l="31462" r="-1801" t="0"/>
            <a:stretch/>
          </p:blipFill>
          <p:spPr>
            <a:xfrm>
              <a:off x="-297000" y="4286200"/>
              <a:ext cx="1675526" cy="173736"/>
            </a:xfrm>
            <a:prstGeom prst="rect">
              <a:avLst/>
            </a:prstGeom>
            <a:noFill/>
            <a:ln>
              <a:noFill/>
            </a:ln>
          </p:spPr>
        </p:pic>
      </p:grpSp>
      <p:grpSp>
        <p:nvGrpSpPr>
          <p:cNvPr id="52" name="Google Shape;52;p31"/>
          <p:cNvGrpSpPr/>
          <p:nvPr/>
        </p:nvGrpSpPr>
        <p:grpSpPr>
          <a:xfrm>
            <a:off x="3814000" y="535000"/>
            <a:ext cx="2390675" cy="4173700"/>
            <a:chOff x="3814000" y="484900"/>
            <a:chExt cx="2390675" cy="4173700"/>
          </a:xfrm>
        </p:grpSpPr>
        <p:sp>
          <p:nvSpPr>
            <p:cNvPr id="53" name="Google Shape;53;p31"/>
            <p:cNvSpPr/>
            <p:nvPr/>
          </p:nvSpPr>
          <p:spPr>
            <a:xfrm flipH="1" rot="-5400000">
              <a:off x="6048975" y="4294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54" name="Google Shape;54;p31"/>
            <p:cNvGrpSpPr/>
            <p:nvPr/>
          </p:nvGrpSpPr>
          <p:grpSpPr>
            <a:xfrm rot="10800000">
              <a:off x="3814000" y="4558400"/>
              <a:ext cx="574250" cy="100200"/>
              <a:chOff x="1297450" y="4159200"/>
              <a:chExt cx="574250" cy="100200"/>
            </a:xfrm>
          </p:grpSpPr>
          <p:sp>
            <p:nvSpPr>
              <p:cNvPr id="55" name="Google Shape;55;p31"/>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6" name="Google Shape;56;p31"/>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sp>
        <p:nvSpPr>
          <p:cNvPr id="57" name="Google Shape;57;p31"/>
          <p:cNvSpPr/>
          <p:nvPr>
            <p:ph idx="2" type="pic"/>
          </p:nvPr>
        </p:nvSpPr>
        <p:spPr>
          <a:xfrm>
            <a:off x="4676300" y="1093275"/>
            <a:ext cx="3346500" cy="3007200"/>
          </a:xfrm>
          <a:prstGeom prst="roundRect">
            <a:avLst>
              <a:gd fmla="val 16667" name="adj"/>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p:txBody>
      </p:sp>
      <p:sp>
        <p:nvSpPr>
          <p:cNvPr id="60" name="Google Shape;60;p32"/>
          <p:cNvSpPr txBox="1"/>
          <p:nvPr>
            <p:ph idx="1" type="subTitle"/>
          </p:nvPr>
        </p:nvSpPr>
        <p:spPr>
          <a:xfrm>
            <a:off x="4815881" y="2612826"/>
            <a:ext cx="2567700" cy="140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1" name="Google Shape;61;p32"/>
          <p:cNvSpPr txBox="1"/>
          <p:nvPr>
            <p:ph idx="2" type="subTitle"/>
          </p:nvPr>
        </p:nvSpPr>
        <p:spPr>
          <a:xfrm>
            <a:off x="1760406" y="2612825"/>
            <a:ext cx="2505600" cy="140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 name="Google Shape;62;p32"/>
          <p:cNvSpPr txBox="1"/>
          <p:nvPr>
            <p:ph idx="3" type="subTitle"/>
          </p:nvPr>
        </p:nvSpPr>
        <p:spPr>
          <a:xfrm>
            <a:off x="1760406" y="2267675"/>
            <a:ext cx="2505600" cy="423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63" name="Google Shape;63;p32"/>
          <p:cNvSpPr txBox="1"/>
          <p:nvPr>
            <p:ph idx="4" type="subTitle"/>
          </p:nvPr>
        </p:nvSpPr>
        <p:spPr>
          <a:xfrm>
            <a:off x="4815881" y="2267683"/>
            <a:ext cx="2567700" cy="423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grpSp>
        <p:nvGrpSpPr>
          <p:cNvPr id="64" name="Google Shape;64;p32"/>
          <p:cNvGrpSpPr/>
          <p:nvPr/>
        </p:nvGrpSpPr>
        <p:grpSpPr>
          <a:xfrm>
            <a:off x="484925" y="1486875"/>
            <a:ext cx="7943975" cy="3412225"/>
            <a:chOff x="484925" y="1486875"/>
            <a:chExt cx="7943975" cy="3412225"/>
          </a:xfrm>
        </p:grpSpPr>
        <p:sp>
          <p:nvSpPr>
            <p:cNvPr id="65" name="Google Shape;65;p32"/>
            <p:cNvSpPr/>
            <p:nvPr/>
          </p:nvSpPr>
          <p:spPr>
            <a:xfrm flipH="1">
              <a:off x="484925" y="148687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66" name="Google Shape;66;p32"/>
            <p:cNvGrpSpPr/>
            <p:nvPr/>
          </p:nvGrpSpPr>
          <p:grpSpPr>
            <a:xfrm>
              <a:off x="7854650" y="4798900"/>
              <a:ext cx="574250" cy="100200"/>
              <a:chOff x="1297450" y="4159200"/>
              <a:chExt cx="574250" cy="100200"/>
            </a:xfrm>
          </p:grpSpPr>
          <p:sp>
            <p:nvSpPr>
              <p:cNvPr id="67" name="Google Shape;67;p32"/>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68" name="Google Shape;68;p32"/>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69" name="Google Shape;69;p32"/>
          <p:cNvGrpSpPr/>
          <p:nvPr/>
        </p:nvGrpSpPr>
        <p:grpSpPr>
          <a:xfrm>
            <a:off x="-590962" y="-41696"/>
            <a:ext cx="10285163" cy="6584477"/>
            <a:chOff x="-590962" y="-41696"/>
            <a:chExt cx="10285163" cy="6584477"/>
          </a:xfrm>
        </p:grpSpPr>
        <p:pic>
          <p:nvPicPr>
            <p:cNvPr id="70" name="Google Shape;70;p32"/>
            <p:cNvPicPr preferRelativeResize="0"/>
            <p:nvPr/>
          </p:nvPicPr>
          <p:blipFill rotWithShape="1">
            <a:blip r:embed="rId2">
              <a:alphaModFix/>
            </a:blip>
            <a:srcRect b="-10" l="5276" r="0" t="0"/>
            <a:stretch/>
          </p:blipFill>
          <p:spPr>
            <a:xfrm>
              <a:off x="-13975" y="361275"/>
              <a:ext cx="1774377" cy="173736"/>
            </a:xfrm>
            <a:prstGeom prst="rect">
              <a:avLst/>
            </a:prstGeom>
            <a:noFill/>
            <a:ln>
              <a:noFill/>
            </a:ln>
          </p:spPr>
        </p:pic>
        <p:pic>
          <p:nvPicPr>
            <p:cNvPr id="71" name="Google Shape;71;p32"/>
            <p:cNvPicPr preferRelativeResize="0"/>
            <p:nvPr/>
          </p:nvPicPr>
          <p:blipFill rotWithShape="1">
            <a:blip r:embed="rId3">
              <a:alphaModFix/>
            </a:blip>
            <a:srcRect b="0" l="0" r="0" t="0"/>
            <a:stretch/>
          </p:blipFill>
          <p:spPr>
            <a:xfrm rot="-5400000">
              <a:off x="8482089" y="-522288"/>
              <a:ext cx="731520" cy="1692704"/>
            </a:xfrm>
            <a:prstGeom prst="rect">
              <a:avLst/>
            </a:prstGeom>
            <a:noFill/>
            <a:ln>
              <a:noFill/>
            </a:ln>
          </p:spPr>
        </p:pic>
        <p:pic>
          <p:nvPicPr>
            <p:cNvPr id="72" name="Google Shape;72;p32"/>
            <p:cNvPicPr preferRelativeResize="0"/>
            <p:nvPr/>
          </p:nvPicPr>
          <p:blipFill rotWithShape="1">
            <a:blip r:embed="rId4">
              <a:alphaModFix/>
            </a:blip>
            <a:srcRect b="0" l="2015" r="2015" t="0"/>
            <a:stretch/>
          </p:blipFill>
          <p:spPr>
            <a:xfrm flipH="1">
              <a:off x="-590962" y="3881697"/>
              <a:ext cx="1360414" cy="2661084"/>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73" name="Shape 73"/>
        <p:cNvGrpSpPr/>
        <p:nvPr/>
      </p:nvGrpSpPr>
      <p:grpSpPr>
        <a:xfrm>
          <a:off x="0" y="0"/>
          <a:ext cx="0" cy="0"/>
          <a:chOff x="0" y="0"/>
          <a:chExt cx="0" cy="0"/>
        </a:xfrm>
      </p:grpSpPr>
      <p:sp>
        <p:nvSpPr>
          <p:cNvPr id="74" name="Google Shape;74;p33"/>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75" name="Google Shape;75;p33"/>
          <p:cNvGrpSpPr/>
          <p:nvPr/>
        </p:nvGrpSpPr>
        <p:grpSpPr>
          <a:xfrm>
            <a:off x="319275" y="3981900"/>
            <a:ext cx="8552075" cy="882175"/>
            <a:chOff x="319275" y="3981900"/>
            <a:chExt cx="8552075" cy="882175"/>
          </a:xfrm>
        </p:grpSpPr>
        <p:sp>
          <p:nvSpPr>
            <p:cNvPr id="76" name="Google Shape;76;p33"/>
            <p:cNvSpPr/>
            <p:nvPr/>
          </p:nvSpPr>
          <p:spPr>
            <a:xfrm flipH="1" rot="10800000">
              <a:off x="319275" y="39819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77" name="Google Shape;77;p33"/>
            <p:cNvGrpSpPr/>
            <p:nvPr/>
          </p:nvGrpSpPr>
          <p:grpSpPr>
            <a:xfrm rot="-5400000">
              <a:off x="8534125" y="4526850"/>
              <a:ext cx="574250" cy="100200"/>
              <a:chOff x="1297450" y="4159200"/>
              <a:chExt cx="574250" cy="100200"/>
            </a:xfrm>
          </p:grpSpPr>
          <p:sp>
            <p:nvSpPr>
              <p:cNvPr id="78" name="Google Shape;78;p33"/>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9" name="Google Shape;79;p33"/>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80" name="Google Shape;80;p33"/>
          <p:cNvGrpSpPr/>
          <p:nvPr/>
        </p:nvGrpSpPr>
        <p:grpSpPr>
          <a:xfrm>
            <a:off x="-1380369" y="-1931213"/>
            <a:ext cx="10565268" cy="7373521"/>
            <a:chOff x="-1380369" y="-1931213"/>
            <a:chExt cx="10565268" cy="7373521"/>
          </a:xfrm>
        </p:grpSpPr>
        <p:pic>
          <p:nvPicPr>
            <p:cNvPr id="81" name="Google Shape;81;p33"/>
            <p:cNvPicPr preferRelativeResize="0"/>
            <p:nvPr/>
          </p:nvPicPr>
          <p:blipFill rotWithShape="1">
            <a:blip r:embed="rId2">
              <a:alphaModFix/>
            </a:blip>
            <a:srcRect b="0" l="0" r="0" t="0"/>
            <a:stretch/>
          </p:blipFill>
          <p:spPr>
            <a:xfrm rot="-5400000">
              <a:off x="-1681075" y="-469837"/>
              <a:ext cx="3755203" cy="832450"/>
            </a:xfrm>
            <a:prstGeom prst="rect">
              <a:avLst/>
            </a:prstGeom>
            <a:noFill/>
            <a:ln>
              <a:noFill/>
            </a:ln>
          </p:spPr>
        </p:pic>
        <p:pic>
          <p:nvPicPr>
            <p:cNvPr id="82" name="Google Shape;82;p33"/>
            <p:cNvPicPr preferRelativeResize="0"/>
            <p:nvPr/>
          </p:nvPicPr>
          <p:blipFill rotWithShape="1">
            <a:blip r:embed="rId3">
              <a:alphaModFix/>
            </a:blip>
            <a:srcRect b="0" l="0" r="0" t="0"/>
            <a:stretch/>
          </p:blipFill>
          <p:spPr>
            <a:xfrm rot="10800000">
              <a:off x="-1380369" y="4608497"/>
              <a:ext cx="3758182" cy="833810"/>
            </a:xfrm>
            <a:prstGeom prst="rect">
              <a:avLst/>
            </a:prstGeom>
            <a:noFill/>
            <a:ln>
              <a:noFill/>
            </a:ln>
          </p:spPr>
        </p:pic>
        <p:pic>
          <p:nvPicPr>
            <p:cNvPr id="83" name="Google Shape;83;p33"/>
            <p:cNvPicPr preferRelativeResize="0"/>
            <p:nvPr/>
          </p:nvPicPr>
          <p:blipFill rotWithShape="1">
            <a:blip r:embed="rId4">
              <a:alphaModFix/>
            </a:blip>
            <a:srcRect b="0" l="0" r="0" t="0"/>
            <a:stretch/>
          </p:blipFill>
          <p:spPr>
            <a:xfrm rot="10800000">
              <a:off x="6950900" y="-1027187"/>
              <a:ext cx="2233999" cy="1783499"/>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84" name="Shape 84"/>
        <p:cNvGrpSpPr/>
        <p:nvPr/>
      </p:nvGrpSpPr>
      <p:grpSpPr>
        <a:xfrm>
          <a:off x="0" y="0"/>
          <a:ext cx="0" cy="0"/>
          <a:chOff x="0" y="0"/>
          <a:chExt cx="0" cy="0"/>
        </a:xfrm>
      </p:grpSpPr>
      <p:sp>
        <p:nvSpPr>
          <p:cNvPr id="85" name="Google Shape;85;p34"/>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86" name="Google Shape;86;p34"/>
          <p:cNvGrpSpPr/>
          <p:nvPr/>
        </p:nvGrpSpPr>
        <p:grpSpPr>
          <a:xfrm>
            <a:off x="326975" y="861038"/>
            <a:ext cx="7677775" cy="4047312"/>
            <a:chOff x="326975" y="861038"/>
            <a:chExt cx="7677775" cy="4047312"/>
          </a:xfrm>
        </p:grpSpPr>
        <p:sp>
          <p:nvSpPr>
            <p:cNvPr id="87" name="Google Shape;87;p34"/>
            <p:cNvSpPr/>
            <p:nvPr/>
          </p:nvSpPr>
          <p:spPr>
            <a:xfrm flipH="1" rot="5400000">
              <a:off x="7849050" y="475265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88" name="Google Shape;88;p34"/>
            <p:cNvGrpSpPr/>
            <p:nvPr/>
          </p:nvGrpSpPr>
          <p:grpSpPr>
            <a:xfrm rot="-5400000">
              <a:off x="89950" y="1098063"/>
              <a:ext cx="574250" cy="100200"/>
              <a:chOff x="1297450" y="4159200"/>
              <a:chExt cx="574250" cy="100200"/>
            </a:xfrm>
          </p:grpSpPr>
          <p:sp>
            <p:nvSpPr>
              <p:cNvPr id="89" name="Google Shape;89;p34"/>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90" name="Google Shape;90;p34"/>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91" name="Google Shape;91;p34"/>
          <p:cNvGrpSpPr/>
          <p:nvPr/>
        </p:nvGrpSpPr>
        <p:grpSpPr>
          <a:xfrm>
            <a:off x="-1667356" y="271300"/>
            <a:ext cx="12632380" cy="5214282"/>
            <a:chOff x="-1667356" y="271300"/>
            <a:chExt cx="12632380" cy="5214282"/>
          </a:xfrm>
        </p:grpSpPr>
        <p:pic>
          <p:nvPicPr>
            <p:cNvPr id="92" name="Google Shape;92;p34"/>
            <p:cNvPicPr preferRelativeResize="0"/>
            <p:nvPr/>
          </p:nvPicPr>
          <p:blipFill rotWithShape="1">
            <a:blip r:embed="rId2">
              <a:alphaModFix/>
            </a:blip>
            <a:srcRect b="0" l="0" r="0" t="0"/>
            <a:stretch/>
          </p:blipFill>
          <p:spPr>
            <a:xfrm flipH="1">
              <a:off x="8428900" y="2391513"/>
              <a:ext cx="2536124" cy="2906552"/>
            </a:xfrm>
            <a:prstGeom prst="rect">
              <a:avLst/>
            </a:prstGeom>
            <a:noFill/>
            <a:ln>
              <a:noFill/>
            </a:ln>
          </p:spPr>
        </p:pic>
        <p:pic>
          <p:nvPicPr>
            <p:cNvPr id="93" name="Google Shape;93;p34"/>
            <p:cNvPicPr preferRelativeResize="0"/>
            <p:nvPr/>
          </p:nvPicPr>
          <p:blipFill rotWithShape="1">
            <a:blip r:embed="rId3">
              <a:alphaModFix/>
            </a:blip>
            <a:srcRect b="-10" l="5276" r="0" t="0"/>
            <a:stretch/>
          </p:blipFill>
          <p:spPr>
            <a:xfrm rot="10800000">
              <a:off x="7578813" y="271300"/>
              <a:ext cx="1774377" cy="173736"/>
            </a:xfrm>
            <a:prstGeom prst="rect">
              <a:avLst/>
            </a:prstGeom>
            <a:noFill/>
            <a:ln>
              <a:noFill/>
            </a:ln>
          </p:spPr>
        </p:pic>
        <p:pic>
          <p:nvPicPr>
            <p:cNvPr id="94" name="Google Shape;94;p34"/>
            <p:cNvPicPr preferRelativeResize="0"/>
            <p:nvPr/>
          </p:nvPicPr>
          <p:blipFill rotWithShape="1">
            <a:blip r:embed="rId4">
              <a:alphaModFix/>
            </a:blip>
            <a:srcRect b="0" l="0" r="0" t="0"/>
            <a:stretch/>
          </p:blipFill>
          <p:spPr>
            <a:xfrm rot="10800000">
              <a:off x="-1667356" y="4651772"/>
              <a:ext cx="3758182" cy="83381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
    <p:spTree>
      <p:nvGrpSpPr>
        <p:cNvPr id="95" name="Shape 95"/>
        <p:cNvGrpSpPr/>
        <p:nvPr/>
      </p:nvGrpSpPr>
      <p:grpSpPr>
        <a:xfrm>
          <a:off x="0" y="0"/>
          <a:ext cx="0" cy="0"/>
          <a:chOff x="0" y="0"/>
          <a:chExt cx="0" cy="0"/>
        </a:xfrm>
      </p:grpSpPr>
      <p:sp>
        <p:nvSpPr>
          <p:cNvPr id="96" name="Google Shape;96;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p:txBody>
      </p:sp>
      <p:sp>
        <p:nvSpPr>
          <p:cNvPr id="97" name="Google Shape;97;p35"/>
          <p:cNvSpPr txBox="1"/>
          <p:nvPr>
            <p:ph idx="1" type="subTitle"/>
          </p:nvPr>
        </p:nvSpPr>
        <p:spPr>
          <a:xfrm>
            <a:off x="977338" y="2685206"/>
            <a:ext cx="2332200" cy="15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8" name="Google Shape;98;p35"/>
          <p:cNvSpPr txBox="1"/>
          <p:nvPr>
            <p:ph idx="2" type="subTitle"/>
          </p:nvPr>
        </p:nvSpPr>
        <p:spPr>
          <a:xfrm>
            <a:off x="3406650" y="2685203"/>
            <a:ext cx="2331000" cy="15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9" name="Google Shape;99;p35"/>
          <p:cNvSpPr txBox="1"/>
          <p:nvPr>
            <p:ph idx="3" type="subTitle"/>
          </p:nvPr>
        </p:nvSpPr>
        <p:spPr>
          <a:xfrm>
            <a:off x="5835062" y="2685203"/>
            <a:ext cx="2331000" cy="15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0" name="Google Shape;100;p35"/>
          <p:cNvSpPr txBox="1"/>
          <p:nvPr>
            <p:ph idx="4" type="subTitle"/>
          </p:nvPr>
        </p:nvSpPr>
        <p:spPr>
          <a:xfrm>
            <a:off x="977338" y="2163608"/>
            <a:ext cx="23322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01" name="Google Shape;101;p35"/>
          <p:cNvSpPr txBox="1"/>
          <p:nvPr>
            <p:ph idx="5" type="subTitle"/>
          </p:nvPr>
        </p:nvSpPr>
        <p:spPr>
          <a:xfrm>
            <a:off x="3406650" y="2163609"/>
            <a:ext cx="23310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02" name="Google Shape;102;p35"/>
          <p:cNvSpPr txBox="1"/>
          <p:nvPr>
            <p:ph idx="6" type="subTitle"/>
          </p:nvPr>
        </p:nvSpPr>
        <p:spPr>
          <a:xfrm>
            <a:off x="5834462" y="2163608"/>
            <a:ext cx="23322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grpSp>
        <p:nvGrpSpPr>
          <p:cNvPr id="103" name="Google Shape;103;p35"/>
          <p:cNvGrpSpPr/>
          <p:nvPr/>
        </p:nvGrpSpPr>
        <p:grpSpPr>
          <a:xfrm>
            <a:off x="479300" y="304500"/>
            <a:ext cx="8275925" cy="3951500"/>
            <a:chOff x="479300" y="304500"/>
            <a:chExt cx="8275925" cy="3951500"/>
          </a:xfrm>
        </p:grpSpPr>
        <p:sp>
          <p:nvSpPr>
            <p:cNvPr id="104" name="Google Shape;104;p35"/>
            <p:cNvSpPr/>
            <p:nvPr/>
          </p:nvSpPr>
          <p:spPr>
            <a:xfrm flipH="1">
              <a:off x="8655025" y="40448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05" name="Google Shape;105;p35"/>
            <p:cNvGrpSpPr/>
            <p:nvPr/>
          </p:nvGrpSpPr>
          <p:grpSpPr>
            <a:xfrm>
              <a:off x="479300" y="304500"/>
              <a:ext cx="574250" cy="100200"/>
              <a:chOff x="1297450" y="4159200"/>
              <a:chExt cx="574250" cy="100200"/>
            </a:xfrm>
          </p:grpSpPr>
          <p:sp>
            <p:nvSpPr>
              <p:cNvPr id="106" name="Google Shape;106;p35"/>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07" name="Google Shape;107;p35"/>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108" name="Google Shape;108;p35"/>
          <p:cNvGrpSpPr/>
          <p:nvPr/>
        </p:nvGrpSpPr>
        <p:grpSpPr>
          <a:xfrm>
            <a:off x="-385745" y="-154550"/>
            <a:ext cx="11563723" cy="6385674"/>
            <a:chOff x="-385745" y="-154550"/>
            <a:chExt cx="11563723" cy="6385674"/>
          </a:xfrm>
        </p:grpSpPr>
        <p:pic>
          <p:nvPicPr>
            <p:cNvPr id="109" name="Google Shape;109;p35"/>
            <p:cNvPicPr preferRelativeResize="0"/>
            <p:nvPr/>
          </p:nvPicPr>
          <p:blipFill rotWithShape="1">
            <a:blip r:embed="rId2">
              <a:alphaModFix/>
            </a:blip>
            <a:srcRect b="0" l="0" r="0" t="0"/>
            <a:stretch/>
          </p:blipFill>
          <p:spPr>
            <a:xfrm flipH="1">
              <a:off x="-385745" y="3595837"/>
              <a:ext cx="1774377" cy="1714591"/>
            </a:xfrm>
            <a:prstGeom prst="rect">
              <a:avLst/>
            </a:prstGeom>
            <a:noFill/>
            <a:ln>
              <a:noFill/>
            </a:ln>
          </p:spPr>
        </p:pic>
        <p:pic>
          <p:nvPicPr>
            <p:cNvPr id="110" name="Google Shape;110;p35"/>
            <p:cNvPicPr preferRelativeResize="0"/>
            <p:nvPr/>
          </p:nvPicPr>
          <p:blipFill rotWithShape="1">
            <a:blip r:embed="rId3">
              <a:alphaModFix/>
            </a:blip>
            <a:srcRect b="0" l="0" r="0" t="0"/>
            <a:stretch/>
          </p:blipFill>
          <p:spPr>
            <a:xfrm>
              <a:off x="7422775" y="-154550"/>
              <a:ext cx="3755203" cy="832450"/>
            </a:xfrm>
            <a:prstGeom prst="rect">
              <a:avLst/>
            </a:prstGeom>
            <a:noFill/>
            <a:ln>
              <a:noFill/>
            </a:ln>
          </p:spPr>
        </p:pic>
        <p:pic>
          <p:nvPicPr>
            <p:cNvPr id="111" name="Google Shape;111;p35"/>
            <p:cNvPicPr preferRelativeResize="0"/>
            <p:nvPr/>
          </p:nvPicPr>
          <p:blipFill rotWithShape="1">
            <a:blip r:embed="rId4">
              <a:alphaModFix/>
            </a:blip>
            <a:srcRect b="0" l="0" r="0" t="0"/>
            <a:stretch/>
          </p:blipFill>
          <p:spPr>
            <a:xfrm flipH="1">
              <a:off x="7052175" y="4447625"/>
              <a:ext cx="2233999" cy="1783499"/>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12" name="Shape 112"/>
        <p:cNvGrpSpPr/>
        <p:nvPr/>
      </p:nvGrpSpPr>
      <p:grpSpPr>
        <a:xfrm>
          <a:off x="0" y="0"/>
          <a:ext cx="0" cy="0"/>
          <a:chOff x="0" y="0"/>
          <a:chExt cx="0" cy="0"/>
        </a:xfrm>
      </p:grpSpPr>
      <p:sp>
        <p:nvSpPr>
          <p:cNvPr id="113" name="Google Shape;113;p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p:txBody>
      </p:sp>
      <p:sp>
        <p:nvSpPr>
          <p:cNvPr id="114" name="Google Shape;114;p36"/>
          <p:cNvSpPr txBox="1"/>
          <p:nvPr>
            <p:ph idx="1" type="subTitle"/>
          </p:nvPr>
        </p:nvSpPr>
        <p:spPr>
          <a:xfrm>
            <a:off x="1590483" y="1338395"/>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p:txBody>
      </p:sp>
      <p:sp>
        <p:nvSpPr>
          <p:cNvPr id="115" name="Google Shape;115;p36"/>
          <p:cNvSpPr txBox="1"/>
          <p:nvPr>
            <p:ph idx="2" type="subTitle"/>
          </p:nvPr>
        </p:nvSpPr>
        <p:spPr>
          <a:xfrm>
            <a:off x="1590485" y="1787170"/>
            <a:ext cx="29670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 name="Google Shape;116;p36"/>
          <p:cNvSpPr txBox="1"/>
          <p:nvPr>
            <p:ph idx="3" type="subTitle"/>
          </p:nvPr>
        </p:nvSpPr>
        <p:spPr>
          <a:xfrm>
            <a:off x="5211410" y="1787170"/>
            <a:ext cx="29670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7" name="Google Shape;117;p36"/>
          <p:cNvSpPr txBox="1"/>
          <p:nvPr>
            <p:ph idx="4" type="subTitle"/>
          </p:nvPr>
        </p:nvSpPr>
        <p:spPr>
          <a:xfrm>
            <a:off x="1590485" y="3351855"/>
            <a:ext cx="29670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 name="Google Shape;118;p36"/>
          <p:cNvSpPr txBox="1"/>
          <p:nvPr>
            <p:ph idx="5" type="subTitle"/>
          </p:nvPr>
        </p:nvSpPr>
        <p:spPr>
          <a:xfrm>
            <a:off x="5211410" y="3351855"/>
            <a:ext cx="29670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9" name="Google Shape;119;p36"/>
          <p:cNvSpPr txBox="1"/>
          <p:nvPr>
            <p:ph idx="6" type="subTitle"/>
          </p:nvPr>
        </p:nvSpPr>
        <p:spPr>
          <a:xfrm>
            <a:off x="1590483" y="2903080"/>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p:txBody>
      </p:sp>
      <p:sp>
        <p:nvSpPr>
          <p:cNvPr id="120" name="Google Shape;120;p36"/>
          <p:cNvSpPr txBox="1"/>
          <p:nvPr>
            <p:ph idx="7" type="subTitle"/>
          </p:nvPr>
        </p:nvSpPr>
        <p:spPr>
          <a:xfrm>
            <a:off x="5211408" y="1338395"/>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p:txBody>
      </p:sp>
      <p:sp>
        <p:nvSpPr>
          <p:cNvPr id="121" name="Google Shape;121;p36"/>
          <p:cNvSpPr txBox="1"/>
          <p:nvPr>
            <p:ph idx="8" type="subTitle"/>
          </p:nvPr>
        </p:nvSpPr>
        <p:spPr>
          <a:xfrm>
            <a:off x="5211408" y="2903080"/>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p:txBody>
      </p:sp>
      <p:grpSp>
        <p:nvGrpSpPr>
          <p:cNvPr id="122" name="Google Shape;122;p36"/>
          <p:cNvGrpSpPr/>
          <p:nvPr/>
        </p:nvGrpSpPr>
        <p:grpSpPr>
          <a:xfrm>
            <a:off x="391350" y="268500"/>
            <a:ext cx="7420475" cy="4642750"/>
            <a:chOff x="391350" y="268500"/>
            <a:chExt cx="7420475" cy="4642750"/>
          </a:xfrm>
        </p:grpSpPr>
        <p:sp>
          <p:nvSpPr>
            <p:cNvPr id="123" name="Google Shape;123;p36"/>
            <p:cNvSpPr/>
            <p:nvPr/>
          </p:nvSpPr>
          <p:spPr>
            <a:xfrm flipH="1" rot="-5400000">
              <a:off x="7656125" y="2130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24" name="Google Shape;124;p36"/>
            <p:cNvGrpSpPr/>
            <p:nvPr/>
          </p:nvGrpSpPr>
          <p:grpSpPr>
            <a:xfrm>
              <a:off x="391350" y="4811050"/>
              <a:ext cx="574250" cy="100200"/>
              <a:chOff x="1297450" y="4159200"/>
              <a:chExt cx="574250" cy="100200"/>
            </a:xfrm>
          </p:grpSpPr>
          <p:sp>
            <p:nvSpPr>
              <p:cNvPr id="125" name="Google Shape;125;p36"/>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26" name="Google Shape;126;p36"/>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127" name="Google Shape;127;p36"/>
          <p:cNvGrpSpPr/>
          <p:nvPr/>
        </p:nvGrpSpPr>
        <p:grpSpPr>
          <a:xfrm>
            <a:off x="-703972" y="-914962"/>
            <a:ext cx="10229034" cy="6256279"/>
            <a:chOff x="-703972" y="-914962"/>
            <a:chExt cx="10229034" cy="6256279"/>
          </a:xfrm>
        </p:grpSpPr>
        <p:pic>
          <p:nvPicPr>
            <p:cNvPr id="128" name="Google Shape;128;p36"/>
            <p:cNvPicPr preferRelativeResize="0"/>
            <p:nvPr/>
          </p:nvPicPr>
          <p:blipFill rotWithShape="1">
            <a:blip r:embed="rId2">
              <a:alphaModFix/>
            </a:blip>
            <a:srcRect b="0" l="0" r="0" t="0"/>
            <a:stretch/>
          </p:blipFill>
          <p:spPr>
            <a:xfrm rot="-5400000">
              <a:off x="8090600" y="-648725"/>
              <a:ext cx="1700699" cy="1168224"/>
            </a:xfrm>
            <a:prstGeom prst="rect">
              <a:avLst/>
            </a:prstGeom>
            <a:noFill/>
            <a:ln>
              <a:noFill/>
            </a:ln>
          </p:spPr>
        </p:pic>
        <p:pic>
          <p:nvPicPr>
            <p:cNvPr id="129" name="Google Shape;129;p36"/>
            <p:cNvPicPr preferRelativeResize="0"/>
            <p:nvPr/>
          </p:nvPicPr>
          <p:blipFill rotWithShape="1">
            <a:blip r:embed="rId3">
              <a:alphaModFix/>
            </a:blip>
            <a:srcRect b="0" l="0" r="0" t="0"/>
            <a:stretch/>
          </p:blipFill>
          <p:spPr>
            <a:xfrm>
              <a:off x="8356839" y="3648612"/>
              <a:ext cx="731520" cy="1692704"/>
            </a:xfrm>
            <a:prstGeom prst="rect">
              <a:avLst/>
            </a:prstGeom>
            <a:noFill/>
            <a:ln>
              <a:noFill/>
            </a:ln>
          </p:spPr>
        </p:pic>
        <p:pic>
          <p:nvPicPr>
            <p:cNvPr id="130" name="Google Shape;130;p36"/>
            <p:cNvPicPr preferRelativeResize="0"/>
            <p:nvPr/>
          </p:nvPicPr>
          <p:blipFill rotWithShape="1">
            <a:blip r:embed="rId4">
              <a:alphaModFix/>
            </a:blip>
            <a:srcRect b="0" l="2015" r="2015" t="0"/>
            <a:stretch/>
          </p:blipFill>
          <p:spPr>
            <a:xfrm flipH="1" rot="5400000">
              <a:off x="-53637" y="-1345715"/>
              <a:ext cx="1360414" cy="2661084"/>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31" name="Shape 131"/>
        <p:cNvGrpSpPr/>
        <p:nvPr/>
      </p:nvGrpSpPr>
      <p:grpSpPr>
        <a:xfrm>
          <a:off x="0" y="0"/>
          <a:ext cx="0" cy="0"/>
          <a:chOff x="0" y="0"/>
          <a:chExt cx="0" cy="0"/>
        </a:xfrm>
      </p:grpSpPr>
      <p:sp>
        <p:nvSpPr>
          <p:cNvPr id="132" name="Google Shape;132;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p:txBody>
      </p:sp>
      <p:sp>
        <p:nvSpPr>
          <p:cNvPr id="133" name="Google Shape;133;p37"/>
          <p:cNvSpPr txBox="1"/>
          <p:nvPr>
            <p:ph idx="1" type="subTitle"/>
          </p:nvPr>
        </p:nvSpPr>
        <p:spPr>
          <a:xfrm>
            <a:off x="1172875" y="1668951"/>
            <a:ext cx="21111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4" name="Google Shape;134;p37"/>
          <p:cNvSpPr txBox="1"/>
          <p:nvPr>
            <p:ph idx="2" type="subTitle"/>
          </p:nvPr>
        </p:nvSpPr>
        <p:spPr>
          <a:xfrm>
            <a:off x="3515706" y="1668951"/>
            <a:ext cx="21111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5" name="Google Shape;135;p37"/>
          <p:cNvSpPr txBox="1"/>
          <p:nvPr>
            <p:ph idx="3" type="subTitle"/>
          </p:nvPr>
        </p:nvSpPr>
        <p:spPr>
          <a:xfrm>
            <a:off x="1171254" y="3259800"/>
            <a:ext cx="21126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6" name="Google Shape;136;p37"/>
          <p:cNvSpPr txBox="1"/>
          <p:nvPr>
            <p:ph idx="4" type="subTitle"/>
          </p:nvPr>
        </p:nvSpPr>
        <p:spPr>
          <a:xfrm>
            <a:off x="3514085" y="3259800"/>
            <a:ext cx="21126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7" name="Google Shape;137;p37"/>
          <p:cNvSpPr txBox="1"/>
          <p:nvPr>
            <p:ph idx="5" type="subTitle"/>
          </p:nvPr>
        </p:nvSpPr>
        <p:spPr>
          <a:xfrm>
            <a:off x="5860138" y="1668951"/>
            <a:ext cx="21111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8" name="Google Shape;138;p37"/>
          <p:cNvSpPr txBox="1"/>
          <p:nvPr>
            <p:ph idx="6" type="subTitle"/>
          </p:nvPr>
        </p:nvSpPr>
        <p:spPr>
          <a:xfrm>
            <a:off x="5858517" y="3259800"/>
            <a:ext cx="2111100" cy="10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9" name="Google Shape;139;p37"/>
          <p:cNvSpPr txBox="1"/>
          <p:nvPr>
            <p:ph idx="7" type="subTitle"/>
          </p:nvPr>
        </p:nvSpPr>
        <p:spPr>
          <a:xfrm>
            <a:off x="1172875" y="1359925"/>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40" name="Google Shape;140;p37"/>
          <p:cNvSpPr txBox="1"/>
          <p:nvPr>
            <p:ph idx="8" type="subTitle"/>
          </p:nvPr>
        </p:nvSpPr>
        <p:spPr>
          <a:xfrm>
            <a:off x="3515710" y="1359925"/>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41" name="Google Shape;141;p37"/>
          <p:cNvSpPr txBox="1"/>
          <p:nvPr>
            <p:ph idx="9" type="subTitle"/>
          </p:nvPr>
        </p:nvSpPr>
        <p:spPr>
          <a:xfrm>
            <a:off x="5860146" y="1359925"/>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42" name="Google Shape;142;p37"/>
          <p:cNvSpPr txBox="1"/>
          <p:nvPr>
            <p:ph idx="13" type="subTitle"/>
          </p:nvPr>
        </p:nvSpPr>
        <p:spPr>
          <a:xfrm>
            <a:off x="1171254" y="2947553"/>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43" name="Google Shape;143;p37"/>
          <p:cNvSpPr txBox="1"/>
          <p:nvPr>
            <p:ph idx="14" type="subTitle"/>
          </p:nvPr>
        </p:nvSpPr>
        <p:spPr>
          <a:xfrm>
            <a:off x="3514089" y="2947553"/>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sp>
        <p:nvSpPr>
          <p:cNvPr id="144" name="Google Shape;144;p37"/>
          <p:cNvSpPr txBox="1"/>
          <p:nvPr>
            <p:ph idx="15" type="subTitle"/>
          </p:nvPr>
        </p:nvSpPr>
        <p:spPr>
          <a:xfrm>
            <a:off x="5858525" y="2947553"/>
            <a:ext cx="21126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p:txBody>
      </p:sp>
      <p:grpSp>
        <p:nvGrpSpPr>
          <p:cNvPr id="145" name="Google Shape;145;p37"/>
          <p:cNvGrpSpPr/>
          <p:nvPr/>
        </p:nvGrpSpPr>
        <p:grpSpPr>
          <a:xfrm>
            <a:off x="720000" y="445025"/>
            <a:ext cx="7951275" cy="3688075"/>
            <a:chOff x="720000" y="445025"/>
            <a:chExt cx="7951275" cy="3688075"/>
          </a:xfrm>
        </p:grpSpPr>
        <p:sp>
          <p:nvSpPr>
            <p:cNvPr id="146" name="Google Shape;146;p37"/>
            <p:cNvSpPr/>
            <p:nvPr/>
          </p:nvSpPr>
          <p:spPr>
            <a:xfrm flipH="1">
              <a:off x="8571075" y="39219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47" name="Google Shape;147;p37"/>
            <p:cNvGrpSpPr/>
            <p:nvPr/>
          </p:nvGrpSpPr>
          <p:grpSpPr>
            <a:xfrm>
              <a:off x="720000" y="445025"/>
              <a:ext cx="574250" cy="100200"/>
              <a:chOff x="1297450" y="4159200"/>
              <a:chExt cx="574250" cy="100200"/>
            </a:xfrm>
          </p:grpSpPr>
          <p:sp>
            <p:nvSpPr>
              <p:cNvPr id="148" name="Google Shape;148;p37"/>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9" name="Google Shape;149;p37"/>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150" name="Google Shape;150;p37"/>
          <p:cNvGrpSpPr/>
          <p:nvPr/>
        </p:nvGrpSpPr>
        <p:grpSpPr>
          <a:xfrm>
            <a:off x="-1740625" y="-914750"/>
            <a:ext cx="12584953" cy="6330040"/>
            <a:chOff x="-1740625" y="-914750"/>
            <a:chExt cx="12584953" cy="6330040"/>
          </a:xfrm>
        </p:grpSpPr>
        <p:pic>
          <p:nvPicPr>
            <p:cNvPr id="151" name="Google Shape;151;p37"/>
            <p:cNvPicPr preferRelativeResize="0"/>
            <p:nvPr/>
          </p:nvPicPr>
          <p:blipFill rotWithShape="1">
            <a:blip r:embed="rId2">
              <a:alphaModFix/>
            </a:blip>
            <a:srcRect b="0" l="0" r="0" t="0"/>
            <a:stretch/>
          </p:blipFill>
          <p:spPr>
            <a:xfrm rot="10800000">
              <a:off x="7053175" y="-914750"/>
              <a:ext cx="2233999" cy="1783499"/>
            </a:xfrm>
            <a:prstGeom prst="rect">
              <a:avLst/>
            </a:prstGeom>
            <a:noFill/>
            <a:ln>
              <a:noFill/>
            </a:ln>
          </p:spPr>
        </p:pic>
        <p:pic>
          <p:nvPicPr>
            <p:cNvPr id="152" name="Google Shape;152;p37"/>
            <p:cNvPicPr preferRelativeResize="0"/>
            <p:nvPr/>
          </p:nvPicPr>
          <p:blipFill rotWithShape="1">
            <a:blip r:embed="rId3">
              <a:alphaModFix/>
            </a:blip>
            <a:srcRect b="0" l="0" r="0" t="0"/>
            <a:stretch/>
          </p:blipFill>
          <p:spPr>
            <a:xfrm>
              <a:off x="-1740625" y="2508738"/>
              <a:ext cx="2536124" cy="2906552"/>
            </a:xfrm>
            <a:prstGeom prst="rect">
              <a:avLst/>
            </a:prstGeom>
            <a:noFill/>
            <a:ln>
              <a:noFill/>
            </a:ln>
          </p:spPr>
        </p:pic>
        <p:pic>
          <p:nvPicPr>
            <p:cNvPr id="153" name="Google Shape;153;p37"/>
            <p:cNvPicPr preferRelativeResize="0"/>
            <p:nvPr/>
          </p:nvPicPr>
          <p:blipFill rotWithShape="1">
            <a:blip r:embed="rId4">
              <a:alphaModFix/>
            </a:blip>
            <a:srcRect b="0" l="0" r="0" t="0"/>
            <a:stretch/>
          </p:blipFill>
          <p:spPr>
            <a:xfrm flipH="1" rot="10800000">
              <a:off x="7089125" y="4542525"/>
              <a:ext cx="3755203" cy="832450"/>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4" name="Shape 154"/>
        <p:cNvGrpSpPr/>
        <p:nvPr/>
      </p:nvGrpSpPr>
      <p:grpSpPr>
        <a:xfrm>
          <a:off x="0" y="0"/>
          <a:ext cx="0" cy="0"/>
          <a:chOff x="0" y="0"/>
          <a:chExt cx="0" cy="0"/>
        </a:xfrm>
      </p:grpSpPr>
      <p:grpSp>
        <p:nvGrpSpPr>
          <p:cNvPr id="155" name="Google Shape;155;p38"/>
          <p:cNvGrpSpPr/>
          <p:nvPr/>
        </p:nvGrpSpPr>
        <p:grpSpPr>
          <a:xfrm>
            <a:off x="-8" y="-113562"/>
            <a:ext cx="10293908" cy="5476419"/>
            <a:chOff x="-8" y="-113562"/>
            <a:chExt cx="10293908" cy="5476419"/>
          </a:xfrm>
        </p:grpSpPr>
        <p:pic>
          <p:nvPicPr>
            <p:cNvPr id="156" name="Google Shape;156;p38"/>
            <p:cNvPicPr preferRelativeResize="0"/>
            <p:nvPr/>
          </p:nvPicPr>
          <p:blipFill rotWithShape="1">
            <a:blip r:embed="rId2">
              <a:alphaModFix/>
            </a:blip>
            <a:srcRect b="0" l="0" r="0" t="0"/>
            <a:stretch/>
          </p:blipFill>
          <p:spPr>
            <a:xfrm rot="10800000">
              <a:off x="7757775" y="-113562"/>
              <a:ext cx="2536124" cy="2906552"/>
            </a:xfrm>
            <a:prstGeom prst="rect">
              <a:avLst/>
            </a:prstGeom>
            <a:noFill/>
            <a:ln>
              <a:noFill/>
            </a:ln>
          </p:spPr>
        </p:pic>
        <p:pic>
          <p:nvPicPr>
            <p:cNvPr id="157" name="Google Shape;157;p38"/>
            <p:cNvPicPr preferRelativeResize="0"/>
            <p:nvPr/>
          </p:nvPicPr>
          <p:blipFill rotWithShape="1">
            <a:blip r:embed="rId3">
              <a:alphaModFix/>
            </a:blip>
            <a:srcRect b="0" l="0" r="0" t="0"/>
            <a:stretch/>
          </p:blipFill>
          <p:spPr>
            <a:xfrm flipH="1" rot="10800000">
              <a:off x="5856319" y="4529047"/>
              <a:ext cx="3758182" cy="833810"/>
            </a:xfrm>
            <a:prstGeom prst="rect">
              <a:avLst/>
            </a:prstGeom>
            <a:noFill/>
            <a:ln>
              <a:noFill/>
            </a:ln>
          </p:spPr>
        </p:pic>
        <p:pic>
          <p:nvPicPr>
            <p:cNvPr id="158" name="Google Shape;158;p38"/>
            <p:cNvPicPr preferRelativeResize="0"/>
            <p:nvPr/>
          </p:nvPicPr>
          <p:blipFill rotWithShape="1">
            <a:blip r:embed="rId4">
              <a:alphaModFix/>
            </a:blip>
            <a:srcRect b="0" l="0" r="0" t="0"/>
            <a:stretch/>
          </p:blipFill>
          <p:spPr>
            <a:xfrm rot="5400000">
              <a:off x="-225377" y="225373"/>
              <a:ext cx="2229714" cy="1778977"/>
            </a:xfrm>
            <a:prstGeom prst="rect">
              <a:avLst/>
            </a:prstGeom>
            <a:noFill/>
            <a:ln>
              <a:noFill/>
            </a:ln>
          </p:spPr>
        </p:pic>
      </p:grpSp>
      <p:sp>
        <p:nvSpPr>
          <p:cNvPr id="159" name="Google Shape;159;p38"/>
          <p:cNvSpPr txBox="1"/>
          <p:nvPr>
            <p:ph hasCustomPrompt="1" type="title"/>
          </p:nvPr>
        </p:nvSpPr>
        <p:spPr>
          <a:xfrm>
            <a:off x="2393400" y="1709976"/>
            <a:ext cx="4357200" cy="11505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49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60" name="Google Shape;160;p38"/>
          <p:cNvSpPr txBox="1"/>
          <p:nvPr>
            <p:ph idx="1" type="subTitle"/>
          </p:nvPr>
        </p:nvSpPr>
        <p:spPr>
          <a:xfrm>
            <a:off x="2393400" y="2962927"/>
            <a:ext cx="4357200" cy="960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61" name="Google Shape;161;p38"/>
          <p:cNvGrpSpPr/>
          <p:nvPr/>
        </p:nvGrpSpPr>
        <p:grpSpPr>
          <a:xfrm>
            <a:off x="345675" y="314975"/>
            <a:ext cx="8523625" cy="4556650"/>
            <a:chOff x="345675" y="314975"/>
            <a:chExt cx="8523625" cy="4556650"/>
          </a:xfrm>
        </p:grpSpPr>
        <p:sp>
          <p:nvSpPr>
            <p:cNvPr id="162" name="Google Shape;162;p38"/>
            <p:cNvSpPr/>
            <p:nvPr/>
          </p:nvSpPr>
          <p:spPr>
            <a:xfrm>
              <a:off x="8769100" y="392322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3" name="Google Shape;163;p38"/>
            <p:cNvSpPr/>
            <p:nvPr/>
          </p:nvSpPr>
          <p:spPr>
            <a:xfrm rot="5400000">
              <a:off x="6716450" y="159425"/>
              <a:ext cx="100200" cy="41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4" name="Google Shape;164;p38"/>
            <p:cNvSpPr/>
            <p:nvPr/>
          </p:nvSpPr>
          <p:spPr>
            <a:xfrm rot="5400000">
              <a:off x="366225" y="323600"/>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65" name="Google Shape;165;p38"/>
            <p:cNvGrpSpPr/>
            <p:nvPr/>
          </p:nvGrpSpPr>
          <p:grpSpPr>
            <a:xfrm flipH="1">
              <a:off x="1296175" y="4771425"/>
              <a:ext cx="574250" cy="100200"/>
              <a:chOff x="1297450" y="4159200"/>
              <a:chExt cx="574250" cy="100200"/>
            </a:xfrm>
          </p:grpSpPr>
          <p:sp>
            <p:nvSpPr>
              <p:cNvPr id="166" name="Google Shape;166;p38"/>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7" name="Google Shape;167;p38"/>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8" name="Shape 168"/>
        <p:cNvGrpSpPr/>
        <p:nvPr/>
      </p:nvGrpSpPr>
      <p:grpSpPr>
        <a:xfrm>
          <a:off x="0" y="0"/>
          <a:ext cx="0" cy="0"/>
          <a:chOff x="0" y="0"/>
          <a:chExt cx="0" cy="0"/>
        </a:xfrm>
      </p:grpSpPr>
      <p:sp>
        <p:nvSpPr>
          <p:cNvPr id="169" name="Google Shape;169;p39"/>
          <p:cNvSpPr txBox="1"/>
          <p:nvPr>
            <p:ph type="title"/>
          </p:nvPr>
        </p:nvSpPr>
        <p:spPr>
          <a:xfrm>
            <a:off x="2724150" y="1307100"/>
            <a:ext cx="36957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70" name="Google Shape;170;p39"/>
          <p:cNvGrpSpPr/>
          <p:nvPr/>
        </p:nvGrpSpPr>
        <p:grpSpPr>
          <a:xfrm>
            <a:off x="535475" y="609138"/>
            <a:ext cx="8116513" cy="4201525"/>
            <a:chOff x="535475" y="609138"/>
            <a:chExt cx="8116513" cy="4201525"/>
          </a:xfrm>
        </p:grpSpPr>
        <p:sp>
          <p:nvSpPr>
            <p:cNvPr id="171" name="Google Shape;171;p39"/>
            <p:cNvSpPr/>
            <p:nvPr/>
          </p:nvSpPr>
          <p:spPr>
            <a:xfrm flipH="1">
              <a:off x="8551788" y="2482775"/>
              <a:ext cx="100200" cy="41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72" name="Google Shape;172;p39"/>
            <p:cNvSpPr/>
            <p:nvPr/>
          </p:nvSpPr>
          <p:spPr>
            <a:xfrm flipH="1" rot="-5400000">
              <a:off x="6820225" y="4689913"/>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73" name="Google Shape;173;p39"/>
            <p:cNvGrpSpPr/>
            <p:nvPr/>
          </p:nvGrpSpPr>
          <p:grpSpPr>
            <a:xfrm>
              <a:off x="535475" y="609138"/>
              <a:ext cx="574250" cy="100200"/>
              <a:chOff x="1297450" y="4159200"/>
              <a:chExt cx="574250" cy="100200"/>
            </a:xfrm>
          </p:grpSpPr>
          <p:sp>
            <p:nvSpPr>
              <p:cNvPr id="174" name="Google Shape;174;p39"/>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75" name="Google Shape;175;p39"/>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176" name="Google Shape;176;p39"/>
          <p:cNvGrpSpPr/>
          <p:nvPr/>
        </p:nvGrpSpPr>
        <p:grpSpPr>
          <a:xfrm>
            <a:off x="-589910" y="-3"/>
            <a:ext cx="10239262" cy="5730977"/>
            <a:chOff x="-589910" y="-3"/>
            <a:chExt cx="10239262" cy="5730977"/>
          </a:xfrm>
        </p:grpSpPr>
        <p:pic>
          <p:nvPicPr>
            <p:cNvPr id="177" name="Google Shape;177;p39"/>
            <p:cNvPicPr preferRelativeResize="0"/>
            <p:nvPr/>
          </p:nvPicPr>
          <p:blipFill rotWithShape="1">
            <a:blip r:embed="rId2">
              <a:alphaModFix/>
            </a:blip>
            <a:srcRect b="20" l="0" r="0" t="30"/>
            <a:stretch/>
          </p:blipFill>
          <p:spPr>
            <a:xfrm flipH="1" rot="10800000">
              <a:off x="7126533" y="-3"/>
              <a:ext cx="2522819" cy="2361427"/>
            </a:xfrm>
            <a:prstGeom prst="rect">
              <a:avLst/>
            </a:prstGeom>
            <a:noFill/>
            <a:ln>
              <a:noFill/>
            </a:ln>
          </p:spPr>
        </p:pic>
        <p:pic>
          <p:nvPicPr>
            <p:cNvPr id="178" name="Google Shape;178;p39"/>
            <p:cNvPicPr preferRelativeResize="0"/>
            <p:nvPr/>
          </p:nvPicPr>
          <p:blipFill rotWithShape="1">
            <a:blip r:embed="rId3">
              <a:alphaModFix/>
            </a:blip>
            <a:srcRect b="0" l="1485" r="1485" t="0"/>
            <a:stretch/>
          </p:blipFill>
          <p:spPr>
            <a:xfrm flipH="1">
              <a:off x="-589910" y="3069890"/>
              <a:ext cx="1360414" cy="2661084"/>
            </a:xfrm>
            <a:prstGeom prst="rect">
              <a:avLst/>
            </a:prstGeom>
            <a:noFill/>
            <a:ln>
              <a:noFill/>
            </a:ln>
          </p:spPr>
        </p:pic>
        <p:pic>
          <p:nvPicPr>
            <p:cNvPr id="179" name="Google Shape;179;p39"/>
            <p:cNvPicPr preferRelativeResize="0"/>
            <p:nvPr/>
          </p:nvPicPr>
          <p:blipFill rotWithShape="1">
            <a:blip r:embed="rId4">
              <a:alphaModFix/>
            </a:blip>
            <a:srcRect b="-10" l="5276" r="0" t="0"/>
            <a:stretch/>
          </p:blipFill>
          <p:spPr>
            <a:xfrm rot="10800000">
              <a:off x="7714713" y="4673700"/>
              <a:ext cx="1774377" cy="173736"/>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0" name="Shape 180"/>
        <p:cNvGrpSpPr/>
        <p:nvPr/>
      </p:nvGrpSpPr>
      <p:grpSpPr>
        <a:xfrm>
          <a:off x="0" y="0"/>
          <a:ext cx="0" cy="0"/>
          <a:chOff x="0" y="0"/>
          <a:chExt cx="0" cy="0"/>
        </a:xfrm>
      </p:grpSpPr>
      <p:sp>
        <p:nvSpPr>
          <p:cNvPr id="181" name="Google Shape;181;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2" name="Google Shape;182;p40"/>
          <p:cNvSpPr txBox="1"/>
          <p:nvPr>
            <p:ph idx="1" type="body"/>
          </p:nvPr>
        </p:nvSpPr>
        <p:spPr>
          <a:xfrm>
            <a:off x="720000" y="1096350"/>
            <a:ext cx="7704000" cy="380100"/>
          </a:xfrm>
          <a:prstGeom prst="rect">
            <a:avLst/>
          </a:prstGeom>
          <a:noFill/>
          <a:ln>
            <a:noFill/>
          </a:ln>
        </p:spPr>
        <p:txBody>
          <a:bodyPr anchorCtr="0" anchor="t" bIns="91425" lIns="91425" spcFirstLastPara="1" rIns="91425" wrap="square" tIns="91425">
            <a:noAutofit/>
          </a:bodyPr>
          <a:lstStyle>
            <a:lvl1pPr indent="-317500" lvl="0" marL="457200" algn="ctr">
              <a:lnSpc>
                <a:spcPct val="100000"/>
              </a:lnSpc>
              <a:spcBef>
                <a:spcPts val="0"/>
              </a:spcBef>
              <a:spcAft>
                <a:spcPts val="0"/>
              </a:spcAft>
              <a:buSzPts val="14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grpSp>
        <p:nvGrpSpPr>
          <p:cNvPr id="183" name="Google Shape;183;p40"/>
          <p:cNvGrpSpPr/>
          <p:nvPr/>
        </p:nvGrpSpPr>
        <p:grpSpPr>
          <a:xfrm>
            <a:off x="573800" y="399000"/>
            <a:ext cx="7809750" cy="4454175"/>
            <a:chOff x="573800" y="399000"/>
            <a:chExt cx="7809750" cy="4454175"/>
          </a:xfrm>
        </p:grpSpPr>
        <p:sp>
          <p:nvSpPr>
            <p:cNvPr id="184" name="Google Shape;184;p40"/>
            <p:cNvSpPr/>
            <p:nvPr/>
          </p:nvSpPr>
          <p:spPr>
            <a:xfrm flipH="1" rot="-5400000">
              <a:off x="594350" y="4732425"/>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185" name="Google Shape;185;p40"/>
            <p:cNvGrpSpPr/>
            <p:nvPr/>
          </p:nvGrpSpPr>
          <p:grpSpPr>
            <a:xfrm>
              <a:off x="7809300" y="399000"/>
              <a:ext cx="574250" cy="100200"/>
              <a:chOff x="1297450" y="4159200"/>
              <a:chExt cx="574250" cy="100200"/>
            </a:xfrm>
          </p:grpSpPr>
          <p:sp>
            <p:nvSpPr>
              <p:cNvPr id="186" name="Google Shape;186;p40"/>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87" name="Google Shape;187;p40"/>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sp>
        <p:nvSpPr>
          <p:cNvPr id="188" name="Google Shape;188;p40"/>
          <p:cNvSpPr/>
          <p:nvPr/>
        </p:nvSpPr>
        <p:spPr>
          <a:xfrm flipH="1">
            <a:off x="8578800" y="4197200"/>
            <a:ext cx="100200" cy="41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189" name="Google Shape;189;p40"/>
          <p:cNvPicPr preferRelativeResize="0"/>
          <p:nvPr/>
        </p:nvPicPr>
        <p:blipFill rotWithShape="1">
          <a:blip r:embed="rId2">
            <a:alphaModFix/>
          </a:blip>
          <a:srcRect b="8630" l="0" r="0" t="8630"/>
          <a:stretch/>
        </p:blipFill>
        <p:spPr>
          <a:xfrm rot="5400000">
            <a:off x="8388288" y="4616824"/>
            <a:ext cx="565175" cy="256425"/>
          </a:xfrm>
          <a:prstGeom prst="rect">
            <a:avLst/>
          </a:prstGeom>
          <a:noFill/>
          <a:ln>
            <a:noFill/>
          </a:ln>
        </p:spPr>
      </p:pic>
      <p:grpSp>
        <p:nvGrpSpPr>
          <p:cNvPr id="190" name="Google Shape;190;p40"/>
          <p:cNvGrpSpPr/>
          <p:nvPr/>
        </p:nvGrpSpPr>
        <p:grpSpPr>
          <a:xfrm>
            <a:off x="-347750" y="290125"/>
            <a:ext cx="11698601" cy="4970200"/>
            <a:chOff x="-347750" y="290125"/>
            <a:chExt cx="11698601" cy="4970200"/>
          </a:xfrm>
        </p:grpSpPr>
        <p:pic>
          <p:nvPicPr>
            <p:cNvPr id="191" name="Google Shape;191;p40"/>
            <p:cNvPicPr preferRelativeResize="0"/>
            <p:nvPr/>
          </p:nvPicPr>
          <p:blipFill rotWithShape="1">
            <a:blip r:embed="rId3">
              <a:alphaModFix/>
            </a:blip>
            <a:srcRect b="0" l="-1293" r="21941" t="0"/>
            <a:stretch/>
          </p:blipFill>
          <p:spPr>
            <a:xfrm rot="10800000">
              <a:off x="-347750" y="290125"/>
              <a:ext cx="1722951" cy="173736"/>
            </a:xfrm>
            <a:prstGeom prst="rect">
              <a:avLst/>
            </a:prstGeom>
            <a:noFill/>
            <a:ln>
              <a:noFill/>
            </a:ln>
          </p:spPr>
        </p:pic>
        <p:pic>
          <p:nvPicPr>
            <p:cNvPr id="192" name="Google Shape;192;p40"/>
            <p:cNvPicPr preferRelativeResize="0"/>
            <p:nvPr/>
          </p:nvPicPr>
          <p:blipFill rotWithShape="1">
            <a:blip r:embed="rId4">
              <a:alphaModFix/>
            </a:blip>
            <a:srcRect b="-5349" l="0" r="16276" t="-10930"/>
            <a:stretch/>
          </p:blipFill>
          <p:spPr>
            <a:xfrm>
              <a:off x="8542650" y="3058225"/>
              <a:ext cx="682750" cy="2202100"/>
            </a:xfrm>
            <a:prstGeom prst="rect">
              <a:avLst/>
            </a:prstGeom>
            <a:noFill/>
            <a:ln>
              <a:noFill/>
            </a:ln>
          </p:spPr>
        </p:pic>
        <p:pic>
          <p:nvPicPr>
            <p:cNvPr id="193" name="Google Shape;193;p40"/>
            <p:cNvPicPr preferRelativeResize="0"/>
            <p:nvPr/>
          </p:nvPicPr>
          <p:blipFill rotWithShape="1">
            <a:blip r:embed="rId5">
              <a:alphaModFix/>
            </a:blip>
            <a:srcRect b="11948" l="0" r="0" t="11948"/>
            <a:stretch/>
          </p:blipFill>
          <p:spPr>
            <a:xfrm rot="10800000">
              <a:off x="6199875" y="4679440"/>
              <a:ext cx="5150976" cy="173736"/>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4" name="Shape 194"/>
        <p:cNvGrpSpPr/>
        <p:nvPr/>
      </p:nvGrpSpPr>
      <p:grpSpPr>
        <a:xfrm>
          <a:off x="0" y="0"/>
          <a:ext cx="0" cy="0"/>
          <a:chOff x="0" y="0"/>
          <a:chExt cx="0" cy="0"/>
        </a:xfrm>
      </p:grpSpPr>
      <p:grpSp>
        <p:nvGrpSpPr>
          <p:cNvPr id="195" name="Google Shape;195;p41"/>
          <p:cNvGrpSpPr/>
          <p:nvPr/>
        </p:nvGrpSpPr>
        <p:grpSpPr>
          <a:xfrm>
            <a:off x="-1187601" y="-804794"/>
            <a:ext cx="10428500" cy="5636483"/>
            <a:chOff x="-1187601" y="-804794"/>
            <a:chExt cx="10428500" cy="5636483"/>
          </a:xfrm>
        </p:grpSpPr>
        <p:pic>
          <p:nvPicPr>
            <p:cNvPr id="196" name="Google Shape;196;p41"/>
            <p:cNvPicPr preferRelativeResize="0"/>
            <p:nvPr/>
          </p:nvPicPr>
          <p:blipFill rotWithShape="1">
            <a:blip r:embed="rId2">
              <a:alphaModFix/>
            </a:blip>
            <a:srcRect b="2208" l="0" r="0" t="2208"/>
            <a:stretch/>
          </p:blipFill>
          <p:spPr>
            <a:xfrm flipH="1" rot="10800000">
              <a:off x="-1187601" y="4657953"/>
              <a:ext cx="3047603" cy="173736"/>
            </a:xfrm>
            <a:prstGeom prst="rect">
              <a:avLst/>
            </a:prstGeom>
            <a:noFill/>
            <a:ln>
              <a:noFill/>
            </a:ln>
          </p:spPr>
        </p:pic>
        <p:pic>
          <p:nvPicPr>
            <p:cNvPr id="197" name="Google Shape;197;p41"/>
            <p:cNvPicPr preferRelativeResize="0"/>
            <p:nvPr/>
          </p:nvPicPr>
          <p:blipFill rotWithShape="1">
            <a:blip r:embed="rId3">
              <a:alphaModFix/>
            </a:blip>
            <a:srcRect b="0" l="2015" r="2015" t="0"/>
            <a:stretch/>
          </p:blipFill>
          <p:spPr>
            <a:xfrm rot="10800000">
              <a:off x="-398600" y="-804794"/>
              <a:ext cx="1304626" cy="2551967"/>
            </a:xfrm>
            <a:prstGeom prst="rect">
              <a:avLst/>
            </a:prstGeom>
            <a:noFill/>
            <a:ln>
              <a:noFill/>
            </a:ln>
          </p:spPr>
        </p:pic>
        <p:pic>
          <p:nvPicPr>
            <p:cNvPr id="198" name="Google Shape;198;p41"/>
            <p:cNvPicPr preferRelativeResize="0"/>
            <p:nvPr/>
          </p:nvPicPr>
          <p:blipFill rotWithShape="1">
            <a:blip r:embed="rId4">
              <a:alphaModFix/>
            </a:blip>
            <a:srcRect b="0" l="0" r="0" t="0"/>
            <a:stretch/>
          </p:blipFill>
          <p:spPr>
            <a:xfrm rot="-5400000">
              <a:off x="7189985" y="308727"/>
              <a:ext cx="2409103" cy="1692724"/>
            </a:xfrm>
            <a:prstGeom prst="rect">
              <a:avLst/>
            </a:prstGeom>
            <a:noFill/>
            <a:ln>
              <a:noFill/>
            </a:ln>
          </p:spPr>
        </p:pic>
      </p:grpSp>
      <p:sp>
        <p:nvSpPr>
          <p:cNvPr id="199" name="Google Shape;199;p41"/>
          <p:cNvSpPr txBox="1"/>
          <p:nvPr>
            <p:ph type="title"/>
          </p:nvPr>
        </p:nvSpPr>
        <p:spPr>
          <a:xfrm>
            <a:off x="1245780" y="2734025"/>
            <a:ext cx="3078600" cy="9108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p:txBody>
      </p:sp>
      <p:sp>
        <p:nvSpPr>
          <p:cNvPr id="200" name="Google Shape;200;p41"/>
          <p:cNvSpPr txBox="1"/>
          <p:nvPr>
            <p:ph idx="1" type="subTitle"/>
          </p:nvPr>
        </p:nvSpPr>
        <p:spPr>
          <a:xfrm>
            <a:off x="1245780" y="3711050"/>
            <a:ext cx="3078600" cy="38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201" name="Google Shape;201;p41"/>
          <p:cNvSpPr txBox="1"/>
          <p:nvPr>
            <p:ph idx="2" type="title"/>
          </p:nvPr>
        </p:nvSpPr>
        <p:spPr>
          <a:xfrm>
            <a:off x="3032689" y="984500"/>
            <a:ext cx="3078600" cy="9108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p:txBody>
      </p:sp>
      <p:sp>
        <p:nvSpPr>
          <p:cNvPr id="202" name="Google Shape;202;p41"/>
          <p:cNvSpPr txBox="1"/>
          <p:nvPr>
            <p:ph idx="3" type="subTitle"/>
          </p:nvPr>
        </p:nvSpPr>
        <p:spPr>
          <a:xfrm>
            <a:off x="3032689" y="1961399"/>
            <a:ext cx="3078600" cy="38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203" name="Google Shape;203;p41"/>
          <p:cNvSpPr txBox="1"/>
          <p:nvPr>
            <p:ph idx="4" type="title"/>
          </p:nvPr>
        </p:nvSpPr>
        <p:spPr>
          <a:xfrm>
            <a:off x="4819620" y="2734025"/>
            <a:ext cx="3078600" cy="9108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p:txBody>
      </p:sp>
      <p:sp>
        <p:nvSpPr>
          <p:cNvPr id="204" name="Google Shape;204;p41"/>
          <p:cNvSpPr txBox="1"/>
          <p:nvPr>
            <p:ph idx="5" type="subTitle"/>
          </p:nvPr>
        </p:nvSpPr>
        <p:spPr>
          <a:xfrm>
            <a:off x="4819620" y="3711050"/>
            <a:ext cx="3078600" cy="38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grpSp>
        <p:nvGrpSpPr>
          <p:cNvPr id="205" name="Google Shape;205;p41"/>
          <p:cNvGrpSpPr/>
          <p:nvPr/>
        </p:nvGrpSpPr>
        <p:grpSpPr>
          <a:xfrm>
            <a:off x="7180850" y="1827825"/>
            <a:ext cx="1753475" cy="3003875"/>
            <a:chOff x="7180850" y="1827825"/>
            <a:chExt cx="1753475" cy="3003875"/>
          </a:xfrm>
        </p:grpSpPr>
        <p:sp>
          <p:nvSpPr>
            <p:cNvPr id="206" name="Google Shape;206;p41"/>
            <p:cNvSpPr/>
            <p:nvPr/>
          </p:nvSpPr>
          <p:spPr>
            <a:xfrm flipH="1" rot="-5400000">
              <a:off x="8813575" y="1807275"/>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07" name="Google Shape;207;p41"/>
            <p:cNvGrpSpPr/>
            <p:nvPr/>
          </p:nvGrpSpPr>
          <p:grpSpPr>
            <a:xfrm>
              <a:off x="7180850" y="4731500"/>
              <a:ext cx="574250" cy="100200"/>
              <a:chOff x="1297450" y="4159200"/>
              <a:chExt cx="574250" cy="100200"/>
            </a:xfrm>
          </p:grpSpPr>
          <p:sp>
            <p:nvSpPr>
              <p:cNvPr id="208" name="Google Shape;208;p41"/>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09" name="Google Shape;209;p41"/>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pic>
        <p:nvPicPr>
          <p:cNvPr id="210" name="Google Shape;210;p41"/>
          <p:cNvPicPr preferRelativeResize="0"/>
          <p:nvPr/>
        </p:nvPicPr>
        <p:blipFill rotWithShape="1">
          <a:blip r:embed="rId5">
            <a:alphaModFix/>
          </a:blip>
          <a:srcRect b="-10" l="5276" r="0" t="0"/>
          <a:stretch/>
        </p:blipFill>
        <p:spPr>
          <a:xfrm rot="10800000">
            <a:off x="7164448" y="667575"/>
            <a:ext cx="2187576" cy="1737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211" name="Shape 211"/>
        <p:cNvGrpSpPr/>
        <p:nvPr/>
      </p:nvGrpSpPr>
      <p:grpSpPr>
        <a:xfrm>
          <a:off x="0" y="0"/>
          <a:ext cx="0" cy="0"/>
          <a:chOff x="0" y="0"/>
          <a:chExt cx="0" cy="0"/>
        </a:xfrm>
      </p:grpSpPr>
      <p:grpSp>
        <p:nvGrpSpPr>
          <p:cNvPr id="212" name="Google Shape;212;p42"/>
          <p:cNvGrpSpPr/>
          <p:nvPr/>
        </p:nvGrpSpPr>
        <p:grpSpPr>
          <a:xfrm>
            <a:off x="-86926" y="361266"/>
            <a:ext cx="9857490" cy="6415335"/>
            <a:chOff x="-86926" y="361266"/>
            <a:chExt cx="9857490" cy="6415335"/>
          </a:xfrm>
        </p:grpSpPr>
        <p:pic>
          <p:nvPicPr>
            <p:cNvPr id="213" name="Google Shape;213;p42"/>
            <p:cNvPicPr preferRelativeResize="0"/>
            <p:nvPr/>
          </p:nvPicPr>
          <p:blipFill rotWithShape="1">
            <a:blip r:embed="rId2">
              <a:alphaModFix/>
            </a:blip>
            <a:srcRect b="0" l="1485" r="1485" t="0"/>
            <a:stretch/>
          </p:blipFill>
          <p:spPr>
            <a:xfrm>
              <a:off x="8465937" y="2690469"/>
              <a:ext cx="1304627" cy="2551967"/>
            </a:xfrm>
            <a:prstGeom prst="rect">
              <a:avLst/>
            </a:prstGeom>
            <a:noFill/>
            <a:ln>
              <a:noFill/>
            </a:ln>
          </p:spPr>
        </p:pic>
        <p:pic>
          <p:nvPicPr>
            <p:cNvPr id="214" name="Google Shape;214;p42"/>
            <p:cNvPicPr preferRelativeResize="0"/>
            <p:nvPr/>
          </p:nvPicPr>
          <p:blipFill rotWithShape="1">
            <a:blip r:embed="rId3">
              <a:alphaModFix/>
            </a:blip>
            <a:srcRect b="0" l="0" r="0" t="0"/>
            <a:stretch/>
          </p:blipFill>
          <p:spPr>
            <a:xfrm rot="-5400000">
              <a:off x="5890975" y="4055263"/>
              <a:ext cx="2536124" cy="2906552"/>
            </a:xfrm>
            <a:prstGeom prst="rect">
              <a:avLst/>
            </a:prstGeom>
            <a:noFill/>
            <a:ln>
              <a:noFill/>
            </a:ln>
          </p:spPr>
        </p:pic>
        <p:pic>
          <p:nvPicPr>
            <p:cNvPr id="215" name="Google Shape;215;p42"/>
            <p:cNvPicPr preferRelativeResize="0"/>
            <p:nvPr/>
          </p:nvPicPr>
          <p:blipFill rotWithShape="1">
            <a:blip r:embed="rId4">
              <a:alphaModFix/>
            </a:blip>
            <a:srcRect b="2208" l="0" r="0" t="2208"/>
            <a:stretch/>
          </p:blipFill>
          <p:spPr>
            <a:xfrm flipH="1" rot="10800000">
              <a:off x="-86926" y="361266"/>
              <a:ext cx="3047603" cy="173736"/>
            </a:xfrm>
            <a:prstGeom prst="rect">
              <a:avLst/>
            </a:prstGeom>
            <a:noFill/>
            <a:ln>
              <a:noFill/>
            </a:ln>
          </p:spPr>
        </p:pic>
      </p:grpSp>
      <p:sp>
        <p:nvSpPr>
          <p:cNvPr id="216" name="Google Shape;216;p42"/>
          <p:cNvSpPr txBox="1"/>
          <p:nvPr>
            <p:ph type="title"/>
          </p:nvPr>
        </p:nvSpPr>
        <p:spPr>
          <a:xfrm>
            <a:off x="4554925" y="1358975"/>
            <a:ext cx="3501900" cy="1478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17" name="Google Shape;217;p42"/>
          <p:cNvSpPr txBox="1"/>
          <p:nvPr>
            <p:ph idx="1" type="subTitle"/>
          </p:nvPr>
        </p:nvSpPr>
        <p:spPr>
          <a:xfrm>
            <a:off x="4554925" y="2898497"/>
            <a:ext cx="3501900" cy="8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8" name="Google Shape;218;p42"/>
          <p:cNvSpPr/>
          <p:nvPr>
            <p:ph idx="2" type="pic"/>
          </p:nvPr>
        </p:nvSpPr>
        <p:spPr>
          <a:xfrm>
            <a:off x="853144" y="1140525"/>
            <a:ext cx="3391500" cy="3072300"/>
          </a:xfrm>
          <a:prstGeom prst="roundRect">
            <a:avLst>
              <a:gd fmla="val 16667" name="adj"/>
            </a:avLst>
          </a:prstGeom>
          <a:noFill/>
          <a:ln>
            <a:noFill/>
          </a:ln>
        </p:spPr>
      </p:sp>
      <p:grpSp>
        <p:nvGrpSpPr>
          <p:cNvPr id="219" name="Google Shape;219;p42"/>
          <p:cNvGrpSpPr/>
          <p:nvPr/>
        </p:nvGrpSpPr>
        <p:grpSpPr>
          <a:xfrm>
            <a:off x="303988" y="666050"/>
            <a:ext cx="7407787" cy="4180500"/>
            <a:chOff x="303988" y="666050"/>
            <a:chExt cx="7407787" cy="4180500"/>
          </a:xfrm>
        </p:grpSpPr>
        <p:sp>
          <p:nvSpPr>
            <p:cNvPr id="220" name="Google Shape;220;p42"/>
            <p:cNvSpPr/>
            <p:nvPr/>
          </p:nvSpPr>
          <p:spPr>
            <a:xfrm flipH="1" rot="5400000">
              <a:off x="6383900" y="469085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21" name="Google Shape;221;p42"/>
            <p:cNvGrpSpPr/>
            <p:nvPr/>
          </p:nvGrpSpPr>
          <p:grpSpPr>
            <a:xfrm>
              <a:off x="7137525" y="666050"/>
              <a:ext cx="574250" cy="100200"/>
              <a:chOff x="1297450" y="4159200"/>
              <a:chExt cx="574250" cy="100200"/>
            </a:xfrm>
          </p:grpSpPr>
          <p:sp>
            <p:nvSpPr>
              <p:cNvPr id="222" name="Google Shape;222;p42"/>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23" name="Google Shape;223;p42"/>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224" name="Google Shape;224;p42"/>
            <p:cNvSpPr/>
            <p:nvPr/>
          </p:nvSpPr>
          <p:spPr>
            <a:xfrm flipH="1">
              <a:off x="303988" y="3644475"/>
              <a:ext cx="100200" cy="446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225" name="Shape 225"/>
        <p:cNvGrpSpPr/>
        <p:nvPr/>
      </p:nvGrpSpPr>
      <p:grpSpPr>
        <a:xfrm>
          <a:off x="0" y="0"/>
          <a:ext cx="0" cy="0"/>
          <a:chOff x="0" y="0"/>
          <a:chExt cx="0" cy="0"/>
        </a:xfrm>
      </p:grpSpPr>
      <p:sp>
        <p:nvSpPr>
          <p:cNvPr id="226" name="Google Shape;226;p43"/>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27" name="Google Shape;227;p43"/>
          <p:cNvGrpSpPr/>
          <p:nvPr/>
        </p:nvGrpSpPr>
        <p:grpSpPr>
          <a:xfrm>
            <a:off x="1336500" y="315750"/>
            <a:ext cx="7494225" cy="4583725"/>
            <a:chOff x="1336500" y="315750"/>
            <a:chExt cx="7494225" cy="4583725"/>
          </a:xfrm>
        </p:grpSpPr>
        <p:sp>
          <p:nvSpPr>
            <p:cNvPr id="228" name="Google Shape;228;p43"/>
            <p:cNvSpPr/>
            <p:nvPr/>
          </p:nvSpPr>
          <p:spPr>
            <a:xfrm flipH="1" rot="-5400000">
              <a:off x="1392000" y="474377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29" name="Google Shape;229;p43"/>
            <p:cNvGrpSpPr/>
            <p:nvPr/>
          </p:nvGrpSpPr>
          <p:grpSpPr>
            <a:xfrm>
              <a:off x="8256475" y="315750"/>
              <a:ext cx="574250" cy="100200"/>
              <a:chOff x="1297450" y="4159200"/>
              <a:chExt cx="574250" cy="100200"/>
            </a:xfrm>
          </p:grpSpPr>
          <p:sp>
            <p:nvSpPr>
              <p:cNvPr id="230" name="Google Shape;230;p43"/>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31" name="Google Shape;231;p43"/>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232" name="Google Shape;232;p43"/>
          <p:cNvGrpSpPr/>
          <p:nvPr/>
        </p:nvGrpSpPr>
        <p:grpSpPr>
          <a:xfrm>
            <a:off x="-87401" y="-1252949"/>
            <a:ext cx="11772079" cy="7113497"/>
            <a:chOff x="-87401" y="-1252949"/>
            <a:chExt cx="11772079" cy="7113497"/>
          </a:xfrm>
        </p:grpSpPr>
        <p:pic>
          <p:nvPicPr>
            <p:cNvPr id="233" name="Google Shape;233;p43"/>
            <p:cNvPicPr preferRelativeResize="0"/>
            <p:nvPr/>
          </p:nvPicPr>
          <p:blipFill rotWithShape="1">
            <a:blip r:embed="rId2">
              <a:alphaModFix/>
            </a:blip>
            <a:srcRect b="0" l="0" r="0" t="0"/>
            <a:stretch/>
          </p:blipFill>
          <p:spPr>
            <a:xfrm rot="5400000">
              <a:off x="-222450" y="-1025125"/>
              <a:ext cx="1875098" cy="1419450"/>
            </a:xfrm>
            <a:prstGeom prst="rect">
              <a:avLst/>
            </a:prstGeom>
            <a:noFill/>
            <a:ln>
              <a:noFill/>
            </a:ln>
          </p:spPr>
        </p:pic>
        <p:pic>
          <p:nvPicPr>
            <p:cNvPr id="234" name="Google Shape;234;p43"/>
            <p:cNvPicPr preferRelativeResize="0"/>
            <p:nvPr/>
          </p:nvPicPr>
          <p:blipFill rotWithShape="1">
            <a:blip r:embed="rId3">
              <a:alphaModFix/>
            </a:blip>
            <a:srcRect b="0" l="0" r="0" t="0"/>
            <a:stretch/>
          </p:blipFill>
          <p:spPr>
            <a:xfrm flipH="1" rot="10800000">
              <a:off x="7929475" y="4468750"/>
              <a:ext cx="3755203" cy="832450"/>
            </a:xfrm>
            <a:prstGeom prst="rect">
              <a:avLst/>
            </a:prstGeom>
            <a:noFill/>
            <a:ln>
              <a:noFill/>
            </a:ln>
          </p:spPr>
        </p:pic>
        <p:pic>
          <p:nvPicPr>
            <p:cNvPr id="235" name="Google Shape;235;p43"/>
            <p:cNvPicPr preferRelativeResize="0"/>
            <p:nvPr/>
          </p:nvPicPr>
          <p:blipFill rotWithShape="1">
            <a:blip r:embed="rId4">
              <a:alphaModFix/>
            </a:blip>
            <a:srcRect b="30" l="0" r="0" t="20"/>
            <a:stretch/>
          </p:blipFill>
          <p:spPr>
            <a:xfrm flipH="1">
              <a:off x="-87401" y="4152772"/>
              <a:ext cx="735760" cy="1707776"/>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8">
    <p:spTree>
      <p:nvGrpSpPr>
        <p:cNvPr id="236" name="Shape 236"/>
        <p:cNvGrpSpPr/>
        <p:nvPr/>
      </p:nvGrpSpPr>
      <p:grpSpPr>
        <a:xfrm>
          <a:off x="0" y="0"/>
          <a:ext cx="0" cy="0"/>
          <a:chOff x="0" y="0"/>
          <a:chExt cx="0" cy="0"/>
        </a:xfrm>
      </p:grpSpPr>
      <p:sp>
        <p:nvSpPr>
          <p:cNvPr id="237" name="Google Shape;237;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38" name="Google Shape;238;p44"/>
          <p:cNvSpPr txBox="1"/>
          <p:nvPr>
            <p:ph idx="1" type="subTitle"/>
          </p:nvPr>
        </p:nvSpPr>
        <p:spPr>
          <a:xfrm>
            <a:off x="1585650" y="1094275"/>
            <a:ext cx="5972700" cy="99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
        <p:nvSpPr>
          <p:cNvPr id="239" name="Google Shape;239;p44"/>
          <p:cNvSpPr txBox="1"/>
          <p:nvPr>
            <p:ph idx="2" type="subTitle"/>
          </p:nvPr>
        </p:nvSpPr>
        <p:spPr>
          <a:xfrm>
            <a:off x="1585650" y="2015571"/>
            <a:ext cx="5972700" cy="147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
        <p:nvSpPr>
          <p:cNvPr id="240" name="Google Shape;240;p44"/>
          <p:cNvSpPr txBox="1"/>
          <p:nvPr>
            <p:ph idx="3" type="subTitle"/>
          </p:nvPr>
        </p:nvSpPr>
        <p:spPr>
          <a:xfrm>
            <a:off x="1585650" y="3415475"/>
            <a:ext cx="5972700" cy="99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4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grpSp>
        <p:nvGrpSpPr>
          <p:cNvPr id="241" name="Google Shape;241;p44"/>
          <p:cNvGrpSpPr/>
          <p:nvPr/>
        </p:nvGrpSpPr>
        <p:grpSpPr>
          <a:xfrm>
            <a:off x="-619800" y="311816"/>
            <a:ext cx="10492052" cy="4866287"/>
            <a:chOff x="-619800" y="311816"/>
            <a:chExt cx="10492052" cy="4866287"/>
          </a:xfrm>
        </p:grpSpPr>
        <p:pic>
          <p:nvPicPr>
            <p:cNvPr id="242" name="Google Shape;242;p44"/>
            <p:cNvPicPr preferRelativeResize="0"/>
            <p:nvPr/>
          </p:nvPicPr>
          <p:blipFill rotWithShape="1">
            <a:blip r:embed="rId2">
              <a:alphaModFix/>
            </a:blip>
            <a:srcRect b="0" l="0" r="0" t="0"/>
            <a:stretch/>
          </p:blipFill>
          <p:spPr>
            <a:xfrm>
              <a:off x="7675980" y="3463512"/>
              <a:ext cx="1774377" cy="1714591"/>
            </a:xfrm>
            <a:prstGeom prst="rect">
              <a:avLst/>
            </a:prstGeom>
            <a:noFill/>
            <a:ln>
              <a:noFill/>
            </a:ln>
          </p:spPr>
        </p:pic>
        <p:pic>
          <p:nvPicPr>
            <p:cNvPr id="243" name="Google Shape;243;p44"/>
            <p:cNvPicPr preferRelativeResize="0"/>
            <p:nvPr/>
          </p:nvPicPr>
          <p:blipFill rotWithShape="1">
            <a:blip r:embed="rId3">
              <a:alphaModFix/>
            </a:blip>
            <a:srcRect b="2208" l="0" r="0" t="2208"/>
            <a:stretch/>
          </p:blipFill>
          <p:spPr>
            <a:xfrm flipH="1">
              <a:off x="6824649" y="311816"/>
              <a:ext cx="3047603" cy="173736"/>
            </a:xfrm>
            <a:prstGeom prst="rect">
              <a:avLst/>
            </a:prstGeom>
            <a:noFill/>
            <a:ln>
              <a:noFill/>
            </a:ln>
          </p:spPr>
        </p:pic>
        <p:pic>
          <p:nvPicPr>
            <p:cNvPr id="244" name="Google Shape;244;p44"/>
            <p:cNvPicPr preferRelativeResize="0"/>
            <p:nvPr/>
          </p:nvPicPr>
          <p:blipFill rotWithShape="1">
            <a:blip r:embed="rId4">
              <a:alphaModFix/>
            </a:blip>
            <a:srcRect b="-10" l="5276" r="0" t="0"/>
            <a:stretch/>
          </p:blipFill>
          <p:spPr>
            <a:xfrm>
              <a:off x="-619800" y="4762475"/>
              <a:ext cx="1774377" cy="173736"/>
            </a:xfrm>
            <a:prstGeom prst="rect">
              <a:avLst/>
            </a:prstGeom>
            <a:noFill/>
            <a:ln>
              <a:noFill/>
            </a:ln>
          </p:spPr>
        </p:pic>
      </p:grpSp>
      <p:grpSp>
        <p:nvGrpSpPr>
          <p:cNvPr id="245" name="Google Shape;245;p44"/>
          <p:cNvGrpSpPr/>
          <p:nvPr/>
        </p:nvGrpSpPr>
        <p:grpSpPr>
          <a:xfrm>
            <a:off x="324675" y="681275"/>
            <a:ext cx="6592200" cy="4206875"/>
            <a:chOff x="324675" y="681275"/>
            <a:chExt cx="6592200" cy="4206875"/>
          </a:xfrm>
        </p:grpSpPr>
        <p:sp>
          <p:nvSpPr>
            <p:cNvPr id="246" name="Google Shape;246;p44"/>
            <p:cNvSpPr/>
            <p:nvPr/>
          </p:nvSpPr>
          <p:spPr>
            <a:xfrm flipH="1" rot="-5400000">
              <a:off x="6761175" y="473245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47" name="Google Shape;247;p44"/>
            <p:cNvGrpSpPr/>
            <p:nvPr/>
          </p:nvGrpSpPr>
          <p:grpSpPr>
            <a:xfrm>
              <a:off x="324675" y="681275"/>
              <a:ext cx="574250" cy="100200"/>
              <a:chOff x="1297450" y="4159200"/>
              <a:chExt cx="574250" cy="100200"/>
            </a:xfrm>
          </p:grpSpPr>
          <p:sp>
            <p:nvSpPr>
              <p:cNvPr id="248" name="Google Shape;248;p44"/>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9" name="Google Shape;249;p44"/>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250" name="Shape 250"/>
        <p:cNvGrpSpPr/>
        <p:nvPr/>
      </p:nvGrpSpPr>
      <p:grpSpPr>
        <a:xfrm>
          <a:off x="0" y="0"/>
          <a:ext cx="0" cy="0"/>
          <a:chOff x="0" y="0"/>
          <a:chExt cx="0" cy="0"/>
        </a:xfrm>
      </p:grpSpPr>
      <p:sp>
        <p:nvSpPr>
          <p:cNvPr id="251" name="Google Shape;251;p45"/>
          <p:cNvSpPr txBox="1"/>
          <p:nvPr>
            <p:ph type="title"/>
          </p:nvPr>
        </p:nvSpPr>
        <p:spPr>
          <a:xfrm>
            <a:off x="821000" y="2905338"/>
            <a:ext cx="3325800" cy="752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52" name="Google Shape;252;p45"/>
          <p:cNvSpPr txBox="1"/>
          <p:nvPr>
            <p:ph idx="1" type="subTitle"/>
          </p:nvPr>
        </p:nvSpPr>
        <p:spPr>
          <a:xfrm>
            <a:off x="821000" y="3541870"/>
            <a:ext cx="3325800" cy="79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3" name="Google Shape;253;p45"/>
          <p:cNvSpPr/>
          <p:nvPr>
            <p:ph idx="2" type="pic"/>
          </p:nvPr>
        </p:nvSpPr>
        <p:spPr>
          <a:xfrm>
            <a:off x="4473225" y="612525"/>
            <a:ext cx="3262200" cy="2064300"/>
          </a:xfrm>
          <a:prstGeom prst="roundRect">
            <a:avLst>
              <a:gd fmla="val 16667" name="adj"/>
            </a:avLst>
          </a:prstGeom>
          <a:noFill/>
          <a:ln>
            <a:noFill/>
          </a:ln>
        </p:spPr>
      </p:sp>
      <p:sp>
        <p:nvSpPr>
          <p:cNvPr id="254" name="Google Shape;254;p45"/>
          <p:cNvSpPr/>
          <p:nvPr>
            <p:ph idx="3" type="pic"/>
          </p:nvPr>
        </p:nvSpPr>
        <p:spPr>
          <a:xfrm>
            <a:off x="4421275" y="2872750"/>
            <a:ext cx="2008200" cy="1834800"/>
          </a:xfrm>
          <a:prstGeom prst="roundRect">
            <a:avLst>
              <a:gd fmla="val 16667" name="adj"/>
            </a:avLst>
          </a:prstGeom>
          <a:noFill/>
          <a:ln>
            <a:noFill/>
          </a:ln>
        </p:spPr>
      </p:sp>
      <p:sp>
        <p:nvSpPr>
          <p:cNvPr id="255" name="Google Shape;255;p45"/>
          <p:cNvSpPr/>
          <p:nvPr>
            <p:ph idx="4" type="pic"/>
          </p:nvPr>
        </p:nvSpPr>
        <p:spPr>
          <a:xfrm>
            <a:off x="1862275" y="612525"/>
            <a:ext cx="2406600" cy="2064300"/>
          </a:xfrm>
          <a:prstGeom prst="roundRect">
            <a:avLst>
              <a:gd fmla="val 16667" name="adj"/>
            </a:avLst>
          </a:prstGeom>
          <a:noFill/>
          <a:ln>
            <a:noFill/>
          </a:ln>
        </p:spPr>
      </p:sp>
      <p:sp>
        <p:nvSpPr>
          <p:cNvPr id="256" name="Google Shape;256;p45"/>
          <p:cNvSpPr/>
          <p:nvPr>
            <p:ph idx="5" type="pic"/>
          </p:nvPr>
        </p:nvSpPr>
        <p:spPr>
          <a:xfrm>
            <a:off x="6581925" y="2872750"/>
            <a:ext cx="1153500" cy="1806600"/>
          </a:xfrm>
          <a:prstGeom prst="roundRect">
            <a:avLst>
              <a:gd fmla="val 16667" name="adj"/>
            </a:avLst>
          </a:prstGeom>
          <a:noFill/>
          <a:ln>
            <a:noFill/>
          </a:ln>
        </p:spPr>
      </p:sp>
      <p:grpSp>
        <p:nvGrpSpPr>
          <p:cNvPr id="257" name="Google Shape;257;p45"/>
          <p:cNvGrpSpPr/>
          <p:nvPr/>
        </p:nvGrpSpPr>
        <p:grpSpPr>
          <a:xfrm>
            <a:off x="8091875" y="-485520"/>
            <a:ext cx="2536124" cy="5767811"/>
            <a:chOff x="8091875" y="-485520"/>
            <a:chExt cx="2536124" cy="5767811"/>
          </a:xfrm>
        </p:grpSpPr>
        <p:pic>
          <p:nvPicPr>
            <p:cNvPr id="258" name="Google Shape;258;p45"/>
            <p:cNvPicPr preferRelativeResize="0"/>
            <p:nvPr/>
          </p:nvPicPr>
          <p:blipFill rotWithShape="1">
            <a:blip r:embed="rId2">
              <a:alphaModFix/>
            </a:blip>
            <a:srcRect b="-10" l="5276" r="0" t="0"/>
            <a:stretch/>
          </p:blipFill>
          <p:spPr>
            <a:xfrm rot="5400000">
              <a:off x="7894738" y="314800"/>
              <a:ext cx="1774377" cy="173736"/>
            </a:xfrm>
            <a:prstGeom prst="rect">
              <a:avLst/>
            </a:prstGeom>
            <a:noFill/>
            <a:ln>
              <a:noFill/>
            </a:ln>
          </p:spPr>
        </p:pic>
        <p:pic>
          <p:nvPicPr>
            <p:cNvPr id="259" name="Google Shape;259;p45"/>
            <p:cNvPicPr preferRelativeResize="0"/>
            <p:nvPr/>
          </p:nvPicPr>
          <p:blipFill rotWithShape="1">
            <a:blip r:embed="rId3">
              <a:alphaModFix/>
            </a:blip>
            <a:srcRect b="0" l="0" r="0" t="0"/>
            <a:stretch/>
          </p:blipFill>
          <p:spPr>
            <a:xfrm flipH="1">
              <a:off x="8091875" y="2375738"/>
              <a:ext cx="2536124" cy="2906552"/>
            </a:xfrm>
            <a:prstGeom prst="rect">
              <a:avLst/>
            </a:prstGeom>
            <a:noFill/>
            <a:ln>
              <a:noFill/>
            </a:ln>
          </p:spPr>
        </p:pic>
      </p:grpSp>
      <p:grpSp>
        <p:nvGrpSpPr>
          <p:cNvPr id="260" name="Google Shape;260;p45"/>
          <p:cNvGrpSpPr/>
          <p:nvPr/>
        </p:nvGrpSpPr>
        <p:grpSpPr>
          <a:xfrm>
            <a:off x="548150" y="1748450"/>
            <a:ext cx="8283875" cy="3005725"/>
            <a:chOff x="548150" y="1748450"/>
            <a:chExt cx="8283875" cy="3005725"/>
          </a:xfrm>
        </p:grpSpPr>
        <p:grpSp>
          <p:nvGrpSpPr>
            <p:cNvPr id="261" name="Google Shape;261;p45"/>
            <p:cNvGrpSpPr/>
            <p:nvPr/>
          </p:nvGrpSpPr>
          <p:grpSpPr>
            <a:xfrm flipH="1">
              <a:off x="548150" y="4653975"/>
              <a:ext cx="574250" cy="100200"/>
              <a:chOff x="1297450" y="4159200"/>
              <a:chExt cx="574250" cy="100200"/>
            </a:xfrm>
          </p:grpSpPr>
          <p:sp>
            <p:nvSpPr>
              <p:cNvPr id="262" name="Google Shape;262;p45"/>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63" name="Google Shape;263;p45"/>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264" name="Google Shape;264;p45"/>
            <p:cNvSpPr/>
            <p:nvPr/>
          </p:nvSpPr>
          <p:spPr>
            <a:xfrm>
              <a:off x="8731825" y="1748450"/>
              <a:ext cx="100200" cy="16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5" name="Shape 265"/>
        <p:cNvGrpSpPr/>
        <p:nvPr/>
      </p:nvGrpSpPr>
      <p:grpSpPr>
        <a:xfrm>
          <a:off x="0" y="0"/>
          <a:ext cx="0" cy="0"/>
          <a:chOff x="0" y="0"/>
          <a:chExt cx="0" cy="0"/>
        </a:xfrm>
      </p:grpSpPr>
      <p:sp>
        <p:nvSpPr>
          <p:cNvPr id="266" name="Google Shape;266;p48"/>
          <p:cNvSpPr txBox="1"/>
          <p:nvPr>
            <p:ph type="title"/>
          </p:nvPr>
        </p:nvSpPr>
        <p:spPr>
          <a:xfrm>
            <a:off x="2201850" y="1919024"/>
            <a:ext cx="4740300" cy="84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7" name="Google Shape;267;p48"/>
          <p:cNvSpPr txBox="1"/>
          <p:nvPr>
            <p:ph idx="1" type="subTitle"/>
          </p:nvPr>
        </p:nvSpPr>
        <p:spPr>
          <a:xfrm>
            <a:off x="2201925" y="2762076"/>
            <a:ext cx="4740300" cy="113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268" name="Google Shape;268;p48"/>
          <p:cNvGrpSpPr/>
          <p:nvPr/>
        </p:nvGrpSpPr>
        <p:grpSpPr>
          <a:xfrm>
            <a:off x="503975" y="608950"/>
            <a:ext cx="7975025" cy="4273975"/>
            <a:chOff x="503975" y="608950"/>
            <a:chExt cx="7975025" cy="4273975"/>
          </a:xfrm>
        </p:grpSpPr>
        <p:sp>
          <p:nvSpPr>
            <p:cNvPr id="269" name="Google Shape;269;p48"/>
            <p:cNvSpPr/>
            <p:nvPr/>
          </p:nvSpPr>
          <p:spPr>
            <a:xfrm flipH="1">
              <a:off x="503975" y="349392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70" name="Google Shape;270;p48"/>
            <p:cNvSpPr/>
            <p:nvPr/>
          </p:nvSpPr>
          <p:spPr>
            <a:xfrm flipH="1">
              <a:off x="8378800" y="2409100"/>
              <a:ext cx="100200" cy="41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71" name="Google Shape;271;p48"/>
            <p:cNvSpPr/>
            <p:nvPr/>
          </p:nvSpPr>
          <p:spPr>
            <a:xfrm flipH="1" rot="-5400000">
              <a:off x="4776900" y="4762175"/>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72" name="Google Shape;272;p48"/>
            <p:cNvGrpSpPr/>
            <p:nvPr/>
          </p:nvGrpSpPr>
          <p:grpSpPr>
            <a:xfrm>
              <a:off x="7070850" y="608950"/>
              <a:ext cx="574250" cy="100200"/>
              <a:chOff x="1297450" y="4159200"/>
              <a:chExt cx="574250" cy="100200"/>
            </a:xfrm>
          </p:grpSpPr>
          <p:sp>
            <p:nvSpPr>
              <p:cNvPr id="273" name="Google Shape;273;p48"/>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74" name="Google Shape;274;p48"/>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275" name="Google Shape;275;p48"/>
          <p:cNvGrpSpPr/>
          <p:nvPr/>
        </p:nvGrpSpPr>
        <p:grpSpPr>
          <a:xfrm>
            <a:off x="0" y="-82062"/>
            <a:ext cx="9191719" cy="5225556"/>
            <a:chOff x="0" y="-82062"/>
            <a:chExt cx="9191719" cy="5225556"/>
          </a:xfrm>
        </p:grpSpPr>
        <p:pic>
          <p:nvPicPr>
            <p:cNvPr id="276" name="Google Shape;276;p48"/>
            <p:cNvPicPr preferRelativeResize="0"/>
            <p:nvPr/>
          </p:nvPicPr>
          <p:blipFill rotWithShape="1">
            <a:blip r:embed="rId2">
              <a:alphaModFix/>
            </a:blip>
            <a:srcRect b="0" l="0" r="0" t="0"/>
            <a:stretch/>
          </p:blipFill>
          <p:spPr>
            <a:xfrm rot="-5400000">
              <a:off x="7187373" y="3139148"/>
              <a:ext cx="2229714" cy="1778977"/>
            </a:xfrm>
            <a:prstGeom prst="rect">
              <a:avLst/>
            </a:prstGeom>
            <a:noFill/>
            <a:ln>
              <a:noFill/>
            </a:ln>
          </p:spPr>
        </p:pic>
        <p:pic>
          <p:nvPicPr>
            <p:cNvPr id="277" name="Google Shape;277;p48"/>
            <p:cNvPicPr preferRelativeResize="0"/>
            <p:nvPr/>
          </p:nvPicPr>
          <p:blipFill rotWithShape="1">
            <a:blip r:embed="rId3">
              <a:alphaModFix/>
            </a:blip>
            <a:srcRect b="0" l="0" r="0" t="0"/>
            <a:stretch/>
          </p:blipFill>
          <p:spPr>
            <a:xfrm flipH="1" rot="5400000">
              <a:off x="-358190" y="276127"/>
              <a:ext cx="2409103" cy="1692724"/>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8" name="Shape 278"/>
        <p:cNvGrpSpPr/>
        <p:nvPr/>
      </p:nvGrpSpPr>
      <p:grpSpPr>
        <a:xfrm>
          <a:off x="0" y="0"/>
          <a:ext cx="0" cy="0"/>
          <a:chOff x="0" y="0"/>
          <a:chExt cx="0" cy="0"/>
        </a:xfrm>
      </p:grpSpPr>
      <p:sp>
        <p:nvSpPr>
          <p:cNvPr id="279" name="Google Shape;279;p49"/>
          <p:cNvSpPr/>
          <p:nvPr>
            <p:ph idx="2" type="pic"/>
          </p:nvPr>
        </p:nvSpPr>
        <p:spPr>
          <a:xfrm>
            <a:off x="-6875" y="0"/>
            <a:ext cx="9144000" cy="5157300"/>
          </a:xfrm>
          <a:prstGeom prst="rect">
            <a:avLst/>
          </a:prstGeom>
          <a:noFill/>
          <a:ln>
            <a:noFill/>
          </a:ln>
        </p:spPr>
      </p:sp>
      <p:sp>
        <p:nvSpPr>
          <p:cNvPr id="280" name="Google Shape;280;p49"/>
          <p:cNvSpPr txBox="1"/>
          <p:nvPr>
            <p:ph type="title"/>
          </p:nvPr>
        </p:nvSpPr>
        <p:spPr>
          <a:xfrm>
            <a:off x="720000" y="4038000"/>
            <a:ext cx="7704000" cy="5727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81" name="Shape 281"/>
        <p:cNvGrpSpPr/>
        <p:nvPr/>
      </p:nvGrpSpPr>
      <p:grpSpPr>
        <a:xfrm>
          <a:off x="0" y="0"/>
          <a:ext cx="0" cy="0"/>
          <a:chOff x="0" y="0"/>
          <a:chExt cx="0" cy="0"/>
        </a:xfrm>
      </p:grpSpPr>
      <p:grpSp>
        <p:nvGrpSpPr>
          <p:cNvPr id="282" name="Google Shape;282;p50"/>
          <p:cNvGrpSpPr/>
          <p:nvPr/>
        </p:nvGrpSpPr>
        <p:grpSpPr>
          <a:xfrm>
            <a:off x="-320375" y="-4"/>
            <a:ext cx="9533799" cy="5143506"/>
            <a:chOff x="-320375" y="-5"/>
            <a:chExt cx="9533799" cy="5143506"/>
          </a:xfrm>
        </p:grpSpPr>
        <p:pic>
          <p:nvPicPr>
            <p:cNvPr id="283" name="Google Shape;283;p50"/>
            <p:cNvPicPr preferRelativeResize="0"/>
            <p:nvPr/>
          </p:nvPicPr>
          <p:blipFill rotWithShape="1">
            <a:blip r:embed="rId2">
              <a:alphaModFix/>
            </a:blip>
            <a:srcRect b="0" l="0" r="0" t="0"/>
            <a:stretch/>
          </p:blipFill>
          <p:spPr>
            <a:xfrm rot="5400000">
              <a:off x="-214955" y="214951"/>
              <a:ext cx="2126730" cy="1696819"/>
            </a:xfrm>
            <a:prstGeom prst="rect">
              <a:avLst/>
            </a:prstGeom>
            <a:noFill/>
            <a:ln>
              <a:noFill/>
            </a:ln>
          </p:spPr>
        </p:pic>
        <p:pic>
          <p:nvPicPr>
            <p:cNvPr id="284" name="Google Shape;284;p50"/>
            <p:cNvPicPr preferRelativeResize="0"/>
            <p:nvPr/>
          </p:nvPicPr>
          <p:blipFill rotWithShape="1">
            <a:blip r:embed="rId3">
              <a:alphaModFix/>
            </a:blip>
            <a:srcRect b="0" l="0" r="0" t="0"/>
            <a:stretch/>
          </p:blipFill>
          <p:spPr>
            <a:xfrm>
              <a:off x="7512725" y="3975275"/>
              <a:ext cx="1700699" cy="1168224"/>
            </a:xfrm>
            <a:prstGeom prst="rect">
              <a:avLst/>
            </a:prstGeom>
            <a:noFill/>
            <a:ln>
              <a:noFill/>
            </a:ln>
          </p:spPr>
        </p:pic>
        <p:pic>
          <p:nvPicPr>
            <p:cNvPr id="285" name="Google Shape;285;p50"/>
            <p:cNvPicPr preferRelativeResize="0"/>
            <p:nvPr/>
          </p:nvPicPr>
          <p:blipFill rotWithShape="1">
            <a:blip r:embed="rId4">
              <a:alphaModFix/>
            </a:blip>
            <a:srcRect b="0" l="0" r="0" t="0"/>
            <a:stretch/>
          </p:blipFill>
          <p:spPr>
            <a:xfrm rot="5400000">
              <a:off x="6799675" y="2849675"/>
              <a:ext cx="3755203" cy="832450"/>
            </a:xfrm>
            <a:prstGeom prst="rect">
              <a:avLst/>
            </a:prstGeom>
            <a:noFill/>
            <a:ln>
              <a:noFill/>
            </a:ln>
          </p:spPr>
        </p:pic>
        <p:pic>
          <p:nvPicPr>
            <p:cNvPr id="286" name="Google Shape;286;p50"/>
            <p:cNvPicPr preferRelativeResize="0"/>
            <p:nvPr/>
          </p:nvPicPr>
          <p:blipFill rotWithShape="1">
            <a:blip r:embed="rId5">
              <a:alphaModFix/>
            </a:blip>
            <a:srcRect b="-10" l="5276" r="0" t="0"/>
            <a:stretch/>
          </p:blipFill>
          <p:spPr>
            <a:xfrm>
              <a:off x="-320375" y="4576275"/>
              <a:ext cx="1774377" cy="173736"/>
            </a:xfrm>
            <a:prstGeom prst="rect">
              <a:avLst/>
            </a:prstGeom>
            <a:noFill/>
            <a:ln>
              <a:noFill/>
            </a:ln>
          </p:spPr>
        </p:pic>
      </p:grpSp>
      <p:grpSp>
        <p:nvGrpSpPr>
          <p:cNvPr id="287" name="Google Shape;287;p50"/>
          <p:cNvGrpSpPr/>
          <p:nvPr/>
        </p:nvGrpSpPr>
        <p:grpSpPr>
          <a:xfrm>
            <a:off x="1734700" y="408925"/>
            <a:ext cx="6992675" cy="4304313"/>
            <a:chOff x="1734700" y="408925"/>
            <a:chExt cx="6992675" cy="4304313"/>
          </a:xfrm>
        </p:grpSpPr>
        <p:sp>
          <p:nvSpPr>
            <p:cNvPr id="288" name="Google Shape;288;p50"/>
            <p:cNvSpPr/>
            <p:nvPr/>
          </p:nvSpPr>
          <p:spPr>
            <a:xfrm flipH="1" rot="-5400000">
              <a:off x="1755250" y="4592488"/>
              <a:ext cx="100200" cy="141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89" name="Google Shape;289;p50"/>
            <p:cNvSpPr/>
            <p:nvPr/>
          </p:nvSpPr>
          <p:spPr>
            <a:xfrm flipH="1">
              <a:off x="8627175" y="3609825"/>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90" name="Google Shape;290;p50"/>
            <p:cNvGrpSpPr/>
            <p:nvPr/>
          </p:nvGrpSpPr>
          <p:grpSpPr>
            <a:xfrm>
              <a:off x="7748975" y="408925"/>
              <a:ext cx="574250" cy="100200"/>
              <a:chOff x="1297450" y="4159200"/>
              <a:chExt cx="574250" cy="100200"/>
            </a:xfrm>
          </p:grpSpPr>
          <p:sp>
            <p:nvSpPr>
              <p:cNvPr id="291" name="Google Shape;291;p50"/>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92" name="Google Shape;292;p50"/>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93" name="Shape 293"/>
        <p:cNvGrpSpPr/>
        <p:nvPr/>
      </p:nvGrpSpPr>
      <p:grpSpPr>
        <a:xfrm>
          <a:off x="0" y="0"/>
          <a:ext cx="0" cy="0"/>
          <a:chOff x="0" y="0"/>
          <a:chExt cx="0" cy="0"/>
        </a:xfrm>
      </p:grpSpPr>
      <p:grpSp>
        <p:nvGrpSpPr>
          <p:cNvPr id="294" name="Google Shape;294;p51"/>
          <p:cNvGrpSpPr/>
          <p:nvPr/>
        </p:nvGrpSpPr>
        <p:grpSpPr>
          <a:xfrm>
            <a:off x="504448" y="434799"/>
            <a:ext cx="8268425" cy="2014200"/>
            <a:chOff x="504448" y="434799"/>
            <a:chExt cx="8268425" cy="2014200"/>
          </a:xfrm>
        </p:grpSpPr>
        <p:sp>
          <p:nvSpPr>
            <p:cNvPr id="295" name="Google Shape;295;p51"/>
            <p:cNvSpPr/>
            <p:nvPr/>
          </p:nvSpPr>
          <p:spPr>
            <a:xfrm flipH="1" rot="10800000">
              <a:off x="8672673" y="2237799"/>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nvGrpSpPr>
            <p:cNvPr id="296" name="Google Shape;296;p51"/>
            <p:cNvGrpSpPr/>
            <p:nvPr/>
          </p:nvGrpSpPr>
          <p:grpSpPr>
            <a:xfrm rot="10800000">
              <a:off x="504448" y="434799"/>
              <a:ext cx="574250" cy="100200"/>
              <a:chOff x="1297450" y="4159200"/>
              <a:chExt cx="574250" cy="100200"/>
            </a:xfrm>
          </p:grpSpPr>
          <p:sp>
            <p:nvSpPr>
              <p:cNvPr id="297" name="Google Shape;297;p51"/>
              <p:cNvSpPr/>
              <p:nvPr/>
            </p:nvSpPr>
            <p:spPr>
              <a:xfrm flipH="1" rot="-5400000">
                <a:off x="1398400" y="4058250"/>
                <a:ext cx="100200" cy="30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98" name="Google Shape;298;p51"/>
              <p:cNvSpPr/>
              <p:nvPr/>
            </p:nvSpPr>
            <p:spPr>
              <a:xfrm flipH="1" rot="-5400000">
                <a:off x="1768350" y="4156050"/>
                <a:ext cx="100200" cy="106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grpSp>
      <p:grpSp>
        <p:nvGrpSpPr>
          <p:cNvPr id="299" name="Google Shape;299;p51"/>
          <p:cNvGrpSpPr/>
          <p:nvPr/>
        </p:nvGrpSpPr>
        <p:grpSpPr>
          <a:xfrm>
            <a:off x="-883552" y="0"/>
            <a:ext cx="11204126" cy="5238174"/>
            <a:chOff x="-883552" y="0"/>
            <a:chExt cx="11204126" cy="5238174"/>
          </a:xfrm>
        </p:grpSpPr>
        <p:pic>
          <p:nvPicPr>
            <p:cNvPr id="300" name="Google Shape;300;p51"/>
            <p:cNvPicPr preferRelativeResize="0"/>
            <p:nvPr/>
          </p:nvPicPr>
          <p:blipFill rotWithShape="1">
            <a:blip r:embed="rId2">
              <a:alphaModFix/>
            </a:blip>
            <a:srcRect b="2208" l="0" r="0" t="2208"/>
            <a:stretch/>
          </p:blipFill>
          <p:spPr>
            <a:xfrm flipH="1">
              <a:off x="7272971" y="4670734"/>
              <a:ext cx="3047603" cy="173736"/>
            </a:xfrm>
            <a:prstGeom prst="rect">
              <a:avLst/>
            </a:prstGeom>
            <a:noFill/>
            <a:ln>
              <a:noFill/>
            </a:ln>
          </p:spPr>
        </p:pic>
        <p:pic>
          <p:nvPicPr>
            <p:cNvPr id="301" name="Google Shape;301;p51"/>
            <p:cNvPicPr preferRelativeResize="0"/>
            <p:nvPr/>
          </p:nvPicPr>
          <p:blipFill rotWithShape="1">
            <a:blip r:embed="rId3">
              <a:alphaModFix/>
            </a:blip>
            <a:srcRect b="30" l="0" r="0" t="20"/>
            <a:stretch/>
          </p:blipFill>
          <p:spPr>
            <a:xfrm flipH="1" rot="10800000">
              <a:off x="8428888" y="0"/>
              <a:ext cx="735760" cy="1707776"/>
            </a:xfrm>
            <a:prstGeom prst="rect">
              <a:avLst/>
            </a:prstGeom>
            <a:noFill/>
            <a:ln>
              <a:noFill/>
            </a:ln>
          </p:spPr>
        </p:pic>
        <p:pic>
          <p:nvPicPr>
            <p:cNvPr id="302" name="Google Shape;302;p51"/>
            <p:cNvPicPr preferRelativeResize="0"/>
            <p:nvPr/>
          </p:nvPicPr>
          <p:blipFill rotWithShape="1">
            <a:blip r:embed="rId4">
              <a:alphaModFix/>
            </a:blip>
            <a:srcRect b="0" l="0" r="0" t="0"/>
            <a:stretch/>
          </p:blipFill>
          <p:spPr>
            <a:xfrm flipH="1" rot="5400000">
              <a:off x="-1108802" y="3229425"/>
              <a:ext cx="2233999" cy="1783499"/>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306" name="Shape 306"/>
        <p:cNvGrpSpPr/>
        <p:nvPr/>
      </p:nvGrpSpPr>
      <p:grpSpPr>
        <a:xfrm>
          <a:off x="0" y="0"/>
          <a:ext cx="0" cy="0"/>
          <a:chOff x="0" y="0"/>
          <a:chExt cx="0" cy="0"/>
        </a:xfrm>
      </p:grpSpPr>
      <p:sp>
        <p:nvSpPr>
          <p:cNvPr id="307" name="Google Shape;307;p47"/>
          <p:cNvSpPr txBox="1"/>
          <p:nvPr>
            <p:ph type="title"/>
          </p:nvPr>
        </p:nvSpPr>
        <p:spPr>
          <a:xfrm>
            <a:off x="716775" y="510900"/>
            <a:ext cx="7710600" cy="48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solidFill>
                  <a:schemeClr val="lt1"/>
                </a:solidFill>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DM Sans Black"/>
              <a:buNone/>
              <a:defRPr b="0" i="0" sz="3000" u="none" cap="none" strike="noStrike">
                <a:solidFill>
                  <a:schemeClr val="dk1"/>
                </a:solidFill>
                <a:latin typeface="DM Sans Black"/>
                <a:ea typeface="DM Sans Black"/>
                <a:cs typeface="DM Sans Black"/>
                <a:sym typeface="DM Sans Black"/>
              </a:defRPr>
            </a:lvl1pPr>
            <a:lvl2pPr lvl="1"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2pPr>
            <a:lvl3pPr lvl="2"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3pPr>
            <a:lvl4pPr lvl="3"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4pPr>
            <a:lvl5pPr lvl="4"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5pPr>
            <a:lvl6pPr lvl="5"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6pPr>
            <a:lvl7pPr lvl="6"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7pPr>
            <a:lvl8pPr lvl="7"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8pPr>
            <a:lvl9pPr lvl="8" marR="0" rtl="0" algn="l">
              <a:lnSpc>
                <a:spcPct val="100000"/>
              </a:lnSpc>
              <a:spcBef>
                <a:spcPts val="0"/>
              </a:spcBef>
              <a:spcAft>
                <a:spcPts val="0"/>
              </a:spcAft>
              <a:buClr>
                <a:schemeClr val="dk1"/>
              </a:buClr>
              <a:buSzPts val="3500"/>
              <a:buFont typeface="DM Sans ExtraBold"/>
              <a:buNone/>
              <a:defRPr b="0" i="0" sz="3500" u="none" cap="none" strike="noStrike">
                <a:solidFill>
                  <a:schemeClr val="dk1"/>
                </a:solidFill>
                <a:latin typeface="DM Sans ExtraBold"/>
                <a:ea typeface="DM Sans ExtraBold"/>
                <a:cs typeface="DM Sans ExtraBold"/>
                <a:sym typeface="DM Sans ExtraBold"/>
              </a:defRPr>
            </a:lvl9pPr>
          </a:lstStyle>
          <a:p/>
        </p:txBody>
      </p:sp>
      <p:sp>
        <p:nvSpPr>
          <p:cNvPr id="7" name="Google Shape;7;p28"/>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Karla"/>
              <a:buChar char="●"/>
              <a:defRPr b="0" i="0" sz="1200" u="none" cap="none" strike="noStrike">
                <a:solidFill>
                  <a:schemeClr val="dk1"/>
                </a:solidFill>
                <a:latin typeface="Karla"/>
                <a:ea typeface="Karla"/>
                <a:cs typeface="Karla"/>
                <a:sym typeface="Karla"/>
              </a:defRPr>
            </a:lvl1pPr>
            <a:lvl2pPr indent="-304800" lvl="1" marL="9144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2pPr>
            <a:lvl3pPr indent="-304800" lvl="2" marL="13716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3pPr>
            <a:lvl4pPr indent="-304800" lvl="3" marL="18288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4pPr>
            <a:lvl5pPr indent="-304800" lvl="4" marL="22860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5pPr>
            <a:lvl6pPr indent="-304800" lvl="5" marL="27432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6pPr>
            <a:lvl7pPr indent="-304800" lvl="6" marL="32004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7pPr>
            <a:lvl8pPr indent="-304800" lvl="7" marL="36576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8pPr>
            <a:lvl9pPr indent="-304800" lvl="8" marL="4114800" marR="0" rtl="0" algn="l">
              <a:lnSpc>
                <a:spcPct val="100000"/>
              </a:lnSpc>
              <a:spcBef>
                <a:spcPts val="0"/>
              </a:spcBef>
              <a:spcAft>
                <a:spcPts val="0"/>
              </a:spcAft>
              <a:buClr>
                <a:schemeClr val="dk1"/>
              </a:buClr>
              <a:buSzPts val="1200"/>
              <a:buFont typeface="Karla"/>
              <a:buChar char="■"/>
              <a:defRPr b="0" i="0" sz="1200" u="none" cap="none" strike="noStrike">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03" name="Shape 303"/>
        <p:cNvGrpSpPr/>
        <p:nvPr/>
      </p:nvGrpSpPr>
      <p:grpSpPr>
        <a:xfrm>
          <a:off x="0" y="0"/>
          <a:ext cx="0" cy="0"/>
          <a:chOff x="0" y="0"/>
          <a:chExt cx="0" cy="0"/>
        </a:xfrm>
      </p:grpSpPr>
      <p:sp>
        <p:nvSpPr>
          <p:cNvPr id="304" name="Google Shape;304;p4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1pPr>
            <a:lvl2pPr lvl="1"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2pPr>
            <a:lvl3pPr lvl="2"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3pPr>
            <a:lvl4pPr lvl="3"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4pPr>
            <a:lvl5pPr lvl="4"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5pPr>
            <a:lvl6pPr lvl="5"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6pPr>
            <a:lvl7pPr lvl="6"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7pPr>
            <a:lvl8pPr lvl="7"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8pPr>
            <a:lvl9pPr lvl="8"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9pPr>
          </a:lstStyle>
          <a:p/>
        </p:txBody>
      </p:sp>
      <p:sp>
        <p:nvSpPr>
          <p:cNvPr id="305" name="Google Shape;305;p4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1pPr>
            <a:lvl2pPr indent="-298450" lvl="1" marL="914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2pPr>
            <a:lvl3pPr indent="-298450" lvl="2" marL="1371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3pPr>
            <a:lvl4pPr indent="-298450" lvl="3" marL="1828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4pPr>
            <a:lvl5pPr indent="-298450" lvl="4" marL="22860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5pPr>
            <a:lvl6pPr indent="-298450" lvl="5" marL="2743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6pPr>
            <a:lvl7pPr indent="-298450" lvl="6" marL="3200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7pPr>
            <a:lvl8pPr indent="-298450" lvl="7" marL="3657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8pPr>
            <a:lvl9pPr indent="-298450" lvl="8" marL="4114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hyperlink" Target="https://storyset.com/online" TargetMode="Externa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bit.ly/3A1uf1Q" TargetMode="External"/><Relationship Id="rId4" Type="http://schemas.openxmlformats.org/officeDocument/2006/relationships/hyperlink" Target="https://bit.ly/3A1uf1Q" TargetMode="External"/><Relationship Id="rId5" Type="http://schemas.openxmlformats.org/officeDocument/2006/relationships/hyperlink" Target="http://bit.ly/30B07Gq" TargetMode="External"/><Relationship Id="rId6" Type="http://schemas.openxmlformats.org/officeDocument/2006/relationships/hyperlink" Target="http://bit.ly/33VAFh3" TargetMode="External"/><Relationship Id="rId7" Type="http://schemas.openxmlformats.org/officeDocument/2006/relationships/hyperlink" Target="https://www.freepik.com/?utm_source=slidesgo_template&amp;utm_medium=referral-link&amp;utm_campaign=promo-slide&amp;utm_term=slidesgo&amp;utm_content=freepik" TargetMode="External"/><Relationship Id="rId8" Type="http://schemas.openxmlformats.org/officeDocument/2006/relationships/hyperlink" Target="https://www.flaticon.com/?utm_source=slidesgo_template&amp;utm_medium=referral-link&amp;utm_campaign=promo-slide&amp;utm_term=slidesgo&amp;utm_content=flaticon" TargetMode="External"/><Relationship Id="rId9" Type="http://schemas.openxmlformats.org/officeDocument/2006/relationships/hyperlink" Target="https://storyset.com/?utm_source=slidesgo_template&amp;utm_medium=referral-link&amp;utm_campaign=promo-slide&amp;utm_term=slidesgo&amp;utm_content=storyset" TargetMode="External"/><Relationship Id="rId10" Type="http://schemas.openxmlformats.org/officeDocument/2006/relationships/hyperlink" Target="https://wepik.com/?utm_source=slidesgo_template&amp;utm_medium=referral-link&amp;utm_campaign=promo-slide&amp;utm_term=slidesgo&amp;utm_content=wepik"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12" Type="http://schemas.openxmlformats.org/officeDocument/2006/relationships/hyperlink" Target="https://www.videvo.net/?utm_source=slidesgo_template&amp;utm_medium=referral-link&amp;utm_campaign=sg_resources&amp;utm_content=videvo" TargetMode="External"/><Relationship Id="rId13" Type="http://schemas.openxmlformats.org/officeDocument/2006/relationships/slide" Target="slide28.xml"/><Relationship Id="rId14" Type="http://schemas.openxmlformats.org/officeDocument/2006/relationships/slide" Target="slide25.xml"/><Relationship Id="rId15" Type="http://schemas.openxmlformats.org/officeDocument/2006/relationships/slide" Target="slide24.xml"/><Relationship Id="rId16" Type="http://schemas.openxmlformats.org/officeDocument/2006/relationships/slide" Target="slide22.xml"/><Relationship Id="rId17" Type="http://schemas.openxmlformats.org/officeDocument/2006/relationships/slide" Target="slide28.xml"/><Relationship Id="rId18"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hLeNoAXKr50nvrdWGXqAQSRIoYr2yAwt6-bdncL7Etk/copy#gid=0" TargetMode="External"/><Relationship Id="rId5"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19.jpg"/><Relationship Id="rId4" Type="http://schemas.openxmlformats.org/officeDocument/2006/relationships/image" Target="../media/image25.jpg"/><Relationship Id="rId5" Type="http://schemas.openxmlformats.org/officeDocument/2006/relationships/image" Target="../media/image23.jpg"/><Relationship Id="rId6" Type="http://schemas.openxmlformats.org/officeDocument/2006/relationships/image" Target="../media/image32.jpg"/><Relationship Id="rId7"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hyperlink" Target="https://fonts.google.com/specimen/DM+Sans" TargetMode="External"/><Relationship Id="rId4" Type="http://schemas.openxmlformats.org/officeDocument/2006/relationships/hyperlink" Target="https://fonts.google.com/specimen/Karl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
          <p:cNvSpPr txBox="1"/>
          <p:nvPr/>
        </p:nvSpPr>
        <p:spPr>
          <a:xfrm>
            <a:off x="1770368" y="271647"/>
            <a:ext cx="5001300" cy="849600"/>
          </a:xfrm>
          <a:prstGeom prst="rect">
            <a:avLst/>
          </a:prstGeom>
          <a:noFill/>
          <a:ln>
            <a:noFill/>
          </a:ln>
        </p:spPr>
        <p:txBody>
          <a:bodyPr anchorCtr="0" anchor="b" bIns="91425" lIns="91425" spcFirstLastPara="1" rIns="91425" wrap="square" tIns="91425">
            <a:noAutofit/>
          </a:bodyPr>
          <a:lstStyle/>
          <a:p>
            <a:pPr indent="0" lvl="0" marL="0" marR="0" rtl="0" algn="ctr">
              <a:lnSpc>
                <a:spcPct val="90000"/>
              </a:lnSpc>
              <a:spcBef>
                <a:spcPts val="0"/>
              </a:spcBef>
              <a:spcAft>
                <a:spcPts val="0"/>
              </a:spcAft>
              <a:buNone/>
            </a:pPr>
            <a:r>
              <a:rPr b="0" i="0" lang="en" sz="6000" u="none" cap="none" strike="noStrike">
                <a:solidFill>
                  <a:schemeClr val="dk1"/>
                </a:solidFill>
                <a:latin typeface="Arial"/>
                <a:ea typeface="Arial"/>
                <a:cs typeface="Arial"/>
                <a:sym typeface="Arial"/>
              </a:rPr>
              <a:t>Care trace</a:t>
            </a:r>
            <a:endParaRPr/>
          </a:p>
        </p:txBody>
      </p:sp>
      <p:sp>
        <p:nvSpPr>
          <p:cNvPr id="313" name="Google Shape;313;p1"/>
          <p:cNvSpPr txBox="1"/>
          <p:nvPr/>
        </p:nvSpPr>
        <p:spPr>
          <a:xfrm>
            <a:off x="2590800" y="2930957"/>
            <a:ext cx="3360420" cy="411300"/>
          </a:xfrm>
          <a:prstGeom prst="rect">
            <a:avLst/>
          </a:prstGeom>
          <a:solidFill>
            <a:schemeClr val="accent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0" i="0" lang="en" sz="1000" u="none" cap="none" strike="noStrike">
                <a:solidFill>
                  <a:srgbClr val="435D74"/>
                </a:solidFill>
                <a:latin typeface="Arial"/>
                <a:ea typeface="Arial"/>
                <a:cs typeface="Arial"/>
                <a:sym typeface="Arial"/>
              </a:rPr>
              <a:t>An Agentic AI Platform for after hour triage</a:t>
            </a:r>
            <a:endParaRPr/>
          </a:p>
          <a:p>
            <a:pPr indent="0" lvl="0" marL="0" marR="0" rtl="0" algn="ctr">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
        <p:nvSpPr>
          <p:cNvPr id="314" name="Google Shape;314;p1"/>
          <p:cNvSpPr/>
          <p:nvPr/>
        </p:nvSpPr>
        <p:spPr>
          <a:xfrm>
            <a:off x="3695262" y="1341225"/>
            <a:ext cx="408300" cy="232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pic>
        <p:nvPicPr>
          <p:cNvPr id="315" name="Google Shape;315;p1"/>
          <p:cNvPicPr preferRelativeResize="0"/>
          <p:nvPr/>
        </p:nvPicPr>
        <p:blipFill rotWithShape="1">
          <a:blip r:embed="rId3">
            <a:alphaModFix/>
          </a:blip>
          <a:srcRect b="0" l="0" r="0" t="0"/>
          <a:stretch/>
        </p:blipFill>
        <p:spPr>
          <a:xfrm>
            <a:off x="3321949" y="1014712"/>
            <a:ext cx="2149212" cy="2149212"/>
          </a:xfrm>
          <a:prstGeom prst="rect">
            <a:avLst/>
          </a:prstGeom>
          <a:noFill/>
          <a:ln>
            <a:noFill/>
          </a:ln>
        </p:spPr>
      </p:pic>
      <p:sp>
        <p:nvSpPr>
          <p:cNvPr id="316" name="Google Shape;316;p1"/>
          <p:cNvSpPr txBox="1"/>
          <p:nvPr/>
        </p:nvSpPr>
        <p:spPr>
          <a:xfrm>
            <a:off x="947850" y="3675275"/>
            <a:ext cx="7248300" cy="699900"/>
          </a:xfrm>
          <a:prstGeom prst="rect">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lt1"/>
              </a:buClr>
              <a:buSzPts val="1200"/>
              <a:buFont typeface="Karla"/>
              <a:buNone/>
            </a:pPr>
            <a:r>
              <a:rPr b="1" i="0" lang="en" sz="1400" u="none" cap="none" strike="noStrike">
                <a:solidFill>
                  <a:srgbClr val="51706E"/>
                </a:solidFill>
                <a:latin typeface="Inter"/>
                <a:ea typeface="Inter"/>
                <a:cs typeface="Inter"/>
                <a:sym typeface="Inter"/>
              </a:rPr>
              <a:t>Team Members: Kirthi Shanbhag , Niyanthri Naresh, Sohail Khan, XinRan Zhang</a:t>
            </a:r>
            <a:br>
              <a:rPr b="1" i="0" lang="en" sz="1400" u="none" cap="none" strike="noStrike">
                <a:solidFill>
                  <a:srgbClr val="51706E"/>
                </a:solidFill>
                <a:latin typeface="Inter"/>
                <a:ea typeface="Inter"/>
                <a:cs typeface="Inter"/>
                <a:sym typeface="Inter"/>
              </a:rPr>
            </a:br>
            <a:r>
              <a:rPr b="1" i="0" lang="en" sz="1400" u="none" cap="none" strike="noStrike">
                <a:solidFill>
                  <a:srgbClr val="51706E"/>
                </a:solidFill>
                <a:latin typeface="Inter"/>
                <a:ea typeface="Inter"/>
                <a:cs typeface="Inter"/>
                <a:sym typeface="Inter"/>
              </a:rPr>
              <a:t>Date : Apr 13 ‘26</a:t>
            </a:r>
            <a:endParaRPr b="1"/>
          </a:p>
          <a:p>
            <a:pPr indent="0" lvl="0" marL="0" marR="0" rtl="0" algn="l">
              <a:lnSpc>
                <a:spcPct val="100000"/>
              </a:lnSpc>
              <a:spcBef>
                <a:spcPts val="0"/>
              </a:spcBef>
              <a:spcAft>
                <a:spcPts val="0"/>
              </a:spcAft>
              <a:buClr>
                <a:schemeClr val="lt1"/>
              </a:buClr>
              <a:buSzPts val="1200"/>
              <a:buFont typeface="Karla"/>
              <a:buNone/>
            </a:pPr>
            <a:r>
              <a:t/>
            </a:r>
            <a:endParaRPr b="1" i="0" sz="1400" u="none" cap="none" strike="noStrike">
              <a:solidFill>
                <a:srgbClr val="51706E"/>
              </a:solidFill>
              <a:latin typeface="Karla"/>
              <a:ea typeface="Karla"/>
              <a:cs typeface="Karla"/>
              <a:sym typeface="Karla"/>
            </a:endParaRPr>
          </a:p>
        </p:txBody>
      </p:sp>
      <p:grpSp>
        <p:nvGrpSpPr>
          <p:cNvPr id="317" name="Google Shape;317;p1"/>
          <p:cNvGrpSpPr/>
          <p:nvPr/>
        </p:nvGrpSpPr>
        <p:grpSpPr>
          <a:xfrm>
            <a:off x="2651692" y="2938802"/>
            <a:ext cx="380395" cy="322133"/>
            <a:chOff x="6675354" y="1732511"/>
            <a:chExt cx="1565506" cy="1761716"/>
          </a:xfrm>
        </p:grpSpPr>
        <p:sp>
          <p:nvSpPr>
            <p:cNvPr id="318" name="Google Shape;318;p1"/>
            <p:cNvSpPr/>
            <p:nvPr/>
          </p:nvSpPr>
          <p:spPr>
            <a:xfrm>
              <a:off x="7549198" y="2692491"/>
              <a:ext cx="67234" cy="124016"/>
            </a:xfrm>
            <a:custGeom>
              <a:rect b="b" l="l" r="r" t="t"/>
              <a:pathLst>
                <a:path extrusionOk="0" h="7570" w="4104">
                  <a:moveTo>
                    <a:pt x="1" y="1"/>
                  </a:moveTo>
                  <a:lnTo>
                    <a:pt x="1" y="7569"/>
                  </a:lnTo>
                  <a:lnTo>
                    <a:pt x="4104" y="7569"/>
                  </a:lnTo>
                  <a:lnTo>
                    <a:pt x="410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
            <p:cNvSpPr/>
            <p:nvPr/>
          </p:nvSpPr>
          <p:spPr>
            <a:xfrm>
              <a:off x="7614919" y="2544109"/>
              <a:ext cx="396899" cy="316231"/>
            </a:xfrm>
            <a:custGeom>
              <a:rect b="b" l="l" r="r" t="t"/>
              <a:pathLst>
                <a:path extrusionOk="0" h="19303" w="24227">
                  <a:moveTo>
                    <a:pt x="62" y="9059"/>
                  </a:moveTo>
                  <a:cubicBezTo>
                    <a:pt x="62" y="9059"/>
                    <a:pt x="5746" y="1034"/>
                    <a:pt x="16627" y="1"/>
                  </a:cubicBezTo>
                  <a:lnTo>
                    <a:pt x="16354" y="9089"/>
                  </a:lnTo>
                  <a:cubicBezTo>
                    <a:pt x="16323" y="10396"/>
                    <a:pt x="16688" y="11673"/>
                    <a:pt x="17478" y="12676"/>
                  </a:cubicBezTo>
                  <a:cubicBezTo>
                    <a:pt x="18542" y="13983"/>
                    <a:pt x="20579" y="15168"/>
                    <a:pt x="24226" y="14104"/>
                  </a:cubicBezTo>
                  <a:cubicBezTo>
                    <a:pt x="24226" y="14104"/>
                    <a:pt x="17843" y="17782"/>
                    <a:pt x="10183" y="18816"/>
                  </a:cubicBezTo>
                  <a:cubicBezTo>
                    <a:pt x="6657" y="19302"/>
                    <a:pt x="3040" y="18512"/>
                    <a:pt x="1" y="16627"/>
                  </a:cubicBezTo>
                  <a:lnTo>
                    <a:pt x="1" y="16627"/>
                  </a:lnTo>
                  <a:lnTo>
                    <a:pt x="1" y="9059"/>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
            <p:cNvSpPr/>
            <p:nvPr/>
          </p:nvSpPr>
          <p:spPr>
            <a:xfrm>
              <a:off x="7876168" y="2516228"/>
              <a:ext cx="314888" cy="265954"/>
            </a:xfrm>
            <a:custGeom>
              <a:rect b="b" l="l" r="r" t="t"/>
              <a:pathLst>
                <a:path extrusionOk="0" h="16234" w="19221">
                  <a:moveTo>
                    <a:pt x="12838" y="1"/>
                  </a:moveTo>
                  <a:cubicBezTo>
                    <a:pt x="4509" y="548"/>
                    <a:pt x="588" y="4864"/>
                    <a:pt x="588" y="4864"/>
                  </a:cubicBezTo>
                  <a:lnTo>
                    <a:pt x="436" y="10791"/>
                  </a:lnTo>
                  <a:cubicBezTo>
                    <a:pt x="0" y="13945"/>
                    <a:pt x="2549" y="16234"/>
                    <a:pt x="5730" y="16234"/>
                  </a:cubicBezTo>
                  <a:cubicBezTo>
                    <a:pt x="6319" y="16234"/>
                    <a:pt x="6931" y="16155"/>
                    <a:pt x="7549" y="15989"/>
                  </a:cubicBezTo>
                  <a:lnTo>
                    <a:pt x="13141" y="14530"/>
                  </a:lnTo>
                  <a:lnTo>
                    <a:pt x="16333" y="11186"/>
                  </a:lnTo>
                  <a:lnTo>
                    <a:pt x="19221" y="7265"/>
                  </a:lnTo>
                  <a:lnTo>
                    <a:pt x="17488" y="5776"/>
                  </a:lnTo>
                  <a:lnTo>
                    <a:pt x="14084" y="7083"/>
                  </a:lnTo>
                  <a:lnTo>
                    <a:pt x="10953" y="8299"/>
                  </a:lnTo>
                  <a:lnTo>
                    <a:pt x="6181" y="8299"/>
                  </a:lnTo>
                  <a:lnTo>
                    <a:pt x="5421" y="6171"/>
                  </a:lnTo>
                  <a:cubicBezTo>
                    <a:pt x="9737" y="3891"/>
                    <a:pt x="12838" y="3648"/>
                    <a:pt x="12838" y="3648"/>
                  </a:cubicBezTo>
                  <a:lnTo>
                    <a:pt x="13476" y="2432"/>
                  </a:lnTo>
                  <a:lnTo>
                    <a:pt x="1283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
            <p:cNvSpPr/>
            <p:nvPr/>
          </p:nvSpPr>
          <p:spPr>
            <a:xfrm>
              <a:off x="6886459" y="2755723"/>
              <a:ext cx="145919" cy="186253"/>
            </a:xfrm>
            <a:custGeom>
              <a:rect b="b" l="l" r="r" t="t"/>
              <a:pathLst>
                <a:path extrusionOk="0" h="11369" w="8907">
                  <a:moveTo>
                    <a:pt x="3740" y="1"/>
                  </a:moveTo>
                  <a:lnTo>
                    <a:pt x="1" y="5533"/>
                  </a:lnTo>
                  <a:lnTo>
                    <a:pt x="4712" y="11369"/>
                  </a:lnTo>
                  <a:lnTo>
                    <a:pt x="8907" y="7843"/>
                  </a:lnTo>
                  <a:lnTo>
                    <a:pt x="37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
            <p:cNvSpPr/>
            <p:nvPr/>
          </p:nvSpPr>
          <p:spPr>
            <a:xfrm>
              <a:off x="6746055" y="2846345"/>
              <a:ext cx="305255" cy="369999"/>
            </a:xfrm>
            <a:custGeom>
              <a:rect b="b" l="l" r="r" t="t"/>
              <a:pathLst>
                <a:path extrusionOk="0" h="22585" w="18633">
                  <a:moveTo>
                    <a:pt x="8572" y="1"/>
                  </a:moveTo>
                  <a:cubicBezTo>
                    <a:pt x="2645" y="1065"/>
                    <a:pt x="426" y="9758"/>
                    <a:pt x="0" y="22190"/>
                  </a:cubicBezTo>
                  <a:cubicBezTo>
                    <a:pt x="0" y="22190"/>
                    <a:pt x="1824" y="22402"/>
                    <a:pt x="3313" y="21551"/>
                  </a:cubicBezTo>
                  <a:cubicBezTo>
                    <a:pt x="4013" y="21156"/>
                    <a:pt x="4712" y="20792"/>
                    <a:pt x="5532" y="20670"/>
                  </a:cubicBezTo>
                  <a:cubicBezTo>
                    <a:pt x="7265" y="20244"/>
                    <a:pt x="10122" y="19971"/>
                    <a:pt x="12311" y="21612"/>
                  </a:cubicBezTo>
                  <a:cubicBezTo>
                    <a:pt x="12311" y="21612"/>
                    <a:pt x="13283" y="22585"/>
                    <a:pt x="15168" y="21764"/>
                  </a:cubicBezTo>
                  <a:cubicBezTo>
                    <a:pt x="15168" y="21764"/>
                    <a:pt x="18633" y="9758"/>
                    <a:pt x="14408" y="370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
            <p:cNvSpPr/>
            <p:nvPr/>
          </p:nvSpPr>
          <p:spPr>
            <a:xfrm>
              <a:off x="6718174" y="3174627"/>
              <a:ext cx="198703" cy="255321"/>
            </a:xfrm>
            <a:custGeom>
              <a:rect b="b" l="l" r="r" t="t"/>
              <a:pathLst>
                <a:path extrusionOk="0" h="15585" w="12129">
                  <a:moveTo>
                    <a:pt x="9279" y="1"/>
                  </a:moveTo>
                  <a:cubicBezTo>
                    <a:pt x="8415" y="1"/>
                    <a:pt x="7123" y="170"/>
                    <a:pt x="5958" y="995"/>
                  </a:cubicBezTo>
                  <a:cubicBezTo>
                    <a:pt x="5958" y="995"/>
                    <a:pt x="0" y="8563"/>
                    <a:pt x="4104" y="15585"/>
                  </a:cubicBezTo>
                  <a:lnTo>
                    <a:pt x="6353" y="14247"/>
                  </a:lnTo>
                  <a:cubicBezTo>
                    <a:pt x="6353" y="14247"/>
                    <a:pt x="3283" y="8411"/>
                    <a:pt x="7994" y="5098"/>
                  </a:cubicBezTo>
                  <a:lnTo>
                    <a:pt x="8663" y="4855"/>
                  </a:lnTo>
                  <a:lnTo>
                    <a:pt x="8663" y="6618"/>
                  </a:lnTo>
                  <a:lnTo>
                    <a:pt x="8663" y="13791"/>
                  </a:lnTo>
                  <a:lnTo>
                    <a:pt x="11672" y="13791"/>
                  </a:lnTo>
                  <a:lnTo>
                    <a:pt x="11672" y="6679"/>
                  </a:lnTo>
                  <a:lnTo>
                    <a:pt x="12128" y="569"/>
                  </a:lnTo>
                  <a:cubicBezTo>
                    <a:pt x="11429" y="235"/>
                    <a:pt x="10791" y="113"/>
                    <a:pt x="10274" y="83"/>
                  </a:cubicBezTo>
                  <a:cubicBezTo>
                    <a:pt x="10274" y="83"/>
                    <a:pt x="9880" y="1"/>
                    <a:pt x="92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
            <p:cNvSpPr/>
            <p:nvPr/>
          </p:nvSpPr>
          <p:spPr>
            <a:xfrm>
              <a:off x="6944728" y="2563029"/>
              <a:ext cx="644864" cy="931198"/>
            </a:xfrm>
            <a:custGeom>
              <a:rect b="b" l="l" r="r" t="t"/>
              <a:pathLst>
                <a:path extrusionOk="0" h="56841" w="39363">
                  <a:moveTo>
                    <a:pt x="39211" y="12463"/>
                  </a:moveTo>
                  <a:cubicBezTo>
                    <a:pt x="38846" y="20700"/>
                    <a:pt x="37326" y="37904"/>
                    <a:pt x="31551" y="48938"/>
                  </a:cubicBezTo>
                  <a:cubicBezTo>
                    <a:pt x="28663" y="54470"/>
                    <a:pt x="22888" y="56841"/>
                    <a:pt x="17569" y="56050"/>
                  </a:cubicBezTo>
                  <a:cubicBezTo>
                    <a:pt x="13496" y="55442"/>
                    <a:pt x="9666" y="53011"/>
                    <a:pt x="7538" y="48695"/>
                  </a:cubicBezTo>
                  <a:cubicBezTo>
                    <a:pt x="3648" y="40913"/>
                    <a:pt x="1246" y="28785"/>
                    <a:pt x="243" y="12767"/>
                  </a:cubicBezTo>
                  <a:cubicBezTo>
                    <a:pt x="0" y="9393"/>
                    <a:pt x="1794" y="6262"/>
                    <a:pt x="4712" y="4682"/>
                  </a:cubicBezTo>
                  <a:cubicBezTo>
                    <a:pt x="5198" y="4408"/>
                    <a:pt x="5745" y="4165"/>
                    <a:pt x="6322" y="3983"/>
                  </a:cubicBezTo>
                  <a:cubicBezTo>
                    <a:pt x="6930" y="3800"/>
                    <a:pt x="7508" y="3618"/>
                    <a:pt x="8207" y="3436"/>
                  </a:cubicBezTo>
                  <a:cubicBezTo>
                    <a:pt x="15380" y="1521"/>
                    <a:pt x="25989" y="1"/>
                    <a:pt x="34590" y="4378"/>
                  </a:cubicBezTo>
                  <a:cubicBezTo>
                    <a:pt x="34682" y="4408"/>
                    <a:pt x="34773" y="4469"/>
                    <a:pt x="34894" y="4530"/>
                  </a:cubicBezTo>
                  <a:cubicBezTo>
                    <a:pt x="37660" y="6141"/>
                    <a:pt x="39363" y="9180"/>
                    <a:pt x="39211" y="12463"/>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
            <p:cNvSpPr/>
            <p:nvPr/>
          </p:nvSpPr>
          <p:spPr>
            <a:xfrm>
              <a:off x="6944728" y="2563029"/>
              <a:ext cx="570668" cy="918256"/>
            </a:xfrm>
            <a:custGeom>
              <a:rect b="b" l="l" r="r" t="t"/>
              <a:pathLst>
                <a:path extrusionOk="0" h="56051" w="34834">
                  <a:moveTo>
                    <a:pt x="34834" y="4560"/>
                  </a:moveTo>
                  <a:cubicBezTo>
                    <a:pt x="26171" y="1"/>
                    <a:pt x="15472" y="1521"/>
                    <a:pt x="8177" y="3466"/>
                  </a:cubicBezTo>
                  <a:cubicBezTo>
                    <a:pt x="7508" y="3648"/>
                    <a:pt x="6870" y="3831"/>
                    <a:pt x="6262" y="3983"/>
                  </a:cubicBezTo>
                  <a:cubicBezTo>
                    <a:pt x="5684" y="4135"/>
                    <a:pt x="5167" y="4378"/>
                    <a:pt x="4681" y="4682"/>
                  </a:cubicBezTo>
                  <a:cubicBezTo>
                    <a:pt x="1794" y="6232"/>
                    <a:pt x="0" y="9332"/>
                    <a:pt x="183" y="12767"/>
                  </a:cubicBezTo>
                  <a:cubicBezTo>
                    <a:pt x="1216" y="28785"/>
                    <a:pt x="3617" y="40913"/>
                    <a:pt x="7478" y="48695"/>
                  </a:cubicBezTo>
                  <a:cubicBezTo>
                    <a:pt x="9605" y="53011"/>
                    <a:pt x="13435" y="55442"/>
                    <a:pt x="17508" y="56050"/>
                  </a:cubicBezTo>
                  <a:cubicBezTo>
                    <a:pt x="10608" y="42403"/>
                    <a:pt x="7326" y="31673"/>
                    <a:pt x="6140" y="23405"/>
                  </a:cubicBezTo>
                  <a:cubicBezTo>
                    <a:pt x="5046" y="15685"/>
                    <a:pt x="11095" y="8724"/>
                    <a:pt x="18876" y="8876"/>
                  </a:cubicBezTo>
                  <a:lnTo>
                    <a:pt x="19666" y="8876"/>
                  </a:lnTo>
                  <a:cubicBezTo>
                    <a:pt x="27022" y="8876"/>
                    <a:pt x="33131" y="7053"/>
                    <a:pt x="34834" y="4560"/>
                  </a:cubicBezTo>
                  <a:close/>
                </a:path>
              </a:pathLst>
            </a:custGeom>
            <a:solidFill>
              <a:srgbClr val="134F5C">
                <a:alpha val="564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
            <p:cNvSpPr/>
            <p:nvPr/>
          </p:nvSpPr>
          <p:spPr>
            <a:xfrm>
              <a:off x="6675354" y="1732511"/>
              <a:ext cx="986456" cy="960064"/>
            </a:xfrm>
            <a:custGeom>
              <a:rect b="b" l="l" r="r" t="t"/>
              <a:pathLst>
                <a:path extrusionOk="0" h="58603" w="60214">
                  <a:moveTo>
                    <a:pt x="60032" y="33982"/>
                  </a:moveTo>
                  <a:cubicBezTo>
                    <a:pt x="58968" y="49788"/>
                    <a:pt x="41794" y="54347"/>
                    <a:pt x="38451" y="55077"/>
                  </a:cubicBezTo>
                  <a:cubicBezTo>
                    <a:pt x="37964" y="55168"/>
                    <a:pt x="37508" y="55290"/>
                    <a:pt x="36992" y="55442"/>
                  </a:cubicBezTo>
                  <a:cubicBezTo>
                    <a:pt x="35533" y="55867"/>
                    <a:pt x="34104" y="56171"/>
                    <a:pt x="32797" y="56445"/>
                  </a:cubicBezTo>
                  <a:cubicBezTo>
                    <a:pt x="20943" y="58603"/>
                    <a:pt x="13678" y="54834"/>
                    <a:pt x="9332" y="50548"/>
                  </a:cubicBezTo>
                  <a:cubicBezTo>
                    <a:pt x="5836" y="47052"/>
                    <a:pt x="3708" y="42493"/>
                    <a:pt x="3009" y="37630"/>
                  </a:cubicBezTo>
                  <a:cubicBezTo>
                    <a:pt x="0" y="16961"/>
                    <a:pt x="10304" y="8480"/>
                    <a:pt x="17690" y="5137"/>
                  </a:cubicBezTo>
                  <a:cubicBezTo>
                    <a:pt x="21551" y="3404"/>
                    <a:pt x="24590" y="3009"/>
                    <a:pt x="24590" y="3009"/>
                  </a:cubicBezTo>
                  <a:cubicBezTo>
                    <a:pt x="37083" y="0"/>
                    <a:pt x="45898" y="3100"/>
                    <a:pt x="51946" y="10912"/>
                  </a:cubicBezTo>
                  <a:cubicBezTo>
                    <a:pt x="55047" y="14894"/>
                    <a:pt x="57418" y="20152"/>
                    <a:pt x="59150" y="26414"/>
                  </a:cubicBezTo>
                  <a:cubicBezTo>
                    <a:pt x="59880" y="28876"/>
                    <a:pt x="60214" y="31429"/>
                    <a:pt x="60032" y="33982"/>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
            <p:cNvSpPr/>
            <p:nvPr/>
          </p:nvSpPr>
          <p:spPr>
            <a:xfrm>
              <a:off x="6675354" y="1816645"/>
              <a:ext cx="537313" cy="875923"/>
            </a:xfrm>
            <a:custGeom>
              <a:rect b="b" l="l" r="r" t="t"/>
              <a:pathLst>
                <a:path extrusionOk="0" h="53467" w="32798">
                  <a:moveTo>
                    <a:pt x="32797" y="51309"/>
                  </a:moveTo>
                  <a:cubicBezTo>
                    <a:pt x="20943" y="53467"/>
                    <a:pt x="13678" y="49698"/>
                    <a:pt x="9332" y="45412"/>
                  </a:cubicBezTo>
                  <a:cubicBezTo>
                    <a:pt x="5836" y="41916"/>
                    <a:pt x="3708" y="37357"/>
                    <a:pt x="3009" y="32494"/>
                  </a:cubicBezTo>
                  <a:cubicBezTo>
                    <a:pt x="0" y="11825"/>
                    <a:pt x="10304" y="3344"/>
                    <a:pt x="17690" y="1"/>
                  </a:cubicBezTo>
                  <a:cubicBezTo>
                    <a:pt x="10699" y="12949"/>
                    <a:pt x="122" y="41157"/>
                    <a:pt x="32797" y="51309"/>
                  </a:cubicBezTo>
                  <a:close/>
                </a:path>
              </a:pathLst>
            </a:custGeom>
            <a:solidFill>
              <a:srgbClr val="134F5C">
                <a:alpha val="564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
            <p:cNvSpPr/>
            <p:nvPr/>
          </p:nvSpPr>
          <p:spPr>
            <a:xfrm>
              <a:off x="6923809" y="1891524"/>
              <a:ext cx="723058" cy="512068"/>
            </a:xfrm>
            <a:custGeom>
              <a:rect b="b" l="l" r="r" t="t"/>
              <a:pathLst>
                <a:path extrusionOk="0" h="31257" w="44136">
                  <a:moveTo>
                    <a:pt x="27905" y="1"/>
                  </a:moveTo>
                  <a:cubicBezTo>
                    <a:pt x="24936" y="1"/>
                    <a:pt x="21964" y="419"/>
                    <a:pt x="19089" y="1296"/>
                  </a:cubicBezTo>
                  <a:cubicBezTo>
                    <a:pt x="10700" y="3789"/>
                    <a:pt x="5198" y="9290"/>
                    <a:pt x="1551" y="16676"/>
                  </a:cubicBezTo>
                  <a:cubicBezTo>
                    <a:pt x="335" y="19108"/>
                    <a:pt x="1" y="21874"/>
                    <a:pt x="639" y="24549"/>
                  </a:cubicBezTo>
                  <a:cubicBezTo>
                    <a:pt x="1437" y="27790"/>
                    <a:pt x="3830" y="31257"/>
                    <a:pt x="10420" y="31257"/>
                  </a:cubicBezTo>
                  <a:cubicBezTo>
                    <a:pt x="11863" y="31257"/>
                    <a:pt x="13508" y="31091"/>
                    <a:pt x="15381" y="30719"/>
                  </a:cubicBezTo>
                  <a:cubicBezTo>
                    <a:pt x="15381" y="30719"/>
                    <a:pt x="31764" y="28136"/>
                    <a:pt x="39819" y="23941"/>
                  </a:cubicBezTo>
                  <a:cubicBezTo>
                    <a:pt x="42494" y="22512"/>
                    <a:pt x="44135" y="19716"/>
                    <a:pt x="44014" y="16707"/>
                  </a:cubicBezTo>
                  <a:cubicBezTo>
                    <a:pt x="42281" y="10445"/>
                    <a:pt x="39910" y="5187"/>
                    <a:pt x="36779" y="1235"/>
                  </a:cubicBezTo>
                  <a:cubicBezTo>
                    <a:pt x="33894" y="426"/>
                    <a:pt x="30901" y="1"/>
                    <a:pt x="279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
            <p:cNvSpPr/>
            <p:nvPr/>
          </p:nvSpPr>
          <p:spPr>
            <a:xfrm>
              <a:off x="7183223" y="2187601"/>
              <a:ext cx="129979" cy="66251"/>
            </a:xfrm>
            <a:custGeom>
              <a:rect b="b" l="l" r="r" t="t"/>
              <a:pathLst>
                <a:path extrusionOk="0" h="4044" w="7934">
                  <a:moveTo>
                    <a:pt x="7721" y="2280"/>
                  </a:moveTo>
                  <a:cubicBezTo>
                    <a:pt x="7721" y="2280"/>
                    <a:pt x="5472" y="1"/>
                    <a:pt x="1581" y="1490"/>
                  </a:cubicBezTo>
                  <a:cubicBezTo>
                    <a:pt x="1125" y="1672"/>
                    <a:pt x="639" y="1976"/>
                    <a:pt x="335" y="2402"/>
                  </a:cubicBezTo>
                  <a:cubicBezTo>
                    <a:pt x="31" y="2767"/>
                    <a:pt x="1" y="3435"/>
                    <a:pt x="396" y="3739"/>
                  </a:cubicBezTo>
                  <a:cubicBezTo>
                    <a:pt x="852" y="4043"/>
                    <a:pt x="1399" y="3830"/>
                    <a:pt x="1824" y="3618"/>
                  </a:cubicBezTo>
                  <a:cubicBezTo>
                    <a:pt x="2372" y="3314"/>
                    <a:pt x="2919" y="3010"/>
                    <a:pt x="3527" y="2827"/>
                  </a:cubicBezTo>
                  <a:cubicBezTo>
                    <a:pt x="4864" y="2402"/>
                    <a:pt x="6262" y="2311"/>
                    <a:pt x="7630" y="2615"/>
                  </a:cubicBezTo>
                  <a:cubicBezTo>
                    <a:pt x="7812" y="2675"/>
                    <a:pt x="7934" y="2311"/>
                    <a:pt x="7721" y="228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
            <p:cNvSpPr/>
            <p:nvPr/>
          </p:nvSpPr>
          <p:spPr>
            <a:xfrm>
              <a:off x="7542727" y="2096979"/>
              <a:ext cx="59272" cy="66251"/>
            </a:xfrm>
            <a:custGeom>
              <a:rect b="b" l="l" r="r" t="t"/>
              <a:pathLst>
                <a:path extrusionOk="0" h="4044" w="3618">
                  <a:moveTo>
                    <a:pt x="2493" y="153"/>
                  </a:moveTo>
                  <a:cubicBezTo>
                    <a:pt x="1733" y="1"/>
                    <a:pt x="1003" y="365"/>
                    <a:pt x="578" y="973"/>
                  </a:cubicBezTo>
                  <a:cubicBezTo>
                    <a:pt x="0" y="1764"/>
                    <a:pt x="244" y="4043"/>
                    <a:pt x="244" y="4043"/>
                  </a:cubicBezTo>
                  <a:cubicBezTo>
                    <a:pt x="244" y="4013"/>
                    <a:pt x="274" y="3982"/>
                    <a:pt x="274" y="3922"/>
                  </a:cubicBezTo>
                  <a:cubicBezTo>
                    <a:pt x="304" y="3891"/>
                    <a:pt x="335" y="3861"/>
                    <a:pt x="335" y="3770"/>
                  </a:cubicBezTo>
                  <a:lnTo>
                    <a:pt x="335" y="3739"/>
                  </a:lnTo>
                  <a:cubicBezTo>
                    <a:pt x="517" y="3526"/>
                    <a:pt x="700" y="3283"/>
                    <a:pt x="912" y="3101"/>
                  </a:cubicBezTo>
                  <a:cubicBezTo>
                    <a:pt x="1216" y="2888"/>
                    <a:pt x="1551" y="2767"/>
                    <a:pt x="1946" y="2675"/>
                  </a:cubicBezTo>
                  <a:cubicBezTo>
                    <a:pt x="2584" y="2523"/>
                    <a:pt x="3344" y="2371"/>
                    <a:pt x="3496" y="1612"/>
                  </a:cubicBezTo>
                  <a:cubicBezTo>
                    <a:pt x="3618" y="973"/>
                    <a:pt x="3131" y="274"/>
                    <a:pt x="2493" y="153"/>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
            <p:cNvSpPr/>
            <p:nvPr/>
          </p:nvSpPr>
          <p:spPr>
            <a:xfrm>
              <a:off x="7138912" y="2826441"/>
              <a:ext cx="257959" cy="231567"/>
            </a:xfrm>
            <a:custGeom>
              <a:rect b="b" l="l" r="r" t="t"/>
              <a:pathLst>
                <a:path extrusionOk="0" h="14135" w="15746">
                  <a:moveTo>
                    <a:pt x="7873" y="0"/>
                  </a:moveTo>
                  <a:cubicBezTo>
                    <a:pt x="3526" y="0"/>
                    <a:pt x="1" y="3161"/>
                    <a:pt x="1" y="7052"/>
                  </a:cubicBezTo>
                  <a:cubicBezTo>
                    <a:pt x="1" y="10943"/>
                    <a:pt x="3526" y="14134"/>
                    <a:pt x="7873" y="14134"/>
                  </a:cubicBezTo>
                  <a:cubicBezTo>
                    <a:pt x="12220" y="14134"/>
                    <a:pt x="15745" y="10943"/>
                    <a:pt x="15745" y="7052"/>
                  </a:cubicBezTo>
                  <a:cubicBezTo>
                    <a:pt x="15745" y="3161"/>
                    <a:pt x="12220" y="0"/>
                    <a:pt x="78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
            <p:cNvSpPr/>
            <p:nvPr/>
          </p:nvSpPr>
          <p:spPr>
            <a:xfrm>
              <a:off x="7171281" y="2855322"/>
              <a:ext cx="193215" cy="173294"/>
            </a:xfrm>
            <a:custGeom>
              <a:rect b="b" l="l" r="r" t="t"/>
              <a:pathLst>
                <a:path extrusionOk="0" h="10578" w="11794">
                  <a:moveTo>
                    <a:pt x="11794" y="5289"/>
                  </a:moveTo>
                  <a:cubicBezTo>
                    <a:pt x="11794" y="8207"/>
                    <a:pt x="9149" y="10578"/>
                    <a:pt x="5897" y="10578"/>
                  </a:cubicBezTo>
                  <a:cubicBezTo>
                    <a:pt x="2645" y="10578"/>
                    <a:pt x="0" y="8207"/>
                    <a:pt x="0" y="5289"/>
                  </a:cubicBezTo>
                  <a:cubicBezTo>
                    <a:pt x="0" y="2371"/>
                    <a:pt x="2645" y="0"/>
                    <a:pt x="5897" y="0"/>
                  </a:cubicBezTo>
                  <a:cubicBezTo>
                    <a:pt x="9149" y="0"/>
                    <a:pt x="11794" y="2371"/>
                    <a:pt x="11794" y="5289"/>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
            <p:cNvSpPr/>
            <p:nvPr/>
          </p:nvSpPr>
          <p:spPr>
            <a:xfrm>
              <a:off x="7868371" y="2164323"/>
              <a:ext cx="372489" cy="423651"/>
            </a:xfrm>
            <a:custGeom>
              <a:rect b="b" l="l" r="r" t="t"/>
              <a:pathLst>
                <a:path extrusionOk="0" h="25860" w="22737">
                  <a:moveTo>
                    <a:pt x="11095" y="631"/>
                  </a:moveTo>
                  <a:lnTo>
                    <a:pt x="11095" y="8899"/>
                  </a:lnTo>
                  <a:lnTo>
                    <a:pt x="1034" y="4309"/>
                  </a:lnTo>
                  <a:lnTo>
                    <a:pt x="11095" y="631"/>
                  </a:lnTo>
                  <a:close/>
                  <a:moveTo>
                    <a:pt x="11611" y="631"/>
                  </a:moveTo>
                  <a:lnTo>
                    <a:pt x="21703" y="4279"/>
                  </a:lnTo>
                  <a:lnTo>
                    <a:pt x="11611" y="8899"/>
                  </a:lnTo>
                  <a:lnTo>
                    <a:pt x="11611" y="631"/>
                  </a:lnTo>
                  <a:close/>
                  <a:moveTo>
                    <a:pt x="22128" y="4704"/>
                  </a:moveTo>
                  <a:lnTo>
                    <a:pt x="22159" y="19385"/>
                  </a:lnTo>
                  <a:lnTo>
                    <a:pt x="11642" y="14431"/>
                  </a:lnTo>
                  <a:lnTo>
                    <a:pt x="11642" y="9507"/>
                  </a:lnTo>
                  <a:lnTo>
                    <a:pt x="11611" y="9507"/>
                  </a:lnTo>
                  <a:lnTo>
                    <a:pt x="22128" y="4704"/>
                  </a:lnTo>
                  <a:close/>
                  <a:moveTo>
                    <a:pt x="578" y="4704"/>
                  </a:moveTo>
                  <a:lnTo>
                    <a:pt x="11064" y="9507"/>
                  </a:lnTo>
                  <a:lnTo>
                    <a:pt x="11064" y="14431"/>
                  </a:lnTo>
                  <a:lnTo>
                    <a:pt x="578" y="19416"/>
                  </a:lnTo>
                  <a:lnTo>
                    <a:pt x="578" y="4704"/>
                  </a:lnTo>
                  <a:close/>
                  <a:moveTo>
                    <a:pt x="11095" y="15039"/>
                  </a:moveTo>
                  <a:lnTo>
                    <a:pt x="11095" y="25161"/>
                  </a:lnTo>
                  <a:lnTo>
                    <a:pt x="912" y="19902"/>
                  </a:lnTo>
                  <a:lnTo>
                    <a:pt x="11095" y="15039"/>
                  </a:lnTo>
                  <a:close/>
                  <a:moveTo>
                    <a:pt x="11611" y="15039"/>
                  </a:moveTo>
                  <a:lnTo>
                    <a:pt x="21824" y="19841"/>
                  </a:lnTo>
                  <a:lnTo>
                    <a:pt x="11611" y="25161"/>
                  </a:lnTo>
                  <a:lnTo>
                    <a:pt x="11611" y="15039"/>
                  </a:lnTo>
                  <a:close/>
                  <a:moveTo>
                    <a:pt x="11338" y="1"/>
                  </a:moveTo>
                  <a:cubicBezTo>
                    <a:pt x="11307" y="1"/>
                    <a:pt x="11277" y="8"/>
                    <a:pt x="11247" y="23"/>
                  </a:cubicBezTo>
                  <a:lnTo>
                    <a:pt x="183" y="4036"/>
                  </a:lnTo>
                  <a:lnTo>
                    <a:pt x="122" y="4036"/>
                  </a:lnTo>
                  <a:lnTo>
                    <a:pt x="61" y="4096"/>
                  </a:lnTo>
                  <a:lnTo>
                    <a:pt x="31" y="4127"/>
                  </a:lnTo>
                  <a:cubicBezTo>
                    <a:pt x="0" y="4157"/>
                    <a:pt x="0" y="4188"/>
                    <a:pt x="0" y="4248"/>
                  </a:cubicBezTo>
                  <a:lnTo>
                    <a:pt x="0" y="4279"/>
                  </a:lnTo>
                  <a:lnTo>
                    <a:pt x="0" y="19841"/>
                  </a:lnTo>
                  <a:cubicBezTo>
                    <a:pt x="0" y="19902"/>
                    <a:pt x="0" y="19933"/>
                    <a:pt x="31" y="19963"/>
                  </a:cubicBezTo>
                  <a:cubicBezTo>
                    <a:pt x="31" y="19993"/>
                    <a:pt x="61" y="19993"/>
                    <a:pt x="61" y="20054"/>
                  </a:cubicBezTo>
                  <a:lnTo>
                    <a:pt x="122" y="20084"/>
                  </a:lnTo>
                  <a:lnTo>
                    <a:pt x="11155" y="25829"/>
                  </a:lnTo>
                  <a:cubicBezTo>
                    <a:pt x="11216" y="25860"/>
                    <a:pt x="11247" y="25860"/>
                    <a:pt x="11277" y="25860"/>
                  </a:cubicBezTo>
                  <a:cubicBezTo>
                    <a:pt x="11307" y="25860"/>
                    <a:pt x="11368" y="25860"/>
                    <a:pt x="11399" y="25829"/>
                  </a:cubicBezTo>
                  <a:lnTo>
                    <a:pt x="22493" y="19993"/>
                  </a:lnTo>
                  <a:lnTo>
                    <a:pt x="22523" y="19963"/>
                  </a:lnTo>
                  <a:cubicBezTo>
                    <a:pt x="22554" y="19933"/>
                    <a:pt x="22554" y="19933"/>
                    <a:pt x="22554" y="19902"/>
                  </a:cubicBezTo>
                  <a:cubicBezTo>
                    <a:pt x="22736" y="19902"/>
                    <a:pt x="22736" y="19841"/>
                    <a:pt x="22736" y="19811"/>
                  </a:cubicBezTo>
                  <a:lnTo>
                    <a:pt x="22675" y="4279"/>
                  </a:lnTo>
                  <a:lnTo>
                    <a:pt x="22675" y="4248"/>
                  </a:lnTo>
                  <a:cubicBezTo>
                    <a:pt x="22675" y="4188"/>
                    <a:pt x="22675" y="4157"/>
                    <a:pt x="22645" y="4127"/>
                  </a:cubicBezTo>
                  <a:lnTo>
                    <a:pt x="22615" y="4096"/>
                  </a:lnTo>
                  <a:lnTo>
                    <a:pt x="22554" y="4036"/>
                  </a:lnTo>
                  <a:lnTo>
                    <a:pt x="22493" y="4036"/>
                  </a:lnTo>
                  <a:lnTo>
                    <a:pt x="11429" y="23"/>
                  </a:lnTo>
                  <a:cubicBezTo>
                    <a:pt x="11399" y="8"/>
                    <a:pt x="11368" y="1"/>
                    <a:pt x="1133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Table of contents</a:t>
            </a:r>
            <a:endParaRPr/>
          </a:p>
        </p:txBody>
      </p:sp>
      <p:sp>
        <p:nvSpPr>
          <p:cNvPr id="339" name="Google Shape;339;p2"/>
          <p:cNvSpPr txBox="1"/>
          <p:nvPr>
            <p:ph idx="2" type="title"/>
          </p:nvPr>
        </p:nvSpPr>
        <p:spPr>
          <a:xfrm>
            <a:off x="886699" y="1283736"/>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340" name="Google Shape;340;p2"/>
          <p:cNvSpPr txBox="1"/>
          <p:nvPr>
            <p:ph idx="3" type="title"/>
          </p:nvPr>
        </p:nvSpPr>
        <p:spPr>
          <a:xfrm>
            <a:off x="7077716" y="1226485"/>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341" name="Google Shape;341;p2"/>
          <p:cNvSpPr txBox="1"/>
          <p:nvPr>
            <p:ph idx="4" type="title"/>
          </p:nvPr>
        </p:nvSpPr>
        <p:spPr>
          <a:xfrm>
            <a:off x="2870007" y="1280105"/>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342" name="Google Shape;342;p2"/>
          <p:cNvSpPr txBox="1"/>
          <p:nvPr>
            <p:ph idx="5" type="title"/>
          </p:nvPr>
        </p:nvSpPr>
        <p:spPr>
          <a:xfrm>
            <a:off x="886699" y="2757976"/>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05</a:t>
            </a:r>
            <a:endParaRPr/>
          </a:p>
        </p:txBody>
      </p:sp>
      <p:sp>
        <p:nvSpPr>
          <p:cNvPr id="343" name="Google Shape;343;p2"/>
          <p:cNvSpPr txBox="1"/>
          <p:nvPr>
            <p:ph idx="6" type="title"/>
          </p:nvPr>
        </p:nvSpPr>
        <p:spPr>
          <a:xfrm>
            <a:off x="5042539" y="1216803"/>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344" name="Google Shape;344;p2"/>
          <p:cNvSpPr txBox="1"/>
          <p:nvPr>
            <p:ph idx="7" type="title"/>
          </p:nvPr>
        </p:nvSpPr>
        <p:spPr>
          <a:xfrm>
            <a:off x="7077716" y="2819296"/>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08</a:t>
            </a:r>
            <a:endParaRPr/>
          </a:p>
        </p:txBody>
      </p:sp>
      <p:sp>
        <p:nvSpPr>
          <p:cNvPr id="345" name="Google Shape;345;p2"/>
          <p:cNvSpPr txBox="1"/>
          <p:nvPr>
            <p:ph idx="1" type="subTitle"/>
          </p:nvPr>
        </p:nvSpPr>
        <p:spPr>
          <a:xfrm>
            <a:off x="28183" y="1866692"/>
            <a:ext cx="2359200" cy="447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Introduction</a:t>
            </a:r>
            <a:endParaRPr/>
          </a:p>
        </p:txBody>
      </p:sp>
      <p:sp>
        <p:nvSpPr>
          <p:cNvPr id="346" name="Google Shape;346;p2"/>
          <p:cNvSpPr txBox="1"/>
          <p:nvPr>
            <p:ph idx="8" type="subTitle"/>
          </p:nvPr>
        </p:nvSpPr>
        <p:spPr>
          <a:xfrm>
            <a:off x="2066308" y="1849174"/>
            <a:ext cx="2359200" cy="447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Code Structure</a:t>
            </a:r>
            <a:endParaRPr/>
          </a:p>
        </p:txBody>
      </p:sp>
      <p:sp>
        <p:nvSpPr>
          <p:cNvPr id="347" name="Google Shape;347;p2"/>
          <p:cNvSpPr txBox="1"/>
          <p:nvPr>
            <p:ph idx="9" type="subTitle"/>
          </p:nvPr>
        </p:nvSpPr>
        <p:spPr>
          <a:xfrm>
            <a:off x="4238832" y="1876605"/>
            <a:ext cx="2359200" cy="447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Architecture</a:t>
            </a:r>
            <a:endParaRPr/>
          </a:p>
        </p:txBody>
      </p:sp>
      <p:sp>
        <p:nvSpPr>
          <p:cNvPr id="348" name="Google Shape;348;p2"/>
          <p:cNvSpPr txBox="1"/>
          <p:nvPr>
            <p:ph idx="13" type="subTitle"/>
          </p:nvPr>
        </p:nvSpPr>
        <p:spPr>
          <a:xfrm>
            <a:off x="6316749" y="1845917"/>
            <a:ext cx="2359200" cy="474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Knowledge Base</a:t>
            </a:r>
            <a:endParaRPr/>
          </a:p>
        </p:txBody>
      </p:sp>
      <p:sp>
        <p:nvSpPr>
          <p:cNvPr id="349" name="Google Shape;349;p2"/>
          <p:cNvSpPr txBox="1"/>
          <p:nvPr>
            <p:ph idx="14" type="subTitle"/>
          </p:nvPr>
        </p:nvSpPr>
        <p:spPr>
          <a:xfrm>
            <a:off x="82999" y="3770444"/>
            <a:ext cx="2359200" cy="474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Rule Base Design</a:t>
            </a:r>
            <a:endParaRPr/>
          </a:p>
        </p:txBody>
      </p:sp>
      <p:sp>
        <p:nvSpPr>
          <p:cNvPr id="350" name="Google Shape;350;p2"/>
          <p:cNvSpPr txBox="1"/>
          <p:nvPr>
            <p:ph idx="15" type="subTitle"/>
          </p:nvPr>
        </p:nvSpPr>
        <p:spPr>
          <a:xfrm>
            <a:off x="6316749" y="3839407"/>
            <a:ext cx="2359200" cy="474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Conclusion/Takeaway/Scaling/Future/What Domain can it be applied?</a:t>
            </a:r>
            <a:endParaRPr/>
          </a:p>
        </p:txBody>
      </p:sp>
      <p:sp>
        <p:nvSpPr>
          <p:cNvPr id="351" name="Google Shape;351;p2"/>
          <p:cNvSpPr txBox="1"/>
          <p:nvPr/>
        </p:nvSpPr>
        <p:spPr>
          <a:xfrm>
            <a:off x="2870007" y="2757976"/>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M Sans Black"/>
              <a:buNone/>
            </a:pPr>
            <a:r>
              <a:rPr b="0" i="0" lang="en" sz="2400" u="none" cap="none" strike="noStrike">
                <a:solidFill>
                  <a:schemeClr val="dk1"/>
                </a:solidFill>
                <a:latin typeface="DM Sans Black"/>
                <a:ea typeface="DM Sans Black"/>
                <a:cs typeface="DM Sans Black"/>
                <a:sym typeface="DM Sans Black"/>
              </a:rPr>
              <a:t>06</a:t>
            </a:r>
            <a:endParaRPr/>
          </a:p>
        </p:txBody>
      </p:sp>
      <p:sp>
        <p:nvSpPr>
          <p:cNvPr id="352" name="Google Shape;352;p2"/>
          <p:cNvSpPr txBox="1"/>
          <p:nvPr/>
        </p:nvSpPr>
        <p:spPr>
          <a:xfrm>
            <a:off x="2160916" y="3770444"/>
            <a:ext cx="2359200" cy="474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400"/>
              <a:buFont typeface="DM Sans Black"/>
              <a:buNone/>
            </a:pPr>
            <a:r>
              <a:rPr b="0" i="0" lang="en" sz="1800" u="none" cap="none" strike="noStrike">
                <a:solidFill>
                  <a:schemeClr val="dk1"/>
                </a:solidFill>
                <a:latin typeface="DM Sans Black"/>
                <a:ea typeface="DM Sans Black"/>
                <a:cs typeface="DM Sans Black"/>
                <a:sym typeface="DM Sans Black"/>
              </a:rPr>
              <a:t>Extended Case</a:t>
            </a:r>
            <a:endParaRPr/>
          </a:p>
        </p:txBody>
      </p:sp>
      <p:sp>
        <p:nvSpPr>
          <p:cNvPr id="353" name="Google Shape;353;p2"/>
          <p:cNvSpPr txBox="1"/>
          <p:nvPr/>
        </p:nvSpPr>
        <p:spPr>
          <a:xfrm>
            <a:off x="5042532" y="2819296"/>
            <a:ext cx="751800" cy="572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M Sans Black"/>
              <a:buNone/>
            </a:pPr>
            <a:r>
              <a:rPr b="0" i="0" lang="en" sz="2400" u="none" cap="none" strike="noStrike">
                <a:solidFill>
                  <a:schemeClr val="dk1"/>
                </a:solidFill>
                <a:latin typeface="DM Sans Black"/>
                <a:ea typeface="DM Sans Black"/>
                <a:cs typeface="DM Sans Black"/>
                <a:sym typeface="DM Sans Black"/>
              </a:rPr>
              <a:t>07</a:t>
            </a:r>
            <a:endParaRPr/>
          </a:p>
        </p:txBody>
      </p:sp>
      <p:sp>
        <p:nvSpPr>
          <p:cNvPr id="354" name="Google Shape;354;p2"/>
          <p:cNvSpPr txBox="1"/>
          <p:nvPr/>
        </p:nvSpPr>
        <p:spPr>
          <a:xfrm>
            <a:off x="4238832" y="3770444"/>
            <a:ext cx="2359200" cy="474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400"/>
              <a:buFont typeface="DM Sans Black"/>
              <a:buNone/>
            </a:pPr>
            <a:r>
              <a:rPr b="0" i="0" lang="en" sz="1800" u="none" cap="none" strike="noStrike">
                <a:solidFill>
                  <a:schemeClr val="dk1"/>
                </a:solidFill>
                <a:latin typeface="DM Sans Black"/>
                <a:ea typeface="DM Sans Black"/>
                <a:cs typeface="DM Sans Black"/>
                <a:sym typeface="DM Sans Black"/>
              </a:rPr>
              <a:t>Evaluation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de2aeb4add_0_8"/>
          <p:cNvSpPr txBox="1"/>
          <p:nvPr>
            <p:ph idx="1" type="body"/>
          </p:nvPr>
        </p:nvSpPr>
        <p:spPr>
          <a:xfrm>
            <a:off x="384225" y="664050"/>
            <a:ext cx="3204300" cy="1578900"/>
          </a:xfrm>
          <a:prstGeom prst="rect">
            <a:avLst/>
          </a:prstGeom>
          <a:noFill/>
          <a:ln cap="flat" cmpd="sng" w="9525">
            <a:solidFill>
              <a:srgbClr val="E4EC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400">
                <a:latin typeface="Calibri"/>
                <a:ea typeface="Calibri"/>
                <a:cs typeface="Calibri"/>
                <a:sym typeface="Calibri"/>
              </a:rPr>
              <a:t>Problem</a:t>
            </a:r>
            <a:endParaRPr b="1" sz="1400">
              <a:latin typeface="Calibri"/>
              <a:ea typeface="Calibri"/>
              <a:cs typeface="Calibri"/>
              <a:sym typeface="Calibri"/>
            </a:endParaRPr>
          </a:p>
          <a:p>
            <a:pPr indent="-292100" lvl="0" marL="457200" rtl="0" algn="l">
              <a:lnSpc>
                <a:spcPct val="115000"/>
              </a:lnSpc>
              <a:spcBef>
                <a:spcPts val="1200"/>
              </a:spcBef>
              <a:spcAft>
                <a:spcPts val="0"/>
              </a:spcAft>
              <a:buClr>
                <a:schemeClr val="dk1"/>
              </a:buClr>
              <a:buSzPts val="1000"/>
              <a:buFont typeface="Calibri"/>
              <a:buChar char="●"/>
            </a:pPr>
            <a:r>
              <a:rPr lang="en" sz="1000">
                <a:latin typeface="Calibri"/>
                <a:ea typeface="Calibri"/>
                <a:cs typeface="Calibri"/>
                <a:sym typeface="Calibri"/>
              </a:rPr>
              <a:t>High </a:t>
            </a:r>
            <a:r>
              <a:rPr b="1" lang="en" sz="1000">
                <a:latin typeface="Calibri"/>
                <a:ea typeface="Calibri"/>
                <a:cs typeface="Calibri"/>
                <a:sym typeface="Calibri"/>
              </a:rPr>
              <a:t>parent uncertainty</a:t>
            </a:r>
            <a:r>
              <a:rPr lang="en" sz="1000">
                <a:latin typeface="Calibri"/>
                <a:ea typeface="Calibri"/>
                <a:cs typeface="Calibri"/>
                <a:sym typeface="Calibri"/>
              </a:rPr>
              <a:t> after hours</a:t>
            </a:r>
            <a:endParaRPr sz="1000">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b="1" lang="en" sz="1000">
                <a:latin typeface="Calibri"/>
                <a:ea typeface="Calibri"/>
                <a:cs typeface="Calibri"/>
                <a:sym typeface="Calibri"/>
              </a:rPr>
              <a:t>Overuse of ER</a:t>
            </a:r>
            <a:r>
              <a:rPr lang="en" sz="1000">
                <a:latin typeface="Calibri"/>
                <a:ea typeface="Calibri"/>
                <a:cs typeface="Calibri"/>
                <a:sym typeface="Calibri"/>
              </a:rPr>
              <a:t> or </a:t>
            </a:r>
            <a:r>
              <a:rPr b="1" lang="en" sz="1000">
                <a:latin typeface="Calibri"/>
                <a:ea typeface="Calibri"/>
                <a:cs typeface="Calibri"/>
                <a:sym typeface="Calibri"/>
              </a:rPr>
              <a:t>missed critical care</a:t>
            </a:r>
            <a:endParaRPr b="1" sz="1000">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latin typeface="Calibri"/>
                <a:ea typeface="Calibri"/>
                <a:cs typeface="Calibri"/>
                <a:sym typeface="Calibri"/>
              </a:rPr>
              <a:t>Tools today are:</a:t>
            </a:r>
            <a:endParaRPr sz="1000">
              <a:latin typeface="Calibri"/>
              <a:ea typeface="Calibri"/>
              <a:cs typeface="Calibri"/>
              <a:sym typeface="Calibri"/>
            </a:endParaRPr>
          </a:p>
          <a:p>
            <a:pPr indent="-292100" lvl="1" marL="914400" rtl="0" algn="l">
              <a:spcBef>
                <a:spcPts val="0"/>
              </a:spcBef>
              <a:spcAft>
                <a:spcPts val="0"/>
              </a:spcAft>
              <a:buSzPts val="1000"/>
              <a:buFont typeface="Calibri"/>
              <a:buChar char="○"/>
            </a:pPr>
            <a:r>
              <a:rPr lang="en" sz="1000">
                <a:latin typeface="Calibri"/>
                <a:ea typeface="Calibri"/>
                <a:cs typeface="Calibri"/>
                <a:sym typeface="Calibri"/>
              </a:rPr>
              <a:t>Static (symptom checkers)</a:t>
            </a:r>
            <a:endParaRPr sz="1000">
              <a:latin typeface="Calibri"/>
              <a:ea typeface="Calibri"/>
              <a:cs typeface="Calibri"/>
              <a:sym typeface="Calibri"/>
            </a:endParaRPr>
          </a:p>
          <a:p>
            <a:pPr indent="-292100" lvl="1" marL="914400" rtl="0" algn="l">
              <a:spcBef>
                <a:spcPts val="0"/>
              </a:spcBef>
              <a:spcAft>
                <a:spcPts val="0"/>
              </a:spcAft>
              <a:buSzPts val="1000"/>
              <a:buFont typeface="Calibri"/>
              <a:buChar char="○"/>
            </a:pPr>
            <a:r>
              <a:rPr lang="en" sz="1000">
                <a:latin typeface="Calibri"/>
                <a:ea typeface="Calibri"/>
                <a:cs typeface="Calibri"/>
                <a:sym typeface="Calibri"/>
              </a:rPr>
              <a:t>Inconsistent (LLMs)</a:t>
            </a:r>
            <a:endParaRPr sz="1000">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b="1" lang="en" sz="1000">
                <a:latin typeface="Calibri"/>
                <a:ea typeface="Calibri"/>
                <a:cs typeface="Calibri"/>
                <a:sym typeface="Calibri"/>
              </a:rPr>
              <a:t>Unstable reasoning → unsafe decisions</a:t>
            </a:r>
            <a:endParaRPr b="1" sz="1000">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Char char="○"/>
            </a:pPr>
            <a:r>
              <a:t/>
            </a:r>
            <a:endParaRPr sz="1000">
              <a:latin typeface="Calibri"/>
              <a:ea typeface="Calibri"/>
              <a:cs typeface="Calibri"/>
              <a:sym typeface="Calibri"/>
            </a:endParaRPr>
          </a:p>
        </p:txBody>
      </p:sp>
      <p:sp>
        <p:nvSpPr>
          <p:cNvPr id="360" name="Google Shape;360;g3de2aeb4add_0_8"/>
          <p:cNvSpPr txBox="1"/>
          <p:nvPr>
            <p:ph idx="1" type="body"/>
          </p:nvPr>
        </p:nvSpPr>
        <p:spPr>
          <a:xfrm>
            <a:off x="4003675" y="664050"/>
            <a:ext cx="3508800" cy="1578900"/>
          </a:xfrm>
          <a:prstGeom prst="rect">
            <a:avLst/>
          </a:prstGeom>
          <a:noFill/>
          <a:ln cap="flat" cmpd="sng" w="9525">
            <a:solidFill>
              <a:srgbClr val="E4EC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000000"/>
                </a:solidFill>
                <a:latin typeface="Calibri"/>
                <a:ea typeface="Calibri"/>
                <a:cs typeface="Calibri"/>
                <a:sym typeface="Calibri"/>
              </a:rPr>
              <a:t>Objective</a:t>
            </a:r>
            <a:endParaRPr b="1" sz="1300">
              <a:solidFill>
                <a:srgbClr val="000000"/>
              </a:solidFill>
              <a:latin typeface="Calibri"/>
              <a:ea typeface="Calibri"/>
              <a:cs typeface="Calibri"/>
              <a:sym typeface="Calibri"/>
            </a:endParaRPr>
          </a:p>
          <a:p>
            <a:pPr indent="-292100" lvl="0" marL="457200" rtl="0" algn="l">
              <a:lnSpc>
                <a:spcPct val="115000"/>
              </a:lnSpc>
              <a:spcBef>
                <a:spcPts val="1200"/>
              </a:spcBef>
              <a:spcAft>
                <a:spcPts val="0"/>
              </a:spcAft>
              <a:buClr>
                <a:srgbClr val="000000"/>
              </a:buClr>
              <a:buSzPts val="1000"/>
              <a:buFont typeface="Arial"/>
              <a:buChar char="●"/>
            </a:pPr>
            <a:r>
              <a:rPr lang="en" sz="1000">
                <a:solidFill>
                  <a:srgbClr val="000000"/>
                </a:solidFill>
                <a:latin typeface="Calibri"/>
                <a:ea typeface="Calibri"/>
                <a:cs typeface="Calibri"/>
                <a:sym typeface="Calibri"/>
              </a:rPr>
              <a:t>Build </a:t>
            </a:r>
            <a:r>
              <a:rPr b="1" lang="en" sz="1000">
                <a:solidFill>
                  <a:srgbClr val="000000"/>
                </a:solidFill>
                <a:latin typeface="Calibri"/>
                <a:ea typeface="Calibri"/>
                <a:cs typeface="Calibri"/>
                <a:sym typeface="Calibri"/>
              </a:rPr>
              <a:t>CareTrace (Neurosymbolic AI agent)</a:t>
            </a:r>
            <a:endParaRPr b="1" sz="1000">
              <a:solidFill>
                <a:srgbClr val="000000"/>
              </a:solidFill>
              <a:latin typeface="Calibri"/>
              <a:ea typeface="Calibri"/>
              <a:cs typeface="Calibri"/>
              <a:sym typeface="Calibri"/>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Calibri"/>
                <a:ea typeface="Calibri"/>
                <a:cs typeface="Calibri"/>
                <a:sym typeface="Calibri"/>
              </a:rPr>
              <a:t>Deliver </a:t>
            </a:r>
            <a:r>
              <a:rPr b="1" lang="en" sz="1000">
                <a:solidFill>
                  <a:srgbClr val="000000"/>
                </a:solidFill>
                <a:latin typeface="Calibri"/>
                <a:ea typeface="Calibri"/>
                <a:cs typeface="Calibri"/>
                <a:sym typeface="Calibri"/>
              </a:rPr>
              <a:t>clear triage decisions, not just chat</a:t>
            </a:r>
            <a:endParaRPr b="1" sz="1000">
              <a:solidFill>
                <a:srgbClr val="000000"/>
              </a:solidFill>
              <a:latin typeface="Calibri"/>
              <a:ea typeface="Calibri"/>
              <a:cs typeface="Calibri"/>
              <a:sym typeface="Calibri"/>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Calibri"/>
                <a:ea typeface="Calibri"/>
                <a:cs typeface="Calibri"/>
                <a:sym typeface="Calibri"/>
              </a:rPr>
              <a:t>Ensure </a:t>
            </a:r>
            <a:r>
              <a:rPr b="1" lang="en" sz="1000">
                <a:solidFill>
                  <a:srgbClr val="000000"/>
                </a:solidFill>
                <a:latin typeface="Calibri"/>
                <a:ea typeface="Calibri"/>
                <a:cs typeface="Calibri"/>
                <a:sym typeface="Calibri"/>
              </a:rPr>
              <a:t>consistent reasoning across turns</a:t>
            </a:r>
            <a:endParaRPr b="1" sz="1000">
              <a:solidFill>
                <a:srgbClr val="000000"/>
              </a:solidFill>
              <a:latin typeface="Calibri"/>
              <a:ea typeface="Calibri"/>
              <a:cs typeface="Calibri"/>
              <a:sym typeface="Calibri"/>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Calibri"/>
                <a:ea typeface="Calibri"/>
                <a:cs typeface="Calibri"/>
                <a:sym typeface="Calibri"/>
              </a:rPr>
              <a:t>Define </a:t>
            </a:r>
            <a:r>
              <a:rPr b="1" lang="en" sz="1000">
                <a:solidFill>
                  <a:srgbClr val="000000"/>
                </a:solidFill>
                <a:latin typeface="Calibri"/>
                <a:ea typeface="Calibri"/>
                <a:cs typeface="Calibri"/>
                <a:sym typeface="Calibri"/>
              </a:rPr>
              <a:t>crisp escalation thresholds</a:t>
            </a:r>
            <a:endParaRPr b="1" sz="1000">
              <a:solidFill>
                <a:srgbClr val="000000"/>
              </a:solidFill>
              <a:latin typeface="Calibri"/>
              <a:ea typeface="Calibri"/>
              <a:cs typeface="Calibri"/>
              <a:sym typeface="Calibri"/>
            </a:endParaRPr>
          </a:p>
          <a:p>
            <a:pPr indent="0" lvl="0" marL="0" rtl="0" algn="l">
              <a:lnSpc>
                <a:spcPct val="115000"/>
              </a:lnSpc>
              <a:spcBef>
                <a:spcPts val="1400"/>
              </a:spcBef>
              <a:spcAft>
                <a:spcPts val="400"/>
              </a:spcAft>
              <a:buNone/>
            </a:pPr>
            <a:r>
              <a:rPr b="1" lang="en" sz="1000">
                <a:solidFill>
                  <a:srgbClr val="000000"/>
                </a:solidFill>
                <a:latin typeface="Calibri"/>
                <a:ea typeface="Calibri"/>
                <a:cs typeface="Calibri"/>
                <a:sym typeface="Calibri"/>
              </a:rPr>
              <a:t> </a:t>
            </a:r>
            <a:endParaRPr sz="1000">
              <a:latin typeface="Calibri"/>
              <a:ea typeface="Calibri"/>
              <a:cs typeface="Calibri"/>
              <a:sym typeface="Calibri"/>
            </a:endParaRPr>
          </a:p>
        </p:txBody>
      </p:sp>
      <p:sp>
        <p:nvSpPr>
          <p:cNvPr id="361" name="Google Shape;361;g3de2aeb4add_0_8"/>
          <p:cNvSpPr txBox="1"/>
          <p:nvPr>
            <p:ph idx="1" type="body"/>
          </p:nvPr>
        </p:nvSpPr>
        <p:spPr>
          <a:xfrm>
            <a:off x="426950" y="2614475"/>
            <a:ext cx="3161700" cy="1734600"/>
          </a:xfrm>
          <a:prstGeom prst="rect">
            <a:avLst/>
          </a:prstGeom>
          <a:noFill/>
          <a:ln cap="flat" cmpd="sng" w="9525">
            <a:solidFill>
              <a:srgbClr val="D7EFE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000000"/>
                </a:solidFill>
                <a:latin typeface="Calibri"/>
                <a:ea typeface="Calibri"/>
                <a:cs typeface="Calibri"/>
                <a:sym typeface="Calibri"/>
              </a:rPr>
              <a:t> Scope</a:t>
            </a:r>
            <a:br>
              <a:rPr b="1" lang="en" sz="1300">
                <a:solidFill>
                  <a:srgbClr val="000000"/>
                </a:solidFill>
                <a:latin typeface="Calibri"/>
                <a:ea typeface="Calibri"/>
                <a:cs typeface="Calibri"/>
                <a:sym typeface="Calibri"/>
              </a:rPr>
            </a:br>
            <a:r>
              <a:rPr b="1" lang="en" sz="1000">
                <a:solidFill>
                  <a:srgbClr val="000000"/>
                </a:solidFill>
                <a:latin typeface="Calibri"/>
                <a:ea typeface="Calibri"/>
                <a:cs typeface="Calibri"/>
                <a:sym typeface="Calibri"/>
              </a:rPr>
              <a:t>Children &lt;12</a:t>
            </a:r>
            <a:r>
              <a:rPr lang="en" sz="1000">
                <a:solidFill>
                  <a:srgbClr val="000000"/>
                </a:solidFill>
                <a:latin typeface="Calibri"/>
                <a:ea typeface="Calibri"/>
                <a:cs typeface="Calibri"/>
                <a:sym typeface="Calibri"/>
              </a:rPr>
              <a:t>: Fever + GI + dehydration risk</a:t>
            </a:r>
            <a:endParaRPr sz="1000">
              <a:solidFill>
                <a:srgbClr val="000000"/>
              </a:solidFill>
              <a:latin typeface="Calibri"/>
              <a:ea typeface="Calibri"/>
              <a:cs typeface="Calibri"/>
              <a:sym typeface="Calibri"/>
            </a:endParaRPr>
          </a:p>
          <a:p>
            <a:pPr indent="-292100" lvl="0" marL="457200" rtl="0" algn="l">
              <a:lnSpc>
                <a:spcPct val="115000"/>
              </a:lnSpc>
              <a:spcBef>
                <a:spcPts val="1200"/>
              </a:spcBef>
              <a:spcAft>
                <a:spcPts val="0"/>
              </a:spcAft>
              <a:buClr>
                <a:srgbClr val="000000"/>
              </a:buClr>
              <a:buSzPts val="1000"/>
              <a:buFont typeface="Calibri"/>
              <a:buChar char="●"/>
            </a:pPr>
            <a:r>
              <a:rPr b="1" lang="en" sz="1000">
                <a:solidFill>
                  <a:srgbClr val="000000"/>
                </a:solidFill>
                <a:latin typeface="Calibri"/>
                <a:ea typeface="Calibri"/>
                <a:cs typeface="Calibri"/>
                <a:sym typeface="Calibri"/>
              </a:rPr>
              <a:t>After-hours caregiver use only</a:t>
            </a:r>
            <a:endParaRPr b="1" sz="1000">
              <a:solidFill>
                <a:srgbClr val="000000"/>
              </a:solidFill>
              <a:latin typeface="Calibri"/>
              <a:ea typeface="Calibri"/>
              <a:cs typeface="Calibri"/>
              <a:sym typeface="Calibri"/>
            </a:endParaRPr>
          </a:p>
          <a:p>
            <a:pPr indent="-292100" lvl="0" marL="457200" rtl="0" algn="l">
              <a:lnSpc>
                <a:spcPct val="115000"/>
              </a:lnSpc>
              <a:spcBef>
                <a:spcPts val="0"/>
              </a:spcBef>
              <a:spcAft>
                <a:spcPts val="0"/>
              </a:spcAft>
              <a:buClr>
                <a:srgbClr val="000000"/>
              </a:buClr>
              <a:buSzPts val="1000"/>
              <a:buFont typeface="Calibri"/>
              <a:buChar char="●"/>
            </a:pPr>
            <a:r>
              <a:rPr lang="en" sz="1000">
                <a:solidFill>
                  <a:srgbClr val="000000"/>
                </a:solidFill>
                <a:latin typeface="Calibri"/>
                <a:ea typeface="Calibri"/>
                <a:cs typeface="Calibri"/>
                <a:sym typeface="Calibri"/>
              </a:rPr>
              <a:t>Outputs:</a:t>
            </a:r>
            <a:endParaRPr sz="1000">
              <a:solidFill>
                <a:srgbClr val="000000"/>
              </a:solidFill>
              <a:latin typeface="Calibri"/>
              <a:ea typeface="Calibri"/>
              <a:cs typeface="Calibri"/>
              <a:sym typeface="Calibri"/>
            </a:endParaRPr>
          </a:p>
          <a:p>
            <a:pPr indent="-292100" lvl="1" marL="914400" rtl="0" algn="l">
              <a:spcBef>
                <a:spcPts val="0"/>
              </a:spcBef>
              <a:spcAft>
                <a:spcPts val="0"/>
              </a:spcAft>
              <a:buClr>
                <a:srgbClr val="000000"/>
              </a:buClr>
              <a:buSzPts val="1000"/>
              <a:buFont typeface="Calibri"/>
              <a:buChar char="○"/>
            </a:pPr>
            <a:r>
              <a:rPr lang="en" sz="1000">
                <a:solidFill>
                  <a:srgbClr val="000000"/>
                </a:solidFill>
                <a:latin typeface="Calibri"/>
                <a:ea typeface="Calibri"/>
                <a:cs typeface="Calibri"/>
                <a:sym typeface="Calibri"/>
              </a:rPr>
              <a:t>ER now</a:t>
            </a:r>
            <a:endParaRPr sz="1000">
              <a:solidFill>
                <a:srgbClr val="000000"/>
              </a:solidFill>
              <a:latin typeface="Calibri"/>
              <a:ea typeface="Calibri"/>
              <a:cs typeface="Calibri"/>
              <a:sym typeface="Calibri"/>
            </a:endParaRPr>
          </a:p>
          <a:p>
            <a:pPr indent="-292100" lvl="1" marL="914400" rtl="0" algn="l">
              <a:spcBef>
                <a:spcPts val="0"/>
              </a:spcBef>
              <a:spcAft>
                <a:spcPts val="0"/>
              </a:spcAft>
              <a:buClr>
                <a:srgbClr val="000000"/>
              </a:buClr>
              <a:buSzPts val="1000"/>
              <a:buFont typeface="Calibri"/>
              <a:buChar char="○"/>
            </a:pPr>
            <a:r>
              <a:rPr lang="en" sz="1000">
                <a:solidFill>
                  <a:srgbClr val="000000"/>
                </a:solidFill>
                <a:latin typeface="Calibri"/>
                <a:ea typeface="Calibri"/>
                <a:cs typeface="Calibri"/>
                <a:sym typeface="Calibri"/>
              </a:rPr>
              <a:t>Doctor today</a:t>
            </a:r>
            <a:endParaRPr sz="1000">
              <a:solidFill>
                <a:srgbClr val="000000"/>
              </a:solidFill>
              <a:latin typeface="Calibri"/>
              <a:ea typeface="Calibri"/>
              <a:cs typeface="Calibri"/>
              <a:sym typeface="Calibri"/>
            </a:endParaRPr>
          </a:p>
          <a:p>
            <a:pPr indent="-292100" lvl="1" marL="914400" rtl="0" algn="l">
              <a:spcBef>
                <a:spcPts val="0"/>
              </a:spcBef>
              <a:spcAft>
                <a:spcPts val="0"/>
              </a:spcAft>
              <a:buClr>
                <a:srgbClr val="000000"/>
              </a:buClr>
              <a:buSzPts val="1000"/>
              <a:buFont typeface="Calibri"/>
              <a:buChar char="○"/>
            </a:pPr>
            <a:r>
              <a:rPr lang="en" sz="1000">
                <a:solidFill>
                  <a:srgbClr val="000000"/>
                </a:solidFill>
                <a:latin typeface="Calibri"/>
                <a:ea typeface="Calibri"/>
                <a:cs typeface="Calibri"/>
                <a:sym typeface="Calibri"/>
              </a:rPr>
              <a:t>Home care tonight</a:t>
            </a:r>
            <a:endParaRPr sz="1000">
              <a:solidFill>
                <a:srgbClr val="000000"/>
              </a:solidFill>
              <a:latin typeface="Calibri"/>
              <a:ea typeface="Calibri"/>
              <a:cs typeface="Calibri"/>
              <a:sym typeface="Calibri"/>
            </a:endParaRPr>
          </a:p>
          <a:p>
            <a:pPr indent="-292100" lvl="0" marL="457200" rtl="0" algn="l">
              <a:lnSpc>
                <a:spcPct val="115000"/>
              </a:lnSpc>
              <a:spcBef>
                <a:spcPts val="0"/>
              </a:spcBef>
              <a:spcAft>
                <a:spcPts val="0"/>
              </a:spcAft>
              <a:buClr>
                <a:srgbClr val="000000"/>
              </a:buClr>
              <a:buSzPts val="1000"/>
              <a:buFont typeface="Calibri"/>
              <a:buChar char="●"/>
            </a:pPr>
            <a:r>
              <a:rPr lang="en" sz="1000">
                <a:solidFill>
                  <a:srgbClr val="000000"/>
                </a:solidFill>
                <a:latin typeface="Calibri"/>
                <a:ea typeface="Calibri"/>
                <a:cs typeface="Calibri"/>
                <a:sym typeface="Calibri"/>
              </a:rPr>
              <a:t>Not diagnosis / not a replacement for care</a:t>
            </a:r>
            <a:endParaRPr sz="1000">
              <a:solidFill>
                <a:srgbClr val="000000"/>
              </a:solidFill>
              <a:latin typeface="Calibri"/>
              <a:ea typeface="Calibri"/>
              <a:cs typeface="Calibri"/>
              <a:sym typeface="Calibri"/>
            </a:endParaRPr>
          </a:p>
          <a:p>
            <a:pPr indent="0" lvl="0" marL="457200" rtl="0" algn="l">
              <a:lnSpc>
                <a:spcPct val="100000"/>
              </a:lnSpc>
              <a:spcBef>
                <a:spcPts val="1200"/>
              </a:spcBef>
              <a:spcAft>
                <a:spcPts val="600"/>
              </a:spcAft>
              <a:buNone/>
            </a:pPr>
            <a:r>
              <a:t/>
            </a:r>
            <a:endParaRPr sz="1000">
              <a:latin typeface="Calibri"/>
              <a:ea typeface="Calibri"/>
              <a:cs typeface="Calibri"/>
              <a:sym typeface="Calibri"/>
            </a:endParaRPr>
          </a:p>
        </p:txBody>
      </p:sp>
      <p:sp>
        <p:nvSpPr>
          <p:cNvPr id="362" name="Google Shape;362;g3de2aeb4add_0_8"/>
          <p:cNvSpPr txBox="1"/>
          <p:nvPr>
            <p:ph type="title"/>
          </p:nvPr>
        </p:nvSpPr>
        <p:spPr>
          <a:xfrm>
            <a:off x="2864775" y="91350"/>
            <a:ext cx="37476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Introduction</a:t>
            </a:r>
            <a:endParaRPr sz="3200"/>
          </a:p>
        </p:txBody>
      </p:sp>
      <p:pic>
        <p:nvPicPr>
          <p:cNvPr id="363" name="Google Shape;363;g3de2aeb4add_0_8"/>
          <p:cNvPicPr preferRelativeResize="0"/>
          <p:nvPr/>
        </p:nvPicPr>
        <p:blipFill rotWithShape="1">
          <a:blip r:embed="rId3">
            <a:alphaModFix/>
          </a:blip>
          <a:srcRect b="4978" l="0" r="0" t="5158"/>
          <a:stretch/>
        </p:blipFill>
        <p:spPr>
          <a:xfrm>
            <a:off x="6105075" y="2571749"/>
            <a:ext cx="2240100" cy="20130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
          <p:cNvSpPr txBox="1"/>
          <p:nvPr>
            <p:ph idx="4" type="subTitle"/>
          </p:nvPr>
        </p:nvSpPr>
        <p:spPr>
          <a:xfrm>
            <a:off x="5127526" y="617725"/>
            <a:ext cx="2096400" cy="423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Logic</a:t>
            </a:r>
            <a:endParaRPr/>
          </a:p>
        </p:txBody>
      </p:sp>
      <p:sp>
        <p:nvSpPr>
          <p:cNvPr id="369" name="Google Shape;369;p4"/>
          <p:cNvSpPr txBox="1"/>
          <p:nvPr>
            <p:ph type="title"/>
          </p:nvPr>
        </p:nvSpPr>
        <p:spPr>
          <a:xfrm>
            <a:off x="592697" y="12"/>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Code Structure</a:t>
            </a:r>
            <a:endParaRPr/>
          </a:p>
        </p:txBody>
      </p:sp>
      <p:sp>
        <p:nvSpPr>
          <p:cNvPr id="370" name="Google Shape;370;p4"/>
          <p:cNvSpPr txBox="1"/>
          <p:nvPr>
            <p:ph idx="1" type="subTitle"/>
          </p:nvPr>
        </p:nvSpPr>
        <p:spPr>
          <a:xfrm>
            <a:off x="5182250" y="2066450"/>
            <a:ext cx="3949800" cy="8394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dk1"/>
              </a:buClr>
              <a:buSzPts val="1200"/>
              <a:buFont typeface="Noto Sans Symbols"/>
              <a:buChar char="▪"/>
            </a:pPr>
            <a:r>
              <a:rPr lang="en"/>
              <a:t>Wire the turn in order: interpret → graph → rules → explain, including handling missing required fields.</a:t>
            </a:r>
            <a:endParaRPr/>
          </a:p>
        </p:txBody>
      </p:sp>
      <p:sp>
        <p:nvSpPr>
          <p:cNvPr id="371" name="Google Shape;371;p4"/>
          <p:cNvSpPr txBox="1"/>
          <p:nvPr>
            <p:ph idx="2" type="subTitle"/>
          </p:nvPr>
        </p:nvSpPr>
        <p:spPr>
          <a:xfrm>
            <a:off x="680472" y="1013565"/>
            <a:ext cx="4134600" cy="855900"/>
          </a:xfrm>
          <a:prstGeom prst="rect">
            <a:avLst/>
          </a:prstGeom>
          <a:noFill/>
          <a:ln>
            <a:noFill/>
          </a:ln>
        </p:spPr>
        <p:txBody>
          <a:bodyPr anchorCtr="0" anchor="t" bIns="91425" lIns="91425" spcFirstLastPara="1" rIns="91425" wrap="square" tIns="91425">
            <a:noAutofit/>
          </a:bodyPr>
          <a:lstStyle/>
          <a:p>
            <a:pPr indent="-171450" lvl="0" marL="323850" rtl="0" algn="l">
              <a:lnSpc>
                <a:spcPct val="100000"/>
              </a:lnSpc>
              <a:spcBef>
                <a:spcPts val="0"/>
              </a:spcBef>
              <a:spcAft>
                <a:spcPts val="0"/>
              </a:spcAft>
              <a:buClr>
                <a:schemeClr val="dk1"/>
              </a:buClr>
              <a:buSzPts val="1200"/>
              <a:buFont typeface="Noto Sans Symbols"/>
              <a:buChar char="▪"/>
            </a:pPr>
            <a:r>
              <a:rPr lang="en"/>
              <a:t>Parse caregiver text into a small structured case; generate replies, CPG-style medication language, and explanations.</a:t>
            </a:r>
            <a:endParaRPr/>
          </a:p>
        </p:txBody>
      </p:sp>
      <p:sp>
        <p:nvSpPr>
          <p:cNvPr id="372" name="Google Shape;372;p4"/>
          <p:cNvSpPr txBox="1"/>
          <p:nvPr>
            <p:ph idx="3" type="subTitle"/>
          </p:nvPr>
        </p:nvSpPr>
        <p:spPr>
          <a:xfrm>
            <a:off x="954072" y="617733"/>
            <a:ext cx="2505600" cy="423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Agents</a:t>
            </a:r>
            <a:endParaRPr/>
          </a:p>
        </p:txBody>
      </p:sp>
      <p:grpSp>
        <p:nvGrpSpPr>
          <p:cNvPr id="373" name="Google Shape;373;p4"/>
          <p:cNvGrpSpPr/>
          <p:nvPr/>
        </p:nvGrpSpPr>
        <p:grpSpPr>
          <a:xfrm>
            <a:off x="4647006" y="2006793"/>
            <a:ext cx="548700" cy="548700"/>
            <a:chOff x="6173251" y="983307"/>
            <a:chExt cx="548700" cy="548700"/>
          </a:xfrm>
        </p:grpSpPr>
        <p:sp>
          <p:nvSpPr>
            <p:cNvPr id="374" name="Google Shape;374;p4"/>
            <p:cNvSpPr/>
            <p:nvPr/>
          </p:nvSpPr>
          <p:spPr>
            <a:xfrm>
              <a:off x="6173251" y="983307"/>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5" name="Google Shape;375;p4"/>
            <p:cNvGrpSpPr/>
            <p:nvPr/>
          </p:nvGrpSpPr>
          <p:grpSpPr>
            <a:xfrm>
              <a:off x="6298975" y="1072149"/>
              <a:ext cx="297253" cy="371015"/>
              <a:chOff x="1584841" y="3323461"/>
              <a:chExt cx="297253" cy="371015"/>
            </a:xfrm>
          </p:grpSpPr>
          <p:sp>
            <p:nvSpPr>
              <p:cNvPr id="376" name="Google Shape;376;p4"/>
              <p:cNvSpPr/>
              <p:nvPr/>
            </p:nvSpPr>
            <p:spPr>
              <a:xfrm>
                <a:off x="1584841" y="3323461"/>
                <a:ext cx="297253" cy="371015"/>
              </a:xfrm>
              <a:custGeom>
                <a:rect b="b" l="l" r="r" t="t"/>
                <a:pathLst>
                  <a:path extrusionOk="0" h="142" w="114">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p4"/>
              <p:cNvSpPr/>
              <p:nvPr/>
            </p:nvSpPr>
            <p:spPr>
              <a:xfrm>
                <a:off x="1670714" y="3369700"/>
                <a:ext cx="125507" cy="123305"/>
              </a:xfrm>
              <a:custGeom>
                <a:rect b="b" l="l" r="r" t="t"/>
                <a:pathLst>
                  <a:path extrusionOk="0" h="47" w="48">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4"/>
              <p:cNvSpPr/>
              <p:nvPr/>
            </p:nvSpPr>
            <p:spPr>
              <a:xfrm>
                <a:off x="1634383" y="3521629"/>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 name="Google Shape;379;p4"/>
              <p:cNvSpPr/>
              <p:nvPr/>
            </p:nvSpPr>
            <p:spPr>
              <a:xfrm>
                <a:off x="1634383" y="3557960"/>
                <a:ext cx="198169" cy="16514"/>
              </a:xfrm>
              <a:custGeom>
                <a:rect b="b" l="l" r="r" t="t"/>
                <a:pathLst>
                  <a:path extrusionOk="0" h="6" w="76">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0" name="Google Shape;380;p4"/>
              <p:cNvSpPr/>
              <p:nvPr/>
            </p:nvSpPr>
            <p:spPr>
              <a:xfrm>
                <a:off x="1634383" y="3597594"/>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4"/>
              <p:cNvSpPr/>
              <p:nvPr/>
            </p:nvSpPr>
            <p:spPr>
              <a:xfrm>
                <a:off x="1634383" y="3633924"/>
                <a:ext cx="165141" cy="13211"/>
              </a:xfrm>
              <a:custGeom>
                <a:rect b="b" l="l" r="r" t="t"/>
                <a:pathLst>
                  <a:path extrusionOk="0" h="5" w="63">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2" name="Google Shape;382;p4"/>
              <p:cNvSpPr/>
              <p:nvPr/>
            </p:nvSpPr>
            <p:spPr>
              <a:xfrm>
                <a:off x="1817139" y="3633924"/>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383" name="Google Shape;383;p4"/>
          <p:cNvSpPr txBox="1"/>
          <p:nvPr/>
        </p:nvSpPr>
        <p:spPr>
          <a:xfrm>
            <a:off x="954072" y="1763020"/>
            <a:ext cx="2567700" cy="423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2400"/>
              <a:buFont typeface="DM Sans Black"/>
              <a:buNone/>
            </a:pPr>
            <a:r>
              <a:rPr b="0" i="0" lang="en" sz="1800" u="none" cap="none" strike="noStrike">
                <a:solidFill>
                  <a:schemeClr val="dk1"/>
                </a:solidFill>
                <a:latin typeface="DM Sans Black"/>
                <a:ea typeface="DM Sans Black"/>
                <a:cs typeface="DM Sans Black"/>
                <a:sym typeface="DM Sans Black"/>
              </a:rPr>
              <a:t>Graph</a:t>
            </a:r>
            <a:endParaRPr/>
          </a:p>
        </p:txBody>
      </p:sp>
      <p:sp>
        <p:nvSpPr>
          <p:cNvPr id="384" name="Google Shape;384;p4"/>
          <p:cNvSpPr txBox="1"/>
          <p:nvPr/>
        </p:nvSpPr>
        <p:spPr>
          <a:xfrm>
            <a:off x="5399817" y="1676533"/>
            <a:ext cx="2567700" cy="423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400"/>
              <a:buFont typeface="DM Sans Black"/>
              <a:buNone/>
            </a:pPr>
            <a:r>
              <a:rPr b="0" i="0" lang="en" sz="1800" u="none" cap="none" strike="noStrike">
                <a:solidFill>
                  <a:schemeClr val="dk1"/>
                </a:solidFill>
                <a:latin typeface="DM Sans Black"/>
                <a:ea typeface="DM Sans Black"/>
                <a:cs typeface="DM Sans Black"/>
                <a:sym typeface="DM Sans Black"/>
              </a:rPr>
              <a:t>Orchestration</a:t>
            </a:r>
            <a:endParaRPr/>
          </a:p>
        </p:txBody>
      </p:sp>
      <p:sp>
        <p:nvSpPr>
          <p:cNvPr id="385" name="Google Shape;385;p4"/>
          <p:cNvSpPr txBox="1"/>
          <p:nvPr/>
        </p:nvSpPr>
        <p:spPr>
          <a:xfrm>
            <a:off x="680475" y="2108625"/>
            <a:ext cx="3912900" cy="855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Karla"/>
                <a:ea typeface="Karla"/>
                <a:cs typeface="Karla"/>
                <a:sym typeface="Karla"/>
              </a:rPr>
              <a:t>Query Neo4j for CPG-aligned concepts; add optional annotations; does not decide disposition by itself.</a:t>
            </a:r>
            <a:endParaRPr/>
          </a:p>
        </p:txBody>
      </p:sp>
      <p:sp>
        <p:nvSpPr>
          <p:cNvPr id="386" name="Google Shape;386;p4"/>
          <p:cNvSpPr txBox="1"/>
          <p:nvPr/>
        </p:nvSpPr>
        <p:spPr>
          <a:xfrm>
            <a:off x="5182249" y="969398"/>
            <a:ext cx="4134600" cy="855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Karla"/>
                <a:ea typeface="Karla"/>
                <a:cs typeface="Karla"/>
                <a:sym typeface="Karla"/>
              </a:rPr>
              <a:t>Run deterministic triage rules (ER / urgent / home), record which rules fired, and surface med-related flags.</a:t>
            </a:r>
            <a:endParaRPr/>
          </a:p>
        </p:txBody>
      </p:sp>
      <p:grpSp>
        <p:nvGrpSpPr>
          <p:cNvPr id="387" name="Google Shape;387;p4"/>
          <p:cNvGrpSpPr/>
          <p:nvPr/>
        </p:nvGrpSpPr>
        <p:grpSpPr>
          <a:xfrm>
            <a:off x="4647003" y="967396"/>
            <a:ext cx="548700" cy="548700"/>
            <a:chOff x="6160725" y="3023358"/>
            <a:chExt cx="548700" cy="548700"/>
          </a:xfrm>
        </p:grpSpPr>
        <p:sp>
          <p:nvSpPr>
            <p:cNvPr id="388" name="Google Shape;388;p4"/>
            <p:cNvSpPr/>
            <p:nvPr/>
          </p:nvSpPr>
          <p:spPr>
            <a:xfrm>
              <a:off x="6160725" y="3023358"/>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9" name="Google Shape;389;p4"/>
            <p:cNvGrpSpPr/>
            <p:nvPr/>
          </p:nvGrpSpPr>
          <p:grpSpPr>
            <a:xfrm>
              <a:off x="6266582" y="3096367"/>
              <a:ext cx="362038" cy="362036"/>
              <a:chOff x="2332378" y="1512425"/>
              <a:chExt cx="371017" cy="371015"/>
            </a:xfrm>
          </p:grpSpPr>
          <p:sp>
            <p:nvSpPr>
              <p:cNvPr id="390" name="Google Shape;390;p4"/>
              <p:cNvSpPr/>
              <p:nvPr/>
            </p:nvSpPr>
            <p:spPr>
              <a:xfrm>
                <a:off x="2332378" y="1512425"/>
                <a:ext cx="371017" cy="371015"/>
              </a:xfrm>
              <a:custGeom>
                <a:rect b="b" l="l" r="r" t="t"/>
                <a:pathLst>
                  <a:path extrusionOk="0" h="142" w="142">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4"/>
              <p:cNvSpPr/>
              <p:nvPr/>
            </p:nvSpPr>
            <p:spPr>
              <a:xfrm>
                <a:off x="2386324" y="1564169"/>
                <a:ext cx="123305" cy="125506"/>
              </a:xfrm>
              <a:custGeom>
                <a:rect b="b" l="l" r="r" t="t"/>
                <a:pathLst>
                  <a:path extrusionOk="0" h="48" w="47">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4"/>
              <p:cNvSpPr/>
              <p:nvPr/>
            </p:nvSpPr>
            <p:spPr>
              <a:xfrm>
                <a:off x="2553667" y="1731511"/>
                <a:ext cx="49543" cy="71561"/>
              </a:xfrm>
              <a:custGeom>
                <a:rect b="b" l="l" r="r" t="t"/>
                <a:pathLst>
                  <a:path extrusionOk="0" h="27" w="19">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p4"/>
              <p:cNvSpPr/>
              <p:nvPr/>
            </p:nvSpPr>
            <p:spPr>
              <a:xfrm>
                <a:off x="2507427" y="1731511"/>
                <a:ext cx="44038" cy="71561"/>
              </a:xfrm>
              <a:custGeom>
                <a:rect b="b" l="l" r="r" t="t"/>
                <a:pathLst>
                  <a:path extrusionOk="0" h="27" w="17">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4" name="Google Shape;394;p4"/>
              <p:cNvSpPr/>
              <p:nvPr/>
            </p:nvSpPr>
            <p:spPr>
              <a:xfrm>
                <a:off x="2616420" y="1734814"/>
                <a:ext cx="45139" cy="68258"/>
              </a:xfrm>
              <a:custGeom>
                <a:rect b="b" l="l" r="r" t="t"/>
                <a:pathLst>
                  <a:path extrusionOk="0" h="26" w="17">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5" name="Google Shape;395;p4"/>
              <p:cNvSpPr/>
              <p:nvPr/>
            </p:nvSpPr>
            <p:spPr>
              <a:xfrm>
                <a:off x="2648347" y="1677565"/>
                <a:ext cx="13500" cy="15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96" name="Google Shape;396;p4"/>
          <p:cNvGrpSpPr/>
          <p:nvPr/>
        </p:nvGrpSpPr>
        <p:grpSpPr>
          <a:xfrm>
            <a:off x="199666" y="967396"/>
            <a:ext cx="548700" cy="548700"/>
            <a:chOff x="402666" y="606796"/>
            <a:chExt cx="548700" cy="548700"/>
          </a:xfrm>
        </p:grpSpPr>
        <p:sp>
          <p:nvSpPr>
            <p:cNvPr id="397" name="Google Shape;397;p4"/>
            <p:cNvSpPr/>
            <p:nvPr/>
          </p:nvSpPr>
          <p:spPr>
            <a:xfrm>
              <a:off x="402666" y="60679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8" name="Google Shape;398;p4"/>
            <p:cNvGrpSpPr/>
            <p:nvPr/>
          </p:nvGrpSpPr>
          <p:grpSpPr>
            <a:xfrm>
              <a:off x="519300" y="673616"/>
              <a:ext cx="315438" cy="415064"/>
              <a:chOff x="8089184" y="3338874"/>
              <a:chExt cx="371016" cy="340189"/>
            </a:xfrm>
          </p:grpSpPr>
          <p:sp>
            <p:nvSpPr>
              <p:cNvPr id="399" name="Google Shape;399;p4"/>
              <p:cNvSpPr/>
              <p:nvPr/>
            </p:nvSpPr>
            <p:spPr>
              <a:xfrm>
                <a:off x="8089184" y="3338874"/>
                <a:ext cx="371016" cy="340189"/>
              </a:xfrm>
              <a:custGeom>
                <a:rect b="b" l="l" r="r" t="t"/>
                <a:pathLst>
                  <a:path extrusionOk="0" h="130" w="142">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anchorCtr="0" anchor="t" bIns="39800" lIns="79675" spcFirstLastPara="1" rIns="79675" wrap="square" tIns="39800">
                <a:noAutofit/>
              </a:bodyPr>
              <a:lstStyle/>
              <a:p>
                <a:pPr indent="0" lvl="0" marL="0" marR="0" rtl="0" algn="l">
                  <a:lnSpc>
                    <a:spcPct val="100000"/>
                  </a:lnSpc>
                  <a:spcBef>
                    <a:spcPts val="0"/>
                  </a:spcBef>
                  <a:spcAft>
                    <a:spcPts val="0"/>
                  </a:spcAft>
                  <a:buClr>
                    <a:srgbClr val="000000"/>
                  </a:buClr>
                  <a:buSzPts val="1568"/>
                  <a:buFont typeface="Arial"/>
                  <a:buNone/>
                </a:pPr>
                <a:r>
                  <a:t/>
                </a:r>
                <a:endParaRPr b="0" i="0" sz="1568" u="none" cap="none" strike="noStrike">
                  <a:solidFill>
                    <a:srgbClr val="000000"/>
                  </a:solidFill>
                  <a:latin typeface="Calibri"/>
                  <a:ea typeface="Calibri"/>
                  <a:cs typeface="Calibri"/>
                  <a:sym typeface="Calibri"/>
                </a:endParaRPr>
              </a:p>
            </p:txBody>
          </p:sp>
          <p:sp>
            <p:nvSpPr>
              <p:cNvPr id="400" name="Google Shape;400;p4"/>
              <p:cNvSpPr/>
              <p:nvPr/>
            </p:nvSpPr>
            <p:spPr>
              <a:xfrm>
                <a:off x="8222397" y="3409334"/>
                <a:ext cx="104589" cy="106790"/>
              </a:xfrm>
              <a:custGeom>
                <a:rect b="b" l="l" r="r" t="t"/>
                <a:pathLst>
                  <a:path extrusionOk="0" h="41" w="4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anchorCtr="0" anchor="t" bIns="39800" lIns="79675" spcFirstLastPara="1" rIns="79675" wrap="square" tIns="39800">
                <a:noAutofit/>
              </a:bodyPr>
              <a:lstStyle/>
              <a:p>
                <a:pPr indent="0" lvl="0" marL="0" marR="0" rtl="0" algn="l">
                  <a:lnSpc>
                    <a:spcPct val="100000"/>
                  </a:lnSpc>
                  <a:spcBef>
                    <a:spcPts val="0"/>
                  </a:spcBef>
                  <a:spcAft>
                    <a:spcPts val="0"/>
                  </a:spcAft>
                  <a:buClr>
                    <a:srgbClr val="000000"/>
                  </a:buClr>
                  <a:buSzPts val="1568"/>
                  <a:buFont typeface="Arial"/>
                  <a:buNone/>
                </a:pPr>
                <a:r>
                  <a:t/>
                </a:r>
                <a:endParaRPr b="0" i="0" sz="1568" u="none" cap="none" strike="noStrike">
                  <a:solidFill>
                    <a:srgbClr val="000000"/>
                  </a:solidFill>
                  <a:latin typeface="Calibri"/>
                  <a:ea typeface="Calibri"/>
                  <a:cs typeface="Calibri"/>
                  <a:sym typeface="Calibri"/>
                </a:endParaRPr>
              </a:p>
            </p:txBody>
          </p:sp>
          <p:sp>
            <p:nvSpPr>
              <p:cNvPr id="401" name="Google Shape;401;p4"/>
              <p:cNvSpPr/>
              <p:nvPr/>
            </p:nvSpPr>
            <p:spPr>
              <a:xfrm>
                <a:off x="8306069" y="3451169"/>
                <a:ext cx="112296" cy="55047"/>
              </a:xfrm>
              <a:custGeom>
                <a:rect b="b" l="l" r="r" t="t"/>
                <a:pathLst>
                  <a:path extrusionOk="0" h="21" w="43">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anchorCtr="0" anchor="t" bIns="39800" lIns="79675" spcFirstLastPara="1" rIns="79675" wrap="square" tIns="39800">
                <a:noAutofit/>
              </a:bodyPr>
              <a:lstStyle/>
              <a:p>
                <a:pPr indent="0" lvl="0" marL="0" marR="0" rtl="0" algn="l">
                  <a:lnSpc>
                    <a:spcPct val="100000"/>
                  </a:lnSpc>
                  <a:spcBef>
                    <a:spcPts val="0"/>
                  </a:spcBef>
                  <a:spcAft>
                    <a:spcPts val="0"/>
                  </a:spcAft>
                  <a:buClr>
                    <a:srgbClr val="000000"/>
                  </a:buClr>
                  <a:buSzPts val="1568"/>
                  <a:buFont typeface="Arial"/>
                  <a:buNone/>
                </a:pPr>
                <a:r>
                  <a:t/>
                </a:r>
                <a:endParaRPr b="0" i="0" sz="1568" u="none" cap="none" strike="noStrike">
                  <a:solidFill>
                    <a:srgbClr val="000000"/>
                  </a:solidFill>
                  <a:latin typeface="Calibri"/>
                  <a:ea typeface="Calibri"/>
                  <a:cs typeface="Calibri"/>
                  <a:sym typeface="Calibri"/>
                </a:endParaRPr>
              </a:p>
            </p:txBody>
          </p:sp>
          <p:sp>
            <p:nvSpPr>
              <p:cNvPr id="402" name="Google Shape;402;p4"/>
              <p:cNvSpPr/>
              <p:nvPr/>
            </p:nvSpPr>
            <p:spPr>
              <a:xfrm>
                <a:off x="8131020" y="3417040"/>
                <a:ext cx="112296" cy="55047"/>
              </a:xfrm>
              <a:custGeom>
                <a:rect b="b" l="l" r="r" t="t"/>
                <a:pathLst>
                  <a:path extrusionOk="0" h="21" w="43">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anchorCtr="0" anchor="t" bIns="39800" lIns="79675" spcFirstLastPara="1" rIns="79675" wrap="square" tIns="39800">
                <a:noAutofit/>
              </a:bodyPr>
              <a:lstStyle/>
              <a:p>
                <a:pPr indent="0" lvl="0" marL="0" marR="0" rtl="0" algn="l">
                  <a:lnSpc>
                    <a:spcPct val="100000"/>
                  </a:lnSpc>
                  <a:spcBef>
                    <a:spcPts val="0"/>
                  </a:spcBef>
                  <a:spcAft>
                    <a:spcPts val="0"/>
                  </a:spcAft>
                  <a:buClr>
                    <a:srgbClr val="000000"/>
                  </a:buClr>
                  <a:buSzPts val="1568"/>
                  <a:buFont typeface="Arial"/>
                  <a:buNone/>
                </a:pPr>
                <a:r>
                  <a:t/>
                </a:r>
                <a:endParaRPr b="0" i="0" sz="1568" u="none" cap="none" strike="noStrike">
                  <a:solidFill>
                    <a:srgbClr val="000000"/>
                  </a:solidFill>
                  <a:latin typeface="Calibri"/>
                  <a:ea typeface="Calibri"/>
                  <a:cs typeface="Calibri"/>
                  <a:sym typeface="Calibri"/>
                </a:endParaRPr>
              </a:p>
            </p:txBody>
          </p:sp>
          <p:sp>
            <p:nvSpPr>
              <p:cNvPr id="403" name="Google Shape;403;p4"/>
              <p:cNvSpPr/>
              <p:nvPr/>
            </p:nvSpPr>
            <p:spPr>
              <a:xfrm>
                <a:off x="8267536" y="3537042"/>
                <a:ext cx="15600" cy="16500"/>
              </a:xfrm>
              <a:prstGeom prst="ellipse">
                <a:avLst/>
              </a:prstGeom>
              <a:solidFill>
                <a:schemeClr val="dk1"/>
              </a:solidFill>
              <a:ln>
                <a:noFill/>
              </a:ln>
            </p:spPr>
            <p:txBody>
              <a:bodyPr anchorCtr="0" anchor="t" bIns="39800" lIns="79675" spcFirstLastPara="1" rIns="79675" wrap="square" tIns="39800">
                <a:noAutofit/>
              </a:bodyPr>
              <a:lstStyle/>
              <a:p>
                <a:pPr indent="0" lvl="0" marL="0" marR="0" rtl="0" algn="l">
                  <a:lnSpc>
                    <a:spcPct val="100000"/>
                  </a:lnSpc>
                  <a:spcBef>
                    <a:spcPts val="0"/>
                  </a:spcBef>
                  <a:spcAft>
                    <a:spcPts val="0"/>
                  </a:spcAft>
                  <a:buClr>
                    <a:srgbClr val="000000"/>
                  </a:buClr>
                  <a:buSzPts val="1568"/>
                  <a:buFont typeface="Arial"/>
                  <a:buNone/>
                </a:pPr>
                <a:r>
                  <a:t/>
                </a:r>
                <a:endParaRPr b="0" i="0" sz="1568" u="none" cap="none" strike="noStrike">
                  <a:solidFill>
                    <a:srgbClr val="000000"/>
                  </a:solidFill>
                  <a:latin typeface="Calibri"/>
                  <a:ea typeface="Calibri"/>
                  <a:cs typeface="Calibri"/>
                  <a:sym typeface="Calibri"/>
                </a:endParaRPr>
              </a:p>
            </p:txBody>
          </p:sp>
        </p:grpSp>
      </p:grpSp>
      <p:grpSp>
        <p:nvGrpSpPr>
          <p:cNvPr id="404" name="Google Shape;404;p4"/>
          <p:cNvGrpSpPr/>
          <p:nvPr/>
        </p:nvGrpSpPr>
        <p:grpSpPr>
          <a:xfrm>
            <a:off x="199666" y="2006809"/>
            <a:ext cx="548700" cy="548700"/>
            <a:chOff x="1902564" y="3026104"/>
            <a:chExt cx="548700" cy="548700"/>
          </a:xfrm>
        </p:grpSpPr>
        <p:sp>
          <p:nvSpPr>
            <p:cNvPr id="405" name="Google Shape;405;p4"/>
            <p:cNvSpPr/>
            <p:nvPr/>
          </p:nvSpPr>
          <p:spPr>
            <a:xfrm>
              <a:off x="1902564" y="3026104"/>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4"/>
            <p:cNvGrpSpPr/>
            <p:nvPr/>
          </p:nvGrpSpPr>
          <p:grpSpPr>
            <a:xfrm>
              <a:off x="1993961" y="3147314"/>
              <a:ext cx="364186" cy="358021"/>
              <a:chOff x="8024228" y="1514627"/>
              <a:chExt cx="373218" cy="366900"/>
            </a:xfrm>
          </p:grpSpPr>
          <p:sp>
            <p:nvSpPr>
              <p:cNvPr id="407" name="Google Shape;407;p4"/>
              <p:cNvSpPr/>
              <p:nvPr/>
            </p:nvSpPr>
            <p:spPr>
              <a:xfrm>
                <a:off x="8024228" y="1514627"/>
                <a:ext cx="373218" cy="332482"/>
              </a:xfrm>
              <a:custGeom>
                <a:rect b="b" l="l" r="r" t="t"/>
                <a:pathLst>
                  <a:path extrusionOk="0" h="127" w="143">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8" name="Google Shape;408;p4"/>
              <p:cNvSpPr/>
              <p:nvPr/>
            </p:nvSpPr>
            <p:spPr>
              <a:xfrm>
                <a:off x="8235608" y="1868027"/>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pic>
        <p:nvPicPr>
          <p:cNvPr id="409" name="Google Shape;409;p4"/>
          <p:cNvPicPr preferRelativeResize="0"/>
          <p:nvPr/>
        </p:nvPicPr>
        <p:blipFill>
          <a:blip r:embed="rId3">
            <a:alphaModFix/>
          </a:blip>
          <a:stretch>
            <a:fillRect/>
          </a:stretch>
        </p:blipFill>
        <p:spPr>
          <a:xfrm>
            <a:off x="2093275" y="3203675"/>
            <a:ext cx="4880601" cy="1751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
          <p:cNvSpPr txBox="1"/>
          <p:nvPr>
            <p:ph type="title"/>
          </p:nvPr>
        </p:nvSpPr>
        <p:spPr>
          <a:xfrm>
            <a:off x="605372" y="344441"/>
            <a:ext cx="7713900" cy="572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3000"/>
              <a:buNone/>
            </a:pPr>
            <a:r>
              <a:rPr lang="en" sz="2800"/>
              <a:t>System Architecture</a:t>
            </a:r>
            <a:endParaRPr/>
          </a:p>
        </p:txBody>
      </p:sp>
      <p:pic>
        <p:nvPicPr>
          <p:cNvPr id="415" name="Google Shape;415;p5"/>
          <p:cNvPicPr preferRelativeResize="0"/>
          <p:nvPr/>
        </p:nvPicPr>
        <p:blipFill rotWithShape="1">
          <a:blip r:embed="rId3">
            <a:alphaModFix/>
          </a:blip>
          <a:srcRect b="0" l="0" r="0" t="0"/>
          <a:stretch/>
        </p:blipFill>
        <p:spPr>
          <a:xfrm>
            <a:off x="1662543" y="1033895"/>
            <a:ext cx="6084455" cy="3395974"/>
          </a:xfrm>
          <a:prstGeom prst="rect">
            <a:avLst/>
          </a:prstGeom>
          <a:noFill/>
          <a:ln>
            <a:noFill/>
          </a:ln>
        </p:spPr>
      </p:pic>
      <p:pic>
        <p:nvPicPr>
          <p:cNvPr id="416" name="Google Shape;416;p5"/>
          <p:cNvPicPr preferRelativeResize="0"/>
          <p:nvPr/>
        </p:nvPicPr>
        <p:blipFill rotWithShape="1">
          <a:blip r:embed="rId4">
            <a:alphaModFix/>
          </a:blip>
          <a:srcRect b="0" l="0" r="0" t="0"/>
          <a:stretch/>
        </p:blipFill>
        <p:spPr>
          <a:xfrm>
            <a:off x="8224769" y="1285875"/>
            <a:ext cx="738565" cy="869227"/>
          </a:xfrm>
          <a:prstGeom prst="rect">
            <a:avLst/>
          </a:prstGeom>
          <a:noFill/>
          <a:ln cap="flat" cmpd="sng" w="9525">
            <a:solidFill>
              <a:schemeClr val="dk1"/>
            </a:solidFill>
            <a:prstDash val="dash"/>
            <a:round/>
            <a:headEnd len="sm" w="sm" type="none"/>
            <a:tailEnd len="sm" w="sm" type="none"/>
          </a:ln>
        </p:spPr>
      </p:pic>
      <p:sp>
        <p:nvSpPr>
          <p:cNvPr id="417" name="Google Shape;417;p5"/>
          <p:cNvSpPr/>
          <p:nvPr/>
        </p:nvSpPr>
        <p:spPr>
          <a:xfrm>
            <a:off x="7007225" y="1285875"/>
            <a:ext cx="704849" cy="930275"/>
          </a:xfrm>
          <a:prstGeom prst="roundRect">
            <a:avLst>
              <a:gd fmla="val 16667" name="adj"/>
            </a:avLst>
          </a:prstGeom>
          <a:solidFill>
            <a:srgbClr val="F2F2F2"/>
          </a:solidFill>
          <a:ln cap="flat" cmpd="sng" w="9525">
            <a:solidFill>
              <a:srgbClr val="7E7E7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100" u="none" cap="none" strike="noStrike">
                <a:solidFill>
                  <a:srgbClr val="191919"/>
                </a:solidFill>
                <a:latin typeface="Arial"/>
                <a:ea typeface="Arial"/>
                <a:cs typeface="Arial"/>
                <a:sym typeface="Arial"/>
              </a:rPr>
              <a:t>Ollama</a:t>
            </a:r>
            <a:endParaRPr b="0" i="0" sz="1100" u="none" cap="none" strike="noStrike">
              <a:solidFill>
                <a:srgbClr val="191919"/>
              </a:solidFill>
              <a:latin typeface="Arial"/>
              <a:ea typeface="Arial"/>
              <a:cs typeface="Arial"/>
              <a:sym typeface="Arial"/>
            </a:endParaRPr>
          </a:p>
        </p:txBody>
      </p:sp>
      <p:cxnSp>
        <p:nvCxnSpPr>
          <p:cNvPr id="418" name="Google Shape;418;p5"/>
          <p:cNvCxnSpPr/>
          <p:nvPr/>
        </p:nvCxnSpPr>
        <p:spPr>
          <a:xfrm>
            <a:off x="7746998" y="1762125"/>
            <a:ext cx="276227" cy="0"/>
          </a:xfrm>
          <a:prstGeom prst="straightConnector1">
            <a:avLst/>
          </a:prstGeom>
          <a:noFill/>
          <a:ln cap="flat" cmpd="sng" w="9525">
            <a:solidFill>
              <a:srgbClr val="191919"/>
            </a:solidFill>
            <a:prstDash val="dash"/>
            <a:round/>
            <a:headEnd len="sm" w="sm" type="none"/>
            <a:tailEnd len="med" w="med" type="triangle"/>
          </a:ln>
        </p:spPr>
      </p:cxnSp>
      <p:sp>
        <p:nvSpPr>
          <p:cNvPr id="419" name="Google Shape;419;p5"/>
          <p:cNvSpPr txBox="1"/>
          <p:nvPr/>
        </p:nvSpPr>
        <p:spPr>
          <a:xfrm>
            <a:off x="7668867" y="1473200"/>
            <a:ext cx="62228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800" u="none" cap="none" strike="noStrike">
                <a:solidFill>
                  <a:srgbClr val="000000"/>
                </a:solidFill>
                <a:latin typeface="Arial"/>
                <a:ea typeface="Arial"/>
                <a:cs typeface="Arial"/>
                <a:sym typeface="Arial"/>
              </a:rPr>
              <a:t>Extended</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case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p6"/>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Knowledge &amp; Rules</a:t>
            </a:r>
            <a:endParaRPr/>
          </a:p>
        </p:txBody>
      </p:sp>
      <p:sp>
        <p:nvSpPr>
          <p:cNvPr id="425" name="Google Shape;425;p6"/>
          <p:cNvSpPr/>
          <p:nvPr/>
        </p:nvSpPr>
        <p:spPr>
          <a:xfrm>
            <a:off x="1344975" y="134590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
          <p:cNvSpPr/>
          <p:nvPr/>
        </p:nvSpPr>
        <p:spPr>
          <a:xfrm>
            <a:off x="3308875" y="134590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
          <p:cNvSpPr/>
          <p:nvPr/>
        </p:nvSpPr>
        <p:spPr>
          <a:xfrm>
            <a:off x="5272775" y="134590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
          <p:cNvSpPr/>
          <p:nvPr/>
        </p:nvSpPr>
        <p:spPr>
          <a:xfrm>
            <a:off x="7236675" y="134590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
          <p:cNvSpPr txBox="1"/>
          <p:nvPr/>
        </p:nvSpPr>
        <p:spPr>
          <a:xfrm flipH="1">
            <a:off x="713175" y="2075828"/>
            <a:ext cx="1812300" cy="74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Initial presentation with chief complaint</a:t>
            </a:r>
            <a:endParaRPr b="0" i="0" sz="1200" u="none" cap="none" strike="noStrike">
              <a:solidFill>
                <a:schemeClr val="dk1"/>
              </a:solidFill>
              <a:latin typeface="Karla"/>
              <a:ea typeface="Karla"/>
              <a:cs typeface="Karla"/>
              <a:sym typeface="Karla"/>
            </a:endParaRPr>
          </a:p>
        </p:txBody>
      </p:sp>
      <p:sp>
        <p:nvSpPr>
          <p:cNvPr id="430" name="Google Shape;430;p6"/>
          <p:cNvSpPr txBox="1"/>
          <p:nvPr/>
        </p:nvSpPr>
        <p:spPr>
          <a:xfrm flipH="1">
            <a:off x="2677075" y="2075828"/>
            <a:ext cx="1812300" cy="74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Diagnostic evaluation and investigations</a:t>
            </a:r>
            <a:endParaRPr b="0" i="0" sz="1200" u="none" cap="none" strike="noStrike">
              <a:solidFill>
                <a:schemeClr val="dk1"/>
              </a:solidFill>
              <a:latin typeface="Karla"/>
              <a:ea typeface="Karla"/>
              <a:cs typeface="Karla"/>
              <a:sym typeface="Karla"/>
            </a:endParaRPr>
          </a:p>
        </p:txBody>
      </p:sp>
      <p:sp>
        <p:nvSpPr>
          <p:cNvPr id="431" name="Google Shape;431;p6"/>
          <p:cNvSpPr txBox="1"/>
          <p:nvPr/>
        </p:nvSpPr>
        <p:spPr>
          <a:xfrm flipH="1">
            <a:off x="4640975" y="2075828"/>
            <a:ext cx="1812300" cy="74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Confirmation of</a:t>
            </a:r>
            <a:endParaRPr b="0" i="0" sz="1200" u="none" cap="none" strike="noStrike">
              <a:solidFill>
                <a:schemeClr val="dk1"/>
              </a:solidFill>
              <a:latin typeface="Karla"/>
              <a:ea typeface="Karla"/>
              <a:cs typeface="Karla"/>
              <a:sym typeface="Karla"/>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the diagnosis</a:t>
            </a:r>
            <a:endParaRPr b="0" i="0" sz="1200" u="none" cap="none" strike="noStrike">
              <a:solidFill>
                <a:schemeClr val="dk1"/>
              </a:solidFill>
              <a:latin typeface="Karla"/>
              <a:ea typeface="Karla"/>
              <a:cs typeface="Karla"/>
              <a:sym typeface="Karla"/>
            </a:endParaRPr>
          </a:p>
        </p:txBody>
      </p:sp>
      <p:sp>
        <p:nvSpPr>
          <p:cNvPr id="432" name="Google Shape;432;p6"/>
          <p:cNvSpPr txBox="1"/>
          <p:nvPr/>
        </p:nvSpPr>
        <p:spPr>
          <a:xfrm flipH="1">
            <a:off x="6604875" y="2075828"/>
            <a:ext cx="1812300" cy="74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Initiation of appropriate treatment</a:t>
            </a:r>
            <a:endParaRPr b="0" i="0" sz="1200" u="none" cap="none" strike="noStrike">
              <a:solidFill>
                <a:schemeClr val="dk1"/>
              </a:solidFill>
              <a:latin typeface="Karla"/>
              <a:ea typeface="Karla"/>
              <a:cs typeface="Karla"/>
              <a:sym typeface="Karla"/>
            </a:endParaRPr>
          </a:p>
        </p:txBody>
      </p:sp>
      <p:cxnSp>
        <p:nvCxnSpPr>
          <p:cNvPr id="433" name="Google Shape;433;p6"/>
          <p:cNvCxnSpPr>
            <a:stCxn id="425" idx="3"/>
            <a:endCxn id="426" idx="1"/>
          </p:cNvCxnSpPr>
          <p:nvPr/>
        </p:nvCxnSpPr>
        <p:spPr>
          <a:xfrm>
            <a:off x="1893675" y="162025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34" name="Google Shape;434;p6"/>
          <p:cNvCxnSpPr>
            <a:stCxn id="426" idx="3"/>
            <a:endCxn id="427" idx="1"/>
          </p:cNvCxnSpPr>
          <p:nvPr/>
        </p:nvCxnSpPr>
        <p:spPr>
          <a:xfrm>
            <a:off x="3857575" y="162025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35" name="Google Shape;435;p6"/>
          <p:cNvCxnSpPr>
            <a:stCxn id="427" idx="3"/>
            <a:endCxn id="428" idx="1"/>
          </p:cNvCxnSpPr>
          <p:nvPr/>
        </p:nvCxnSpPr>
        <p:spPr>
          <a:xfrm>
            <a:off x="5821475" y="162025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36" name="Google Shape;436;p6"/>
          <p:cNvCxnSpPr>
            <a:stCxn id="425" idx="2"/>
            <a:endCxn id="429" idx="0"/>
          </p:cNvCxnSpPr>
          <p:nvPr/>
        </p:nvCxnSpPr>
        <p:spPr>
          <a:xfrm>
            <a:off x="1619325" y="1894600"/>
            <a:ext cx="0" cy="181200"/>
          </a:xfrm>
          <a:prstGeom prst="straightConnector1">
            <a:avLst/>
          </a:prstGeom>
          <a:noFill/>
          <a:ln cap="flat" cmpd="sng" w="9525">
            <a:solidFill>
              <a:schemeClr val="dk1"/>
            </a:solidFill>
            <a:prstDash val="solid"/>
            <a:round/>
            <a:headEnd len="sm" w="sm" type="none"/>
            <a:tailEnd len="sm" w="sm" type="none"/>
          </a:ln>
        </p:spPr>
      </p:cxnSp>
      <p:cxnSp>
        <p:nvCxnSpPr>
          <p:cNvPr id="437" name="Google Shape;437;p6"/>
          <p:cNvCxnSpPr>
            <a:stCxn id="426" idx="2"/>
            <a:endCxn id="430" idx="0"/>
          </p:cNvCxnSpPr>
          <p:nvPr/>
        </p:nvCxnSpPr>
        <p:spPr>
          <a:xfrm>
            <a:off x="3583225" y="1894600"/>
            <a:ext cx="0" cy="181200"/>
          </a:xfrm>
          <a:prstGeom prst="straightConnector1">
            <a:avLst/>
          </a:prstGeom>
          <a:noFill/>
          <a:ln cap="flat" cmpd="sng" w="9525">
            <a:solidFill>
              <a:schemeClr val="dk1"/>
            </a:solidFill>
            <a:prstDash val="solid"/>
            <a:round/>
            <a:headEnd len="sm" w="sm" type="none"/>
            <a:tailEnd len="sm" w="sm" type="none"/>
          </a:ln>
        </p:spPr>
      </p:cxnSp>
      <p:cxnSp>
        <p:nvCxnSpPr>
          <p:cNvPr id="438" name="Google Shape;438;p6"/>
          <p:cNvCxnSpPr>
            <a:stCxn id="427" idx="2"/>
            <a:endCxn id="431" idx="0"/>
          </p:cNvCxnSpPr>
          <p:nvPr/>
        </p:nvCxnSpPr>
        <p:spPr>
          <a:xfrm>
            <a:off x="5547125" y="1894600"/>
            <a:ext cx="0" cy="181200"/>
          </a:xfrm>
          <a:prstGeom prst="straightConnector1">
            <a:avLst/>
          </a:prstGeom>
          <a:noFill/>
          <a:ln cap="flat" cmpd="sng" w="9525">
            <a:solidFill>
              <a:schemeClr val="dk1"/>
            </a:solidFill>
            <a:prstDash val="solid"/>
            <a:round/>
            <a:headEnd len="sm" w="sm" type="none"/>
            <a:tailEnd len="sm" w="sm" type="none"/>
          </a:ln>
        </p:spPr>
      </p:cxnSp>
      <p:cxnSp>
        <p:nvCxnSpPr>
          <p:cNvPr id="439" name="Google Shape;439;p6"/>
          <p:cNvCxnSpPr>
            <a:stCxn id="428" idx="2"/>
            <a:endCxn id="432" idx="0"/>
          </p:cNvCxnSpPr>
          <p:nvPr/>
        </p:nvCxnSpPr>
        <p:spPr>
          <a:xfrm>
            <a:off x="7511025" y="1894600"/>
            <a:ext cx="0" cy="181200"/>
          </a:xfrm>
          <a:prstGeom prst="straightConnector1">
            <a:avLst/>
          </a:prstGeom>
          <a:noFill/>
          <a:ln cap="flat" cmpd="sng" w="9525">
            <a:solidFill>
              <a:schemeClr val="dk1"/>
            </a:solidFill>
            <a:prstDash val="solid"/>
            <a:round/>
            <a:headEnd len="sm" w="sm" type="none"/>
            <a:tailEnd len="sm" w="sm" type="none"/>
          </a:ln>
        </p:spPr>
      </p:cxnSp>
      <p:sp>
        <p:nvSpPr>
          <p:cNvPr id="440" name="Google Shape;440;p6"/>
          <p:cNvSpPr/>
          <p:nvPr/>
        </p:nvSpPr>
        <p:spPr>
          <a:xfrm>
            <a:off x="1344975" y="302795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
          <p:cNvSpPr/>
          <p:nvPr/>
        </p:nvSpPr>
        <p:spPr>
          <a:xfrm>
            <a:off x="3308875" y="302795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a:off x="5272775" y="302795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
          <p:cNvSpPr/>
          <p:nvPr/>
        </p:nvSpPr>
        <p:spPr>
          <a:xfrm>
            <a:off x="7236675" y="302795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
          <p:cNvSpPr txBox="1"/>
          <p:nvPr/>
        </p:nvSpPr>
        <p:spPr>
          <a:xfrm flipH="1">
            <a:off x="713175" y="3757975"/>
            <a:ext cx="1812300" cy="54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Monitoring response to the treatment</a:t>
            </a:r>
            <a:endParaRPr b="0" i="0" sz="1200" u="none" cap="none" strike="noStrike">
              <a:solidFill>
                <a:schemeClr val="dk1"/>
              </a:solidFill>
              <a:latin typeface="Karla"/>
              <a:ea typeface="Karla"/>
              <a:cs typeface="Karla"/>
              <a:sym typeface="Karla"/>
            </a:endParaRPr>
          </a:p>
        </p:txBody>
      </p:sp>
      <p:sp>
        <p:nvSpPr>
          <p:cNvPr id="445" name="Google Shape;445;p6"/>
          <p:cNvSpPr txBox="1"/>
          <p:nvPr/>
        </p:nvSpPr>
        <p:spPr>
          <a:xfrm flipH="1">
            <a:off x="2677075" y="3757975"/>
            <a:ext cx="1812300" cy="54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Resolution of presenting symptoms</a:t>
            </a:r>
            <a:endParaRPr b="0" i="0" sz="1200" u="none" cap="none" strike="noStrike">
              <a:solidFill>
                <a:schemeClr val="dk1"/>
              </a:solidFill>
              <a:latin typeface="Karla"/>
              <a:ea typeface="Karla"/>
              <a:cs typeface="Karla"/>
              <a:sym typeface="Karla"/>
            </a:endParaRPr>
          </a:p>
        </p:txBody>
      </p:sp>
      <p:sp>
        <p:nvSpPr>
          <p:cNvPr id="446" name="Google Shape;446;p6"/>
          <p:cNvSpPr txBox="1"/>
          <p:nvPr/>
        </p:nvSpPr>
        <p:spPr>
          <a:xfrm flipH="1">
            <a:off x="4640975" y="3757975"/>
            <a:ext cx="1812300" cy="54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Follow-up assessment for outcomes</a:t>
            </a:r>
            <a:endParaRPr b="0" i="0" sz="1200" u="none" cap="none" strike="noStrike">
              <a:solidFill>
                <a:schemeClr val="dk1"/>
              </a:solidFill>
              <a:latin typeface="Karla"/>
              <a:ea typeface="Karla"/>
              <a:cs typeface="Karla"/>
              <a:sym typeface="Karla"/>
            </a:endParaRPr>
          </a:p>
        </p:txBody>
      </p:sp>
      <p:sp>
        <p:nvSpPr>
          <p:cNvPr id="447" name="Google Shape;447;p6"/>
          <p:cNvSpPr txBox="1"/>
          <p:nvPr/>
        </p:nvSpPr>
        <p:spPr>
          <a:xfrm flipH="1">
            <a:off x="6604875" y="3757975"/>
            <a:ext cx="1812300" cy="54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Case discussion and lessons learned</a:t>
            </a:r>
            <a:endParaRPr b="0" i="0" sz="1200" u="none" cap="none" strike="noStrike">
              <a:solidFill>
                <a:schemeClr val="dk1"/>
              </a:solidFill>
              <a:latin typeface="Karla"/>
              <a:ea typeface="Karla"/>
              <a:cs typeface="Karla"/>
              <a:sym typeface="Karla"/>
            </a:endParaRPr>
          </a:p>
        </p:txBody>
      </p:sp>
      <p:cxnSp>
        <p:nvCxnSpPr>
          <p:cNvPr id="448" name="Google Shape;448;p6"/>
          <p:cNvCxnSpPr>
            <a:stCxn id="440" idx="3"/>
            <a:endCxn id="441" idx="1"/>
          </p:cNvCxnSpPr>
          <p:nvPr/>
        </p:nvCxnSpPr>
        <p:spPr>
          <a:xfrm>
            <a:off x="1893675" y="330230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49" name="Google Shape;449;p6"/>
          <p:cNvCxnSpPr>
            <a:stCxn id="441" idx="3"/>
            <a:endCxn id="442" idx="1"/>
          </p:cNvCxnSpPr>
          <p:nvPr/>
        </p:nvCxnSpPr>
        <p:spPr>
          <a:xfrm>
            <a:off x="3857575" y="330230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50" name="Google Shape;450;p6"/>
          <p:cNvCxnSpPr>
            <a:stCxn id="442" idx="3"/>
            <a:endCxn id="443" idx="1"/>
          </p:cNvCxnSpPr>
          <p:nvPr/>
        </p:nvCxnSpPr>
        <p:spPr>
          <a:xfrm>
            <a:off x="5821475" y="3302300"/>
            <a:ext cx="1415100" cy="0"/>
          </a:xfrm>
          <a:prstGeom prst="straightConnector1">
            <a:avLst/>
          </a:prstGeom>
          <a:noFill/>
          <a:ln cap="flat" cmpd="sng" w="9525">
            <a:solidFill>
              <a:schemeClr val="dk1"/>
            </a:solidFill>
            <a:prstDash val="solid"/>
            <a:round/>
            <a:headEnd len="sm" w="sm" type="none"/>
            <a:tailEnd len="med" w="med" type="oval"/>
          </a:ln>
        </p:spPr>
      </p:cxnSp>
      <p:cxnSp>
        <p:nvCxnSpPr>
          <p:cNvPr id="451" name="Google Shape;451;p6"/>
          <p:cNvCxnSpPr>
            <a:stCxn id="440" idx="2"/>
            <a:endCxn id="444" idx="0"/>
          </p:cNvCxnSpPr>
          <p:nvPr/>
        </p:nvCxnSpPr>
        <p:spPr>
          <a:xfrm>
            <a:off x="1619325" y="3576650"/>
            <a:ext cx="0" cy="181200"/>
          </a:xfrm>
          <a:prstGeom prst="straightConnector1">
            <a:avLst/>
          </a:prstGeom>
          <a:noFill/>
          <a:ln cap="flat" cmpd="sng" w="9525">
            <a:solidFill>
              <a:schemeClr val="dk1"/>
            </a:solidFill>
            <a:prstDash val="solid"/>
            <a:round/>
            <a:headEnd len="sm" w="sm" type="none"/>
            <a:tailEnd len="sm" w="sm" type="none"/>
          </a:ln>
        </p:spPr>
      </p:cxnSp>
      <p:cxnSp>
        <p:nvCxnSpPr>
          <p:cNvPr id="452" name="Google Shape;452;p6"/>
          <p:cNvCxnSpPr>
            <a:stCxn id="441" idx="2"/>
            <a:endCxn id="445" idx="0"/>
          </p:cNvCxnSpPr>
          <p:nvPr/>
        </p:nvCxnSpPr>
        <p:spPr>
          <a:xfrm>
            <a:off x="3583225" y="3576650"/>
            <a:ext cx="0" cy="181200"/>
          </a:xfrm>
          <a:prstGeom prst="straightConnector1">
            <a:avLst/>
          </a:prstGeom>
          <a:noFill/>
          <a:ln cap="flat" cmpd="sng" w="9525">
            <a:solidFill>
              <a:schemeClr val="dk1"/>
            </a:solidFill>
            <a:prstDash val="solid"/>
            <a:round/>
            <a:headEnd len="sm" w="sm" type="none"/>
            <a:tailEnd len="sm" w="sm" type="none"/>
          </a:ln>
        </p:spPr>
      </p:cxnSp>
      <p:cxnSp>
        <p:nvCxnSpPr>
          <p:cNvPr id="453" name="Google Shape;453;p6"/>
          <p:cNvCxnSpPr>
            <a:stCxn id="442" idx="2"/>
            <a:endCxn id="446" idx="0"/>
          </p:cNvCxnSpPr>
          <p:nvPr/>
        </p:nvCxnSpPr>
        <p:spPr>
          <a:xfrm>
            <a:off x="5547125" y="3576650"/>
            <a:ext cx="0" cy="181200"/>
          </a:xfrm>
          <a:prstGeom prst="straightConnector1">
            <a:avLst/>
          </a:prstGeom>
          <a:noFill/>
          <a:ln cap="flat" cmpd="sng" w="9525">
            <a:solidFill>
              <a:schemeClr val="dk1"/>
            </a:solidFill>
            <a:prstDash val="solid"/>
            <a:round/>
            <a:headEnd len="sm" w="sm" type="none"/>
            <a:tailEnd len="sm" w="sm" type="none"/>
          </a:ln>
        </p:spPr>
      </p:cxnSp>
      <p:cxnSp>
        <p:nvCxnSpPr>
          <p:cNvPr id="454" name="Google Shape;454;p6"/>
          <p:cNvCxnSpPr>
            <a:stCxn id="443" idx="2"/>
            <a:endCxn id="447" idx="0"/>
          </p:cNvCxnSpPr>
          <p:nvPr/>
        </p:nvCxnSpPr>
        <p:spPr>
          <a:xfrm>
            <a:off x="7511025" y="3576650"/>
            <a:ext cx="0" cy="181200"/>
          </a:xfrm>
          <a:prstGeom prst="straightConnector1">
            <a:avLst/>
          </a:prstGeom>
          <a:noFill/>
          <a:ln cap="flat" cmpd="sng" w="9525">
            <a:solidFill>
              <a:schemeClr val="dk1"/>
            </a:solidFill>
            <a:prstDash val="solid"/>
            <a:round/>
            <a:headEnd len="sm" w="sm" type="none"/>
            <a:tailEnd len="sm" w="sm" type="none"/>
          </a:ln>
        </p:spPr>
      </p:cxnSp>
      <p:cxnSp>
        <p:nvCxnSpPr>
          <p:cNvPr id="455" name="Google Shape;455;p6"/>
          <p:cNvCxnSpPr>
            <a:stCxn id="428" idx="3"/>
            <a:endCxn id="440" idx="1"/>
          </p:cNvCxnSpPr>
          <p:nvPr/>
        </p:nvCxnSpPr>
        <p:spPr>
          <a:xfrm flipH="1">
            <a:off x="1344975" y="1620250"/>
            <a:ext cx="6440400" cy="1682100"/>
          </a:xfrm>
          <a:prstGeom prst="bentConnector5">
            <a:avLst>
              <a:gd fmla="val -10325" name="adj1"/>
              <a:gd fmla="val 69788" name="adj2"/>
              <a:gd fmla="val 109943" name="adj3"/>
            </a:avLst>
          </a:prstGeom>
          <a:noFill/>
          <a:ln cap="flat" cmpd="sng" w="9525">
            <a:solidFill>
              <a:schemeClr val="dk1"/>
            </a:solidFill>
            <a:prstDash val="solid"/>
            <a:round/>
            <a:headEnd len="sm" w="sm" type="none"/>
            <a:tailEnd len="med" w="med" type="oval"/>
          </a:ln>
        </p:spPr>
      </p:cxnSp>
      <p:grpSp>
        <p:nvGrpSpPr>
          <p:cNvPr id="456" name="Google Shape;456;p6"/>
          <p:cNvGrpSpPr/>
          <p:nvPr/>
        </p:nvGrpSpPr>
        <p:grpSpPr>
          <a:xfrm>
            <a:off x="3394964" y="3137160"/>
            <a:ext cx="376521" cy="330279"/>
            <a:chOff x="4808388" y="3930076"/>
            <a:chExt cx="376521" cy="330279"/>
          </a:xfrm>
        </p:grpSpPr>
        <p:sp>
          <p:nvSpPr>
            <p:cNvPr id="457" name="Google Shape;457;p6"/>
            <p:cNvSpPr/>
            <p:nvPr/>
          </p:nvSpPr>
          <p:spPr>
            <a:xfrm>
              <a:off x="4808388" y="3930076"/>
              <a:ext cx="177251" cy="180553"/>
            </a:xfrm>
            <a:custGeom>
              <a:rect b="b" l="l" r="r" t="t"/>
              <a:pathLst>
                <a:path extrusionOk="0" h="69" w="68">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8" name="Google Shape;458;p6"/>
            <p:cNvSpPr/>
            <p:nvPr/>
          </p:nvSpPr>
          <p:spPr>
            <a:xfrm>
              <a:off x="4998850" y="3930076"/>
              <a:ext cx="186059" cy="182755"/>
            </a:xfrm>
            <a:custGeom>
              <a:rect b="b" l="l" r="r" t="t"/>
              <a:pathLst>
                <a:path extrusionOk="0" h="70" w="71">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9" name="Google Shape;459;p6"/>
            <p:cNvSpPr/>
            <p:nvPr/>
          </p:nvSpPr>
          <p:spPr>
            <a:xfrm>
              <a:off x="4941602" y="4089711"/>
              <a:ext cx="44038" cy="41835"/>
            </a:xfrm>
            <a:custGeom>
              <a:rect b="b" l="l" r="r" t="t"/>
              <a:pathLst>
                <a:path extrusionOk="0" h="16" w="17">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0" name="Google Shape;460;p6"/>
            <p:cNvSpPr/>
            <p:nvPr/>
          </p:nvSpPr>
          <p:spPr>
            <a:xfrm>
              <a:off x="4941602" y="4173382"/>
              <a:ext cx="44038" cy="44037"/>
            </a:xfrm>
            <a:custGeom>
              <a:rect b="b" l="l" r="r" t="t"/>
              <a:pathLst>
                <a:path extrusionOk="0" h="17" w="17">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1" name="Google Shape;461;p6"/>
            <p:cNvSpPr/>
            <p:nvPr/>
          </p:nvSpPr>
          <p:spPr>
            <a:xfrm>
              <a:off x="5002153" y="4131546"/>
              <a:ext cx="41836" cy="44037"/>
            </a:xfrm>
            <a:custGeom>
              <a:rect b="b" l="l" r="r" t="t"/>
              <a:pathLst>
                <a:path extrusionOk="0" h="17" w="16">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2" name="Google Shape;462;p6"/>
            <p:cNvSpPr/>
            <p:nvPr/>
          </p:nvSpPr>
          <p:spPr>
            <a:xfrm>
              <a:off x="5002153" y="4215217"/>
              <a:ext cx="41836" cy="45138"/>
            </a:xfrm>
            <a:custGeom>
              <a:rect b="b" l="l" r="r" t="t"/>
              <a:pathLst>
                <a:path extrusionOk="0" h="17" w="16">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3" name="Google Shape;463;p6"/>
            <p:cNvSpPr/>
            <p:nvPr/>
          </p:nvSpPr>
          <p:spPr>
            <a:xfrm>
              <a:off x="5048393" y="4061087"/>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64" name="Google Shape;464;p6"/>
          <p:cNvGrpSpPr/>
          <p:nvPr/>
        </p:nvGrpSpPr>
        <p:grpSpPr>
          <a:xfrm>
            <a:off x="7325517" y="3132206"/>
            <a:ext cx="371016" cy="340189"/>
            <a:chOff x="8089184" y="3338874"/>
            <a:chExt cx="371016" cy="340189"/>
          </a:xfrm>
        </p:grpSpPr>
        <p:sp>
          <p:nvSpPr>
            <p:cNvPr id="465" name="Google Shape;465;p6"/>
            <p:cNvSpPr/>
            <p:nvPr/>
          </p:nvSpPr>
          <p:spPr>
            <a:xfrm>
              <a:off x="8089184" y="3338874"/>
              <a:ext cx="371016" cy="340189"/>
            </a:xfrm>
            <a:custGeom>
              <a:rect b="b" l="l" r="r" t="t"/>
              <a:pathLst>
                <a:path extrusionOk="0" h="130" w="142">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6" name="Google Shape;466;p6"/>
            <p:cNvSpPr/>
            <p:nvPr/>
          </p:nvSpPr>
          <p:spPr>
            <a:xfrm>
              <a:off x="8222397" y="3409334"/>
              <a:ext cx="104589" cy="106790"/>
            </a:xfrm>
            <a:custGeom>
              <a:rect b="b" l="l" r="r" t="t"/>
              <a:pathLst>
                <a:path extrusionOk="0" h="41" w="4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7" name="Google Shape;467;p6"/>
            <p:cNvSpPr/>
            <p:nvPr/>
          </p:nvSpPr>
          <p:spPr>
            <a:xfrm>
              <a:off x="8306069" y="3451169"/>
              <a:ext cx="112296" cy="55047"/>
            </a:xfrm>
            <a:custGeom>
              <a:rect b="b" l="l" r="r" t="t"/>
              <a:pathLst>
                <a:path extrusionOk="0" h="21" w="43">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8" name="Google Shape;468;p6"/>
            <p:cNvSpPr/>
            <p:nvPr/>
          </p:nvSpPr>
          <p:spPr>
            <a:xfrm>
              <a:off x="8131020" y="3417040"/>
              <a:ext cx="112296" cy="55047"/>
            </a:xfrm>
            <a:custGeom>
              <a:rect b="b" l="l" r="r" t="t"/>
              <a:pathLst>
                <a:path extrusionOk="0" h="21" w="43">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9" name="Google Shape;469;p6"/>
            <p:cNvSpPr/>
            <p:nvPr/>
          </p:nvSpPr>
          <p:spPr>
            <a:xfrm>
              <a:off x="8267536" y="3537042"/>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70" name="Google Shape;470;p6"/>
          <p:cNvGrpSpPr/>
          <p:nvPr/>
        </p:nvGrpSpPr>
        <p:grpSpPr>
          <a:xfrm>
            <a:off x="5360516" y="3142665"/>
            <a:ext cx="373218" cy="319270"/>
            <a:chOff x="7222746" y="3348783"/>
            <a:chExt cx="373218" cy="319270"/>
          </a:xfrm>
        </p:grpSpPr>
        <p:sp>
          <p:nvSpPr>
            <p:cNvPr id="471" name="Google Shape;471;p6"/>
            <p:cNvSpPr/>
            <p:nvPr/>
          </p:nvSpPr>
          <p:spPr>
            <a:xfrm>
              <a:off x="7222746" y="3348783"/>
              <a:ext cx="373218" cy="319270"/>
            </a:xfrm>
            <a:custGeom>
              <a:rect b="b" l="l" r="r" t="t"/>
              <a:pathLst>
                <a:path extrusionOk="0" h="122" w="143">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2" name="Google Shape;472;p6"/>
            <p:cNvSpPr/>
            <p:nvPr/>
          </p:nvSpPr>
          <p:spPr>
            <a:xfrm>
              <a:off x="7339445" y="3545850"/>
              <a:ext cx="138718" cy="55047"/>
            </a:xfrm>
            <a:custGeom>
              <a:rect b="b" l="l" r="r" t="t"/>
              <a:pathLst>
                <a:path extrusionOk="0" h="21" w="53">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3" name="Google Shape;473;p6"/>
            <p:cNvSpPr/>
            <p:nvPr/>
          </p:nvSpPr>
          <p:spPr>
            <a:xfrm>
              <a:off x="7402198" y="3624016"/>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74" name="Google Shape;474;p6"/>
          <p:cNvGrpSpPr/>
          <p:nvPr/>
        </p:nvGrpSpPr>
        <p:grpSpPr>
          <a:xfrm>
            <a:off x="5359966" y="1434743"/>
            <a:ext cx="374319" cy="371015"/>
            <a:chOff x="4011309" y="3323461"/>
            <a:chExt cx="374319" cy="371015"/>
          </a:xfrm>
        </p:grpSpPr>
        <p:sp>
          <p:nvSpPr>
            <p:cNvPr id="475" name="Google Shape;475;p6"/>
            <p:cNvSpPr/>
            <p:nvPr/>
          </p:nvSpPr>
          <p:spPr>
            <a:xfrm>
              <a:off x="4069659" y="3380710"/>
              <a:ext cx="315969" cy="313766"/>
            </a:xfrm>
            <a:custGeom>
              <a:rect b="b" l="l" r="r" t="t"/>
              <a:pathLst>
                <a:path extrusionOk="0" h="120" w="121">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6" name="Google Shape;476;p6"/>
            <p:cNvSpPr/>
            <p:nvPr/>
          </p:nvSpPr>
          <p:spPr>
            <a:xfrm>
              <a:off x="4011309" y="3323461"/>
              <a:ext cx="175049" cy="169544"/>
            </a:xfrm>
            <a:custGeom>
              <a:rect b="b" l="l" r="r" t="t"/>
              <a:pathLst>
                <a:path extrusionOk="0" h="65" w="67">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7" name="Google Shape;477;p6"/>
            <p:cNvSpPr/>
            <p:nvPr/>
          </p:nvSpPr>
          <p:spPr>
            <a:xfrm>
              <a:off x="4048741" y="3359792"/>
              <a:ext cx="99084" cy="99084"/>
            </a:xfrm>
            <a:custGeom>
              <a:rect b="b" l="l" r="r" t="t"/>
              <a:pathLst>
                <a:path extrusionOk="0" h="38" w="38">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8" name="Google Shape;478;p6"/>
            <p:cNvSpPr/>
            <p:nvPr/>
          </p:nvSpPr>
          <p:spPr>
            <a:xfrm>
              <a:off x="4144522" y="3344379"/>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79" name="Google Shape;479;p6"/>
          <p:cNvGrpSpPr/>
          <p:nvPr/>
        </p:nvGrpSpPr>
        <p:grpSpPr>
          <a:xfrm>
            <a:off x="1470698" y="1434743"/>
            <a:ext cx="297253" cy="371015"/>
            <a:chOff x="1584841" y="3323461"/>
            <a:chExt cx="297253" cy="371015"/>
          </a:xfrm>
        </p:grpSpPr>
        <p:sp>
          <p:nvSpPr>
            <p:cNvPr id="480" name="Google Shape;480;p6"/>
            <p:cNvSpPr/>
            <p:nvPr/>
          </p:nvSpPr>
          <p:spPr>
            <a:xfrm>
              <a:off x="1584841" y="3323461"/>
              <a:ext cx="297253" cy="371015"/>
            </a:xfrm>
            <a:custGeom>
              <a:rect b="b" l="l" r="r" t="t"/>
              <a:pathLst>
                <a:path extrusionOk="0" h="142" w="114">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1" name="Google Shape;481;p6"/>
            <p:cNvSpPr/>
            <p:nvPr/>
          </p:nvSpPr>
          <p:spPr>
            <a:xfrm>
              <a:off x="1670714" y="3369700"/>
              <a:ext cx="125507" cy="123305"/>
            </a:xfrm>
            <a:custGeom>
              <a:rect b="b" l="l" r="r" t="t"/>
              <a:pathLst>
                <a:path extrusionOk="0" h="47" w="48">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2" name="Google Shape;482;p6"/>
            <p:cNvSpPr/>
            <p:nvPr/>
          </p:nvSpPr>
          <p:spPr>
            <a:xfrm>
              <a:off x="1634383" y="3521629"/>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3" name="Google Shape;483;p6"/>
            <p:cNvSpPr/>
            <p:nvPr/>
          </p:nvSpPr>
          <p:spPr>
            <a:xfrm>
              <a:off x="1634383" y="3557960"/>
              <a:ext cx="198169" cy="16514"/>
            </a:xfrm>
            <a:custGeom>
              <a:rect b="b" l="l" r="r" t="t"/>
              <a:pathLst>
                <a:path extrusionOk="0" h="6" w="76">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p6"/>
            <p:cNvSpPr/>
            <p:nvPr/>
          </p:nvSpPr>
          <p:spPr>
            <a:xfrm>
              <a:off x="1634383" y="3597594"/>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5" name="Google Shape;485;p6"/>
            <p:cNvSpPr/>
            <p:nvPr/>
          </p:nvSpPr>
          <p:spPr>
            <a:xfrm>
              <a:off x="1634383" y="3633924"/>
              <a:ext cx="165141" cy="13211"/>
            </a:xfrm>
            <a:custGeom>
              <a:rect b="b" l="l" r="r" t="t"/>
              <a:pathLst>
                <a:path extrusionOk="0" h="5" w="63">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6" name="Google Shape;486;p6"/>
            <p:cNvSpPr/>
            <p:nvPr/>
          </p:nvSpPr>
          <p:spPr>
            <a:xfrm>
              <a:off x="1817139" y="3633924"/>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87" name="Google Shape;487;p6"/>
          <p:cNvGrpSpPr/>
          <p:nvPr/>
        </p:nvGrpSpPr>
        <p:grpSpPr>
          <a:xfrm>
            <a:off x="7384273" y="1434743"/>
            <a:ext cx="253505" cy="371015"/>
            <a:chOff x="5639596" y="2705837"/>
            <a:chExt cx="253505" cy="371015"/>
          </a:xfrm>
        </p:grpSpPr>
        <p:sp>
          <p:nvSpPr>
            <p:cNvPr id="488" name="Google Shape;488;p6"/>
            <p:cNvSpPr/>
            <p:nvPr/>
          </p:nvSpPr>
          <p:spPr>
            <a:xfrm>
              <a:off x="5639596" y="2705837"/>
              <a:ext cx="253216" cy="371015"/>
            </a:xfrm>
            <a:custGeom>
              <a:rect b="b" l="l" r="r" t="t"/>
              <a:pathLst>
                <a:path extrusionOk="0" h="142" w="97">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9" name="Google Shape;489;p6"/>
            <p:cNvSpPr/>
            <p:nvPr/>
          </p:nvSpPr>
          <p:spPr>
            <a:xfrm>
              <a:off x="5673726" y="2734461"/>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0" name="Google Shape;490;p6"/>
            <p:cNvSpPr/>
            <p:nvPr/>
          </p:nvSpPr>
          <p:spPr>
            <a:xfrm>
              <a:off x="5795930" y="2734461"/>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1" name="Google Shape;491;p6"/>
            <p:cNvSpPr/>
            <p:nvPr/>
          </p:nvSpPr>
          <p:spPr>
            <a:xfrm>
              <a:off x="5673726" y="2818132"/>
              <a:ext cx="64955" cy="64955"/>
            </a:xfrm>
            <a:custGeom>
              <a:rect b="b" l="l" r="r" t="t"/>
              <a:pathLst>
                <a:path extrusionOk="0" h="25" w="25">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2" name="Google Shape;492;p6"/>
            <p:cNvSpPr/>
            <p:nvPr/>
          </p:nvSpPr>
          <p:spPr>
            <a:xfrm>
              <a:off x="5795930" y="2818132"/>
              <a:ext cx="64955" cy="64955"/>
            </a:xfrm>
            <a:custGeom>
              <a:rect b="b" l="l" r="r" t="t"/>
              <a:pathLst>
                <a:path extrusionOk="0" h="25" w="25">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3" name="Google Shape;493;p6"/>
            <p:cNvSpPr/>
            <p:nvPr/>
          </p:nvSpPr>
          <p:spPr>
            <a:xfrm>
              <a:off x="5673726" y="2899602"/>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4" name="Google Shape;494;p6"/>
            <p:cNvSpPr/>
            <p:nvPr/>
          </p:nvSpPr>
          <p:spPr>
            <a:xfrm>
              <a:off x="5795930" y="2899602"/>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5" name="Google Shape;495;p6"/>
            <p:cNvSpPr/>
            <p:nvPr/>
          </p:nvSpPr>
          <p:spPr>
            <a:xfrm>
              <a:off x="5673726" y="2983273"/>
              <a:ext cx="64955" cy="64955"/>
            </a:xfrm>
            <a:custGeom>
              <a:rect b="b" l="l" r="r" t="t"/>
              <a:pathLst>
                <a:path extrusionOk="0" h="25" w="25">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6" name="Google Shape;496;p6"/>
            <p:cNvSpPr/>
            <p:nvPr/>
          </p:nvSpPr>
          <p:spPr>
            <a:xfrm>
              <a:off x="5795930" y="2983273"/>
              <a:ext cx="64955" cy="64955"/>
            </a:xfrm>
            <a:custGeom>
              <a:rect b="b" l="l" r="r" t="t"/>
              <a:pathLst>
                <a:path extrusionOk="0" h="25" w="25">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7" name="Google Shape;497;p6"/>
            <p:cNvSpPr/>
            <p:nvPr/>
          </p:nvSpPr>
          <p:spPr>
            <a:xfrm>
              <a:off x="5759599" y="2760884"/>
              <a:ext cx="15413" cy="264224"/>
            </a:xfrm>
            <a:custGeom>
              <a:rect b="b" l="l" r="r" t="t"/>
              <a:pathLst>
                <a:path extrusionOk="0" h="101" w="6">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8" name="Google Shape;498;p6"/>
            <p:cNvSpPr/>
            <p:nvPr/>
          </p:nvSpPr>
          <p:spPr>
            <a:xfrm>
              <a:off x="5879601" y="2966758"/>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99" name="Google Shape;499;p6"/>
          <p:cNvGrpSpPr/>
          <p:nvPr/>
        </p:nvGrpSpPr>
        <p:grpSpPr>
          <a:xfrm>
            <a:off x="3415882" y="1434743"/>
            <a:ext cx="334685" cy="371015"/>
            <a:chOff x="1545207" y="2705837"/>
            <a:chExt cx="334685" cy="371015"/>
          </a:xfrm>
        </p:grpSpPr>
        <p:sp>
          <p:nvSpPr>
            <p:cNvPr id="500" name="Google Shape;500;p6"/>
            <p:cNvSpPr/>
            <p:nvPr/>
          </p:nvSpPr>
          <p:spPr>
            <a:xfrm>
              <a:off x="1545207" y="2705837"/>
              <a:ext cx="334685" cy="371015"/>
            </a:xfrm>
            <a:custGeom>
              <a:rect b="b" l="l" r="r" t="t"/>
              <a:pathLst>
                <a:path extrusionOk="0" h="142" w="128">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1" name="Google Shape;501;p6"/>
            <p:cNvSpPr/>
            <p:nvPr/>
          </p:nvSpPr>
          <p:spPr>
            <a:xfrm>
              <a:off x="1649797" y="2920519"/>
              <a:ext cx="125507" cy="125506"/>
            </a:xfrm>
            <a:custGeom>
              <a:rect b="b" l="l" r="r" t="t"/>
              <a:pathLst>
                <a:path extrusionOk="0" h="48" w="48">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2" name="Google Shape;502;p6"/>
            <p:cNvSpPr/>
            <p:nvPr/>
          </p:nvSpPr>
          <p:spPr>
            <a:xfrm>
              <a:off x="1694935" y="2705837"/>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03" name="Google Shape;503;p6"/>
          <p:cNvGrpSpPr/>
          <p:nvPr/>
        </p:nvGrpSpPr>
        <p:grpSpPr>
          <a:xfrm>
            <a:off x="1431065" y="3116242"/>
            <a:ext cx="376521" cy="372116"/>
            <a:chOff x="3183403" y="2077204"/>
            <a:chExt cx="376521" cy="372116"/>
          </a:xfrm>
        </p:grpSpPr>
        <p:sp>
          <p:nvSpPr>
            <p:cNvPr id="504" name="Google Shape;504;p6"/>
            <p:cNvSpPr/>
            <p:nvPr/>
          </p:nvSpPr>
          <p:spPr>
            <a:xfrm>
              <a:off x="3371663" y="2143260"/>
              <a:ext cx="123305" cy="122204"/>
            </a:xfrm>
            <a:custGeom>
              <a:rect b="b" l="l" r="r" t="t"/>
              <a:pathLst>
                <a:path extrusionOk="0" h="47" w="47">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5" name="Google Shape;505;p6"/>
            <p:cNvSpPr/>
            <p:nvPr/>
          </p:nvSpPr>
          <p:spPr>
            <a:xfrm>
              <a:off x="3183403" y="2077204"/>
              <a:ext cx="376521" cy="372116"/>
            </a:xfrm>
            <a:custGeom>
              <a:rect b="b" l="l" r="r" t="t"/>
              <a:pathLst>
                <a:path extrusionOk="0" h="142" w="144">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6" name="Google Shape;506;p6"/>
            <p:cNvSpPr/>
            <p:nvPr/>
          </p:nvSpPr>
          <p:spPr>
            <a:xfrm>
              <a:off x="3337535" y="2105829"/>
              <a:ext cx="190463" cy="193764"/>
            </a:xfrm>
            <a:custGeom>
              <a:rect b="b" l="l" r="r" t="t"/>
              <a:pathLst>
                <a:path extrusionOk="0" h="74" w="73">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7" name="Google Shape;507;p6"/>
            <p:cNvSpPr/>
            <p:nvPr/>
          </p:nvSpPr>
          <p:spPr>
            <a:xfrm>
              <a:off x="3324323" y="2132251"/>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
          <p:cNvSpPr txBox="1"/>
          <p:nvPr>
            <p:ph type="title"/>
          </p:nvPr>
        </p:nvSpPr>
        <p:spPr>
          <a:xfrm>
            <a:off x="704970" y="124986"/>
            <a:ext cx="7713900" cy="5727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3000"/>
              <a:buNone/>
            </a:pPr>
            <a:r>
              <a:rPr b="1" lang="en" sz="2800">
                <a:solidFill>
                  <a:schemeClr val="dk1"/>
                </a:solidFill>
                <a:latin typeface="Calibri"/>
                <a:ea typeface="Calibri"/>
                <a:cs typeface="Calibri"/>
                <a:sym typeface="Calibri"/>
              </a:rPr>
              <a:t>PyDatalog Pediatric Triage Engine</a:t>
            </a:r>
            <a:endParaRPr sz="2800"/>
          </a:p>
        </p:txBody>
      </p:sp>
      <p:sp>
        <p:nvSpPr>
          <p:cNvPr id="513" name="Google Shape;513;p7"/>
          <p:cNvSpPr/>
          <p:nvPr/>
        </p:nvSpPr>
        <p:spPr>
          <a:xfrm>
            <a:off x="670999" y="761693"/>
            <a:ext cx="1593810" cy="256032"/>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14" name="Google Shape;514;p7"/>
          <p:cNvSpPr/>
          <p:nvPr/>
        </p:nvSpPr>
        <p:spPr>
          <a:xfrm>
            <a:off x="670999" y="761693"/>
            <a:ext cx="1568148" cy="256032"/>
          </a:xfrm>
          <a:prstGeom prst="rect">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① INPUT</a:t>
            </a:r>
            <a:endParaRPr b="0" i="0" sz="800" u="none" cap="none" strike="noStrike">
              <a:solidFill>
                <a:schemeClr val="dk1"/>
              </a:solidFill>
              <a:latin typeface="Arial"/>
              <a:ea typeface="Arial"/>
              <a:cs typeface="Arial"/>
              <a:sym typeface="Arial"/>
            </a:endParaRPr>
          </a:p>
        </p:txBody>
      </p:sp>
      <p:sp>
        <p:nvSpPr>
          <p:cNvPr id="515" name="Google Shape;515;p7"/>
          <p:cNvSpPr/>
          <p:nvPr/>
        </p:nvSpPr>
        <p:spPr>
          <a:xfrm>
            <a:off x="2527380" y="761693"/>
            <a:ext cx="1920240" cy="256032"/>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7"/>
          <p:cNvSpPr/>
          <p:nvPr/>
        </p:nvSpPr>
        <p:spPr>
          <a:xfrm>
            <a:off x="2527380" y="761693"/>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② FACTS</a:t>
            </a:r>
            <a:endParaRPr b="0" i="0" sz="800" u="none" cap="none" strike="noStrike">
              <a:solidFill>
                <a:schemeClr val="dk1"/>
              </a:solidFill>
              <a:latin typeface="Arial"/>
              <a:ea typeface="Arial"/>
              <a:cs typeface="Arial"/>
              <a:sym typeface="Arial"/>
            </a:endParaRPr>
          </a:p>
        </p:txBody>
      </p:sp>
      <p:sp>
        <p:nvSpPr>
          <p:cNvPr id="517" name="Google Shape;517;p7"/>
          <p:cNvSpPr/>
          <p:nvPr/>
        </p:nvSpPr>
        <p:spPr>
          <a:xfrm>
            <a:off x="4676220" y="761693"/>
            <a:ext cx="1600200" cy="256032"/>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7"/>
          <p:cNvSpPr/>
          <p:nvPr/>
        </p:nvSpPr>
        <p:spPr>
          <a:xfrm>
            <a:off x="4676220" y="761693"/>
            <a:ext cx="16002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③ RULES</a:t>
            </a:r>
            <a:endParaRPr b="0" i="0" sz="800" u="none" cap="none" strike="noStrike">
              <a:solidFill>
                <a:schemeClr val="dk1"/>
              </a:solidFill>
              <a:latin typeface="Arial"/>
              <a:ea typeface="Arial"/>
              <a:cs typeface="Arial"/>
              <a:sym typeface="Arial"/>
            </a:endParaRPr>
          </a:p>
        </p:txBody>
      </p:sp>
      <p:sp>
        <p:nvSpPr>
          <p:cNvPr id="519" name="Google Shape;519;p7"/>
          <p:cNvSpPr/>
          <p:nvPr/>
        </p:nvSpPr>
        <p:spPr>
          <a:xfrm>
            <a:off x="6413580" y="761693"/>
            <a:ext cx="1478280" cy="25603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20" name="Google Shape;520;p7"/>
          <p:cNvSpPr/>
          <p:nvPr/>
        </p:nvSpPr>
        <p:spPr>
          <a:xfrm>
            <a:off x="6413580" y="761693"/>
            <a:ext cx="155448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8FAFC"/>
                </a:solidFill>
                <a:latin typeface="Calibri"/>
                <a:ea typeface="Calibri"/>
                <a:cs typeface="Calibri"/>
                <a:sym typeface="Calibri"/>
              </a:rPr>
              <a:t>④ LOGIC</a:t>
            </a:r>
            <a:endParaRPr b="0" i="0" sz="800" u="none" cap="none" strike="noStrike">
              <a:solidFill>
                <a:srgbClr val="000000"/>
              </a:solidFill>
              <a:latin typeface="Arial"/>
              <a:ea typeface="Arial"/>
              <a:cs typeface="Arial"/>
              <a:sym typeface="Arial"/>
            </a:endParaRPr>
          </a:p>
        </p:txBody>
      </p:sp>
      <p:sp>
        <p:nvSpPr>
          <p:cNvPr id="521" name="Google Shape;521;p7"/>
          <p:cNvSpPr/>
          <p:nvPr/>
        </p:nvSpPr>
        <p:spPr>
          <a:xfrm>
            <a:off x="8105220" y="761693"/>
            <a:ext cx="973835" cy="256032"/>
          </a:xfrm>
          <a:prstGeom prst="rect">
            <a:avLst/>
          </a:prstGeom>
          <a:solidFill>
            <a:srgbClr val="1E293B"/>
          </a:solidFill>
          <a:ln cap="flat" cmpd="sng" w="12700">
            <a:solidFill>
              <a:srgbClr val="1E293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7"/>
          <p:cNvSpPr/>
          <p:nvPr/>
        </p:nvSpPr>
        <p:spPr>
          <a:xfrm>
            <a:off x="8105220" y="761693"/>
            <a:ext cx="973835"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8FAFC"/>
                </a:solidFill>
                <a:latin typeface="Calibri"/>
                <a:ea typeface="Calibri"/>
                <a:cs typeface="Calibri"/>
                <a:sym typeface="Calibri"/>
              </a:rPr>
              <a:t>⑤ OUTPUT</a:t>
            </a:r>
            <a:endParaRPr b="0" i="0" sz="800" u="none" cap="none" strike="noStrike">
              <a:solidFill>
                <a:srgbClr val="000000"/>
              </a:solidFill>
              <a:latin typeface="Arial"/>
              <a:ea typeface="Arial"/>
              <a:cs typeface="Arial"/>
              <a:sym typeface="Arial"/>
            </a:endParaRPr>
          </a:p>
        </p:txBody>
      </p:sp>
      <p:sp>
        <p:nvSpPr>
          <p:cNvPr id="523" name="Google Shape;523;p7"/>
          <p:cNvSpPr/>
          <p:nvPr/>
        </p:nvSpPr>
        <p:spPr>
          <a:xfrm>
            <a:off x="670998" y="1152247"/>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Calibri"/>
                <a:ea typeface="Calibri"/>
                <a:cs typeface="Calibri"/>
                <a:sym typeface="Calibri"/>
              </a:rPr>
              <a:t>age_months / age_years</a:t>
            </a:r>
            <a:endParaRPr/>
          </a:p>
        </p:txBody>
      </p:sp>
      <p:sp>
        <p:nvSpPr>
          <p:cNvPr id="524" name="Google Shape;524;p7"/>
          <p:cNvSpPr/>
          <p:nvPr/>
        </p:nvSpPr>
        <p:spPr>
          <a:xfrm>
            <a:off x="670998" y="1532280"/>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temp_f</a:t>
            </a:r>
            <a:endParaRPr b="1" i="0" sz="800" u="none" cap="none" strike="noStrike">
              <a:solidFill>
                <a:schemeClr val="dk1"/>
              </a:solidFill>
              <a:latin typeface="Arial"/>
              <a:ea typeface="Arial"/>
              <a:cs typeface="Arial"/>
              <a:sym typeface="Arial"/>
            </a:endParaRPr>
          </a:p>
        </p:txBody>
      </p:sp>
      <p:sp>
        <p:nvSpPr>
          <p:cNvPr id="525" name="Google Shape;525;p7"/>
          <p:cNvSpPr/>
          <p:nvPr/>
        </p:nvSpPr>
        <p:spPr>
          <a:xfrm>
            <a:off x="652710" y="1913344"/>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alertness</a:t>
            </a:r>
            <a:endParaRPr b="1" i="0" sz="800" u="none" cap="none" strike="noStrike">
              <a:solidFill>
                <a:schemeClr val="dk1"/>
              </a:solidFill>
              <a:latin typeface="Arial"/>
              <a:ea typeface="Arial"/>
              <a:cs typeface="Arial"/>
              <a:sym typeface="Arial"/>
            </a:endParaRPr>
          </a:p>
        </p:txBody>
      </p:sp>
      <p:sp>
        <p:nvSpPr>
          <p:cNvPr id="526" name="Google Shape;526;p7"/>
          <p:cNvSpPr/>
          <p:nvPr/>
        </p:nvSpPr>
        <p:spPr>
          <a:xfrm>
            <a:off x="652710" y="2281080"/>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breathing</a:t>
            </a:r>
            <a:endParaRPr b="1" i="0" sz="800" u="none" cap="none" strike="noStrike">
              <a:solidFill>
                <a:schemeClr val="dk1"/>
              </a:solidFill>
              <a:latin typeface="Arial"/>
              <a:ea typeface="Arial"/>
              <a:cs typeface="Arial"/>
              <a:sym typeface="Arial"/>
            </a:endParaRPr>
          </a:p>
        </p:txBody>
      </p:sp>
      <p:sp>
        <p:nvSpPr>
          <p:cNvPr id="527" name="Google Shape;527;p7"/>
          <p:cNvSpPr/>
          <p:nvPr/>
        </p:nvSpPr>
        <p:spPr>
          <a:xfrm>
            <a:off x="645336" y="2650709"/>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Calibri"/>
                <a:ea typeface="Calibri"/>
                <a:cs typeface="Calibri"/>
                <a:sym typeface="Calibri"/>
              </a:rPr>
              <a:t>fluid_intake / urine_last_8h</a:t>
            </a:r>
            <a:endParaRPr/>
          </a:p>
        </p:txBody>
      </p:sp>
      <p:sp>
        <p:nvSpPr>
          <p:cNvPr id="528" name="Google Shape;528;p7"/>
          <p:cNvSpPr/>
          <p:nvPr/>
        </p:nvSpPr>
        <p:spPr>
          <a:xfrm>
            <a:off x="645336" y="3020391"/>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Calibri"/>
                <a:ea typeface="Calibri"/>
                <a:cs typeface="Calibri"/>
                <a:sym typeface="Calibri"/>
              </a:rPr>
              <a:t>vomiting</a:t>
            </a:r>
            <a:endParaRPr/>
          </a:p>
        </p:txBody>
      </p:sp>
      <p:sp>
        <p:nvSpPr>
          <p:cNvPr id="529" name="Google Shape;529;p7"/>
          <p:cNvSpPr/>
          <p:nvPr/>
        </p:nvSpPr>
        <p:spPr>
          <a:xfrm>
            <a:off x="645336" y="3387024"/>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Calibri"/>
                <a:ea typeface="Calibri"/>
                <a:cs typeface="Calibri"/>
                <a:sym typeface="Calibri"/>
              </a:rPr>
              <a:t>current_meds</a:t>
            </a:r>
            <a:endParaRPr/>
          </a:p>
        </p:txBody>
      </p:sp>
      <p:sp>
        <p:nvSpPr>
          <p:cNvPr id="530" name="Google Shape;530;p7"/>
          <p:cNvSpPr/>
          <p:nvPr/>
        </p:nvSpPr>
        <p:spPr>
          <a:xfrm>
            <a:off x="645336" y="3762974"/>
            <a:ext cx="1593810" cy="301752"/>
          </a:xfrm>
          <a:prstGeom prst="rect">
            <a:avLst/>
          </a:prstGeom>
          <a:solidFill>
            <a:schemeClr val="accent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Calibri"/>
                <a:ea typeface="Calibri"/>
                <a:cs typeface="Calibri"/>
                <a:sym typeface="Calibri"/>
              </a:rPr>
              <a:t>seizure / fever_duration_hours</a:t>
            </a:r>
            <a:endParaRPr/>
          </a:p>
        </p:txBody>
      </p:sp>
      <p:cxnSp>
        <p:nvCxnSpPr>
          <p:cNvPr id="531" name="Google Shape;531;p7"/>
          <p:cNvCxnSpPr/>
          <p:nvPr/>
        </p:nvCxnSpPr>
        <p:spPr>
          <a:xfrm>
            <a:off x="2344500" y="2462477"/>
            <a:ext cx="182880" cy="0"/>
          </a:xfrm>
          <a:prstGeom prst="straightConnector1">
            <a:avLst/>
          </a:prstGeom>
          <a:noFill/>
          <a:ln cap="flat" cmpd="sng" w="19050">
            <a:solidFill>
              <a:srgbClr val="475569"/>
            </a:solidFill>
            <a:prstDash val="solid"/>
            <a:round/>
            <a:headEnd len="sm" w="sm" type="none"/>
            <a:tailEnd len="med" w="med" type="stealth"/>
          </a:ln>
        </p:spPr>
      </p:cxnSp>
      <p:sp>
        <p:nvSpPr>
          <p:cNvPr id="532" name="Google Shape;532;p7"/>
          <p:cNvSpPr/>
          <p:nvPr/>
        </p:nvSpPr>
        <p:spPr>
          <a:xfrm>
            <a:off x="2527380" y="1090877"/>
            <a:ext cx="1920240" cy="447969"/>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91919"/>
                </a:solidFill>
                <a:latin typeface="Calibri"/>
                <a:ea typeface="Calibri"/>
                <a:cs typeface="Calibri"/>
                <a:sym typeface="Calibri"/>
              </a:rPr>
              <a:t>_case_to_facts()</a:t>
            </a:r>
            <a:endParaRPr b="0" i="0" sz="8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191919"/>
                </a:solidFill>
                <a:latin typeface="Calibri"/>
                <a:ea typeface="Calibri"/>
                <a:cs typeface="Calibri"/>
                <a:sym typeface="Calibri"/>
              </a:rPr>
              <a:t>Converts fields → cf(S, name, val)</a:t>
            </a:r>
            <a:endParaRPr b="0" i="0" sz="850" u="none" cap="none" strike="noStrike">
              <a:solidFill>
                <a:srgbClr val="191919"/>
              </a:solidFill>
              <a:latin typeface="Arial"/>
              <a:ea typeface="Arial"/>
              <a:cs typeface="Arial"/>
              <a:sym typeface="Arial"/>
            </a:endParaRPr>
          </a:p>
        </p:txBody>
      </p:sp>
      <p:cxnSp>
        <p:nvCxnSpPr>
          <p:cNvPr id="533" name="Google Shape;533;p7"/>
          <p:cNvCxnSpPr/>
          <p:nvPr/>
        </p:nvCxnSpPr>
        <p:spPr>
          <a:xfrm>
            <a:off x="3487500" y="1494407"/>
            <a:ext cx="0" cy="256032"/>
          </a:xfrm>
          <a:prstGeom prst="straightConnector1">
            <a:avLst/>
          </a:prstGeom>
          <a:noFill/>
          <a:ln cap="flat" cmpd="sng" w="19050">
            <a:solidFill>
              <a:srgbClr val="475569"/>
            </a:solidFill>
            <a:prstDash val="solid"/>
            <a:round/>
            <a:headEnd len="sm" w="sm" type="none"/>
            <a:tailEnd len="med" w="med" type="stealth"/>
          </a:ln>
        </p:spPr>
      </p:cxnSp>
      <p:sp>
        <p:nvSpPr>
          <p:cNvPr id="534" name="Google Shape;534;p7"/>
          <p:cNvSpPr/>
          <p:nvPr/>
        </p:nvSpPr>
        <p:spPr>
          <a:xfrm>
            <a:off x="2563956" y="1745227"/>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rgbClr val="191919"/>
                </a:solidFill>
                <a:latin typeface="Calibri"/>
                <a:ea typeface="Calibri"/>
                <a:cs typeface="Calibri"/>
                <a:sym typeface="Calibri"/>
              </a:rPr>
              <a:t>dehydration_severe = yes</a:t>
            </a:r>
            <a:endParaRPr b="0" i="0" sz="7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191919"/>
                </a:solidFill>
                <a:latin typeface="Calibri"/>
                <a:ea typeface="Calibri"/>
                <a:cs typeface="Calibri"/>
                <a:sym typeface="Calibri"/>
              </a:rPr>
              <a:t>poor fluid + no urine</a:t>
            </a:r>
            <a:endParaRPr b="0" i="0" sz="750" u="none" cap="none" strike="noStrike">
              <a:solidFill>
                <a:srgbClr val="191919"/>
              </a:solidFill>
              <a:latin typeface="Arial"/>
              <a:ea typeface="Arial"/>
              <a:cs typeface="Arial"/>
              <a:sym typeface="Arial"/>
            </a:endParaRPr>
          </a:p>
        </p:txBody>
      </p:sp>
      <p:sp>
        <p:nvSpPr>
          <p:cNvPr id="535" name="Google Shape;535;p7"/>
          <p:cNvSpPr/>
          <p:nvPr/>
        </p:nvSpPr>
        <p:spPr>
          <a:xfrm>
            <a:off x="2563956" y="2132358"/>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rgbClr val="191919"/>
                </a:solidFill>
                <a:latin typeface="Calibri"/>
                <a:ea typeface="Calibri"/>
                <a:cs typeface="Calibri"/>
                <a:sym typeface="Calibri"/>
              </a:rPr>
              <a:t>dehydration_risk = yes</a:t>
            </a:r>
            <a:endParaRPr b="0" i="0" sz="7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191919"/>
                </a:solidFill>
                <a:latin typeface="Calibri"/>
                <a:ea typeface="Calibri"/>
                <a:cs typeface="Calibri"/>
                <a:sym typeface="Calibri"/>
              </a:rPr>
              <a:t>one of above</a:t>
            </a:r>
            <a:endParaRPr b="0" i="0" sz="750" u="none" cap="none" strike="noStrike">
              <a:solidFill>
                <a:srgbClr val="191919"/>
              </a:solidFill>
              <a:latin typeface="Arial"/>
              <a:ea typeface="Arial"/>
              <a:cs typeface="Arial"/>
              <a:sym typeface="Arial"/>
            </a:endParaRPr>
          </a:p>
        </p:txBody>
      </p:sp>
      <p:sp>
        <p:nvSpPr>
          <p:cNvPr id="536" name="Google Shape;536;p7"/>
          <p:cNvSpPr/>
          <p:nvPr/>
        </p:nvSpPr>
        <p:spPr>
          <a:xfrm>
            <a:off x="2563956" y="2512091"/>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750" u="none" cap="none" strike="noStrike">
                <a:solidFill>
                  <a:srgbClr val="191919"/>
                </a:solidFill>
                <a:latin typeface="Calibri"/>
                <a:ea typeface="Calibri"/>
                <a:cs typeface="Calibri"/>
                <a:sym typeface="Calibri"/>
              </a:rPr>
              <a:t>on_antibiotic = yes</a:t>
            </a:r>
            <a:endParaRPr/>
          </a:p>
          <a:p>
            <a:pPr indent="0" lvl="0" marL="0" marR="0" rtl="0" algn="ctr">
              <a:lnSpc>
                <a:spcPct val="100000"/>
              </a:lnSpc>
              <a:spcBef>
                <a:spcPts val="0"/>
              </a:spcBef>
              <a:spcAft>
                <a:spcPts val="0"/>
              </a:spcAft>
              <a:buNone/>
            </a:pPr>
            <a:r>
              <a:rPr b="1" i="0" lang="en" sz="750" u="none" cap="none" strike="noStrike">
                <a:solidFill>
                  <a:srgbClr val="191919"/>
                </a:solidFill>
                <a:latin typeface="Calibri"/>
                <a:ea typeface="Calibri"/>
                <a:cs typeface="Calibri"/>
                <a:sym typeface="Calibri"/>
              </a:rPr>
              <a:t>if current_meds non-empty</a:t>
            </a:r>
            <a:endParaRPr/>
          </a:p>
        </p:txBody>
      </p:sp>
      <p:sp>
        <p:nvSpPr>
          <p:cNvPr id="537" name="Google Shape;537;p7"/>
          <p:cNvSpPr/>
          <p:nvPr/>
        </p:nvSpPr>
        <p:spPr>
          <a:xfrm>
            <a:off x="2563956" y="2877976"/>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None/>
            </a:pPr>
            <a:r>
              <a:rPr b="1" i="0" lang="en" sz="750" u="none" cap="none" strike="noStrike">
                <a:solidFill>
                  <a:srgbClr val="191919"/>
                </a:solidFill>
                <a:latin typeface="Calibri"/>
                <a:ea typeface="Calibri"/>
                <a:cs typeface="Calibri"/>
                <a:sym typeface="Calibri"/>
              </a:rPr>
              <a:t>cpg_infant_under_3mo_fever</a:t>
            </a:r>
            <a:endParaRPr/>
          </a:p>
          <a:p>
            <a:pPr indent="0" lvl="0" marL="0" marR="0" rtl="0" algn="ctr">
              <a:lnSpc>
                <a:spcPct val="100000"/>
              </a:lnSpc>
              <a:spcBef>
                <a:spcPts val="0"/>
              </a:spcBef>
              <a:spcAft>
                <a:spcPts val="0"/>
              </a:spcAft>
              <a:buNone/>
            </a:pPr>
            <a:r>
              <a:rPr b="1" i="0" lang="en" sz="750" u="none" cap="none" strike="noStrike">
                <a:solidFill>
                  <a:srgbClr val="191919"/>
                </a:solidFill>
                <a:latin typeface="Calibri"/>
                <a:ea typeface="Calibri"/>
                <a:cs typeface="Calibri"/>
                <a:sym typeface="Calibri"/>
              </a:rPr>
              <a:t>age&lt;3mo + temp&gt;100.4</a:t>
            </a:r>
            <a:endParaRPr/>
          </a:p>
        </p:txBody>
      </p:sp>
      <p:sp>
        <p:nvSpPr>
          <p:cNvPr id="538" name="Google Shape;538;p7"/>
          <p:cNvSpPr/>
          <p:nvPr/>
        </p:nvSpPr>
        <p:spPr>
          <a:xfrm>
            <a:off x="2545668" y="3263170"/>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rgbClr val="191919"/>
                </a:solidFill>
                <a:latin typeface="Calibri"/>
                <a:ea typeface="Calibri"/>
                <a:cs typeface="Calibri"/>
                <a:sym typeface="Calibri"/>
              </a:rPr>
              <a:t>cpg_ibuprofen_contraind.</a:t>
            </a:r>
            <a:endParaRPr b="0" i="0" sz="7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191919"/>
                </a:solidFill>
                <a:latin typeface="Calibri"/>
                <a:ea typeface="Calibri"/>
                <a:cs typeface="Calibri"/>
                <a:sym typeface="Calibri"/>
              </a:rPr>
              <a:t>age &lt; 6 months</a:t>
            </a:r>
            <a:endParaRPr b="0" i="0" sz="750" u="none" cap="none" strike="noStrike">
              <a:solidFill>
                <a:srgbClr val="191919"/>
              </a:solidFill>
              <a:latin typeface="Arial"/>
              <a:ea typeface="Arial"/>
              <a:cs typeface="Arial"/>
              <a:sym typeface="Arial"/>
            </a:endParaRPr>
          </a:p>
        </p:txBody>
      </p:sp>
      <p:sp>
        <p:nvSpPr>
          <p:cNvPr id="539" name="Google Shape;539;p7"/>
          <p:cNvSpPr/>
          <p:nvPr/>
        </p:nvSpPr>
        <p:spPr>
          <a:xfrm>
            <a:off x="2545668" y="3654501"/>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rgbClr val="191919"/>
                </a:solidFill>
                <a:latin typeface="Calibri"/>
                <a:ea typeface="Calibri"/>
                <a:cs typeface="Calibri"/>
                <a:sym typeface="Calibri"/>
              </a:rPr>
              <a:t>cpg_fever_duration_3_days</a:t>
            </a:r>
            <a:endParaRPr b="0" i="0" sz="7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191919"/>
                </a:solidFill>
                <a:latin typeface="Calibri"/>
                <a:ea typeface="Calibri"/>
                <a:cs typeface="Calibri"/>
                <a:sym typeface="Calibri"/>
              </a:rPr>
              <a:t>hours ≥ 72</a:t>
            </a:r>
            <a:endParaRPr b="0" i="0" sz="750" u="none" cap="none" strike="noStrike">
              <a:solidFill>
                <a:srgbClr val="191919"/>
              </a:solidFill>
              <a:latin typeface="Arial"/>
              <a:ea typeface="Arial"/>
              <a:cs typeface="Arial"/>
              <a:sym typeface="Arial"/>
            </a:endParaRPr>
          </a:p>
        </p:txBody>
      </p:sp>
      <p:sp>
        <p:nvSpPr>
          <p:cNvPr id="540" name="Google Shape;540;p7"/>
          <p:cNvSpPr/>
          <p:nvPr/>
        </p:nvSpPr>
        <p:spPr>
          <a:xfrm>
            <a:off x="2527380" y="4040792"/>
            <a:ext cx="1883664" cy="301752"/>
          </a:xfrm>
          <a:prstGeom prst="rect">
            <a:avLst/>
          </a:prstGeom>
          <a:solidFill>
            <a:schemeClr val="dk2"/>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rgbClr val="191919"/>
                </a:solidFill>
                <a:latin typeface="Calibri"/>
                <a:ea typeface="Calibri"/>
                <a:cs typeface="Calibri"/>
                <a:sym typeface="Calibri"/>
              </a:rPr>
              <a:t>temp_f = very_high</a:t>
            </a:r>
            <a:endParaRPr b="0" i="0" sz="750" u="none" cap="none" strike="noStrike">
              <a:solidFill>
                <a:srgbClr val="19191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191919"/>
                </a:solidFill>
                <a:latin typeface="Calibri"/>
                <a:ea typeface="Calibri"/>
                <a:cs typeface="Calibri"/>
                <a:sym typeface="Calibri"/>
              </a:rPr>
              <a:t>temp ≥ 104°F</a:t>
            </a:r>
            <a:endParaRPr b="0" i="0" sz="750" u="none" cap="none" strike="noStrike">
              <a:solidFill>
                <a:srgbClr val="191919"/>
              </a:solidFill>
              <a:latin typeface="Arial"/>
              <a:ea typeface="Arial"/>
              <a:cs typeface="Arial"/>
              <a:sym typeface="Arial"/>
            </a:endParaRPr>
          </a:p>
        </p:txBody>
      </p:sp>
      <p:cxnSp>
        <p:nvCxnSpPr>
          <p:cNvPr id="541" name="Google Shape;541;p7"/>
          <p:cNvCxnSpPr/>
          <p:nvPr/>
        </p:nvCxnSpPr>
        <p:spPr>
          <a:xfrm>
            <a:off x="4447620" y="2462477"/>
            <a:ext cx="228600" cy="0"/>
          </a:xfrm>
          <a:prstGeom prst="straightConnector1">
            <a:avLst/>
          </a:prstGeom>
          <a:noFill/>
          <a:ln cap="flat" cmpd="sng" w="19050">
            <a:solidFill>
              <a:srgbClr val="475569"/>
            </a:solidFill>
            <a:prstDash val="solid"/>
            <a:round/>
            <a:headEnd len="sm" w="sm" type="none"/>
            <a:tailEnd len="med" w="med" type="stealth"/>
          </a:ln>
        </p:spPr>
      </p:cxnSp>
      <p:sp>
        <p:nvSpPr>
          <p:cNvPr id="542" name="Google Shape;542;p7"/>
          <p:cNvSpPr/>
          <p:nvPr/>
        </p:nvSpPr>
        <p:spPr>
          <a:xfrm>
            <a:off x="4676220" y="1127893"/>
            <a:ext cx="1600200" cy="375821"/>
          </a:xfrm>
          <a:prstGeom prst="rect">
            <a:avLst/>
          </a:prstGeom>
          <a:solidFill>
            <a:schemeClr val="l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er_now(S)</a:t>
            </a:r>
            <a:endParaRPr b="0" i="0" sz="850" u="none" cap="none" strike="noStrike">
              <a:solidFill>
                <a:schemeClr val="dk1"/>
              </a:solidFill>
              <a:latin typeface="Arial"/>
              <a:ea typeface="Arial"/>
              <a:cs typeface="Arial"/>
              <a:sym typeface="Arial"/>
            </a:endParaRPr>
          </a:p>
        </p:txBody>
      </p:sp>
      <p:sp>
        <p:nvSpPr>
          <p:cNvPr id="543" name="Google Shape;543;p7"/>
          <p:cNvSpPr/>
          <p:nvPr/>
        </p:nvSpPr>
        <p:spPr>
          <a:xfrm>
            <a:off x="4676220" y="1622883"/>
            <a:ext cx="1600200" cy="530352"/>
          </a:xfrm>
          <a:prstGeom prst="rect">
            <a:avLst/>
          </a:prstGeom>
          <a:solidFill>
            <a:schemeClr val="l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urgent_same_day(S)</a:t>
            </a:r>
            <a:endParaRPr b="0" i="0" sz="850" u="none" cap="none" strike="noStrike">
              <a:solidFill>
                <a:schemeClr val="dk1"/>
              </a:solidFill>
              <a:latin typeface="Arial"/>
              <a:ea typeface="Arial"/>
              <a:cs typeface="Arial"/>
              <a:sym typeface="Arial"/>
            </a:endParaRPr>
          </a:p>
        </p:txBody>
      </p:sp>
      <p:sp>
        <p:nvSpPr>
          <p:cNvPr id="544" name="Google Shape;544;p7"/>
          <p:cNvSpPr/>
          <p:nvPr/>
        </p:nvSpPr>
        <p:spPr>
          <a:xfrm>
            <a:off x="4668846" y="2254003"/>
            <a:ext cx="1600200" cy="530352"/>
          </a:xfrm>
          <a:prstGeom prst="rect">
            <a:avLst/>
          </a:prstGeom>
          <a:solidFill>
            <a:schemeClr val="l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home_candidate(S)</a:t>
            </a:r>
            <a:endParaRPr b="0" i="0" sz="850" u="none" cap="none" strike="noStrike">
              <a:solidFill>
                <a:schemeClr val="dk1"/>
              </a:solidFill>
              <a:latin typeface="Arial"/>
              <a:ea typeface="Arial"/>
              <a:cs typeface="Arial"/>
              <a:sym typeface="Arial"/>
            </a:endParaRPr>
          </a:p>
        </p:txBody>
      </p:sp>
      <p:sp>
        <p:nvSpPr>
          <p:cNvPr id="545" name="Google Shape;545;p7"/>
          <p:cNvSpPr/>
          <p:nvPr/>
        </p:nvSpPr>
        <p:spPr>
          <a:xfrm>
            <a:off x="4668846" y="2903524"/>
            <a:ext cx="1600200" cy="530352"/>
          </a:xfrm>
          <a:prstGeom prst="rect">
            <a:avLst/>
          </a:prstGeom>
          <a:solidFill>
            <a:schemeClr val="l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rule_fired(S, R)</a:t>
            </a:r>
            <a:endParaRPr b="0" i="0" sz="850" u="none" cap="none" strike="noStrike">
              <a:solidFill>
                <a:schemeClr val="dk1"/>
              </a:solidFill>
              <a:latin typeface="Arial"/>
              <a:ea typeface="Arial"/>
              <a:cs typeface="Arial"/>
              <a:sym typeface="Arial"/>
            </a:endParaRPr>
          </a:p>
        </p:txBody>
      </p:sp>
      <p:sp>
        <p:nvSpPr>
          <p:cNvPr id="546" name="Google Shape;546;p7"/>
          <p:cNvSpPr/>
          <p:nvPr/>
        </p:nvSpPr>
        <p:spPr>
          <a:xfrm>
            <a:off x="4676220" y="3564922"/>
            <a:ext cx="1600200" cy="530352"/>
          </a:xfrm>
          <a:prstGeom prst="rect">
            <a:avLst/>
          </a:prstGeom>
          <a:solidFill>
            <a:schemeClr val="l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med_flag(S, M)</a:t>
            </a:r>
            <a:endParaRPr b="0" i="0" sz="850" u="none" cap="none" strike="noStrike">
              <a:solidFill>
                <a:schemeClr val="dk1"/>
              </a:solidFill>
              <a:latin typeface="Arial"/>
              <a:ea typeface="Arial"/>
              <a:cs typeface="Arial"/>
              <a:sym typeface="Arial"/>
            </a:endParaRPr>
          </a:p>
        </p:txBody>
      </p:sp>
      <p:cxnSp>
        <p:nvCxnSpPr>
          <p:cNvPr id="547" name="Google Shape;547;p7"/>
          <p:cNvCxnSpPr/>
          <p:nvPr/>
        </p:nvCxnSpPr>
        <p:spPr>
          <a:xfrm>
            <a:off x="6276420" y="1356053"/>
            <a:ext cx="137160" cy="0"/>
          </a:xfrm>
          <a:prstGeom prst="straightConnector1">
            <a:avLst/>
          </a:prstGeom>
          <a:noFill/>
          <a:ln cap="flat" cmpd="sng" w="19050">
            <a:solidFill>
              <a:srgbClr val="475569"/>
            </a:solidFill>
            <a:prstDash val="solid"/>
            <a:round/>
            <a:headEnd len="sm" w="sm" type="none"/>
            <a:tailEnd len="med" w="med" type="stealth"/>
          </a:ln>
        </p:spPr>
      </p:cxnSp>
      <p:cxnSp>
        <p:nvCxnSpPr>
          <p:cNvPr id="548" name="Google Shape;548;p7"/>
          <p:cNvCxnSpPr/>
          <p:nvPr/>
        </p:nvCxnSpPr>
        <p:spPr>
          <a:xfrm>
            <a:off x="6269046" y="1913344"/>
            <a:ext cx="137160" cy="0"/>
          </a:xfrm>
          <a:prstGeom prst="straightConnector1">
            <a:avLst/>
          </a:prstGeom>
          <a:noFill/>
          <a:ln cap="flat" cmpd="sng" w="19050">
            <a:solidFill>
              <a:srgbClr val="475569"/>
            </a:solidFill>
            <a:prstDash val="solid"/>
            <a:round/>
            <a:headEnd len="sm" w="sm" type="none"/>
            <a:tailEnd len="med" w="med" type="stealth"/>
          </a:ln>
        </p:spPr>
      </p:cxnSp>
      <p:cxnSp>
        <p:nvCxnSpPr>
          <p:cNvPr id="549" name="Google Shape;549;p7"/>
          <p:cNvCxnSpPr/>
          <p:nvPr/>
        </p:nvCxnSpPr>
        <p:spPr>
          <a:xfrm>
            <a:off x="6276420" y="2571750"/>
            <a:ext cx="137160" cy="0"/>
          </a:xfrm>
          <a:prstGeom prst="straightConnector1">
            <a:avLst/>
          </a:prstGeom>
          <a:noFill/>
          <a:ln cap="flat" cmpd="sng" w="19050">
            <a:solidFill>
              <a:srgbClr val="475569"/>
            </a:solidFill>
            <a:prstDash val="solid"/>
            <a:round/>
            <a:headEnd len="sm" w="sm" type="none"/>
            <a:tailEnd len="med" w="med" type="stealth"/>
          </a:ln>
        </p:spPr>
      </p:cxnSp>
      <p:cxnSp>
        <p:nvCxnSpPr>
          <p:cNvPr id="550" name="Google Shape;550;p7"/>
          <p:cNvCxnSpPr/>
          <p:nvPr/>
        </p:nvCxnSpPr>
        <p:spPr>
          <a:xfrm>
            <a:off x="6262942" y="3163490"/>
            <a:ext cx="137160" cy="0"/>
          </a:xfrm>
          <a:prstGeom prst="straightConnector1">
            <a:avLst/>
          </a:prstGeom>
          <a:noFill/>
          <a:ln cap="flat" cmpd="sng" w="19050">
            <a:solidFill>
              <a:srgbClr val="475569"/>
            </a:solidFill>
            <a:prstDash val="solid"/>
            <a:round/>
            <a:headEnd len="sm" w="sm" type="none"/>
            <a:tailEnd len="med" w="med" type="stealth"/>
          </a:ln>
        </p:spPr>
      </p:cxnSp>
      <p:cxnSp>
        <p:nvCxnSpPr>
          <p:cNvPr id="551" name="Google Shape;551;p7"/>
          <p:cNvCxnSpPr/>
          <p:nvPr/>
        </p:nvCxnSpPr>
        <p:spPr>
          <a:xfrm>
            <a:off x="6256838" y="3816069"/>
            <a:ext cx="137160" cy="0"/>
          </a:xfrm>
          <a:prstGeom prst="straightConnector1">
            <a:avLst/>
          </a:prstGeom>
          <a:noFill/>
          <a:ln cap="flat" cmpd="sng" w="19050">
            <a:solidFill>
              <a:srgbClr val="475569"/>
            </a:solidFill>
            <a:prstDash val="solid"/>
            <a:round/>
            <a:headEnd len="sm" w="sm" type="none"/>
            <a:tailEnd len="med" w="med" type="stealth"/>
          </a:ln>
        </p:spPr>
      </p:cxnSp>
      <p:sp>
        <p:nvSpPr>
          <p:cNvPr id="552" name="Google Shape;552;p7"/>
          <p:cNvSpPr/>
          <p:nvPr/>
        </p:nvSpPr>
        <p:spPr>
          <a:xfrm>
            <a:off x="6413580" y="1063616"/>
            <a:ext cx="1482588" cy="5303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er_now(S)?</a:t>
            </a:r>
            <a:endParaRPr b="0" i="0" sz="8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chemeClr val="dk1"/>
                </a:solidFill>
                <a:latin typeface="Calibri"/>
                <a:ea typeface="Calibri"/>
                <a:cs typeface="Calibri"/>
                <a:sym typeface="Calibri"/>
              </a:rPr>
              <a:t>→ ER_NOW</a:t>
            </a:r>
            <a:endParaRPr b="0" i="0" sz="850" u="none" cap="none" strike="noStrike">
              <a:solidFill>
                <a:schemeClr val="dk1"/>
              </a:solidFill>
              <a:latin typeface="Arial"/>
              <a:ea typeface="Arial"/>
              <a:cs typeface="Arial"/>
              <a:sym typeface="Arial"/>
            </a:endParaRPr>
          </a:p>
        </p:txBody>
      </p:sp>
      <p:sp>
        <p:nvSpPr>
          <p:cNvPr id="553" name="Google Shape;553;p7"/>
          <p:cNvSpPr/>
          <p:nvPr/>
        </p:nvSpPr>
        <p:spPr>
          <a:xfrm>
            <a:off x="6400102" y="1653010"/>
            <a:ext cx="1508760" cy="5303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urgent_same_day?</a:t>
            </a:r>
            <a:endParaRPr b="0" i="0" sz="8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chemeClr val="dk1"/>
                </a:solidFill>
                <a:latin typeface="Calibri"/>
                <a:ea typeface="Calibri"/>
                <a:cs typeface="Calibri"/>
                <a:sym typeface="Calibri"/>
              </a:rPr>
              <a:t>→ URGENT_SAME_DAY</a:t>
            </a:r>
            <a:endParaRPr b="0" i="0" sz="850" u="none" cap="none" strike="noStrike">
              <a:solidFill>
                <a:schemeClr val="dk1"/>
              </a:solidFill>
              <a:latin typeface="Arial"/>
              <a:ea typeface="Arial"/>
              <a:cs typeface="Arial"/>
              <a:sym typeface="Arial"/>
            </a:endParaRPr>
          </a:p>
        </p:txBody>
      </p:sp>
      <p:sp>
        <p:nvSpPr>
          <p:cNvPr id="554" name="Google Shape;554;p7"/>
          <p:cNvSpPr/>
          <p:nvPr/>
        </p:nvSpPr>
        <p:spPr>
          <a:xfrm>
            <a:off x="6412796" y="2290581"/>
            <a:ext cx="1483372" cy="5303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home_candidate?</a:t>
            </a:r>
            <a:endParaRPr b="0" i="0" sz="8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chemeClr val="dk1"/>
                </a:solidFill>
                <a:latin typeface="Calibri"/>
                <a:ea typeface="Calibri"/>
                <a:cs typeface="Calibri"/>
                <a:sym typeface="Calibri"/>
              </a:rPr>
              <a:t>→ HOME_MANAGEMENT</a:t>
            </a:r>
            <a:endParaRPr b="0" i="0" sz="850" u="none" cap="none" strike="noStrike">
              <a:solidFill>
                <a:schemeClr val="dk1"/>
              </a:solidFill>
              <a:latin typeface="Arial"/>
              <a:ea typeface="Arial"/>
              <a:cs typeface="Arial"/>
              <a:sym typeface="Arial"/>
            </a:endParaRPr>
          </a:p>
        </p:txBody>
      </p:sp>
      <p:sp>
        <p:nvSpPr>
          <p:cNvPr id="555" name="Google Shape;555;p7"/>
          <p:cNvSpPr/>
          <p:nvPr/>
        </p:nvSpPr>
        <p:spPr>
          <a:xfrm>
            <a:off x="6413580" y="2945492"/>
            <a:ext cx="1456936" cy="115755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chemeClr val="dk1"/>
                </a:solidFill>
                <a:latin typeface="Calibri"/>
                <a:ea typeface="Calibri"/>
                <a:cs typeface="Calibri"/>
                <a:sym typeface="Calibri"/>
              </a:rPr>
              <a:t>else</a:t>
            </a:r>
            <a:endParaRPr b="0" i="0" sz="8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chemeClr val="dk1"/>
                </a:solidFill>
                <a:latin typeface="Calibri"/>
                <a:ea typeface="Calibri"/>
                <a:cs typeface="Calibri"/>
                <a:sym typeface="Calibri"/>
              </a:rPr>
              <a:t>→ OUT_OF_SCOPE</a:t>
            </a:r>
            <a:endParaRPr b="0" i="0" sz="850" u="none" cap="none" strike="noStrike">
              <a:solidFill>
                <a:schemeClr val="dk1"/>
              </a:solidFill>
              <a:latin typeface="Arial"/>
              <a:ea typeface="Arial"/>
              <a:cs typeface="Arial"/>
              <a:sym typeface="Arial"/>
            </a:endParaRPr>
          </a:p>
        </p:txBody>
      </p:sp>
      <p:sp>
        <p:nvSpPr>
          <p:cNvPr id="556" name="Google Shape;556;p7"/>
          <p:cNvSpPr/>
          <p:nvPr/>
        </p:nvSpPr>
        <p:spPr>
          <a:xfrm>
            <a:off x="8105220" y="1121267"/>
            <a:ext cx="926298" cy="411013"/>
          </a:xfrm>
          <a:prstGeom prst="rect">
            <a:avLst/>
          </a:prstGeom>
          <a:solidFill>
            <a:srgbClr val="FF0000"/>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ER_NOW</a:t>
            </a:r>
            <a:endParaRPr b="0" i="0" sz="900" u="none" cap="none" strike="noStrike">
              <a:solidFill>
                <a:srgbClr val="000000"/>
              </a:solidFill>
              <a:latin typeface="Arial"/>
              <a:ea typeface="Arial"/>
              <a:cs typeface="Arial"/>
              <a:sym typeface="Arial"/>
            </a:endParaRPr>
          </a:p>
        </p:txBody>
      </p:sp>
      <p:cxnSp>
        <p:nvCxnSpPr>
          <p:cNvPr id="557" name="Google Shape;557;p7"/>
          <p:cNvCxnSpPr/>
          <p:nvPr/>
        </p:nvCxnSpPr>
        <p:spPr>
          <a:xfrm>
            <a:off x="7891860" y="1356053"/>
            <a:ext cx="137160" cy="0"/>
          </a:xfrm>
          <a:prstGeom prst="straightConnector1">
            <a:avLst/>
          </a:prstGeom>
          <a:noFill/>
          <a:ln cap="flat" cmpd="sng" w="19050">
            <a:solidFill>
              <a:srgbClr val="475569"/>
            </a:solidFill>
            <a:prstDash val="solid"/>
            <a:round/>
            <a:headEnd len="sm" w="sm" type="none"/>
            <a:tailEnd len="med" w="med" type="stealth"/>
          </a:ln>
        </p:spPr>
      </p:cxnSp>
      <p:sp>
        <p:nvSpPr>
          <p:cNvPr id="558" name="Google Shape;558;p7"/>
          <p:cNvSpPr/>
          <p:nvPr/>
        </p:nvSpPr>
        <p:spPr>
          <a:xfrm>
            <a:off x="8120754" y="1740281"/>
            <a:ext cx="926298" cy="408084"/>
          </a:xfrm>
          <a:prstGeom prst="rect">
            <a:avLst/>
          </a:prstGeom>
          <a:solidFill>
            <a:srgbClr val="0070C0"/>
          </a:solidFill>
          <a:ln cap="flat" cmpd="sng" w="9525">
            <a:solidFill>
              <a:srgbClr val="FFFFFF">
                <a:alpha val="40000"/>
              </a:srgbClr>
            </a:solidFill>
            <a:prstDash val="solid"/>
            <a:round/>
            <a:headEnd len="sm" w="sm" type="none"/>
            <a:tailEnd len="sm" w="sm" type="none"/>
          </a:ln>
          <a:effectLst>
            <a:outerShdw blurRad="76200" rotWithShape="0" algn="bl" dir="8100000" dist="38100">
              <a:srgbClr val="000000">
                <a:alpha val="5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7"/>
          <p:cNvSpPr/>
          <p:nvPr/>
        </p:nvSpPr>
        <p:spPr>
          <a:xfrm>
            <a:off x="8120752" y="1739250"/>
            <a:ext cx="1005840" cy="452853"/>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URGENT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SAME_DAY</a:t>
            </a:r>
            <a:endParaRPr b="0" i="0" sz="900" u="none" cap="none" strike="noStrike">
              <a:solidFill>
                <a:srgbClr val="000000"/>
              </a:solidFill>
              <a:latin typeface="Arial"/>
              <a:ea typeface="Arial"/>
              <a:cs typeface="Arial"/>
              <a:sym typeface="Arial"/>
            </a:endParaRPr>
          </a:p>
        </p:txBody>
      </p:sp>
      <p:cxnSp>
        <p:nvCxnSpPr>
          <p:cNvPr id="560" name="Google Shape;560;p7"/>
          <p:cNvCxnSpPr/>
          <p:nvPr/>
        </p:nvCxnSpPr>
        <p:spPr>
          <a:xfrm>
            <a:off x="7937580" y="1956113"/>
            <a:ext cx="137160" cy="0"/>
          </a:xfrm>
          <a:prstGeom prst="straightConnector1">
            <a:avLst/>
          </a:prstGeom>
          <a:noFill/>
          <a:ln cap="flat" cmpd="sng" w="19050">
            <a:solidFill>
              <a:srgbClr val="475569"/>
            </a:solidFill>
            <a:prstDash val="solid"/>
            <a:round/>
            <a:headEnd len="sm" w="sm" type="none"/>
            <a:tailEnd len="med" w="med" type="stealth"/>
          </a:ln>
        </p:spPr>
      </p:cxnSp>
      <p:sp>
        <p:nvSpPr>
          <p:cNvPr id="561" name="Google Shape;561;p7"/>
          <p:cNvSpPr/>
          <p:nvPr/>
        </p:nvSpPr>
        <p:spPr>
          <a:xfrm>
            <a:off x="8110020" y="2305440"/>
            <a:ext cx="937032" cy="422103"/>
          </a:xfrm>
          <a:prstGeom prst="rect">
            <a:avLst/>
          </a:prstGeom>
          <a:solidFill>
            <a:srgbClr val="16A34A"/>
          </a:solidFill>
          <a:ln cap="flat" cmpd="sng" w="9525">
            <a:solidFill>
              <a:srgbClr val="FFFFFF">
                <a:alpha val="40000"/>
              </a:srgbClr>
            </a:solidFill>
            <a:prstDash val="solid"/>
            <a:round/>
            <a:headEnd len="sm" w="sm" type="none"/>
            <a:tailEnd len="sm" w="sm" type="none"/>
          </a:ln>
          <a:effectLst>
            <a:outerShdw blurRad="76200" rotWithShape="0" algn="bl" dir="8100000" dist="38100">
              <a:srgbClr val="000000">
                <a:alpha val="5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7"/>
          <p:cNvSpPr/>
          <p:nvPr/>
        </p:nvSpPr>
        <p:spPr>
          <a:xfrm>
            <a:off x="8135993" y="2422865"/>
            <a:ext cx="1188720" cy="248546"/>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HOME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MANAGEMENT</a:t>
            </a:r>
            <a:endParaRPr b="0" i="0" sz="900" u="none" cap="none" strike="noStrike">
              <a:solidFill>
                <a:srgbClr val="000000"/>
              </a:solidFill>
              <a:latin typeface="Arial"/>
              <a:ea typeface="Arial"/>
              <a:cs typeface="Arial"/>
              <a:sym typeface="Arial"/>
            </a:endParaRPr>
          </a:p>
        </p:txBody>
      </p:sp>
      <p:cxnSp>
        <p:nvCxnSpPr>
          <p:cNvPr id="563" name="Google Shape;563;p7"/>
          <p:cNvCxnSpPr/>
          <p:nvPr/>
        </p:nvCxnSpPr>
        <p:spPr>
          <a:xfrm>
            <a:off x="7907392" y="2582832"/>
            <a:ext cx="137160" cy="0"/>
          </a:xfrm>
          <a:prstGeom prst="straightConnector1">
            <a:avLst/>
          </a:prstGeom>
          <a:noFill/>
          <a:ln cap="flat" cmpd="sng" w="19050">
            <a:solidFill>
              <a:srgbClr val="475569"/>
            </a:solidFill>
            <a:prstDash val="solid"/>
            <a:round/>
            <a:headEnd len="sm" w="sm" type="none"/>
            <a:tailEnd len="med" w="med" type="stealth"/>
          </a:ln>
        </p:spPr>
      </p:cxnSp>
      <p:sp>
        <p:nvSpPr>
          <p:cNvPr id="564" name="Google Shape;564;p7"/>
          <p:cNvSpPr/>
          <p:nvPr/>
        </p:nvSpPr>
        <p:spPr>
          <a:xfrm>
            <a:off x="8105220" y="3389325"/>
            <a:ext cx="941832" cy="530352"/>
          </a:xfrm>
          <a:prstGeom prst="rect">
            <a:avLst/>
          </a:prstGeom>
          <a:solidFill>
            <a:srgbClr val="A5A5A5"/>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OUT_OF</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8FAFC"/>
                </a:solidFill>
                <a:latin typeface="Calibri"/>
                <a:ea typeface="Calibri"/>
                <a:cs typeface="Calibri"/>
                <a:sym typeface="Calibri"/>
              </a:rPr>
              <a:t>SCOPE</a:t>
            </a:r>
            <a:endParaRPr b="0" i="0" sz="900" u="none" cap="none" strike="noStrike">
              <a:solidFill>
                <a:srgbClr val="000000"/>
              </a:solidFill>
              <a:latin typeface="Arial"/>
              <a:ea typeface="Arial"/>
              <a:cs typeface="Arial"/>
              <a:sym typeface="Arial"/>
            </a:endParaRPr>
          </a:p>
        </p:txBody>
      </p:sp>
      <p:cxnSp>
        <p:nvCxnSpPr>
          <p:cNvPr id="565" name="Google Shape;565;p7"/>
          <p:cNvCxnSpPr/>
          <p:nvPr/>
        </p:nvCxnSpPr>
        <p:spPr>
          <a:xfrm>
            <a:off x="7891860" y="3721405"/>
            <a:ext cx="137160" cy="0"/>
          </a:xfrm>
          <a:prstGeom prst="straightConnector1">
            <a:avLst/>
          </a:prstGeom>
          <a:noFill/>
          <a:ln cap="flat" cmpd="sng" w="19050">
            <a:solidFill>
              <a:srgbClr val="475569"/>
            </a:solidFill>
            <a:prstDash val="solid"/>
            <a:round/>
            <a:headEnd len="sm" w="sm" type="none"/>
            <a:tailEnd len="med" w="med" type="stealth"/>
          </a:ln>
        </p:spPr>
      </p:cxnSp>
      <p:sp>
        <p:nvSpPr>
          <p:cNvPr id="566" name="Google Shape;566;p7"/>
          <p:cNvSpPr/>
          <p:nvPr/>
        </p:nvSpPr>
        <p:spPr>
          <a:xfrm>
            <a:off x="1607820" y="4522745"/>
            <a:ext cx="7015852" cy="347472"/>
          </a:xfrm>
          <a:prstGeom prst="rect">
            <a:avLst/>
          </a:prstGeom>
          <a:solidFill>
            <a:srgbClr val="E7F3FE"/>
          </a:solidFill>
          <a:ln cap="flat" cmpd="sng" w="101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67" name="Google Shape;567;p7"/>
          <p:cNvSpPr/>
          <p:nvPr/>
        </p:nvSpPr>
        <p:spPr>
          <a:xfrm>
            <a:off x="1963793" y="4521535"/>
            <a:ext cx="7360920" cy="347472"/>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Calibri"/>
                <a:ea typeface="Calibri"/>
                <a:cs typeface="Calibri"/>
                <a:sym typeface="Calibri"/>
              </a:rPr>
              <a:t>🔔 med_flag predicates: </a:t>
            </a:r>
            <a:r>
              <a:rPr b="0" i="0" lang="en" sz="750" u="none" cap="none" strike="noStrike">
                <a:solidFill>
                  <a:schemeClr val="dk1"/>
                </a:solidFill>
                <a:latin typeface="Calibri"/>
                <a:ea typeface="Calibri"/>
                <a:cs typeface="Calibri"/>
                <a:sym typeface="Calibri"/>
              </a:rPr>
              <a:t>dehydration_avoid_nsaid  ·  antibiotic_review_interactions  ·  ibuprofen_under_6mo  ·  no_routine_antipyretic_under_3mo</a:t>
            </a:r>
            <a:endParaRPr b="0" i="0" sz="800" u="none" cap="none" strike="noStrike">
              <a:solidFill>
                <a:schemeClr val="dk1"/>
              </a:solidFill>
              <a:latin typeface="Arial"/>
              <a:ea typeface="Arial"/>
              <a:cs typeface="Arial"/>
              <a:sym typeface="Arial"/>
            </a:endParaRPr>
          </a:p>
        </p:txBody>
      </p:sp>
      <p:sp>
        <p:nvSpPr>
          <p:cNvPr id="568" name="Google Shape;568;p7"/>
          <p:cNvSpPr/>
          <p:nvPr/>
        </p:nvSpPr>
        <p:spPr>
          <a:xfrm>
            <a:off x="6596460" y="3520081"/>
            <a:ext cx="1188720" cy="72856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Calibri"/>
                <a:ea typeface="Calibri"/>
                <a:cs typeface="Calibri"/>
                <a:sym typeface="Calibri"/>
              </a:rPr>
              <a:t>required_missing()</a:t>
            </a:r>
            <a:endParaRPr b="0" i="0" sz="7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chemeClr val="dk1"/>
                </a:solidFill>
                <a:latin typeface="Calibri"/>
                <a:ea typeface="Calibri"/>
                <a:cs typeface="Calibri"/>
                <a:sym typeface="Calibri"/>
              </a:rPr>
              <a:t>→ OUT_OF_SCOPE</a:t>
            </a:r>
            <a:endParaRPr b="0" i="0" sz="7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chemeClr val="dk1"/>
                </a:solidFill>
                <a:latin typeface="Calibri"/>
                <a:ea typeface="Calibri"/>
                <a:cs typeface="Calibri"/>
                <a:sym typeface="Calibri"/>
              </a:rPr>
              <a:t>incomplete_intake</a:t>
            </a:r>
            <a:endParaRPr b="0" i="0" sz="750" u="none" cap="none" strike="noStrike">
              <a:solidFill>
                <a:schemeClr val="dk1"/>
              </a:solidFill>
              <a:latin typeface="Arial"/>
              <a:ea typeface="Arial"/>
              <a:cs typeface="Arial"/>
              <a:sym typeface="Arial"/>
            </a:endParaRPr>
          </a:p>
        </p:txBody>
      </p:sp>
      <p:sp>
        <p:nvSpPr>
          <p:cNvPr id="569" name="Google Shape;569;p7"/>
          <p:cNvSpPr/>
          <p:nvPr/>
        </p:nvSpPr>
        <p:spPr>
          <a:xfrm>
            <a:off x="424260" y="4381229"/>
            <a:ext cx="8686800" cy="91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50"/>
              <a:buFont typeface="Arial"/>
              <a:buNone/>
            </a:pPr>
            <a:r>
              <a:rPr b="0" i="0" lang="en" sz="650" u="none" cap="none" strike="noStrike">
                <a:solidFill>
                  <a:srgbClr val="475569"/>
                </a:solidFill>
                <a:latin typeface="Calibri"/>
                <a:ea typeface="Calibri"/>
                <a:cs typeface="Calibri"/>
                <a:sym typeface="Calibri"/>
              </a:rPr>
              <a:t>Session-scoped cf(S,name,val) facts · PyDatalog backward-chaining · Rules evaluated once per uuid session</a:t>
            </a:r>
            <a:endParaRPr b="0" i="0" sz="650" u="none" cap="none" strike="noStrike">
              <a:solidFill>
                <a:srgbClr val="000000"/>
              </a:solidFill>
              <a:latin typeface="Arial"/>
              <a:ea typeface="Arial"/>
              <a:cs typeface="Arial"/>
              <a:sym typeface="Arial"/>
            </a:endParaRPr>
          </a:p>
        </p:txBody>
      </p:sp>
      <p:sp>
        <p:nvSpPr>
          <p:cNvPr id="570" name="Google Shape;570;p7"/>
          <p:cNvSpPr/>
          <p:nvPr/>
        </p:nvSpPr>
        <p:spPr>
          <a:xfrm>
            <a:off x="5346780" y="156671"/>
            <a:ext cx="2377440" cy="5486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Calibri"/>
                <a:ea typeface="Calibri"/>
                <a:cs typeface="Calibri"/>
                <a:sym typeface="Calibri"/>
              </a:rPr>
              <a:t> [Deterministic Rule Evaluation Flow]</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
          <p:cNvSpPr txBox="1"/>
          <p:nvPr>
            <p:ph type="title"/>
          </p:nvPr>
        </p:nvSpPr>
        <p:spPr>
          <a:xfrm>
            <a:off x="660281" y="139378"/>
            <a:ext cx="771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Conversational Flow</a:t>
            </a:r>
            <a:endParaRPr/>
          </a:p>
        </p:txBody>
      </p:sp>
      <p:pic>
        <p:nvPicPr>
          <p:cNvPr id="576" name="Google Shape;576;p8"/>
          <p:cNvPicPr preferRelativeResize="0"/>
          <p:nvPr/>
        </p:nvPicPr>
        <p:blipFill rotWithShape="1">
          <a:blip r:embed="rId3">
            <a:alphaModFix/>
          </a:blip>
          <a:srcRect b="24093" l="0" r="1" t="0"/>
          <a:stretch/>
        </p:blipFill>
        <p:spPr>
          <a:xfrm>
            <a:off x="736323" y="1167014"/>
            <a:ext cx="7713900" cy="3264408"/>
          </a:xfrm>
          <a:prstGeom prst="rect">
            <a:avLst/>
          </a:prstGeom>
          <a:noFill/>
          <a:ln>
            <a:noFill/>
          </a:ln>
        </p:spPr>
      </p:pic>
      <p:sp>
        <p:nvSpPr>
          <p:cNvPr id="577" name="Google Shape;577;p8"/>
          <p:cNvSpPr/>
          <p:nvPr/>
        </p:nvSpPr>
        <p:spPr>
          <a:xfrm>
            <a:off x="810638" y="1545029"/>
            <a:ext cx="237844" cy="30266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8" name="Google Shape;578;p8"/>
          <p:cNvSpPr/>
          <p:nvPr/>
        </p:nvSpPr>
        <p:spPr>
          <a:xfrm>
            <a:off x="321858" y="1750468"/>
            <a:ext cx="676848" cy="384048"/>
          </a:xfrm>
          <a:prstGeom prst="roundRect">
            <a:avLst>
              <a:gd fmla="val 16667" name="adj"/>
            </a:avLst>
          </a:prstGeom>
          <a:gradFill>
            <a:gsLst>
              <a:gs pos="0">
                <a:srgbClr val="D7EFEF"/>
              </a:gs>
              <a:gs pos="35000">
                <a:srgbClr val="E2F4F1"/>
              </a:gs>
              <a:gs pos="100000">
                <a:srgbClr val="F3FAFA"/>
              </a:gs>
            </a:gsLst>
            <a:lin ang="16200000" scaled="0"/>
          </a:gradFill>
          <a:ln cap="flat" cmpd="sng" w="9525">
            <a:solidFill>
              <a:srgbClr val="B3C7C6"/>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chemeClr val="dk1"/>
                </a:solidFill>
              </a:rPr>
              <a:t>Turn 1</a:t>
            </a:r>
            <a:endParaRPr b="1"/>
          </a:p>
        </p:txBody>
      </p:sp>
      <p:sp>
        <p:nvSpPr>
          <p:cNvPr id="579" name="Google Shape;579;p8"/>
          <p:cNvSpPr/>
          <p:nvPr/>
        </p:nvSpPr>
        <p:spPr>
          <a:xfrm>
            <a:off x="321858" y="3058361"/>
            <a:ext cx="676848" cy="384048"/>
          </a:xfrm>
          <a:prstGeom prst="roundRect">
            <a:avLst>
              <a:gd fmla="val 16667" name="adj"/>
            </a:avLst>
          </a:prstGeom>
          <a:gradFill>
            <a:gsLst>
              <a:gs pos="0">
                <a:srgbClr val="D7EFEF"/>
              </a:gs>
              <a:gs pos="35000">
                <a:srgbClr val="E2F4F1"/>
              </a:gs>
              <a:gs pos="100000">
                <a:srgbClr val="F3FAFA"/>
              </a:gs>
            </a:gsLst>
            <a:lin ang="16200000" scaled="0"/>
          </a:gradFill>
          <a:ln cap="flat" cmpd="sng" w="9525">
            <a:solidFill>
              <a:srgbClr val="B3C7C6"/>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chemeClr val="dk1"/>
                </a:solidFill>
              </a:rPr>
              <a:t>Turn 2</a:t>
            </a:r>
            <a:endParaRPr b="1"/>
          </a:p>
          <a:p>
            <a:pPr indent="0" lvl="0" marL="0" marR="0" rtl="0" algn="ctr">
              <a:lnSpc>
                <a:spcPct val="100000"/>
              </a:lnSpc>
              <a:spcBef>
                <a:spcPts val="0"/>
              </a:spcBef>
              <a:spcAft>
                <a:spcPts val="0"/>
              </a:spcAft>
              <a:buNone/>
            </a:pPr>
            <a:r>
              <a:t/>
            </a:r>
            <a:endParaRPr b="1" i="0" sz="1100" u="none" cap="none" strike="noStrike">
              <a:solidFill>
                <a:schemeClr val="dk1"/>
              </a:solidFill>
            </a:endParaRPr>
          </a:p>
        </p:txBody>
      </p:sp>
      <p:sp>
        <p:nvSpPr>
          <p:cNvPr id="580" name="Google Shape;580;p8"/>
          <p:cNvSpPr/>
          <p:nvPr/>
        </p:nvSpPr>
        <p:spPr>
          <a:xfrm>
            <a:off x="321858" y="3982206"/>
            <a:ext cx="676848" cy="384048"/>
          </a:xfrm>
          <a:prstGeom prst="roundRect">
            <a:avLst>
              <a:gd fmla="val 16667" name="adj"/>
            </a:avLst>
          </a:prstGeom>
          <a:gradFill>
            <a:gsLst>
              <a:gs pos="0">
                <a:srgbClr val="D7EFEF"/>
              </a:gs>
              <a:gs pos="35000">
                <a:srgbClr val="E2F4F1"/>
              </a:gs>
              <a:gs pos="100000">
                <a:srgbClr val="F3FAFA"/>
              </a:gs>
            </a:gsLst>
            <a:lin ang="16200000" scaled="0"/>
          </a:gradFill>
          <a:ln cap="flat" cmpd="sng" w="9525">
            <a:solidFill>
              <a:srgbClr val="B3C7C6"/>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chemeClr val="dk1"/>
                </a:solidFill>
              </a:rPr>
              <a:t>Turn 3</a:t>
            </a:r>
            <a:endParaRPr b="1"/>
          </a:p>
          <a:p>
            <a:pPr indent="0" lvl="0" marL="0" marR="0" rtl="0" algn="ctr">
              <a:lnSpc>
                <a:spcPct val="100000"/>
              </a:lnSpc>
              <a:spcBef>
                <a:spcPts val="0"/>
              </a:spcBef>
              <a:spcAft>
                <a:spcPts val="0"/>
              </a:spcAft>
              <a:buNone/>
            </a:pPr>
            <a:r>
              <a:t/>
            </a:r>
            <a:endParaRPr b="1" i="0" sz="1100" u="none" cap="none" strike="noStrike">
              <a:solidFill>
                <a:schemeClr val="dk1"/>
              </a:solidFill>
            </a:endParaRPr>
          </a:p>
        </p:txBody>
      </p:sp>
      <p:sp>
        <p:nvSpPr>
          <p:cNvPr id="581" name="Google Shape;581;p8"/>
          <p:cNvSpPr/>
          <p:nvPr/>
        </p:nvSpPr>
        <p:spPr>
          <a:xfrm>
            <a:off x="2604653" y="4714346"/>
            <a:ext cx="1399309" cy="235527"/>
          </a:xfrm>
          <a:prstGeom prst="roundRect">
            <a:avLst>
              <a:gd fmla="val 16667" name="adj"/>
            </a:avLst>
          </a:prstGeom>
          <a:solidFill>
            <a:schemeClr val="accent1"/>
          </a:solidFill>
          <a:ln cap="flat" cmpd="sng" w="254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chemeClr val="dk1"/>
                </a:solidFill>
                <a:latin typeface="Arial"/>
                <a:ea typeface="Arial"/>
                <a:cs typeface="Arial"/>
                <a:sym typeface="Arial"/>
              </a:rPr>
              <a:t>Final Disposition</a:t>
            </a:r>
            <a:endParaRPr/>
          </a:p>
        </p:txBody>
      </p:sp>
      <p:cxnSp>
        <p:nvCxnSpPr>
          <p:cNvPr id="582" name="Google Shape;582;p8"/>
          <p:cNvCxnSpPr/>
          <p:nvPr/>
        </p:nvCxnSpPr>
        <p:spPr>
          <a:xfrm>
            <a:off x="3366654" y="4426913"/>
            <a:ext cx="1641764" cy="0"/>
          </a:xfrm>
          <a:prstGeom prst="straightConnector1">
            <a:avLst/>
          </a:prstGeom>
          <a:noFill/>
          <a:ln cap="flat" cmpd="sng" w="9525">
            <a:solidFill>
              <a:srgbClr val="3F5A72"/>
            </a:solidFill>
            <a:prstDash val="solid"/>
            <a:round/>
            <a:headEnd len="sm" w="sm" type="none"/>
            <a:tailEnd len="sm" w="sm" type="none"/>
          </a:ln>
        </p:spPr>
      </p:cxnSp>
      <p:cxnSp>
        <p:nvCxnSpPr>
          <p:cNvPr id="583" name="Google Shape;583;p8"/>
          <p:cNvCxnSpPr/>
          <p:nvPr/>
        </p:nvCxnSpPr>
        <p:spPr>
          <a:xfrm>
            <a:off x="5153890" y="4426913"/>
            <a:ext cx="1503219" cy="0"/>
          </a:xfrm>
          <a:prstGeom prst="straightConnector1">
            <a:avLst/>
          </a:prstGeom>
          <a:noFill/>
          <a:ln cap="flat" cmpd="sng" w="9525">
            <a:solidFill>
              <a:srgbClr val="3F5A72"/>
            </a:solidFill>
            <a:prstDash val="solid"/>
            <a:round/>
            <a:headEnd len="sm" w="sm" type="none"/>
            <a:tailEnd len="sm" w="sm" type="none"/>
          </a:ln>
        </p:spPr>
      </p:cxnSp>
      <p:grpSp>
        <p:nvGrpSpPr>
          <p:cNvPr id="584" name="Google Shape;584;p8"/>
          <p:cNvGrpSpPr/>
          <p:nvPr/>
        </p:nvGrpSpPr>
        <p:grpSpPr>
          <a:xfrm rot="5400000">
            <a:off x="3127147" y="4481352"/>
            <a:ext cx="166473" cy="141497"/>
            <a:chOff x="4660325" y="1866850"/>
            <a:chExt cx="68350" cy="58100"/>
          </a:xfrm>
        </p:grpSpPr>
        <p:sp>
          <p:nvSpPr>
            <p:cNvPr id="585" name="Google Shape;585;p8"/>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8"/>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de2aeb4add_1_17"/>
          <p:cNvSpPr txBox="1"/>
          <p:nvPr>
            <p:ph type="title"/>
          </p:nvPr>
        </p:nvSpPr>
        <p:spPr>
          <a:xfrm>
            <a:off x="783700" y="2176675"/>
            <a:ext cx="7713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Care Trace Demo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de2aeb4add_1_22"/>
          <p:cNvSpPr txBox="1"/>
          <p:nvPr>
            <p:ph type="title"/>
          </p:nvPr>
        </p:nvSpPr>
        <p:spPr>
          <a:xfrm>
            <a:off x="783700" y="2176675"/>
            <a:ext cx="7713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Extended</a:t>
            </a:r>
            <a:r>
              <a:rPr lang="en"/>
              <a:t> Care Trace Demo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de2aeb4add_1_13"/>
          <p:cNvSpPr txBox="1"/>
          <p:nvPr>
            <p:ph type="title"/>
          </p:nvPr>
        </p:nvSpPr>
        <p:spPr>
          <a:xfrm>
            <a:off x="783700" y="2176675"/>
            <a:ext cx="7713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Baseline Demo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0"/>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
            </a:r>
            <a:r>
              <a:rPr sz="2200" b="1">
                <a:solidFill>
                  <a:srgbClr val="1F497D"/>
                </a:solidFill>
              </a:rPr>
              <a:t>Baseline Model Comparison</a:t>
            </a:r>
            <a:endParaRPr/>
          </a:p>
        </p:txBody>
      </p:sp>
      <p:sp>
        <p:nvSpPr>
          <p:cNvPr id="607" name="TextBox 606"/>
          <p:cNvSpPr txBox="1"/>
          <p:nvPr/>
        </p:nvSpPr>
        <p:spPr>
          <a:xfrm>
            <a:off x="713232" y="777240"/>
            <a:ext cx="7772400" cy="320040"/>
          </a:xfrm>
          <a:prstGeom prst="rect">
            <a:avLst/>
          </a:prstGeom>
          <a:noFill/>
        </p:spPr>
        <p:txBody>
          <a:bodyPr wrap="square">
            <a:spAutoFit/>
          </a:bodyPr>
          <a:lstStyle/>
          <a:p>
            <a:pPr algn="l"/>
            <a:r>
              <a:rPr sz="1200" b="0">
                <a:solidFill>
                  <a:srgbClr val="555555"/>
                </a:solidFill>
              </a:rPr>
              <a:t>CareTrace Neurosymbolic vs. Plain LLM (keyword mock) — 6 Rubric Dimensions</a:t>
            </a:r>
          </a:p>
        </p:txBody>
      </p:sp>
      <p:graphicFrame>
        <p:nvGraphicFramePr>
          <p:cNvPr id="608" name="Table 607"/>
          <p:cNvGraphicFramePr>
            <a:graphicFrameLocks noGrp="1"/>
          </p:cNvGraphicFramePr>
          <p:nvPr/>
        </p:nvGraphicFramePr>
        <p:xfrm>
          <a:off x="457200" y="1188720"/>
          <a:ext cx="8229600" cy="3611880"/>
        </p:xfrm>
        <a:graphic>
          <a:graphicData uri="http://schemas.openxmlformats.org/drawingml/2006/table">
            <a:tbl>
              <a:tblPr firstRow="1" bandRow="1">
                <a:tableStyleId>{5C22544A-7EE6-4342-B048-85BDC9FD1C3A}</a:tableStyleId>
              </a:tblPr>
              <a:tblGrid>
                <a:gridCol w="2560320"/>
                <a:gridCol w="2834640"/>
                <a:gridCol w="2834640"/>
              </a:tblGrid>
              <a:tr h="515982">
                <a:tc>
                  <a:txBody>
                    <a:bodyPr wrap="square"/>
                    <a:lstStyle/>
                    <a:p>
                      <a:pPr algn="ctr"/>
                      <a:r>
                        <a:rPr sz="1100" b="1">
                          <a:solidFill>
                            <a:srgbClr val="FFFFFF"/>
                          </a:solidFill>
                        </a:rPr>
                        <a:t>Dimension</a:t>
                      </a:r>
                    </a:p>
                  </a:txBody>
                  <a:tcPr>
                    <a:solidFill>
                      <a:srgbClr val="1F497D"/>
                    </a:solidFill>
                  </a:tcPr>
                </a:tc>
                <a:tc>
                  <a:txBody>
                    <a:bodyPr wrap="square"/>
                    <a:lstStyle/>
                    <a:p>
                      <a:pPr algn="ctr"/>
                      <a:r>
                        <a:rPr sz="1100" b="1">
                          <a:solidFill>
                            <a:srgbClr val="FFFFFF"/>
                          </a:solidFill>
                        </a:rPr>
                        <a:t>CareTrace (Neurosymbolic)</a:t>
                      </a:r>
                    </a:p>
                  </a:txBody>
                  <a:tcPr>
                    <a:solidFill>
                      <a:srgbClr val="1F497D"/>
                    </a:solidFill>
                  </a:tcPr>
                </a:tc>
                <a:tc>
                  <a:txBody>
                    <a:bodyPr wrap="square"/>
                    <a:lstStyle/>
                    <a:p>
                      <a:pPr algn="ctr"/>
                      <a:r>
                        <a:rPr sz="1100" b="1">
                          <a:solidFill>
                            <a:srgbClr val="FFFFFF"/>
                          </a:solidFill>
                        </a:rPr>
                        <a:t>Baseline Mock (LLM Only)</a:t>
                      </a:r>
                    </a:p>
                  </a:txBody>
                  <a:tcPr>
                    <a:solidFill>
                      <a:srgbClr val="1F497D"/>
                    </a:solidFill>
                  </a:tcPr>
                </a:tc>
              </a:tr>
              <a:tr h="515982">
                <a:tc>
                  <a:txBody>
                    <a:bodyPr wrap="square"/>
                    <a:lstStyle/>
                    <a:p>
                      <a:pPr algn="l"/>
                      <a:r>
                        <a:rPr sz="1000" b="1">
                          <a:solidFill>
                            <a:srgbClr val="1F497D"/>
                          </a:solidFill>
                        </a:rPr>
                        <a:t>Safety Escalation</a:t>
                      </a:r>
                    </a:p>
                  </a:txBody>
                  <a:tcPr>
                    <a:solidFill>
                      <a:srgbClr val="E8F0FB"/>
                    </a:solidFill>
                  </a:tcPr>
                </a:tc>
                <a:tc>
                  <a:txBody>
                    <a:bodyPr wrap="square"/>
                    <a:lstStyle/>
                    <a:p>
                      <a:pPr algn="l"/>
                      <a:r>
                        <a:rPr sz="900" b="0">
                          <a:solidFill>
                            <a:srgbClr val="000000"/>
                          </a:solidFill>
                        </a:rPr>
                        <a:t>✓ 6 guaranteed ER gates (PyDatalog rules)
No surface heuristic drift</a:t>
                      </a:r>
                    </a:p>
                  </a:txBody>
                  <a:tcPr>
                    <a:solidFill>
                      <a:srgbClr val="D5F0D8"/>
                    </a:solidFill>
                  </a:tcPr>
                </a:tc>
                <a:tc>
                  <a:txBody>
                    <a:bodyPr wrap="square"/>
                    <a:lstStyle/>
                    <a:p>
                      <a:pPr algn="l"/>
                      <a:r>
                        <a:rPr sz="900" b="0">
                          <a:solidFill>
                            <a:srgbClr val="000000"/>
                          </a:solidFill>
                        </a:rPr>
                        <a:t>✗ Keyword scan only
May miss altered alertness + no urine</a:t>
                      </a:r>
                    </a:p>
                  </a:txBody>
                  <a:tcPr>
                    <a:solidFill>
                      <a:srgbClr val="FAE5E5"/>
                    </a:solidFill>
                  </a:tcPr>
                </a:tc>
              </a:tr>
              <a:tr h="515982">
                <a:tc>
                  <a:txBody>
                    <a:bodyPr wrap="square"/>
                    <a:lstStyle/>
                    <a:p>
                      <a:pPr algn="l"/>
                      <a:r>
                        <a:rPr sz="1000" b="1">
                          <a:solidFill>
                            <a:srgbClr val="1F497D"/>
                          </a:solidFill>
                        </a:rPr>
                        <a:t>Transparency / Rule Trace</a:t>
                      </a:r>
                    </a:p>
                  </a:txBody>
                  <a:tcPr>
                    <a:solidFill>
                      <a:srgbClr val="FFFFFF"/>
                    </a:solidFill>
                  </a:tcPr>
                </a:tc>
                <a:tc>
                  <a:txBody>
                    <a:bodyPr wrap="square"/>
                    <a:lstStyle/>
                    <a:p>
                      <a:pPr algn="l"/>
                      <a:r>
                        <a:rPr sz="900" b="0">
                          <a:solidFill>
                            <a:srgbClr val="000000"/>
                          </a:solidFill>
                        </a:rPr>
                        <a:t>✓ Full rule_ids in every response
e.g. R_ER_ALERTNESS, R_ER_DEHYDRATION_SEVERE</a:t>
                      </a:r>
                    </a:p>
                  </a:txBody>
                  <a:tcPr>
                    <a:solidFill>
                      <a:srgbClr val="D5F0D8"/>
                    </a:solidFill>
                  </a:tcPr>
                </a:tc>
                <a:tc>
                  <a:txBody>
                    <a:bodyPr wrap="square"/>
                    <a:lstStyle/>
                    <a:p>
                      <a:pPr algn="l"/>
                      <a:r>
                        <a:rPr sz="900" b="0">
                          <a:solidFill>
                            <a:srgbClr val="000000"/>
                          </a:solidFill>
                        </a:rPr>
                        <a:t>✗ No rule IDs
No structured state — opaque</a:t>
                      </a:r>
                    </a:p>
                  </a:txBody>
                  <a:tcPr>
                    <a:solidFill>
                      <a:srgbClr val="FAE5E5"/>
                    </a:solidFill>
                  </a:tcPr>
                </a:tc>
              </a:tr>
              <a:tr h="515982">
                <a:tc>
                  <a:txBody>
                    <a:bodyPr wrap="square"/>
                    <a:lstStyle/>
                    <a:p>
                      <a:pPr algn="l"/>
                      <a:r>
                        <a:rPr sz="1000" b="1">
                          <a:solidFill>
                            <a:srgbClr val="1F497D"/>
                          </a:solidFill>
                        </a:rPr>
                        <a:t>CPG Provenance</a:t>
                      </a:r>
                    </a:p>
                  </a:txBody>
                  <a:tcPr>
                    <a:solidFill>
                      <a:srgbClr val="E8F0FB"/>
                    </a:solidFill>
                  </a:tcPr>
                </a:tc>
                <a:tc>
                  <a:txBody>
                    <a:bodyPr wrap="square"/>
                    <a:lstStyle/>
                    <a:p>
                      <a:pPr algn="l"/>
                      <a:r>
                        <a:rPr sz="900" b="0">
                          <a:solidFill>
                            <a:srgbClr val="000000"/>
                          </a:solidFill>
                        </a:rPr>
                        <a:t>✓ Seattle Children's Fever CPG cited
Per-rule clinical guideline mapping</a:t>
                      </a:r>
                    </a:p>
                  </a:txBody>
                  <a:tcPr>
                    <a:solidFill>
                      <a:srgbClr val="D5F0D8"/>
                    </a:solidFill>
                  </a:tcPr>
                </a:tc>
                <a:tc>
                  <a:txBody>
                    <a:bodyPr wrap="square"/>
                    <a:lstStyle/>
                    <a:p>
                      <a:pPr algn="l"/>
                      <a:r>
                        <a:rPr sz="900" b="0">
                          <a:solidFill>
                            <a:srgbClr val="000000"/>
                          </a:solidFill>
                        </a:rPr>
                        <a:t>✗ No CPG citation
No source attribution</a:t>
                      </a:r>
                    </a:p>
                  </a:txBody>
                  <a:tcPr>
                    <a:solidFill>
                      <a:srgbClr val="FAE5E5"/>
                    </a:solidFill>
                  </a:tcPr>
                </a:tc>
              </a:tr>
              <a:tr h="515982">
                <a:tc>
                  <a:txBody>
                    <a:bodyPr wrap="square"/>
                    <a:lstStyle/>
                    <a:p>
                      <a:pPr algn="l"/>
                      <a:r>
                        <a:rPr sz="1000" b="1">
                          <a:solidFill>
                            <a:srgbClr val="1F497D"/>
                          </a:solidFill>
                        </a:rPr>
                        <a:t>Medication Safety</a:t>
                      </a:r>
                    </a:p>
                  </a:txBody>
                  <a:tcPr>
                    <a:solidFill>
                      <a:srgbClr val="FFFFFF"/>
                    </a:solidFill>
                  </a:tcPr>
                </a:tc>
                <a:tc>
                  <a:txBody>
                    <a:bodyPr wrap="square"/>
                    <a:lstStyle/>
                    <a:p>
                      <a:pPr algn="l"/>
                      <a:r>
                        <a:rPr sz="900" b="0">
                          <a:solidFill>
                            <a:srgbClr val="000000"/>
                          </a:solidFill>
                        </a:rPr>
                        <a:t>✓ Age gate: ibuprofen &lt;6 mo flagged
Weight-based dosing check</a:t>
                      </a:r>
                    </a:p>
                  </a:txBody>
                  <a:tcPr>
                    <a:solidFill>
                      <a:srgbClr val="D5F0D8"/>
                    </a:solidFill>
                  </a:tcPr>
                </a:tc>
                <a:tc>
                  <a:txBody>
                    <a:bodyPr wrap="square"/>
                    <a:lstStyle/>
                    <a:p>
                      <a:pPr algn="l"/>
                      <a:r>
                        <a:rPr sz="900" b="0">
                          <a:solidFill>
                            <a:srgbClr val="000000"/>
                          </a:solidFill>
                        </a:rPr>
                        <a:t>✗ No age/weight check
May suggest ibuprofen for 5-month-old</a:t>
                      </a:r>
                    </a:p>
                  </a:txBody>
                  <a:tcPr>
                    <a:solidFill>
                      <a:srgbClr val="FAE5E5"/>
                    </a:solidFill>
                  </a:tcPr>
                </a:tc>
              </a:tr>
              <a:tr h="515982">
                <a:tc>
                  <a:txBody>
                    <a:bodyPr wrap="square"/>
                    <a:lstStyle/>
                    <a:p>
                      <a:pPr algn="l"/>
                      <a:r>
                        <a:rPr sz="1000" b="1">
                          <a:solidFill>
                            <a:srgbClr val="1F497D"/>
                          </a:solidFill>
                        </a:rPr>
                        <a:t>Local Context Handling</a:t>
                      </a:r>
                    </a:p>
                  </a:txBody>
                  <a:tcPr>
                    <a:solidFill>
                      <a:srgbClr val="E8F0FB"/>
                    </a:solidFill>
                  </a:tcPr>
                </a:tc>
                <a:tc>
                  <a:txBody>
                    <a:bodyPr wrap="square"/>
                    <a:lstStyle/>
                    <a:p>
                      <a:pPr algn="l"/>
                      <a:r>
                        <a:rPr sz="900" b="0">
                          <a:solidFill>
                            <a:srgbClr val="000000"/>
                          </a:solidFill>
                        </a:rPr>
                        <a:t>✓ Captured as metadata
Never alters safety rule firing</a:t>
                      </a:r>
                    </a:p>
                  </a:txBody>
                  <a:tcPr>
                    <a:solidFill>
                      <a:srgbClr val="D5F0D8"/>
                    </a:solidFill>
                  </a:tcPr>
                </a:tc>
                <a:tc>
                  <a:txBody>
                    <a:bodyPr wrap="square"/>
                    <a:lstStyle/>
                    <a:p>
                      <a:pPr algn="l"/>
                      <a:r>
                        <a:rPr sz="900" b="0">
                          <a:solidFill>
                            <a:srgbClr val="000000"/>
                          </a:solidFill>
                        </a:rPr>
                        <a:t>✗ Used as reassurance signal
"Something going around" → under-escalation</a:t>
                      </a:r>
                    </a:p>
                  </a:txBody>
                  <a:tcPr>
                    <a:solidFill>
                      <a:srgbClr val="FAE5E5"/>
                    </a:solidFill>
                  </a:tcPr>
                </a:tc>
              </a:tr>
              <a:tr h="515988">
                <a:tc>
                  <a:txBody>
                    <a:bodyPr wrap="square"/>
                    <a:lstStyle/>
                    <a:p>
                      <a:pPr algn="l"/>
                      <a:r>
                        <a:rPr sz="1000" b="1">
                          <a:solidFill>
                            <a:srgbClr val="1F497D"/>
                          </a:solidFill>
                        </a:rPr>
                        <a:t>Actionability</a:t>
                      </a:r>
                    </a:p>
                  </a:txBody>
                  <a:tcPr>
                    <a:solidFill>
                      <a:srgbClr val="FFFFFF"/>
                    </a:solidFill>
                  </a:tcPr>
                </a:tc>
                <a:tc>
                  <a:txBody>
                    <a:bodyPr wrap="square"/>
                    <a:lstStyle/>
                    <a:p>
                      <a:pPr algn="l"/>
                      <a:r>
                        <a:rPr sz="900" b="0">
                          <a:solidFill>
                            <a:srgbClr val="000000"/>
                          </a:solidFill>
                        </a:rPr>
                        <a:t>✓ Structured criteria + rule-backed escalation
Concrete thresholds (temp, alertness)</a:t>
                      </a:r>
                    </a:p>
                  </a:txBody>
                  <a:tcPr>
                    <a:solidFill>
                      <a:srgbClr val="D5F0D8"/>
                    </a:solidFill>
                  </a:tcPr>
                </a:tc>
                <a:tc>
                  <a:txBody>
                    <a:bodyPr wrap="square"/>
                    <a:lstStyle/>
                    <a:p>
                      <a:pPr algn="l"/>
                      <a:r>
                        <a:rPr sz="900" b="0">
                          <a:solidFill>
                            <a:srgbClr val="000000"/>
                          </a:solidFill>
                        </a:rPr>
                        <a:t>✗ Generic "if worried, seek care"
No concrete thresholds</a:t>
                      </a:r>
                    </a:p>
                  </a:txBody>
                  <a:tcPr>
                    <a:solidFill>
                      <a:srgbClr val="FAE5E5"/>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
            </a:r>
            <a:r>
              <a:rPr sz="2200" b="1">
                <a:solidFill>
                  <a:srgbClr val="1F497D"/>
                </a:solidFill>
              </a:rPr>
              <a:t>Baseline Failure Mode Examples</a:t>
            </a:r>
            <a:endParaRPr/>
          </a:p>
        </p:txBody>
      </p:sp>
      <p:sp>
        <p:nvSpPr>
          <p:cNvPr id="614" name="TextBox 613"/>
          <p:cNvSpPr txBox="1"/>
          <p:nvPr/>
        </p:nvSpPr>
        <p:spPr>
          <a:xfrm>
            <a:off x="713232" y="777240"/>
            <a:ext cx="7772400" cy="320040"/>
          </a:xfrm>
          <a:prstGeom prst="rect">
            <a:avLst/>
          </a:prstGeom>
          <a:noFill/>
        </p:spPr>
        <p:txBody>
          <a:bodyPr wrap="square">
            <a:spAutoFit/>
          </a:bodyPr>
          <a:lstStyle/>
          <a:p>
            <a:pPr algn="l"/>
            <a:r>
              <a:rPr sz="1200" b="0">
                <a:solidFill>
                  <a:srgbClr val="555555"/>
                </a:solidFill>
              </a:rPr>
              <a:t>Two scenarios where baseline mock gives incorrect or dangerous guidance</a:t>
            </a:r>
          </a:p>
        </p:txBody>
      </p:sp>
      <p:sp>
        <p:nvSpPr>
          <p:cNvPr id="615" name="TextBox 614"/>
          <p:cNvSpPr txBox="1"/>
          <p:nvPr/>
        </p:nvSpPr>
        <p:spPr>
          <a:xfrm>
            <a:off x="365760" y="1234440"/>
            <a:ext cx="3931920" cy="320040"/>
          </a:xfrm>
          <a:prstGeom prst="rect">
            <a:avLst/>
          </a:prstGeom>
          <a:noFill/>
        </p:spPr>
        <p:txBody>
          <a:bodyPr wrap="square">
            <a:spAutoFit/>
          </a:bodyPr>
          <a:lstStyle/>
          <a:p>
            <a:pPr algn="l"/>
            <a:r>
              <a:rPr sz="1200" b="1">
                <a:solidFill>
                  <a:srgbClr val="1F497D"/>
                </a:solidFill>
              </a:rPr>
              <a:t>Failure Mode 1 — Medication Safety (Scenario 4)</a:t>
            </a:r>
          </a:p>
        </p:txBody>
      </p:sp>
      <p:sp>
        <p:nvSpPr>
          <p:cNvPr id="616" name="TextBox 615"/>
          <p:cNvSpPr txBox="1"/>
          <p:nvPr/>
        </p:nvSpPr>
        <p:spPr>
          <a:xfrm>
            <a:off x="365760" y="1600200"/>
            <a:ext cx="3749039" cy="1463040"/>
          </a:xfrm>
          <a:prstGeom prst="rect">
            <a:avLst/>
          </a:prstGeom>
          <a:noFill/>
        </p:spPr>
        <p:txBody>
          <a:bodyPr wrap="square">
            <a:spAutoFit/>
          </a:bodyPr>
          <a:lstStyle/>
          <a:p>
            <a:r>
              <a:rPr b="1" sz="1000"/>
              <a:t>CareTrace:  </a:t>
            </a:r>
            <a:r>
              <a:rPr sz="1000"/>
              <a:t>Disposition = HOME_MANAGEMENT</a:t>
            </a:r>
          </a:p>
          <a:p>
            <a:r>
              <a:rPr sz="900"/>
              <a:t>Rule: R_HOME_CONSERVATIVE</a:t>
            </a:r>
          </a:p>
          <a:p>
            <a:r>
              <a:rPr sz="900"/>
              <a:t>Med flag: cpg_ibuprofen_under_6mo_requires_clinician</a:t>
            </a:r>
          </a:p>
          <a:p>
            <a:r>
              <a:rPr sz="900">
                <a:solidFill>
                  <a:srgbClr val="1F7A8C"/>
                </a:solidFill>
              </a:rPr>
              <a:t>→ "Do NOT give ibuprofen — child is under 6 months.
   Consult clinician before any NSAID."</a:t>
            </a:r>
          </a:p>
        </p:txBody>
      </p:sp>
      <p:sp>
        <p:nvSpPr>
          <p:cNvPr id="617" name="TextBox 616"/>
          <p:cNvSpPr txBox="1"/>
          <p:nvPr/>
        </p:nvSpPr>
        <p:spPr>
          <a:xfrm>
            <a:off x="365760" y="3154680"/>
            <a:ext cx="3749039" cy="1188720"/>
          </a:xfrm>
          <a:prstGeom prst="rect">
            <a:avLst/>
          </a:prstGeom>
          <a:noFill/>
        </p:spPr>
        <p:txBody>
          <a:bodyPr wrap="square">
            <a:spAutoFit/>
          </a:bodyPr>
          <a:lstStyle/>
          <a:p>
            <a:r>
              <a:rPr b="1" sz="1000">
                <a:solidFill>
                  <a:srgbClr val="C0392B"/>
                </a:solidFill>
              </a:rPr>
              <a:t>Baseline Mock:  </a:t>
            </a:r>
            <a:r>
              <a:rPr sz="1000"/>
              <a:t>Signal = REASSURANCE_SIGNAL</a:t>
            </a:r>
          </a:p>
          <a:p>
            <a:r>
              <a:rPr sz="900"/>
              <a:t>No age check performed</a:t>
            </a:r>
          </a:p>
          <a:p>
            <a:r>
              <a:rPr sz="900"/>
              <a:t>→ "You can give fever medicine — acetaminophen or
   ibuprofen are common options."</a:t>
            </a:r>
          </a:p>
          <a:p>
            <a:r>
              <a:rPr sz="900">
                <a:solidFill>
                  <a:srgbClr val="C0392B"/>
                </a:solidFill>
              </a:rPr>
              <a:t>⚠  Ibuprofen is contraindicated under 6 months</a:t>
            </a:r>
          </a:p>
        </p:txBody>
      </p:sp>
      <p:sp>
        <p:nvSpPr>
          <p:cNvPr id="618" name="TextBox 617"/>
          <p:cNvSpPr txBox="1"/>
          <p:nvPr/>
        </p:nvSpPr>
        <p:spPr>
          <a:xfrm>
            <a:off x="4663440" y="1234440"/>
            <a:ext cx="4114800" cy="320040"/>
          </a:xfrm>
          <a:prstGeom prst="rect">
            <a:avLst/>
          </a:prstGeom>
          <a:noFill/>
        </p:spPr>
        <p:txBody>
          <a:bodyPr wrap="square">
            <a:spAutoFit/>
          </a:bodyPr>
          <a:lstStyle/>
          <a:p>
            <a:pPr algn="l"/>
            <a:r>
              <a:rPr sz="1200" b="1">
                <a:solidFill>
                  <a:srgbClr val="1F497D"/>
                </a:solidFill>
              </a:rPr>
              <a:t>Failure Mode 2 — Local Context (Scenario 5)</a:t>
            </a:r>
          </a:p>
        </p:txBody>
      </p:sp>
      <p:sp>
        <p:nvSpPr>
          <p:cNvPr id="619" name="TextBox 618"/>
          <p:cNvSpPr txBox="1"/>
          <p:nvPr/>
        </p:nvSpPr>
        <p:spPr>
          <a:xfrm>
            <a:off x="4663440" y="1600200"/>
            <a:ext cx="4114800" cy="1463040"/>
          </a:xfrm>
          <a:prstGeom prst="rect">
            <a:avLst/>
          </a:prstGeom>
          <a:noFill/>
        </p:spPr>
        <p:txBody>
          <a:bodyPr wrap="square">
            <a:spAutoFit/>
          </a:bodyPr>
          <a:lstStyle/>
          <a:p>
            <a:r>
              <a:rPr b="1" sz="1000"/>
              <a:t>CareTrace:  </a:t>
            </a:r>
            <a:r>
              <a:rPr sz="1000"/>
              <a:t>Disposition = HOME_MANAGEMENT</a:t>
            </a:r>
          </a:p>
          <a:p>
            <a:r>
              <a:rPr sz="900"/>
              <a:t>local_outbreak_context = community_viral_illness_context_mentioned</a:t>
            </a:r>
          </a:p>
          <a:p>
            <a:r>
              <a:rPr sz="900"/>
              <a:t>Rule: R_HOME_CONSERVATIVE (clinical gates not met)</a:t>
            </a:r>
          </a:p>
          <a:p>
            <a:r>
              <a:rPr sz="900">
                <a:solidFill>
                  <a:srgbClr val="1F7A8C"/>
                </a:solidFill>
              </a:rPr>
              <a:t>→ Viral context captured as metadata only.</a:t>
            </a:r>
          </a:p>
          <a:p>
            <a:r>
              <a:rPr sz="900">
                <a:solidFill>
                  <a:srgbClr val="1F7A8C"/>
                </a:solidFill>
              </a:rPr>
              <a:t>   Does NOT alter hard safety gates.</a:t>
            </a:r>
          </a:p>
        </p:txBody>
      </p:sp>
      <p:sp>
        <p:nvSpPr>
          <p:cNvPr id="620" name="TextBox 619"/>
          <p:cNvSpPr txBox="1"/>
          <p:nvPr/>
        </p:nvSpPr>
        <p:spPr>
          <a:xfrm>
            <a:off x="4663440" y="3154680"/>
            <a:ext cx="4114800" cy="1188720"/>
          </a:xfrm>
          <a:prstGeom prst="rect">
            <a:avLst/>
          </a:prstGeom>
          <a:noFill/>
        </p:spPr>
        <p:txBody>
          <a:bodyPr wrap="square">
            <a:spAutoFit/>
          </a:bodyPr>
          <a:lstStyle/>
          <a:p>
            <a:r>
              <a:rPr b="1" sz="1000">
                <a:solidFill>
                  <a:srgbClr val="C0392B"/>
                </a:solidFill>
              </a:rPr>
              <a:t>Baseline Mock:  </a:t>
            </a:r>
            <a:r>
              <a:rPr sz="1000"/>
              <a:t>Signal = REASSURANCE_SIGNAL</a:t>
            </a:r>
          </a:p>
          <a:p>
            <a:r>
              <a:rPr sz="900"/>
              <a:t>"Something going around" → used as reassurance</a:t>
            </a:r>
          </a:p>
          <a:p>
            <a:r>
              <a:rPr sz="900"/>
              <a:t>→ "There does seem to be something going around,
   which might explain the symptoms — reassuring."</a:t>
            </a:r>
          </a:p>
          <a:p>
            <a:r>
              <a:rPr sz="900">
                <a:solidFill>
                  <a:srgbClr val="C0392B"/>
                </a:solidFill>
              </a:rPr>
              <a:t>⚠  Epidemiological prior overrides clinical assessment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2"/>
          <p:cNvSpPr txBox="1"/>
          <p:nvPr>
            <p:ph idx="2" type="subTitle"/>
          </p:nvPr>
        </p:nvSpPr>
        <p:spPr>
          <a:xfrm>
            <a:off x="1590485" y="1787170"/>
            <a:ext cx="2967000" cy="102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
            </a:r>
            <a:r>
              <a:rPr sz="2200" b="1">
                <a:solidFill>
                  <a:srgbClr val="1F497D"/>
                </a:solidFill>
              </a:rPr>
              <a:t>Evaluation Results — 5-Scenario Harness</a:t>
            </a:r>
            <a:endParaRPr/>
          </a:p>
        </p:txBody>
      </p:sp>
      <p:sp>
        <p:nvSpPr>
          <p:cNvPr id="653" name="TextBox 652"/>
          <p:cNvSpPr txBox="1"/>
          <p:nvPr/>
        </p:nvSpPr>
        <p:spPr>
          <a:xfrm>
            <a:off x="713232" y="777240"/>
            <a:ext cx="7772400" cy="320040"/>
          </a:xfrm>
          <a:prstGeom prst="rect">
            <a:avLst/>
          </a:prstGeom>
          <a:noFill/>
        </p:spPr>
        <p:txBody>
          <a:bodyPr wrap="square">
            <a:spAutoFit/>
          </a:bodyPr>
          <a:lstStyle/>
          <a:p>
            <a:pPr algn="l"/>
            <a:r>
              <a:rPr sz="1000" b="0">
                <a:solidFill>
                  <a:srgbClr val="555555"/>
                </a:solidFill>
              </a:rPr>
              <a:t>All 5 scenarios pass. Harness: CARETRACE_MOCK_LLM=1 CARETRACE_SKIP_NEO4J=1  python -m caretrace.evaluation.harness</a:t>
            </a:r>
          </a:p>
        </p:txBody>
      </p:sp>
      <p:graphicFrame>
        <p:nvGraphicFramePr>
          <p:cNvPr id="654" name="Table 653"/>
          <p:cNvGraphicFramePr>
            <a:graphicFrameLocks noGrp="1"/>
          </p:cNvGraphicFramePr>
          <p:nvPr/>
        </p:nvGraphicFramePr>
        <p:xfrm>
          <a:off x="274320" y="1143000"/>
          <a:ext cx="7955280" cy="3474720"/>
        </p:xfrm>
        <a:graphic>
          <a:graphicData uri="http://schemas.openxmlformats.org/drawingml/2006/table">
            <a:tbl>
              <a:tblPr firstRow="1" bandRow="1">
                <a:tableStyleId>{5C22544A-7EE6-4342-B048-85BDC9FD1C3A}</a:tableStyleId>
              </a:tblPr>
              <a:tblGrid>
                <a:gridCol w="1691640"/>
                <a:gridCol w="822960"/>
                <a:gridCol w="1188720"/>
                <a:gridCol w="1188720"/>
                <a:gridCol w="2377440"/>
                <a:gridCol w="685800"/>
              </a:tblGrid>
              <a:tr h="579120">
                <a:tc>
                  <a:txBody>
                    <a:bodyPr wrap="square"/>
                    <a:lstStyle/>
                    <a:p>
                      <a:pPr algn="ctr"/>
                      <a:r>
                        <a:rPr sz="1000" b="1">
                          <a:solidFill>
                            <a:srgbClr val="FFFFFF"/>
                          </a:solidFill>
                        </a:rPr>
                        <a:t>Scenario ID</a:t>
                      </a:r>
                    </a:p>
                  </a:txBody>
                  <a:tcPr>
                    <a:solidFill>
                      <a:srgbClr val="1F497D"/>
                    </a:solidFill>
                  </a:tcPr>
                </a:tc>
                <a:tc>
                  <a:txBody>
                    <a:bodyPr wrap="square"/>
                    <a:lstStyle/>
                    <a:p>
                      <a:pPr algn="ctr"/>
                      <a:r>
                        <a:rPr sz="1000" b="1">
                          <a:solidFill>
                            <a:srgbClr val="FFFFFF"/>
                          </a:solidFill>
                        </a:rPr>
                        <a:t>Type</a:t>
                      </a:r>
                    </a:p>
                  </a:txBody>
                  <a:tcPr>
                    <a:solidFill>
                      <a:srgbClr val="1F497D"/>
                    </a:solidFill>
                  </a:tcPr>
                </a:tc>
                <a:tc>
                  <a:txBody>
                    <a:bodyPr wrap="square"/>
                    <a:lstStyle/>
                    <a:p>
                      <a:pPr algn="ctr"/>
                      <a:r>
                        <a:rPr sz="1000" b="1">
                          <a:solidFill>
                            <a:srgbClr val="FFFFFF"/>
                          </a:solidFill>
                        </a:rPr>
                        <a:t>Expected</a:t>
                      </a:r>
                    </a:p>
                  </a:txBody>
                  <a:tcPr>
                    <a:solidFill>
                      <a:srgbClr val="1F497D"/>
                    </a:solidFill>
                  </a:tcPr>
                </a:tc>
                <a:tc>
                  <a:txBody>
                    <a:bodyPr wrap="square"/>
                    <a:lstStyle/>
                    <a:p>
                      <a:pPr algn="ctr"/>
                      <a:r>
                        <a:rPr sz="1000" b="1">
                          <a:solidFill>
                            <a:srgbClr val="FFFFFF"/>
                          </a:solidFill>
                        </a:rPr>
                        <a:t>CareTrace</a:t>
                      </a:r>
                    </a:p>
                  </a:txBody>
                  <a:tcPr>
                    <a:solidFill>
                      <a:srgbClr val="1F497D"/>
                    </a:solidFill>
                  </a:tcPr>
                </a:tc>
                <a:tc>
                  <a:txBody>
                    <a:bodyPr wrap="square"/>
                    <a:lstStyle/>
                    <a:p>
                      <a:pPr algn="ctr"/>
                      <a:r>
                        <a:rPr sz="1000" b="1">
                          <a:solidFill>
                            <a:srgbClr val="FFFFFF"/>
                          </a:solidFill>
                        </a:rPr>
                        <a:t>Rules Fired / Med Flags</a:t>
                      </a:r>
                    </a:p>
                  </a:txBody>
                  <a:tcPr>
                    <a:solidFill>
                      <a:srgbClr val="1F497D"/>
                    </a:solidFill>
                  </a:tcPr>
                </a:tc>
                <a:tc>
                  <a:txBody>
                    <a:bodyPr wrap="square"/>
                    <a:lstStyle/>
                    <a:p>
                      <a:pPr algn="ctr"/>
                      <a:r>
                        <a:rPr sz="1000" b="1">
                          <a:solidFill>
                            <a:srgbClr val="FFFFFF"/>
                          </a:solidFill>
                        </a:rPr>
                        <a:t>Pass</a:t>
                      </a:r>
                    </a:p>
                  </a:txBody>
                  <a:tcPr>
                    <a:solidFill>
                      <a:srgbClr val="1F497D"/>
                    </a:solidFill>
                  </a:tcPr>
                </a:tc>
              </a:tr>
              <a:tr h="579120">
                <a:tc>
                  <a:txBody>
                    <a:bodyPr wrap="square"/>
                    <a:lstStyle/>
                    <a:p>
                      <a:pPr algn="l"/>
                      <a:r>
                        <a:rPr sz="1000" b="0">
                          <a:solidFill>
                            <a:srgbClr val="000000"/>
                          </a:solidFill>
                        </a:rPr>
                        <a:t>scenario_1_home</a:t>
                      </a:r>
                    </a:p>
                  </a:txBody>
                  <a:tcPr>
                    <a:solidFill>
                      <a:srgbClr val="EBF3FF"/>
                    </a:solidFill>
                  </a:tcPr>
                </a:tc>
                <a:tc>
                  <a:txBody>
                    <a:bodyPr wrap="square"/>
                    <a:lstStyle/>
                    <a:p>
                      <a:pPr algn="ctr"/>
                      <a:r>
                        <a:rPr sz="1000" b="0">
                          <a:solidFill>
                            <a:srgbClr val="000000"/>
                          </a:solidFill>
                        </a:rPr>
                        <a:t>Base</a:t>
                      </a:r>
                    </a:p>
                  </a:txBody>
                  <a:tcPr>
                    <a:solidFill>
                      <a:srgbClr val="EBF3FF"/>
                    </a:solidFill>
                  </a:tcPr>
                </a:tc>
                <a:tc>
                  <a:txBody>
                    <a:bodyPr wrap="square"/>
                    <a:lstStyle/>
                    <a:p>
                      <a:pPr algn="l"/>
                      <a:r>
                        <a:rPr sz="1000" b="0">
                          <a:solidFill>
                            <a:srgbClr val="000000"/>
                          </a:solidFill>
                        </a:rPr>
                        <a:t>HOME</a:t>
                      </a:r>
                    </a:p>
                  </a:txBody>
                  <a:tcPr>
                    <a:solidFill>
                      <a:srgbClr val="EBF3FF"/>
                    </a:solidFill>
                  </a:tcPr>
                </a:tc>
                <a:tc>
                  <a:txBody>
                    <a:bodyPr wrap="square"/>
                    <a:lstStyle/>
                    <a:p>
                      <a:pPr algn="l"/>
                      <a:r>
                        <a:rPr sz="1000" b="0">
                          <a:solidFill>
                            <a:srgbClr val="000000"/>
                          </a:solidFill>
                        </a:rPr>
                        <a:t>HOME_MANAGEMENT</a:t>
                      </a:r>
                    </a:p>
                  </a:txBody>
                  <a:tcPr>
                    <a:solidFill>
                      <a:srgbClr val="EBF3FF"/>
                    </a:solidFill>
                  </a:tcPr>
                </a:tc>
                <a:tc>
                  <a:txBody>
                    <a:bodyPr wrap="square"/>
                    <a:lstStyle/>
                    <a:p>
                      <a:pPr algn="l"/>
                      <a:r>
                        <a:rPr sz="900" b="0">
                          <a:solidFill>
                            <a:srgbClr val="000000"/>
                          </a:solidFill>
                        </a:rPr>
                        <a:t>R_HOME_CONSERVATIVE
Med: antibiotic_on_file_review</a:t>
                      </a:r>
                    </a:p>
                  </a:txBody>
                  <a:tcPr>
                    <a:solidFill>
                      <a:srgbClr val="EBF3FF"/>
                    </a:solidFill>
                  </a:tcPr>
                </a:tc>
                <a:tc>
                  <a:txBody>
                    <a:bodyPr wrap="square"/>
                    <a:lstStyle/>
                    <a:p>
                      <a:pPr algn="ctr"/>
                      <a:r>
                        <a:rPr sz="1000" b="0">
                          <a:solidFill>
                            <a:srgbClr val="17873A"/>
                          </a:solidFill>
                        </a:rPr>
                        <a:t>✓</a:t>
                      </a:r>
                    </a:p>
                  </a:txBody>
                  <a:tcPr>
                    <a:solidFill>
                      <a:srgbClr val="D5F0D8"/>
                    </a:solidFill>
                  </a:tcPr>
                </a:tc>
              </a:tr>
              <a:tr h="579120">
                <a:tc>
                  <a:txBody>
                    <a:bodyPr wrap="square"/>
                    <a:lstStyle/>
                    <a:p>
                      <a:pPr algn="l"/>
                      <a:r>
                        <a:rPr sz="1000" b="0">
                          <a:solidFill>
                            <a:srgbClr val="000000"/>
                          </a:solidFill>
                        </a:rPr>
                        <a:t>scenario_2_er</a:t>
                      </a:r>
                    </a:p>
                  </a:txBody>
                  <a:tcPr>
                    <a:solidFill>
                      <a:srgbClr val="FFFFFF"/>
                    </a:solidFill>
                  </a:tcPr>
                </a:tc>
                <a:tc>
                  <a:txBody>
                    <a:bodyPr wrap="square"/>
                    <a:lstStyle/>
                    <a:p>
                      <a:pPr algn="ctr"/>
                      <a:r>
                        <a:rPr sz="1000" b="0">
                          <a:solidFill>
                            <a:srgbClr val="000000"/>
                          </a:solidFill>
                        </a:rPr>
                        <a:t>Base</a:t>
                      </a:r>
                    </a:p>
                  </a:txBody>
                  <a:tcPr>
                    <a:solidFill>
                      <a:srgbClr val="FFFFFF"/>
                    </a:solidFill>
                  </a:tcPr>
                </a:tc>
                <a:tc>
                  <a:txBody>
                    <a:bodyPr wrap="square"/>
                    <a:lstStyle/>
                    <a:p>
                      <a:pPr algn="l"/>
                      <a:r>
                        <a:rPr sz="1000" b="0">
                          <a:solidFill>
                            <a:srgbClr val="000000"/>
                          </a:solidFill>
                        </a:rPr>
                        <a:t>ER_NOW</a:t>
                      </a:r>
                    </a:p>
                  </a:txBody>
                  <a:tcPr>
                    <a:solidFill>
                      <a:srgbClr val="FFFFFF"/>
                    </a:solidFill>
                  </a:tcPr>
                </a:tc>
                <a:tc>
                  <a:txBody>
                    <a:bodyPr wrap="square"/>
                    <a:lstStyle/>
                    <a:p>
                      <a:pPr algn="l"/>
                      <a:r>
                        <a:rPr sz="1000" b="0">
                          <a:solidFill>
                            <a:srgbClr val="000000"/>
                          </a:solidFill>
                        </a:rPr>
                        <a:t>ER_NOW</a:t>
                      </a:r>
                    </a:p>
                  </a:txBody>
                  <a:tcPr>
                    <a:solidFill>
                      <a:srgbClr val="FFFFFF"/>
                    </a:solidFill>
                  </a:tcPr>
                </a:tc>
                <a:tc>
                  <a:txBody>
                    <a:bodyPr wrap="square"/>
                    <a:lstStyle/>
                    <a:p>
                      <a:pPr algn="l"/>
                      <a:r>
                        <a:rPr sz="900" b="0">
                          <a:solidFill>
                            <a:srgbClr val="000000"/>
                          </a:solidFill>
                        </a:rPr>
                        <a:t>R_ER_ALERTNESS
R_ER_DEHYDRATION_SEVERE</a:t>
                      </a:r>
                    </a:p>
                  </a:txBody>
                  <a:tcPr>
                    <a:solidFill>
                      <a:srgbClr val="FFFFFF"/>
                    </a:solidFill>
                  </a:tcPr>
                </a:tc>
                <a:tc>
                  <a:txBody>
                    <a:bodyPr wrap="square"/>
                    <a:lstStyle/>
                    <a:p>
                      <a:pPr algn="ctr"/>
                      <a:r>
                        <a:rPr sz="1000" b="0">
                          <a:solidFill>
                            <a:srgbClr val="17873A"/>
                          </a:solidFill>
                        </a:rPr>
                        <a:t>✓</a:t>
                      </a:r>
                    </a:p>
                  </a:txBody>
                  <a:tcPr>
                    <a:solidFill>
                      <a:srgbClr val="D5F0D8"/>
                    </a:solidFill>
                  </a:tcPr>
                </a:tc>
              </a:tr>
              <a:tr h="579120">
                <a:tc>
                  <a:txBody>
                    <a:bodyPr wrap="square"/>
                    <a:lstStyle/>
                    <a:p>
                      <a:pPr algn="l"/>
                      <a:r>
                        <a:rPr sz="1000" b="0">
                          <a:solidFill>
                            <a:srgbClr val="000000"/>
                          </a:solidFill>
                        </a:rPr>
                        <a:t>urgent_repeated_vomit</a:t>
                      </a:r>
                    </a:p>
                  </a:txBody>
                  <a:tcPr>
                    <a:solidFill>
                      <a:srgbClr val="EBF3FF"/>
                    </a:solidFill>
                  </a:tcPr>
                </a:tc>
                <a:tc>
                  <a:txBody>
                    <a:bodyPr wrap="square"/>
                    <a:lstStyle/>
                    <a:p>
                      <a:pPr algn="ctr"/>
                      <a:r>
                        <a:rPr sz="1000" b="0">
                          <a:solidFill>
                            <a:srgbClr val="000000"/>
                          </a:solidFill>
                        </a:rPr>
                        <a:t>Base</a:t>
                      </a:r>
                    </a:p>
                  </a:txBody>
                  <a:tcPr>
                    <a:solidFill>
                      <a:srgbClr val="EBF3FF"/>
                    </a:solidFill>
                  </a:tcPr>
                </a:tc>
                <a:tc>
                  <a:txBody>
                    <a:bodyPr wrap="square"/>
                    <a:lstStyle/>
                    <a:p>
                      <a:pPr algn="l"/>
                      <a:r>
                        <a:rPr sz="1000" b="0">
                          <a:solidFill>
                            <a:srgbClr val="000000"/>
                          </a:solidFill>
                        </a:rPr>
                        <a:t>URGENT</a:t>
                      </a:r>
                    </a:p>
                  </a:txBody>
                  <a:tcPr>
                    <a:solidFill>
                      <a:srgbClr val="EBF3FF"/>
                    </a:solidFill>
                  </a:tcPr>
                </a:tc>
                <a:tc>
                  <a:txBody>
                    <a:bodyPr wrap="square"/>
                    <a:lstStyle/>
                    <a:p>
                      <a:pPr algn="l"/>
                      <a:r>
                        <a:rPr sz="1000" b="0">
                          <a:solidFill>
                            <a:srgbClr val="000000"/>
                          </a:solidFill>
                        </a:rPr>
                        <a:t>URGENT_SAME_DAY</a:t>
                      </a:r>
                    </a:p>
                  </a:txBody>
                  <a:tcPr>
                    <a:solidFill>
                      <a:srgbClr val="EBF3FF"/>
                    </a:solidFill>
                  </a:tcPr>
                </a:tc>
                <a:tc>
                  <a:txBody>
                    <a:bodyPr wrap="square"/>
                    <a:lstStyle/>
                    <a:p>
                      <a:pPr algn="l"/>
                      <a:r>
                        <a:rPr sz="900" b="0">
                          <a:solidFill>
                            <a:srgbClr val="000000"/>
                          </a:solidFill>
                        </a:rPr>
                        <a:t>R_URGENT_REPEATED_VOMIT_POOR_FLUID
Med: dehydration_avoid_nsaid</a:t>
                      </a:r>
                    </a:p>
                  </a:txBody>
                  <a:tcPr>
                    <a:solidFill>
                      <a:srgbClr val="EBF3FF"/>
                    </a:solidFill>
                  </a:tcPr>
                </a:tc>
                <a:tc>
                  <a:txBody>
                    <a:bodyPr wrap="square"/>
                    <a:lstStyle/>
                    <a:p>
                      <a:pPr algn="ctr"/>
                      <a:r>
                        <a:rPr sz="1000" b="0">
                          <a:solidFill>
                            <a:srgbClr val="17873A"/>
                          </a:solidFill>
                        </a:rPr>
                        <a:t>✓</a:t>
                      </a:r>
                    </a:p>
                  </a:txBody>
                  <a:tcPr>
                    <a:solidFill>
                      <a:srgbClr val="D5F0D8"/>
                    </a:solidFill>
                  </a:tcPr>
                </a:tc>
              </a:tr>
              <a:tr h="579120">
                <a:tc>
                  <a:txBody>
                    <a:bodyPr wrap="square"/>
                    <a:lstStyle/>
                    <a:p>
                      <a:pPr algn="l"/>
                      <a:r>
                        <a:rPr sz="1000" b="0">
                          <a:solidFill>
                            <a:srgbClr val="000000"/>
                          </a:solidFill>
                        </a:rPr>
                        <a:t>scenario_4_medication</a:t>
                      </a:r>
                    </a:p>
                  </a:txBody>
                  <a:tcPr>
                    <a:solidFill>
                      <a:srgbClr val="FFFFFF"/>
                    </a:solidFill>
                  </a:tcPr>
                </a:tc>
                <a:tc>
                  <a:txBody>
                    <a:bodyPr wrap="square"/>
                    <a:lstStyle/>
                    <a:p>
                      <a:pPr algn="ctr"/>
                      <a:r>
                        <a:rPr sz="1000" b="0">
                          <a:solidFill>
                            <a:srgbClr val="1F7A8C"/>
                          </a:solidFill>
                        </a:rPr>
                        <a:t>Ext</a:t>
                      </a:r>
                    </a:p>
                  </a:txBody>
                  <a:tcPr>
                    <a:solidFill>
                      <a:srgbClr val="FFFFFF"/>
                    </a:solidFill>
                  </a:tcPr>
                </a:tc>
                <a:tc>
                  <a:txBody>
                    <a:bodyPr wrap="square"/>
                    <a:lstStyle/>
                    <a:p>
                      <a:pPr algn="l"/>
                      <a:r>
                        <a:rPr sz="1000" b="0">
                          <a:solidFill>
                            <a:srgbClr val="000000"/>
                          </a:solidFill>
                        </a:rPr>
                        <a:t>HOME</a:t>
                      </a:r>
                    </a:p>
                  </a:txBody>
                  <a:tcPr>
                    <a:solidFill>
                      <a:srgbClr val="FFFFFF"/>
                    </a:solidFill>
                  </a:tcPr>
                </a:tc>
                <a:tc>
                  <a:txBody>
                    <a:bodyPr wrap="square"/>
                    <a:lstStyle/>
                    <a:p>
                      <a:pPr algn="l"/>
                      <a:r>
                        <a:rPr sz="1000" b="0">
                          <a:solidFill>
                            <a:srgbClr val="000000"/>
                          </a:solidFill>
                        </a:rPr>
                        <a:t>HOME_MANAGEMENT</a:t>
                      </a:r>
                    </a:p>
                  </a:txBody>
                  <a:tcPr>
                    <a:solidFill>
                      <a:srgbClr val="FFFFFF"/>
                    </a:solidFill>
                  </a:tcPr>
                </a:tc>
                <a:tc>
                  <a:txBody>
                    <a:bodyPr wrap="square"/>
                    <a:lstStyle/>
                    <a:p>
                      <a:pPr algn="l"/>
                      <a:r>
                        <a:rPr sz="900" b="0">
                          <a:solidFill>
                            <a:srgbClr val="000000"/>
                          </a:solidFill>
                        </a:rPr>
                        <a:t>R_HOME_CONSERVATIVE
Med: cpg_ibuprofen_under_6mo_requires_clinician</a:t>
                      </a:r>
                    </a:p>
                  </a:txBody>
                  <a:tcPr>
                    <a:solidFill>
                      <a:srgbClr val="FFFFFF"/>
                    </a:solidFill>
                  </a:tcPr>
                </a:tc>
                <a:tc>
                  <a:txBody>
                    <a:bodyPr wrap="square"/>
                    <a:lstStyle/>
                    <a:p>
                      <a:pPr algn="ctr"/>
                      <a:r>
                        <a:rPr sz="1000" b="0">
                          <a:solidFill>
                            <a:srgbClr val="17873A"/>
                          </a:solidFill>
                        </a:rPr>
                        <a:t>✓</a:t>
                      </a:r>
                    </a:p>
                  </a:txBody>
                  <a:tcPr>
                    <a:solidFill>
                      <a:srgbClr val="D5F0D8"/>
                    </a:solidFill>
                  </a:tcPr>
                </a:tc>
              </a:tr>
              <a:tr h="579120">
                <a:tc>
                  <a:txBody>
                    <a:bodyPr wrap="square"/>
                    <a:lstStyle/>
                    <a:p>
                      <a:pPr algn="l"/>
                      <a:r>
                        <a:rPr sz="1000" b="0">
                          <a:solidFill>
                            <a:srgbClr val="000000"/>
                          </a:solidFill>
                        </a:rPr>
                        <a:t>scenario_5_local_context</a:t>
                      </a:r>
                    </a:p>
                  </a:txBody>
                  <a:tcPr>
                    <a:solidFill>
                      <a:srgbClr val="EBF3FF"/>
                    </a:solidFill>
                  </a:tcPr>
                </a:tc>
                <a:tc>
                  <a:txBody>
                    <a:bodyPr wrap="square"/>
                    <a:lstStyle/>
                    <a:p>
                      <a:pPr algn="ctr"/>
                      <a:r>
                        <a:rPr sz="1000" b="0">
                          <a:solidFill>
                            <a:srgbClr val="1F7A8C"/>
                          </a:solidFill>
                        </a:rPr>
                        <a:t>Ext</a:t>
                      </a:r>
                    </a:p>
                  </a:txBody>
                  <a:tcPr>
                    <a:solidFill>
                      <a:srgbClr val="EBF3FF"/>
                    </a:solidFill>
                  </a:tcPr>
                </a:tc>
                <a:tc>
                  <a:txBody>
                    <a:bodyPr wrap="square"/>
                    <a:lstStyle/>
                    <a:p>
                      <a:pPr algn="l"/>
                      <a:r>
                        <a:rPr sz="1000" b="0">
                          <a:solidFill>
                            <a:srgbClr val="000000"/>
                          </a:solidFill>
                        </a:rPr>
                        <a:t>HOME</a:t>
                      </a:r>
                    </a:p>
                  </a:txBody>
                  <a:tcPr>
                    <a:solidFill>
                      <a:srgbClr val="EBF3FF"/>
                    </a:solidFill>
                  </a:tcPr>
                </a:tc>
                <a:tc>
                  <a:txBody>
                    <a:bodyPr wrap="square"/>
                    <a:lstStyle/>
                    <a:p>
                      <a:pPr algn="l"/>
                      <a:r>
                        <a:rPr sz="1000" b="0">
                          <a:solidFill>
                            <a:srgbClr val="000000"/>
                          </a:solidFill>
                        </a:rPr>
                        <a:t>HOME_MANAGEMENT</a:t>
                      </a:r>
                    </a:p>
                  </a:txBody>
                  <a:tcPr>
                    <a:solidFill>
                      <a:srgbClr val="EBF3FF"/>
                    </a:solidFill>
                  </a:tcPr>
                </a:tc>
                <a:tc>
                  <a:txBody>
                    <a:bodyPr wrap="square"/>
                    <a:lstStyle/>
                    <a:p>
                      <a:pPr algn="l"/>
                      <a:r>
                        <a:rPr sz="900" b="0">
                          <a:solidFill>
                            <a:srgbClr val="000000"/>
                          </a:solidFill>
                        </a:rPr>
                        <a:t>R_HOME_CONSERVATIVE
(local_outbreak_context captured)</a:t>
                      </a:r>
                    </a:p>
                  </a:txBody>
                  <a:tcPr>
                    <a:solidFill>
                      <a:srgbClr val="EBF3FF"/>
                    </a:solidFill>
                  </a:tcPr>
                </a:tc>
                <a:tc>
                  <a:txBody>
                    <a:bodyPr wrap="square"/>
                    <a:lstStyle/>
                    <a:p>
                      <a:pPr algn="ctr"/>
                      <a:r>
                        <a:rPr sz="1000" b="0">
                          <a:solidFill>
                            <a:srgbClr val="17873A"/>
                          </a:solidFill>
                        </a:rPr>
                        <a:t>✓</a:t>
                      </a:r>
                    </a:p>
                  </a:txBody>
                  <a:tcPr>
                    <a:solidFill>
                      <a:srgbClr val="D5F0D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
            </a:r>
            <a:r>
              <a:rPr sz="2200" b="1">
                <a:solidFill>
                  <a:srgbClr val="1F497D"/>
                </a:solidFill>
              </a:rPr>
              <a:t>Conclusion</a:t>
            </a:r>
            <a:endParaRPr/>
          </a:p>
        </p:txBody>
      </p:sp>
      <p:sp>
        <p:nvSpPr>
          <p:cNvPr id="693" name="TextBox 692"/>
          <p:cNvSpPr txBox="1"/>
          <p:nvPr/>
        </p:nvSpPr>
        <p:spPr>
          <a:xfrm>
            <a:off x="713232" y="777240"/>
            <a:ext cx="7772400" cy="320040"/>
          </a:xfrm>
          <a:prstGeom prst="rect">
            <a:avLst/>
          </a:prstGeom>
          <a:noFill/>
        </p:spPr>
        <p:txBody>
          <a:bodyPr wrap="square">
            <a:spAutoFit/>
          </a:bodyPr>
          <a:lstStyle/>
          <a:p>
            <a:pPr algn="l"/>
            <a:r>
              <a:rPr sz="1200" b="0">
                <a:solidFill>
                  <a:srgbClr val="333333"/>
                </a:solidFill>
              </a:rPr>
              <a:t>CareTrace demonstrates that neurosymbolic AI can deliver safe, explainable, actionable triage.</a:t>
            </a:r>
          </a:p>
        </p:txBody>
      </p:sp>
      <p:sp>
        <p:nvSpPr>
          <p:cNvPr id="694" name="Rectangle 693"/>
          <p:cNvSpPr/>
          <p:nvPr/>
        </p:nvSpPr>
        <p:spPr>
          <a:xfrm>
            <a:off x="320040" y="1234440"/>
            <a:ext cx="4023360" cy="1600200"/>
          </a:xfrm>
          <a:prstGeom prst="rect">
            <a:avLst/>
          </a:prstGeom>
          <a:solidFill>
            <a:srgbClr val="F0F5FF"/>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TextBox 694"/>
          <p:cNvSpPr txBox="1"/>
          <p:nvPr/>
        </p:nvSpPr>
        <p:spPr>
          <a:xfrm>
            <a:off x="411479" y="1280160"/>
            <a:ext cx="3840480" cy="274320"/>
          </a:xfrm>
          <a:prstGeom prst="rect">
            <a:avLst/>
          </a:prstGeom>
          <a:noFill/>
        </p:spPr>
        <p:txBody>
          <a:bodyPr wrap="none">
            <a:spAutoFit/>
          </a:bodyPr>
          <a:lstStyle/>
          <a:p>
            <a:r>
              <a:rPr sz="1200" b="1">
                <a:solidFill>
                  <a:srgbClr val="1F497D"/>
                </a:solidFill>
              </a:rPr>
              <a:t>Results</a:t>
            </a:r>
          </a:p>
        </p:txBody>
      </p:sp>
      <p:sp>
        <p:nvSpPr>
          <p:cNvPr id="696" name="TextBox 695"/>
          <p:cNvSpPr txBox="1"/>
          <p:nvPr/>
        </p:nvSpPr>
        <p:spPr>
          <a:xfrm>
            <a:off x="411479" y="1600200"/>
            <a:ext cx="3840480" cy="1143000"/>
          </a:xfrm>
          <a:prstGeom prst="rect">
            <a:avLst/>
          </a:prstGeom>
          <a:noFill/>
        </p:spPr>
        <p:txBody>
          <a:bodyPr wrap="square">
            <a:spAutoFit/>
          </a:bodyPr>
          <a:lstStyle/>
          <a:p>
            <a:r>
              <a:rPr sz="950"/>
              <a:t>5 / 5 scenarios correct</a:t>
            </a:r>
          </a:p>
          <a:p>
            <a:r>
              <a:rPr sz="950"/>
              <a:t>• 3 base cases (Home, ER, Urgent)</a:t>
            </a:r>
          </a:p>
          <a:p>
            <a:r>
              <a:rPr sz="950"/>
              <a:t>• 2 extended cases (medication gate, local context)</a:t>
            </a:r>
          </a:p>
          <a:p>
            <a:r>
              <a:rPr sz="950"/>
              <a:t>Harness exit code 0 — deterministic, repeatable</a:t>
            </a:r>
          </a:p>
        </p:txBody>
      </p:sp>
      <p:sp>
        <p:nvSpPr>
          <p:cNvPr id="697" name="Rectangle 696"/>
          <p:cNvSpPr/>
          <p:nvPr/>
        </p:nvSpPr>
        <p:spPr>
          <a:xfrm>
            <a:off x="4800600" y="1234440"/>
            <a:ext cx="4023360" cy="1600200"/>
          </a:xfrm>
          <a:prstGeom prst="rect">
            <a:avLst/>
          </a:prstGeom>
          <a:solidFill>
            <a:srgbClr val="F0F5FF"/>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TextBox 697"/>
          <p:cNvSpPr txBox="1"/>
          <p:nvPr/>
        </p:nvSpPr>
        <p:spPr>
          <a:xfrm>
            <a:off x="4892040" y="1280160"/>
            <a:ext cx="3840480" cy="274320"/>
          </a:xfrm>
          <a:prstGeom prst="rect">
            <a:avLst/>
          </a:prstGeom>
          <a:noFill/>
        </p:spPr>
        <p:txBody>
          <a:bodyPr wrap="none">
            <a:spAutoFit/>
          </a:bodyPr>
          <a:lstStyle/>
          <a:p>
            <a:r>
              <a:rPr sz="1200" b="1">
                <a:solidFill>
                  <a:srgbClr val="1F497D"/>
                </a:solidFill>
              </a:rPr>
              <a:t>Key Contributions</a:t>
            </a:r>
          </a:p>
        </p:txBody>
      </p:sp>
      <p:sp>
        <p:nvSpPr>
          <p:cNvPr id="699" name="TextBox 698"/>
          <p:cNvSpPr txBox="1"/>
          <p:nvPr/>
        </p:nvSpPr>
        <p:spPr>
          <a:xfrm>
            <a:off x="4892040" y="1600200"/>
            <a:ext cx="3840480" cy="1143000"/>
          </a:xfrm>
          <a:prstGeom prst="rect">
            <a:avLst/>
          </a:prstGeom>
          <a:noFill/>
        </p:spPr>
        <p:txBody>
          <a:bodyPr wrap="square">
            <a:spAutoFit/>
          </a:bodyPr>
          <a:lstStyle/>
          <a:p>
            <a:r>
              <a:rPr sz="950"/>
              <a:t>Guaranteed safety escalation via PyDatalog rules</a:t>
            </a:r>
          </a:p>
          <a:p>
            <a:r>
              <a:rPr sz="950"/>
              <a:t>CPG-grounded provenance (Seattle Children's)</a:t>
            </a:r>
          </a:p>
          <a:p>
            <a:r>
              <a:rPr sz="950"/>
              <a:t>Medication safety age gate (ibuprofen &lt;6 mo)</a:t>
            </a:r>
          </a:p>
          <a:p>
            <a:r>
              <a:rPr sz="950"/>
              <a:t>Local context isolated from hard clinical gates</a:t>
            </a:r>
          </a:p>
        </p:txBody>
      </p:sp>
      <p:sp>
        <p:nvSpPr>
          <p:cNvPr id="700" name="Rectangle 699"/>
          <p:cNvSpPr/>
          <p:nvPr/>
        </p:nvSpPr>
        <p:spPr>
          <a:xfrm>
            <a:off x="320040" y="2971800"/>
            <a:ext cx="4023360" cy="1600200"/>
          </a:xfrm>
          <a:prstGeom prst="rect">
            <a:avLst/>
          </a:prstGeom>
          <a:solidFill>
            <a:srgbClr val="F0F5FF"/>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TextBox 700"/>
          <p:cNvSpPr txBox="1"/>
          <p:nvPr/>
        </p:nvSpPr>
        <p:spPr>
          <a:xfrm>
            <a:off x="411479" y="3017520"/>
            <a:ext cx="3840480" cy="274320"/>
          </a:xfrm>
          <a:prstGeom prst="rect">
            <a:avLst/>
          </a:prstGeom>
          <a:noFill/>
        </p:spPr>
        <p:txBody>
          <a:bodyPr wrap="none">
            <a:spAutoFit/>
          </a:bodyPr>
          <a:lstStyle/>
          <a:p>
            <a:r>
              <a:rPr sz="1200" b="1">
                <a:solidFill>
                  <a:srgbClr val="1F497D"/>
                </a:solidFill>
              </a:rPr>
              <a:t>Limitations</a:t>
            </a:r>
          </a:p>
        </p:txBody>
      </p:sp>
      <p:sp>
        <p:nvSpPr>
          <p:cNvPr id="702" name="TextBox 701"/>
          <p:cNvSpPr txBox="1"/>
          <p:nvPr/>
        </p:nvSpPr>
        <p:spPr>
          <a:xfrm>
            <a:off x="411479" y="3337560"/>
            <a:ext cx="3840480" cy="1143000"/>
          </a:xfrm>
          <a:prstGeom prst="rect">
            <a:avLst/>
          </a:prstGeom>
          <a:noFill/>
        </p:spPr>
        <p:txBody>
          <a:bodyPr wrap="square">
            <a:spAutoFit/>
          </a:bodyPr>
          <a:lstStyle/>
          <a:p>
            <a:r>
              <a:rPr sz="950"/>
              <a:t>Heuristic NLP — fails on non-standard phrasing</a:t>
            </a:r>
          </a:p>
          <a:p>
            <a:r>
              <a:rPr sz="950"/>
              <a:t>Knowledge graph: ~45 SNOMED CT concepts only</a:t>
            </a:r>
          </a:p>
          <a:p>
            <a:r>
              <a:rPr sz="950"/>
              <a:t>5 manually authored scenarios (no real patient data)</a:t>
            </a:r>
          </a:p>
          <a:p>
            <a:r>
              <a:rPr sz="950"/>
              <a:t>Scope limited to fever/GI in children &lt;12 years</a:t>
            </a:r>
          </a:p>
        </p:txBody>
      </p:sp>
      <p:sp>
        <p:nvSpPr>
          <p:cNvPr id="703" name="Rectangle 702"/>
          <p:cNvSpPr/>
          <p:nvPr/>
        </p:nvSpPr>
        <p:spPr>
          <a:xfrm>
            <a:off x="4800600" y="2971800"/>
            <a:ext cx="4023360" cy="1600200"/>
          </a:xfrm>
          <a:prstGeom prst="rect">
            <a:avLst/>
          </a:prstGeom>
          <a:solidFill>
            <a:srgbClr val="F0F5FF"/>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TextBox 703"/>
          <p:cNvSpPr txBox="1"/>
          <p:nvPr/>
        </p:nvSpPr>
        <p:spPr>
          <a:xfrm>
            <a:off x="4892040" y="3017520"/>
            <a:ext cx="3840480" cy="274320"/>
          </a:xfrm>
          <a:prstGeom prst="rect">
            <a:avLst/>
          </a:prstGeom>
          <a:noFill/>
        </p:spPr>
        <p:txBody>
          <a:bodyPr wrap="none">
            <a:spAutoFit/>
          </a:bodyPr>
          <a:lstStyle/>
          <a:p>
            <a:r>
              <a:rPr sz="1200" b="1">
                <a:solidFill>
                  <a:srgbClr val="1F497D"/>
                </a:solidFill>
              </a:rPr>
              <a:t>Future Work</a:t>
            </a:r>
          </a:p>
        </p:txBody>
      </p:sp>
      <p:sp>
        <p:nvSpPr>
          <p:cNvPr id="705" name="TextBox 704"/>
          <p:cNvSpPr txBox="1"/>
          <p:nvPr/>
        </p:nvSpPr>
        <p:spPr>
          <a:xfrm>
            <a:off x="4892040" y="3337560"/>
            <a:ext cx="3840480" cy="1143000"/>
          </a:xfrm>
          <a:prstGeom prst="rect">
            <a:avLst/>
          </a:prstGeom>
          <a:noFill/>
        </p:spPr>
        <p:txBody>
          <a:bodyPr wrap="square">
            <a:spAutoFit/>
          </a:bodyPr>
          <a:lstStyle/>
          <a:p>
            <a:r>
              <a:rPr sz="950"/>
              <a:t>Replace regex extraction with fine-tuned NER</a:t>
            </a:r>
          </a:p>
          <a:p>
            <a:r>
              <a:rPr sz="950"/>
              <a:t>Expand SNOMED KG to full fever/dehydration domain</a:t>
            </a:r>
          </a:p>
          <a:p>
            <a:r>
              <a:rPr sz="950"/>
              <a:t>Real-world validation with pediatric nurse review</a:t>
            </a:r>
          </a:p>
          <a:p>
            <a:r>
              <a:rPr sz="950"/>
              <a:t>Multi-language / low-literacy caregiver adaptation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4"/>
          <p:cNvSpPr txBox="1"/>
          <p:nvPr>
            <p:ph type="title"/>
          </p:nvPr>
        </p:nvSpPr>
        <p:spPr>
          <a:xfrm>
            <a:off x="2393400" y="1709976"/>
            <a:ext cx="4357200" cy="115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Thank you</a:t>
            </a:r>
            <a:endParaRPr/>
          </a:p>
        </p:txBody>
      </p:sp>
      <p:sp>
        <p:nvSpPr>
          <p:cNvPr id="711" name="Google Shape;711;p14"/>
          <p:cNvSpPr txBox="1"/>
          <p:nvPr>
            <p:ph idx="1" type="subTitle"/>
          </p:nvPr>
        </p:nvSpPr>
        <p:spPr>
          <a:xfrm>
            <a:off x="2393400" y="2962927"/>
            <a:ext cx="4357200" cy="960300"/>
          </a:xfrm>
          <a:prstGeom prst="rect">
            <a:avLst/>
          </a:prstGeom>
          <a:noFill/>
          <a:ln>
            <a:noFill/>
          </a:ln>
        </p:spPr>
        <p:txBody>
          <a:bodyPr anchorCtr="0" anchor="t" bIns="91425" lIns="91425" spcFirstLastPara="1" rIns="91425" wrap="square" tIns="91425">
            <a:noAutofit/>
          </a:bodyPr>
          <a:lstStyle/>
          <a:p>
            <a:pPr indent="-304800" lvl="0" marL="457200" rtl="0" algn="ctr">
              <a:lnSpc>
                <a:spcPct val="100000"/>
              </a:lnSpc>
              <a:spcBef>
                <a:spcPts val="0"/>
              </a:spcBef>
              <a:spcAft>
                <a:spcPts val="0"/>
              </a:spcAft>
              <a:buSzPts val="1600"/>
              <a:buNone/>
            </a:pPr>
            <a:r>
              <a:rPr lang="en"/>
              <a:t>Q&amp;A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5"/>
          <p:cNvSpPr txBox="1"/>
          <p:nvPr>
            <p:ph type="title"/>
          </p:nvPr>
        </p:nvSpPr>
        <p:spPr>
          <a:xfrm>
            <a:off x="2724150" y="1307100"/>
            <a:ext cx="3695700" cy="252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000"/>
              <a:buNone/>
            </a:pPr>
            <a:r>
              <a:rPr lang="en"/>
              <a:t>Appendix</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6"/>
          <p:cNvSpPr txBox="1"/>
          <p:nvPr>
            <p:ph type="title"/>
          </p:nvPr>
        </p:nvSpPr>
        <p:spPr>
          <a:xfrm>
            <a:off x="0" y="2249805"/>
            <a:ext cx="3695700" cy="827434"/>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000"/>
              <a:buNone/>
            </a:pPr>
            <a:r>
              <a:rPr lang="en" sz="800" u="sng">
                <a:solidFill>
                  <a:schemeClr val="hlink"/>
                </a:solidFill>
                <a:latin typeface="Arial"/>
                <a:ea typeface="Arial"/>
                <a:cs typeface="Arial"/>
                <a:sym typeface="Arial"/>
                <a:hlinkClick r:id="rId3"/>
              </a:rPr>
              <a:t>Illustration and Slide Source</a:t>
            </a:r>
            <a:endParaRPr sz="800">
              <a:latin typeface="Arial"/>
              <a:ea typeface="Arial"/>
              <a:cs typeface="Arial"/>
              <a:sym typeface="Arial"/>
            </a:endParaRPr>
          </a:p>
        </p:txBody>
      </p:sp>
      <p:pic>
        <p:nvPicPr>
          <p:cNvPr id="722" name="Google Shape;722;p16"/>
          <p:cNvPicPr preferRelativeResize="0"/>
          <p:nvPr/>
        </p:nvPicPr>
        <p:blipFill rotWithShape="1">
          <a:blip r:embed="rId4">
            <a:alphaModFix/>
          </a:blip>
          <a:srcRect b="0" l="0" r="0" t="0"/>
          <a:stretch/>
        </p:blipFill>
        <p:spPr>
          <a:xfrm>
            <a:off x="1137202" y="1438275"/>
            <a:ext cx="971550" cy="971550"/>
          </a:xfrm>
          <a:prstGeom prst="rect">
            <a:avLst/>
          </a:prstGeom>
          <a:noFill/>
          <a:ln>
            <a:noFill/>
          </a:ln>
        </p:spPr>
      </p:pic>
      <p:sp>
        <p:nvSpPr>
          <p:cNvPr id="723" name="Google Shape;723;p16"/>
          <p:cNvSpPr txBox="1"/>
          <p:nvPr/>
        </p:nvSpPr>
        <p:spPr>
          <a:xfrm>
            <a:off x="617055" y="630103"/>
            <a:ext cx="3695700" cy="612289"/>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000"/>
              <a:buFont typeface="DM Sans Black"/>
              <a:buNone/>
            </a:pPr>
            <a:r>
              <a:rPr b="0" i="0" lang="en" sz="2000" u="none" cap="none" strike="noStrike">
                <a:solidFill>
                  <a:schemeClr val="dk1"/>
                </a:solidFill>
                <a:latin typeface="DM Sans Black"/>
                <a:ea typeface="DM Sans Black"/>
                <a:cs typeface="DM Sans Black"/>
                <a:sym typeface="DM Sans Black"/>
              </a:rPr>
              <a:t>Acknowledgment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Contents of this template</a:t>
            </a:r>
            <a:endParaRPr/>
          </a:p>
        </p:txBody>
      </p:sp>
      <p:sp>
        <p:nvSpPr>
          <p:cNvPr id="729" name="Google Shape;729;p17"/>
          <p:cNvSpPr txBox="1"/>
          <p:nvPr>
            <p:ph idx="1" type="body"/>
          </p:nvPr>
        </p:nvSpPr>
        <p:spPr>
          <a:xfrm>
            <a:off x="720000" y="1096350"/>
            <a:ext cx="7704000" cy="380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a:t>You can delete this slide when you’re done editing the presentation</a:t>
            </a:r>
            <a:endParaRPr/>
          </a:p>
        </p:txBody>
      </p:sp>
      <p:sp>
        <p:nvSpPr>
          <p:cNvPr id="730" name="Google Shape;730;p17"/>
          <p:cNvSpPr txBox="1"/>
          <p:nvPr/>
        </p:nvSpPr>
        <p:spPr>
          <a:xfrm>
            <a:off x="1098025" y="3971250"/>
            <a:ext cx="21441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Karla"/>
                <a:ea typeface="Karla"/>
                <a:cs typeface="Karla"/>
                <a:sym typeface="Karla"/>
              </a:rPr>
              <a:t>For more info:</a:t>
            </a:r>
            <a:br>
              <a:rPr b="0" i="0" lang="en" sz="800" u="none" cap="none" strike="noStrike">
                <a:solidFill>
                  <a:schemeClr val="dk1"/>
                </a:solidFill>
                <a:latin typeface="Karla"/>
                <a:ea typeface="Karla"/>
                <a:cs typeface="Karla"/>
                <a:sym typeface="Karla"/>
              </a:rPr>
            </a:br>
            <a:r>
              <a:rPr b="1" i="0" lang="en" sz="1000" u="sng" cap="none" strike="noStrike">
                <a:solidFill>
                  <a:schemeClr val="dk1"/>
                </a:solidFill>
                <a:latin typeface="Karla"/>
                <a:ea typeface="Karla"/>
                <a:cs typeface="Karla"/>
                <a:sym typeface="Karla"/>
                <a:hlinkClick r:id="rId3">
                  <a:extLst>
                    <a:ext uri="{A12FA001-AC4F-418D-AE19-62706E023703}">
                      <ahyp:hlinkClr val="tx"/>
                    </a:ext>
                  </a:extLst>
                </a:hlinkClick>
              </a:rPr>
              <a:t>Slidesgo</a:t>
            </a:r>
            <a:r>
              <a:rPr b="0" i="0" lang="en" sz="1000" u="none" cap="none" strike="noStrike">
                <a:solidFill>
                  <a:schemeClr val="dk1"/>
                </a:solidFill>
                <a:uFill>
                  <a:noFill/>
                </a:uFill>
                <a:latin typeface="Karla"/>
                <a:ea typeface="Karla"/>
                <a:cs typeface="Karla"/>
                <a:sym typeface="Karla"/>
                <a:hlinkClick r:id="rId4">
                  <a:extLst>
                    <a:ext uri="{A12FA001-AC4F-418D-AE19-62706E023703}">
                      <ahyp:hlinkClr val="tx"/>
                    </a:ext>
                  </a:extLst>
                </a:hlinkClick>
              </a:rPr>
              <a:t> </a:t>
            </a:r>
            <a:r>
              <a:rPr b="0" i="0" lang="en" sz="1000" u="none" cap="none" strike="noStrike">
                <a:solidFill>
                  <a:schemeClr val="dk1"/>
                </a:solidFill>
                <a:latin typeface="Karla"/>
                <a:ea typeface="Karla"/>
                <a:cs typeface="Karla"/>
                <a:sym typeface="Karla"/>
              </a:rPr>
              <a:t>| </a:t>
            </a:r>
            <a:r>
              <a:rPr b="1" i="0" lang="en" sz="1000" u="sng" cap="none" strike="noStrike">
                <a:solidFill>
                  <a:schemeClr val="dk1"/>
                </a:solidFill>
                <a:latin typeface="Karla"/>
                <a:ea typeface="Karla"/>
                <a:cs typeface="Karla"/>
                <a:sym typeface="Karla"/>
                <a:hlinkClick r:id="rId5">
                  <a:extLst>
                    <a:ext uri="{A12FA001-AC4F-418D-AE19-62706E023703}">
                      <ahyp:hlinkClr val="tx"/>
                    </a:ext>
                  </a:extLst>
                </a:hlinkClick>
              </a:rPr>
              <a:t>Blog</a:t>
            </a:r>
            <a:r>
              <a:rPr b="0" i="0" lang="en" sz="1000" u="none" cap="none" strike="noStrike">
                <a:solidFill>
                  <a:schemeClr val="dk1"/>
                </a:solidFill>
                <a:latin typeface="Karla"/>
                <a:ea typeface="Karla"/>
                <a:cs typeface="Karla"/>
                <a:sym typeface="Karla"/>
              </a:rPr>
              <a:t> |</a:t>
            </a:r>
            <a:r>
              <a:rPr b="1" i="0" lang="en" sz="1000" u="none" cap="none" strike="noStrike">
                <a:solidFill>
                  <a:schemeClr val="dk1"/>
                </a:solidFill>
                <a:latin typeface="Karla"/>
                <a:ea typeface="Karla"/>
                <a:cs typeface="Karla"/>
                <a:sym typeface="Karla"/>
              </a:rPr>
              <a:t> </a:t>
            </a:r>
            <a:r>
              <a:rPr b="1" i="0" lang="en" sz="1000" u="sng" cap="none" strike="noStrike">
                <a:solidFill>
                  <a:schemeClr val="dk1"/>
                </a:solidFill>
                <a:latin typeface="Karla"/>
                <a:ea typeface="Karla"/>
                <a:cs typeface="Karla"/>
                <a:sym typeface="Karla"/>
                <a:hlinkClick r:id="rId6">
                  <a:extLst>
                    <a:ext uri="{A12FA001-AC4F-418D-AE19-62706E023703}">
                      <ahyp:hlinkClr val="tx"/>
                    </a:ext>
                  </a:extLst>
                </a:hlinkClick>
              </a:rPr>
              <a:t>FA</a:t>
            </a:r>
            <a:r>
              <a:rPr b="1" i="0" lang="en" sz="1000" u="sng" cap="none" strike="noStrike">
                <a:solidFill>
                  <a:schemeClr val="dk1"/>
                </a:solidFill>
                <a:latin typeface="Karla"/>
                <a:ea typeface="Karla"/>
                <a:cs typeface="Karla"/>
                <a:sym typeface="Karla"/>
              </a:rPr>
              <a:t>Qs</a:t>
            </a:r>
            <a:endParaRPr b="1" i="0" sz="1000" u="sng" cap="none" strike="noStrike">
              <a:solidFill>
                <a:schemeClr val="dk1"/>
              </a:solidFill>
              <a:latin typeface="Karla"/>
              <a:ea typeface="Karla"/>
              <a:cs typeface="Karla"/>
              <a:sym typeface="Karla"/>
            </a:endParaRPr>
          </a:p>
        </p:txBody>
      </p:sp>
      <p:sp>
        <p:nvSpPr>
          <p:cNvPr id="731" name="Google Shape;731;p17"/>
          <p:cNvSpPr txBox="1"/>
          <p:nvPr/>
        </p:nvSpPr>
        <p:spPr>
          <a:xfrm>
            <a:off x="3388350" y="3971250"/>
            <a:ext cx="46533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Karla"/>
                <a:ea typeface="Karla"/>
                <a:cs typeface="Karla"/>
                <a:sym typeface="Karla"/>
              </a:rPr>
              <a:t>You can visit our sister projects:</a:t>
            </a:r>
            <a:br>
              <a:rPr b="0" i="0" lang="en" sz="1000" u="none" cap="none" strike="noStrike">
                <a:solidFill>
                  <a:schemeClr val="dk1"/>
                </a:solidFill>
                <a:latin typeface="Karla"/>
                <a:ea typeface="Karla"/>
                <a:cs typeface="Karla"/>
                <a:sym typeface="Karla"/>
              </a:rPr>
            </a:br>
            <a:r>
              <a:rPr b="1" i="0" lang="en" sz="1000" u="sng" cap="none" strike="noStrike">
                <a:solidFill>
                  <a:schemeClr val="dk1"/>
                </a:solidFill>
                <a:latin typeface="Karla"/>
                <a:ea typeface="Karla"/>
                <a:cs typeface="Karla"/>
                <a:sym typeface="Karla"/>
                <a:hlinkClick r:id="rId7">
                  <a:extLst>
                    <a:ext uri="{A12FA001-AC4F-418D-AE19-62706E023703}">
                      <ahyp:hlinkClr val="tx"/>
                    </a:ext>
                  </a:extLst>
                </a:hlinkClick>
              </a:rPr>
              <a:t>Freepik</a:t>
            </a:r>
            <a:r>
              <a:rPr b="1" i="0" lang="en" sz="1000" u="none" cap="none" strike="noStrike">
                <a:solidFill>
                  <a:schemeClr val="dk1"/>
                </a:solidFill>
                <a:latin typeface="Karla"/>
                <a:ea typeface="Karla"/>
                <a:cs typeface="Karla"/>
                <a:sym typeface="Karla"/>
              </a:rPr>
              <a:t> </a:t>
            </a:r>
            <a:r>
              <a:rPr b="0" i="0" lang="en" sz="1000" u="none" cap="none" strike="noStrike">
                <a:solidFill>
                  <a:schemeClr val="dk1"/>
                </a:solidFill>
                <a:latin typeface="Karla"/>
                <a:ea typeface="Karla"/>
                <a:cs typeface="Karla"/>
                <a:sym typeface="Karla"/>
              </a:rPr>
              <a:t>| </a:t>
            </a:r>
            <a:r>
              <a:rPr b="1" i="0" lang="en" sz="1000" u="sng" cap="none" strike="noStrike">
                <a:solidFill>
                  <a:schemeClr val="dk1"/>
                </a:solidFill>
                <a:latin typeface="Karla"/>
                <a:ea typeface="Karla"/>
                <a:cs typeface="Karla"/>
                <a:sym typeface="Karla"/>
                <a:hlinkClick r:id="rId8">
                  <a:extLst>
                    <a:ext uri="{A12FA001-AC4F-418D-AE19-62706E023703}">
                      <ahyp:hlinkClr val="tx"/>
                    </a:ext>
                  </a:extLst>
                </a:hlinkClick>
              </a:rPr>
              <a:t>Flaticon</a:t>
            </a:r>
            <a:r>
              <a:rPr b="0" i="0" lang="en" sz="1000" u="none" cap="none" strike="noStrike">
                <a:solidFill>
                  <a:schemeClr val="dk1"/>
                </a:solidFill>
                <a:latin typeface="Karla"/>
                <a:ea typeface="Karla"/>
                <a:cs typeface="Karla"/>
                <a:sym typeface="Karla"/>
              </a:rPr>
              <a:t> | </a:t>
            </a:r>
            <a:r>
              <a:rPr b="1" i="0" lang="en" sz="1000" u="sng" cap="none" strike="noStrike">
                <a:solidFill>
                  <a:schemeClr val="dk1"/>
                </a:solidFill>
                <a:latin typeface="Karla"/>
                <a:ea typeface="Karla"/>
                <a:cs typeface="Karla"/>
                <a:sym typeface="Karla"/>
                <a:hlinkClick r:id="rId9">
                  <a:extLst>
                    <a:ext uri="{A12FA001-AC4F-418D-AE19-62706E023703}">
                      <ahyp:hlinkClr val="tx"/>
                    </a:ext>
                  </a:extLst>
                </a:hlinkClick>
              </a:rPr>
              <a:t>Storyset</a:t>
            </a:r>
            <a:r>
              <a:rPr b="0" i="0" lang="en" sz="1000" u="none" cap="none" strike="noStrike">
                <a:solidFill>
                  <a:schemeClr val="dk1"/>
                </a:solidFill>
                <a:latin typeface="Karla"/>
                <a:ea typeface="Karla"/>
                <a:cs typeface="Karla"/>
                <a:sym typeface="Karla"/>
              </a:rPr>
              <a:t> | </a:t>
            </a:r>
            <a:r>
              <a:rPr b="1" i="0" lang="en" sz="1000" u="sng" cap="none" strike="noStrike">
                <a:solidFill>
                  <a:schemeClr val="dk1"/>
                </a:solidFill>
                <a:latin typeface="Karla"/>
                <a:ea typeface="Karla"/>
                <a:cs typeface="Karla"/>
                <a:sym typeface="Karla"/>
                <a:hlinkClick r:id="rId10">
                  <a:extLst>
                    <a:ext uri="{A12FA001-AC4F-418D-AE19-62706E023703}">
                      <ahyp:hlinkClr val="tx"/>
                    </a:ext>
                  </a:extLst>
                </a:hlinkClick>
              </a:rPr>
              <a:t>Wepik</a:t>
            </a:r>
            <a:r>
              <a:rPr b="0" i="0" lang="en" sz="1000" u="none" cap="none" strike="noStrike">
                <a:solidFill>
                  <a:schemeClr val="dk1"/>
                </a:solidFill>
                <a:uFill>
                  <a:noFill/>
                </a:uFill>
                <a:latin typeface="Karla"/>
                <a:ea typeface="Karla"/>
                <a:cs typeface="Karla"/>
                <a:sym typeface="Karla"/>
                <a:hlinkClick r:id="rId11">
                  <a:extLst>
                    <a:ext uri="{A12FA001-AC4F-418D-AE19-62706E023703}">
                      <ahyp:hlinkClr val="tx"/>
                    </a:ext>
                  </a:extLst>
                </a:hlinkClick>
              </a:rPr>
              <a:t> </a:t>
            </a:r>
            <a:r>
              <a:rPr b="0" i="0" lang="en" sz="1000" u="none" cap="none" strike="noStrike">
                <a:solidFill>
                  <a:schemeClr val="dk1"/>
                </a:solidFill>
                <a:latin typeface="Karla"/>
                <a:ea typeface="Karla"/>
                <a:cs typeface="Karla"/>
                <a:sym typeface="Karla"/>
              </a:rPr>
              <a:t>| </a:t>
            </a:r>
            <a:r>
              <a:rPr b="1" i="0" lang="en" sz="1000" u="sng" cap="none" strike="noStrike">
                <a:solidFill>
                  <a:schemeClr val="dk1"/>
                </a:solidFill>
                <a:latin typeface="Karla"/>
                <a:ea typeface="Karla"/>
                <a:cs typeface="Karla"/>
                <a:sym typeface="Karla"/>
                <a:hlinkClick r:id="rId12">
                  <a:extLst>
                    <a:ext uri="{A12FA001-AC4F-418D-AE19-62706E023703}">
                      <ahyp:hlinkClr val="tx"/>
                    </a:ext>
                  </a:extLst>
                </a:hlinkClick>
              </a:rPr>
              <a:t>Videvo</a:t>
            </a:r>
            <a:endParaRPr b="1" i="0" sz="1000" u="sng" cap="none" strike="noStrike">
              <a:solidFill>
                <a:schemeClr val="dk1"/>
              </a:solidFill>
              <a:latin typeface="Karla"/>
              <a:ea typeface="Karla"/>
              <a:cs typeface="Karla"/>
              <a:sym typeface="Karla"/>
            </a:endParaRPr>
          </a:p>
        </p:txBody>
      </p:sp>
      <p:graphicFrame>
        <p:nvGraphicFramePr>
          <p:cNvPr id="732" name="Google Shape;732;p17"/>
          <p:cNvGraphicFramePr/>
          <p:nvPr/>
        </p:nvGraphicFramePr>
        <p:xfrm>
          <a:off x="1098025" y="1652235"/>
          <a:ext cx="3000000" cy="3000000"/>
        </p:xfrm>
        <a:graphic>
          <a:graphicData uri="http://schemas.openxmlformats.org/drawingml/2006/table">
            <a:tbl>
              <a:tblPr>
                <a:noFill/>
                <a:tableStyleId>{90C385E4-B549-4C36-B248-C424915C4392}</a:tableStyleId>
              </a:tblPr>
              <a:tblGrid>
                <a:gridCol w="2255275"/>
                <a:gridCol w="4688425"/>
              </a:tblGrid>
              <a:tr h="368700">
                <a:tc>
                  <a:txBody>
                    <a:bodyPr/>
                    <a:lstStyle/>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dk1"/>
                          </a:solidFill>
                          <a:latin typeface="DM Sans ExtraBold"/>
                          <a:ea typeface="DM Sans ExtraBold"/>
                          <a:cs typeface="DM Sans ExtraBold"/>
                          <a:sym typeface="DM Sans ExtraBold"/>
                          <a:hlinkClick action="ppaction://hlinksldjump" r:id="rId13">
                            <a:extLst>
                              <a:ext uri="{A12FA001-AC4F-418D-AE19-62706E023703}">
                                <ahyp:hlinkClr val="tx"/>
                              </a:ext>
                            </a:extLst>
                          </a:hlinkClick>
                        </a:rPr>
                        <a:t>Fonts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To view this template correctly in PowerPoint, download and install the fonts we used</a:t>
                      </a:r>
                      <a:endParaRPr sz="9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dk1"/>
                          </a:solidFill>
                          <a:latin typeface="DM Sans ExtraBold"/>
                          <a:ea typeface="DM Sans ExtraBold"/>
                          <a:cs typeface="DM Sans ExtraBold"/>
                          <a:sym typeface="DM Sans ExtraBold"/>
                          <a:hlinkClick action="ppaction://hlinksldjump" r:id="rId14">
                            <a:extLst>
                              <a:ext uri="{A12FA001-AC4F-418D-AE19-62706E023703}">
                                <ahyp:hlinkClr val="tx"/>
                              </a:ext>
                            </a:extLst>
                          </a:hlinkClick>
                        </a:rPr>
                        <a:t>Used</a:t>
                      </a:r>
                      <a:r>
                        <a:rPr lang="en" sz="1000" u="none" cap="none" strike="noStrike">
                          <a:solidFill>
                            <a:schemeClr val="dk1"/>
                          </a:solidFill>
                          <a:latin typeface="DM Sans ExtraBold"/>
                          <a:ea typeface="DM Sans ExtraBold"/>
                          <a:cs typeface="DM Sans ExtraBold"/>
                          <a:sym typeface="DM Sans ExtraBold"/>
                        </a:rPr>
                        <a:t> and </a:t>
                      </a:r>
                      <a:r>
                        <a:rPr lang="en" sz="1000" u="sng" cap="none" strike="noStrike">
                          <a:solidFill>
                            <a:schemeClr val="dk1"/>
                          </a:solidFill>
                          <a:latin typeface="DM Sans ExtraBold"/>
                          <a:ea typeface="DM Sans ExtraBold"/>
                          <a:cs typeface="DM Sans ExtraBold"/>
                          <a:sym typeface="DM Sans ExtraBold"/>
                          <a:hlinkClick action="ppaction://hlinksldjump" r:id="rId15">
                            <a:extLst>
                              <a:ext uri="{A12FA001-AC4F-418D-AE19-62706E023703}">
                                <ahyp:hlinkClr val="tx"/>
                              </a:ext>
                            </a:extLst>
                          </a:hlinkClick>
                        </a:rPr>
                        <a:t>alternative resources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An assortment of graphic resources that are suitable for use in this presentation</a:t>
                      </a:r>
                      <a:endParaRPr sz="9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dk1"/>
                          </a:solidFill>
                          <a:latin typeface="DM Sans ExtraBold"/>
                          <a:ea typeface="DM Sans ExtraBold"/>
                          <a:cs typeface="DM Sans ExtraBold"/>
                          <a:sym typeface="DM Sans ExtraBold"/>
                          <a:hlinkClick action="ppaction://hlinksldjump" r:id="rId16">
                            <a:extLst>
                              <a:ext uri="{A12FA001-AC4F-418D-AE19-62706E023703}">
                                <ahyp:hlinkClr val="tx"/>
                              </a:ext>
                            </a:extLst>
                          </a:hlinkClick>
                        </a:rPr>
                        <a:t>Thanks slide</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You must keep it so that proper credits for our design are given</a:t>
                      </a:r>
                      <a:endParaRPr sz="9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dk1"/>
                          </a:solidFill>
                          <a:latin typeface="DM Sans ExtraBold"/>
                          <a:ea typeface="DM Sans ExtraBold"/>
                          <a:cs typeface="DM Sans ExtraBold"/>
                          <a:sym typeface="DM Sans ExtraBold"/>
                          <a:hlinkClick action="ppaction://hlinksldjump" r:id="rId17">
                            <a:extLst>
                              <a:ext uri="{A12FA001-AC4F-418D-AE19-62706E023703}">
                                <ahyp:hlinkClr val="tx"/>
                              </a:ext>
                            </a:extLst>
                          </a:hlinkClick>
                        </a:rPr>
                        <a:t>Colors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All the colors used in this presentation</a:t>
                      </a:r>
                      <a:endParaRPr sz="9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dk1"/>
                          </a:solidFill>
                          <a:latin typeface="DM Sans ExtraBold"/>
                          <a:ea typeface="DM Sans ExtraBold"/>
                          <a:cs typeface="DM Sans ExtraBold"/>
                          <a:sym typeface="DM Sans ExtraBold"/>
                        </a:rPr>
                        <a:t>Icons</a:t>
                      </a:r>
                      <a:r>
                        <a:rPr lang="en" sz="1000" u="none" cap="none" strike="noStrike">
                          <a:solidFill>
                            <a:schemeClr val="dk1"/>
                          </a:solidFill>
                          <a:latin typeface="DM Sans ExtraBold"/>
                          <a:ea typeface="DM Sans ExtraBold"/>
                          <a:cs typeface="DM Sans ExtraBold"/>
                          <a:sym typeface="DM Sans ExtraBold"/>
                        </a:rPr>
                        <a:t> and </a:t>
                      </a:r>
                      <a:r>
                        <a:rPr lang="en" sz="1000" u="sng" cap="none" strike="noStrike">
                          <a:solidFill>
                            <a:schemeClr val="dk1"/>
                          </a:solidFill>
                          <a:latin typeface="DM Sans ExtraBold"/>
                          <a:ea typeface="DM Sans ExtraBold"/>
                          <a:cs typeface="DM Sans ExtraBold"/>
                          <a:sym typeface="DM Sans ExtraBold"/>
                        </a:rPr>
                        <a:t>infographic resources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These can be used in the template, and their size and color can be edited</a:t>
                      </a:r>
                      <a:endParaRPr sz="9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DM Sans ExtraBold"/>
                          <a:ea typeface="DM Sans ExtraBold"/>
                          <a:cs typeface="DM Sans ExtraBold"/>
                          <a:sym typeface="DM Sans ExtraBold"/>
                        </a:rPr>
                        <a:t>Editable presentation theme </a:t>
                      </a:r>
                      <a:endParaRPr sz="1000" u="none"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1"/>
                          </a:solidFill>
                          <a:latin typeface="Karla"/>
                          <a:ea typeface="Karla"/>
                          <a:cs typeface="Karla"/>
                          <a:sym typeface="Karla"/>
                        </a:rPr>
                        <a:t>You can edit the master slides easily. For more info, click</a:t>
                      </a:r>
                      <a:r>
                        <a:rPr lang="en" sz="900" u="none" cap="none" strike="noStrike">
                          <a:solidFill>
                            <a:schemeClr val="dk1"/>
                          </a:solidFill>
                          <a:latin typeface="Karla Light"/>
                          <a:ea typeface="Karla Light"/>
                          <a:cs typeface="Karla Light"/>
                          <a:sym typeface="Karla Light"/>
                        </a:rPr>
                        <a:t> </a:t>
                      </a:r>
                      <a:r>
                        <a:rPr b="1" lang="en" sz="900" u="sng" cap="none" strike="noStrike">
                          <a:solidFill>
                            <a:schemeClr val="dk1"/>
                          </a:solidFill>
                          <a:latin typeface="Karla"/>
                          <a:ea typeface="Karla"/>
                          <a:cs typeface="Karla"/>
                          <a:sym typeface="Karla"/>
                          <a:hlinkClick r:id="rId18">
                            <a:extLst>
                              <a:ext uri="{A12FA001-AC4F-418D-AE19-62706E023703}">
                                <ahyp:hlinkClr val="tx"/>
                              </a:ext>
                            </a:extLst>
                          </a:hlinkClick>
                        </a:rPr>
                        <a:t>here</a:t>
                      </a:r>
                      <a:endParaRPr b="1" sz="900" u="sng"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8"/>
          <p:cNvSpPr txBox="1"/>
          <p:nvPr>
            <p:ph idx="3" type="subTitle"/>
          </p:nvPr>
        </p:nvSpPr>
        <p:spPr>
          <a:xfrm>
            <a:off x="3032689" y="1961399"/>
            <a:ext cx="3078600" cy="38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Patients on the study</a:t>
            </a:r>
            <a:endParaRPr/>
          </a:p>
        </p:txBody>
      </p:sp>
      <p:sp>
        <p:nvSpPr>
          <p:cNvPr id="738" name="Google Shape;738;p18"/>
          <p:cNvSpPr txBox="1"/>
          <p:nvPr>
            <p:ph type="title"/>
          </p:nvPr>
        </p:nvSpPr>
        <p:spPr>
          <a:xfrm>
            <a:off x="1245780" y="2734025"/>
            <a:ext cx="3078600" cy="91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20,000</a:t>
            </a:r>
            <a:endParaRPr/>
          </a:p>
        </p:txBody>
      </p:sp>
      <p:sp>
        <p:nvSpPr>
          <p:cNvPr id="739" name="Google Shape;739;p18"/>
          <p:cNvSpPr txBox="1"/>
          <p:nvPr>
            <p:ph idx="1" type="subTitle"/>
          </p:nvPr>
        </p:nvSpPr>
        <p:spPr>
          <a:xfrm>
            <a:off x="1245780" y="3711050"/>
            <a:ext cx="3078600" cy="38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Received placebo treatment</a:t>
            </a:r>
            <a:endParaRPr/>
          </a:p>
        </p:txBody>
      </p:sp>
      <p:sp>
        <p:nvSpPr>
          <p:cNvPr id="740" name="Google Shape;740;p18"/>
          <p:cNvSpPr txBox="1"/>
          <p:nvPr>
            <p:ph idx="2" type="title"/>
          </p:nvPr>
        </p:nvSpPr>
        <p:spPr>
          <a:xfrm>
            <a:off x="3032700" y="984500"/>
            <a:ext cx="3078600" cy="91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50,000</a:t>
            </a:r>
            <a:endParaRPr/>
          </a:p>
        </p:txBody>
      </p:sp>
      <p:sp>
        <p:nvSpPr>
          <p:cNvPr id="741" name="Google Shape;741;p18"/>
          <p:cNvSpPr txBox="1"/>
          <p:nvPr>
            <p:ph idx="4" type="title"/>
          </p:nvPr>
        </p:nvSpPr>
        <p:spPr>
          <a:xfrm>
            <a:off x="4819620" y="2734025"/>
            <a:ext cx="3078600" cy="91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5,000</a:t>
            </a:r>
            <a:endParaRPr/>
          </a:p>
        </p:txBody>
      </p:sp>
      <p:sp>
        <p:nvSpPr>
          <p:cNvPr id="742" name="Google Shape;742;p18"/>
          <p:cNvSpPr txBox="1"/>
          <p:nvPr>
            <p:ph idx="5" type="subTitle"/>
          </p:nvPr>
        </p:nvSpPr>
        <p:spPr>
          <a:xfrm>
            <a:off x="4819620" y="3711050"/>
            <a:ext cx="3078600" cy="38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Had secondary effects</a:t>
            </a:r>
            <a:endParaRPr/>
          </a:p>
        </p:txBody>
      </p:sp>
      <p:sp>
        <p:nvSpPr>
          <p:cNvPr id="743" name="Google Shape;743;p18"/>
          <p:cNvSpPr/>
          <p:nvPr/>
        </p:nvSpPr>
        <p:spPr>
          <a:xfrm flipH="1" rot="-5400000">
            <a:off x="1301275" y="828800"/>
            <a:ext cx="100200" cy="211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9"/>
          <p:cNvSpPr txBox="1"/>
          <p:nvPr>
            <p:ph idx="1" type="subTitle"/>
          </p:nvPr>
        </p:nvSpPr>
        <p:spPr>
          <a:xfrm>
            <a:off x="2393400" y="2962927"/>
            <a:ext cx="4357200" cy="960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Use percentages in your case report to quantify and communicate the frequency or proportion of important findings or outcomes</a:t>
            </a:r>
            <a:endParaRPr/>
          </a:p>
        </p:txBody>
      </p:sp>
      <p:sp>
        <p:nvSpPr>
          <p:cNvPr id="749" name="Google Shape;749;p19"/>
          <p:cNvSpPr txBox="1"/>
          <p:nvPr>
            <p:ph type="title"/>
          </p:nvPr>
        </p:nvSpPr>
        <p:spPr>
          <a:xfrm>
            <a:off x="2393400" y="1709976"/>
            <a:ext cx="4357200" cy="115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95%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20"/>
          <p:cNvSpPr txBox="1"/>
          <p:nvPr>
            <p:ph type="title"/>
          </p:nvPr>
        </p:nvSpPr>
        <p:spPr>
          <a:xfrm>
            <a:off x="4554925" y="1358975"/>
            <a:ext cx="3501900" cy="1478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A picture is worth a thousand words</a:t>
            </a:r>
            <a:endParaRPr/>
          </a:p>
        </p:txBody>
      </p:sp>
      <p:pic>
        <p:nvPicPr>
          <p:cNvPr id="755" name="Google Shape;755;p20"/>
          <p:cNvPicPr preferRelativeResize="0"/>
          <p:nvPr>
            <p:ph idx="2" type="pic"/>
          </p:nvPr>
        </p:nvPicPr>
        <p:blipFill rotWithShape="1">
          <a:blip r:embed="rId3">
            <a:alphaModFix/>
          </a:blip>
          <a:srcRect b="0" l="20756" r="5666" t="0"/>
          <a:stretch/>
        </p:blipFill>
        <p:spPr>
          <a:xfrm>
            <a:off x="853144" y="1140525"/>
            <a:ext cx="3391500" cy="3072300"/>
          </a:xfrm>
          <a:prstGeom prst="roundRect">
            <a:avLst>
              <a:gd fmla="val 16667" name="adj"/>
            </a:avLst>
          </a:prstGeom>
          <a:noFill/>
          <a:ln>
            <a:noFill/>
          </a:ln>
        </p:spPr>
      </p:pic>
      <p:sp>
        <p:nvSpPr>
          <p:cNvPr id="756" name="Google Shape;756;p20"/>
          <p:cNvSpPr txBox="1"/>
          <p:nvPr>
            <p:ph idx="1" type="subTitle"/>
          </p:nvPr>
        </p:nvSpPr>
        <p:spPr>
          <a:xfrm>
            <a:off x="4554925" y="2898497"/>
            <a:ext cx="3501900" cy="86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Using an image in your case report enhances visual representation and provides a concise and impactful way to present key findings or illustrate important aspects of the case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This is a graph</a:t>
            </a:r>
            <a:endParaRPr/>
          </a:p>
        </p:txBody>
      </p:sp>
      <p:sp>
        <p:nvSpPr>
          <p:cNvPr id="762" name="Google Shape;762;p21"/>
          <p:cNvSpPr txBox="1"/>
          <p:nvPr/>
        </p:nvSpPr>
        <p:spPr>
          <a:xfrm>
            <a:off x="853725" y="4346225"/>
            <a:ext cx="7436700" cy="231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Karla"/>
                <a:ea typeface="Karla"/>
                <a:cs typeface="Karla"/>
                <a:sym typeface="Karla"/>
              </a:rPr>
              <a:t>Follow the link in the graph to modify its data and then paste the new one here. </a:t>
            </a:r>
            <a:r>
              <a:rPr b="1" i="0" lang="en" sz="1000" u="sng" cap="none" strike="noStrike">
                <a:solidFill>
                  <a:schemeClr val="dk1"/>
                </a:solidFill>
                <a:latin typeface="Karla"/>
                <a:ea typeface="Karla"/>
                <a:cs typeface="Karla"/>
                <a:sym typeface="Karla"/>
                <a:hlinkClick r:id="rId3">
                  <a:extLst>
                    <a:ext uri="{A12FA001-AC4F-418D-AE19-62706E023703}">
                      <ahyp:hlinkClr val="tx"/>
                    </a:ext>
                  </a:extLst>
                </a:hlinkClick>
              </a:rPr>
              <a:t>For more info, click here</a:t>
            </a:r>
            <a:endParaRPr b="1" i="0" sz="1000" u="sng" cap="none" strike="noStrike">
              <a:solidFill>
                <a:schemeClr val="dk1"/>
              </a:solidFill>
              <a:latin typeface="Karla"/>
              <a:ea typeface="Karla"/>
              <a:cs typeface="Karla"/>
              <a:sym typeface="Karla"/>
            </a:endParaRPr>
          </a:p>
        </p:txBody>
      </p:sp>
      <p:sp>
        <p:nvSpPr>
          <p:cNvPr id="763" name="Google Shape;763;p21"/>
          <p:cNvSpPr txBox="1"/>
          <p:nvPr/>
        </p:nvSpPr>
        <p:spPr>
          <a:xfrm>
            <a:off x="1148700" y="1184925"/>
            <a:ext cx="2243100" cy="817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Understanding the numbers</a:t>
            </a:r>
            <a:endParaRPr b="0" i="0" sz="1800" u="none" cap="none" strike="noStrike">
              <a:solidFill>
                <a:schemeClr val="dk1"/>
              </a:solidFill>
              <a:latin typeface="DM Sans Black"/>
              <a:ea typeface="DM Sans Black"/>
              <a:cs typeface="DM Sans Black"/>
              <a:sym typeface="DM Sans Black"/>
            </a:endParaRPr>
          </a:p>
        </p:txBody>
      </p:sp>
      <p:sp>
        <p:nvSpPr>
          <p:cNvPr id="764" name="Google Shape;764;p21"/>
          <p:cNvSpPr txBox="1"/>
          <p:nvPr/>
        </p:nvSpPr>
        <p:spPr>
          <a:xfrm>
            <a:off x="1148700" y="1937234"/>
            <a:ext cx="2243100" cy="208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Karla"/>
                <a:ea typeface="Karla"/>
                <a:cs typeface="Karla"/>
                <a:sym typeface="Karla"/>
              </a:rPr>
              <a:t>Incorporating a graph in your case report offers several advantages. It allows for the clear visualization and concise representation of data trends, comparisons, or correlations. By presenting information in a visual format, graphs enable readers to quickly grasp and interpret complex findings</a:t>
            </a:r>
            <a:endParaRPr b="0" i="0" sz="1200" u="none" cap="none" strike="noStrike">
              <a:solidFill>
                <a:schemeClr val="dk1"/>
              </a:solidFill>
              <a:latin typeface="Karla"/>
              <a:ea typeface="Karla"/>
              <a:cs typeface="Karla"/>
              <a:sym typeface="Karla"/>
            </a:endParaRPr>
          </a:p>
        </p:txBody>
      </p:sp>
      <p:pic>
        <p:nvPicPr>
          <p:cNvPr id="765" name="Google Shape;765;p21" title="Gráfico">
            <a:hlinkClick r:id="rId4"/>
          </p:cNvPr>
          <p:cNvPicPr preferRelativeResize="0"/>
          <p:nvPr/>
        </p:nvPicPr>
        <p:blipFill rotWithShape="1">
          <a:blip r:embed="rId5">
            <a:alphaModFix/>
          </a:blip>
          <a:srcRect b="0" l="0" r="0" t="0"/>
          <a:stretch/>
        </p:blipFill>
        <p:spPr>
          <a:xfrm>
            <a:off x="3502550" y="1349088"/>
            <a:ext cx="4459350" cy="2736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22"/>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Case presentation: medical history</a:t>
            </a:r>
            <a:endParaRPr/>
          </a:p>
        </p:txBody>
      </p:sp>
      <p:graphicFrame>
        <p:nvGraphicFramePr>
          <p:cNvPr id="771" name="Google Shape;771;p22"/>
          <p:cNvGraphicFramePr/>
          <p:nvPr/>
        </p:nvGraphicFramePr>
        <p:xfrm>
          <a:off x="796700" y="1166720"/>
          <a:ext cx="3000000" cy="3000000"/>
        </p:xfrm>
        <a:graphic>
          <a:graphicData uri="http://schemas.openxmlformats.org/drawingml/2006/table">
            <a:tbl>
              <a:tblPr>
                <a:noFill/>
                <a:tableStyleId>{90C385E4-B549-4C36-B248-C424915C4392}</a:tableStyleId>
              </a:tblPr>
              <a:tblGrid>
                <a:gridCol w="1127475"/>
                <a:gridCol w="2534075"/>
              </a:tblGrid>
              <a:tr h="425850">
                <a:tc gridSpan="2">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dk1"/>
                          </a:solidFill>
                          <a:latin typeface="DM Sans Black"/>
                          <a:ea typeface="DM Sans Black"/>
                          <a:cs typeface="DM Sans Black"/>
                          <a:sym typeface="DM Sans Black"/>
                        </a:rPr>
                        <a:t>About the patient</a:t>
                      </a:r>
                      <a:endParaRPr b="1" sz="1400" u="none" cap="none" strike="noStrike">
                        <a:solidFill>
                          <a:schemeClr val="dk1"/>
                        </a:solidFill>
                        <a:latin typeface="Open Sans"/>
                        <a:ea typeface="Open Sans"/>
                        <a:cs typeface="Open Sans"/>
                        <a:sym typeface="Open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hMerge="1"/>
              </a:tr>
              <a:tr h="482000">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latin typeface="Karla"/>
                          <a:ea typeface="Karla"/>
                          <a:cs typeface="Karla"/>
                          <a:sym typeface="Karla"/>
                        </a:rPr>
                        <a:t>Patient’s age</a:t>
                      </a:r>
                      <a:endParaRPr b="1"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Karla"/>
                          <a:ea typeface="Karla"/>
                          <a:cs typeface="Karla"/>
                          <a:sym typeface="Karla"/>
                        </a:rPr>
                        <a:t>42 years old</a:t>
                      </a:r>
                      <a:endParaRPr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050">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latin typeface="Karla"/>
                          <a:ea typeface="Karla"/>
                          <a:cs typeface="Karla"/>
                          <a:sym typeface="Karla"/>
                        </a:rPr>
                        <a:t>Gender</a:t>
                      </a:r>
                      <a:endParaRPr b="1"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Karla"/>
                          <a:ea typeface="Karla"/>
                          <a:cs typeface="Karla"/>
                          <a:sym typeface="Karla"/>
                        </a:rPr>
                        <a:t>Female</a:t>
                      </a:r>
                      <a:endParaRPr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3107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latin typeface="Karla"/>
                          <a:ea typeface="Karla"/>
                          <a:cs typeface="Karla"/>
                          <a:sym typeface="Karla"/>
                        </a:rPr>
                        <a:t>Medical conditions</a:t>
                      </a:r>
                      <a:endParaRPr b="1"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Karla"/>
                          <a:ea typeface="Karla"/>
                          <a:cs typeface="Karla"/>
                          <a:sym typeface="Karla"/>
                        </a:rPr>
                        <a:t>Chest pain, shortness of breath</a:t>
                      </a:r>
                      <a:endParaRPr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3107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latin typeface="Karla"/>
                          <a:ea typeface="Karla"/>
                          <a:cs typeface="Karla"/>
                          <a:sym typeface="Karla"/>
                        </a:rPr>
                        <a:t>Previous treatments</a:t>
                      </a:r>
                      <a:endParaRPr b="1"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Karla"/>
                          <a:ea typeface="Karla"/>
                          <a:cs typeface="Karla"/>
                          <a:sym typeface="Karla"/>
                        </a:rPr>
                        <a:t>None reported</a:t>
                      </a:r>
                      <a:endParaRPr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885150">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latin typeface="Karla"/>
                          <a:ea typeface="Karla"/>
                          <a:cs typeface="Karla"/>
                          <a:sym typeface="Karla"/>
                        </a:rPr>
                        <a:t>Introduction</a:t>
                      </a:r>
                      <a:endParaRPr b="1"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Karla"/>
                          <a:ea typeface="Karla"/>
                          <a:cs typeface="Karla"/>
                          <a:sym typeface="Karla"/>
                        </a:rPr>
                        <a:t>She has been experiencing these symptoms for the past 2 days, with the pain increasing in intensity and frequency</a:t>
                      </a:r>
                      <a:endParaRPr sz="12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
        <p:nvSpPr>
          <p:cNvPr id="772" name="Google Shape;772;p22"/>
          <p:cNvSpPr txBox="1"/>
          <p:nvPr>
            <p:ph idx="4294967295" type="subTitle"/>
          </p:nvPr>
        </p:nvSpPr>
        <p:spPr>
          <a:xfrm>
            <a:off x="4677825" y="1190050"/>
            <a:ext cx="3746400" cy="426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Karla"/>
              <a:buNone/>
            </a:pPr>
            <a:r>
              <a:rPr b="0" i="0" lang="en" sz="1800" u="none" cap="none" strike="noStrike">
                <a:solidFill>
                  <a:schemeClr val="dk1"/>
                </a:solidFill>
                <a:latin typeface="DM Sans Black"/>
                <a:ea typeface="DM Sans Black"/>
                <a:cs typeface="DM Sans Black"/>
                <a:sym typeface="DM Sans Black"/>
              </a:rPr>
              <a:t>Key findings</a:t>
            </a:r>
            <a:endParaRPr b="0" i="0" sz="1800" u="none" cap="none" strike="noStrike">
              <a:solidFill>
                <a:schemeClr val="dk1"/>
              </a:solidFill>
              <a:latin typeface="DM Sans Black"/>
              <a:ea typeface="DM Sans Black"/>
              <a:cs typeface="DM Sans Black"/>
              <a:sym typeface="DM Sans Black"/>
            </a:endParaRPr>
          </a:p>
        </p:txBody>
      </p:sp>
      <p:sp>
        <p:nvSpPr>
          <p:cNvPr id="773" name="Google Shape;773;p22"/>
          <p:cNvSpPr txBox="1"/>
          <p:nvPr>
            <p:ph idx="4294967295" type="subTitle"/>
          </p:nvPr>
        </p:nvSpPr>
        <p:spPr>
          <a:xfrm>
            <a:off x="4677825" y="1609875"/>
            <a:ext cx="3746400" cy="10647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00000"/>
              </a:lnSpc>
              <a:spcBef>
                <a:spcPts val="0"/>
              </a:spcBef>
              <a:spcAft>
                <a:spcPts val="0"/>
              </a:spcAft>
              <a:buClr>
                <a:schemeClr val="lt2"/>
              </a:buClr>
              <a:buSzPts val="1200"/>
              <a:buFont typeface="Karla"/>
              <a:buChar char="●"/>
            </a:pPr>
            <a:r>
              <a:rPr b="0" i="0" lang="en" sz="1200" u="none" cap="none" strike="noStrike">
                <a:solidFill>
                  <a:schemeClr val="dk1"/>
                </a:solidFill>
                <a:latin typeface="Karla"/>
                <a:ea typeface="Karla"/>
                <a:cs typeface="Karla"/>
                <a:sym typeface="Karla"/>
              </a:rPr>
              <a:t>Summarize the most important or relevant aspects of the patient's medical history</a:t>
            </a:r>
            <a:endParaRPr b="0" i="0" sz="1200" u="none" cap="none" strike="noStrike">
              <a:solidFill>
                <a:schemeClr val="dk1"/>
              </a:solidFill>
              <a:latin typeface="Karla"/>
              <a:ea typeface="Karla"/>
              <a:cs typeface="Karla"/>
              <a:sym typeface="Karla"/>
            </a:endParaRPr>
          </a:p>
          <a:p>
            <a:pPr indent="-304800" lvl="0" marL="342900" marR="0" rtl="0" algn="l">
              <a:lnSpc>
                <a:spcPct val="100000"/>
              </a:lnSpc>
              <a:spcBef>
                <a:spcPts val="1000"/>
              </a:spcBef>
              <a:spcAft>
                <a:spcPts val="0"/>
              </a:spcAft>
              <a:buClr>
                <a:schemeClr val="lt2"/>
              </a:buClr>
              <a:buSzPts val="1200"/>
              <a:buFont typeface="Karla"/>
              <a:buChar char="●"/>
            </a:pPr>
            <a:r>
              <a:rPr b="0" i="0" lang="en" sz="1200" u="none" cap="none" strike="noStrike">
                <a:solidFill>
                  <a:schemeClr val="dk1"/>
                </a:solidFill>
                <a:latin typeface="Karla"/>
                <a:ea typeface="Karla"/>
                <a:cs typeface="Karla"/>
                <a:sym typeface="Karla"/>
              </a:rPr>
              <a:t>Use bullet points to present the key findings in a clear and organized manner</a:t>
            </a:r>
            <a:endParaRPr b="0" i="0" sz="1200" u="none" cap="none" strike="noStrike">
              <a:solidFill>
                <a:schemeClr val="dk1"/>
              </a:solidFill>
              <a:latin typeface="Karla"/>
              <a:ea typeface="Karla"/>
              <a:cs typeface="Karla"/>
              <a:sym typeface="Karla"/>
            </a:endParaRPr>
          </a:p>
        </p:txBody>
      </p:sp>
      <p:sp>
        <p:nvSpPr>
          <p:cNvPr id="774" name="Google Shape;774;p22"/>
          <p:cNvSpPr txBox="1"/>
          <p:nvPr>
            <p:ph idx="4294967295" type="subTitle"/>
          </p:nvPr>
        </p:nvSpPr>
        <p:spPr>
          <a:xfrm>
            <a:off x="4677825" y="2753438"/>
            <a:ext cx="3746400" cy="426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Karla"/>
              <a:buNone/>
            </a:pPr>
            <a:r>
              <a:rPr b="0" i="0" lang="en" sz="1800" u="none" cap="none" strike="noStrike">
                <a:solidFill>
                  <a:schemeClr val="dk1"/>
                </a:solidFill>
                <a:latin typeface="DM Sans Black"/>
                <a:ea typeface="DM Sans Black"/>
                <a:cs typeface="DM Sans Black"/>
                <a:sym typeface="DM Sans Black"/>
              </a:rPr>
              <a:t>Conclusions</a:t>
            </a:r>
            <a:endParaRPr b="0" i="0" sz="1800" u="none" cap="none" strike="noStrike">
              <a:solidFill>
                <a:schemeClr val="dk1"/>
              </a:solidFill>
              <a:latin typeface="DM Sans Black"/>
              <a:ea typeface="DM Sans Black"/>
              <a:cs typeface="DM Sans Black"/>
              <a:sym typeface="DM Sans Black"/>
            </a:endParaRPr>
          </a:p>
        </p:txBody>
      </p:sp>
      <p:sp>
        <p:nvSpPr>
          <p:cNvPr id="775" name="Google Shape;775;p22"/>
          <p:cNvSpPr txBox="1"/>
          <p:nvPr>
            <p:ph idx="4294967295" type="subTitle"/>
          </p:nvPr>
        </p:nvSpPr>
        <p:spPr>
          <a:xfrm>
            <a:off x="5226525" y="3258900"/>
            <a:ext cx="3202500" cy="54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Karla"/>
              <a:buNone/>
            </a:pPr>
            <a:r>
              <a:rPr b="0" i="0" lang="en" sz="1200" u="none" cap="none" strike="noStrike">
                <a:solidFill>
                  <a:schemeClr val="dk1"/>
                </a:solidFill>
                <a:latin typeface="Karla"/>
                <a:ea typeface="Karla"/>
                <a:cs typeface="Karla"/>
                <a:sym typeface="Karla"/>
              </a:rPr>
              <a:t>In this section, summarize the key findings from the medical history</a:t>
            </a:r>
            <a:endParaRPr b="0" i="0" sz="1200" u="none" cap="none" strike="noStrike">
              <a:solidFill>
                <a:schemeClr val="dk1"/>
              </a:solidFill>
              <a:latin typeface="Karla"/>
              <a:ea typeface="Karla"/>
              <a:cs typeface="Karla"/>
              <a:sym typeface="Karla"/>
            </a:endParaRPr>
          </a:p>
        </p:txBody>
      </p:sp>
      <p:sp>
        <p:nvSpPr>
          <p:cNvPr id="776" name="Google Shape;776;p22"/>
          <p:cNvSpPr txBox="1"/>
          <p:nvPr>
            <p:ph idx="4294967295" type="subTitle"/>
          </p:nvPr>
        </p:nvSpPr>
        <p:spPr>
          <a:xfrm>
            <a:off x="5226525" y="3868499"/>
            <a:ext cx="3202500" cy="58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Karla"/>
              <a:buNone/>
            </a:pPr>
            <a:r>
              <a:rPr b="0" i="0" lang="en" sz="1200" u="none" cap="none" strike="noStrike">
                <a:solidFill>
                  <a:schemeClr val="dk1"/>
                </a:solidFill>
                <a:latin typeface="Karla"/>
                <a:ea typeface="Karla"/>
                <a:cs typeface="Karla"/>
                <a:sym typeface="Karla"/>
              </a:rPr>
              <a:t>Provide an overview of the implications for the current diagnosis and treatment plan</a:t>
            </a:r>
            <a:endParaRPr b="0" i="0" sz="1200" u="none" cap="none" strike="noStrike">
              <a:solidFill>
                <a:schemeClr val="dk1"/>
              </a:solidFill>
              <a:latin typeface="Karla"/>
              <a:ea typeface="Karla"/>
              <a:cs typeface="Karla"/>
              <a:sym typeface="Karla"/>
            </a:endParaRPr>
          </a:p>
        </p:txBody>
      </p:sp>
      <p:sp>
        <p:nvSpPr>
          <p:cNvPr id="777" name="Google Shape;777;p22"/>
          <p:cNvSpPr/>
          <p:nvPr/>
        </p:nvSpPr>
        <p:spPr>
          <a:xfrm>
            <a:off x="4677825" y="3258900"/>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1</a:t>
            </a:r>
            <a:endParaRPr b="0" i="0" sz="1800" u="none" cap="none" strike="noStrike">
              <a:solidFill>
                <a:schemeClr val="dk1"/>
              </a:solidFill>
              <a:latin typeface="DM Sans Black"/>
              <a:ea typeface="DM Sans Black"/>
              <a:cs typeface="DM Sans Black"/>
              <a:sym typeface="DM Sans Black"/>
            </a:endParaRPr>
          </a:p>
        </p:txBody>
      </p:sp>
      <p:sp>
        <p:nvSpPr>
          <p:cNvPr id="778" name="Google Shape;778;p22"/>
          <p:cNvSpPr/>
          <p:nvPr/>
        </p:nvSpPr>
        <p:spPr>
          <a:xfrm>
            <a:off x="4677825" y="3884998"/>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2</a:t>
            </a:r>
            <a:endParaRPr b="0" i="0" sz="1800" u="none" cap="none" strike="noStrike">
              <a:solidFill>
                <a:schemeClr val="dk1"/>
              </a:solidFill>
              <a:latin typeface="DM Sans Black"/>
              <a:ea typeface="DM Sans Black"/>
              <a:cs typeface="DM Sans Black"/>
              <a:sym typeface="DM Sans Blac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Discussion</a:t>
            </a:r>
            <a:endParaRPr/>
          </a:p>
        </p:txBody>
      </p:sp>
      <p:sp>
        <p:nvSpPr>
          <p:cNvPr id="784" name="Google Shape;784;p23"/>
          <p:cNvSpPr txBox="1"/>
          <p:nvPr>
            <p:ph idx="1" type="subTitle"/>
          </p:nvPr>
        </p:nvSpPr>
        <p:spPr>
          <a:xfrm>
            <a:off x="1585650" y="1094275"/>
            <a:ext cx="5972700" cy="99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Introduction:</a:t>
            </a:r>
            <a:endParaRPr b="1"/>
          </a:p>
          <a:p>
            <a:pPr indent="-304800" lvl="0" marL="457200" rtl="0" algn="l">
              <a:lnSpc>
                <a:spcPct val="100000"/>
              </a:lnSpc>
              <a:spcBef>
                <a:spcPts val="1000"/>
              </a:spcBef>
              <a:spcAft>
                <a:spcPts val="0"/>
              </a:spcAft>
              <a:buSzPts val="1200"/>
              <a:buChar char="●"/>
            </a:pPr>
            <a:r>
              <a:rPr lang="en"/>
              <a:t>Briefly summarize the main findings and results of the case report</a:t>
            </a:r>
            <a:endParaRPr/>
          </a:p>
          <a:p>
            <a:pPr indent="-304800" lvl="0" marL="457200" rtl="0" algn="l">
              <a:lnSpc>
                <a:spcPct val="100000"/>
              </a:lnSpc>
              <a:spcBef>
                <a:spcPts val="0"/>
              </a:spcBef>
              <a:spcAft>
                <a:spcPts val="0"/>
              </a:spcAft>
              <a:buSzPts val="1200"/>
              <a:buChar char="●"/>
            </a:pPr>
            <a:r>
              <a:rPr lang="en"/>
              <a:t>Mention the purpose of the discussion and what will be covered</a:t>
            </a:r>
            <a:endParaRPr/>
          </a:p>
        </p:txBody>
      </p:sp>
      <p:sp>
        <p:nvSpPr>
          <p:cNvPr id="785" name="Google Shape;785;p23"/>
          <p:cNvSpPr txBox="1"/>
          <p:nvPr>
            <p:ph idx="2" type="subTitle"/>
          </p:nvPr>
        </p:nvSpPr>
        <p:spPr>
          <a:xfrm>
            <a:off x="1585650" y="2015571"/>
            <a:ext cx="5972700" cy="14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Main discussion:</a:t>
            </a:r>
            <a:endParaRPr/>
          </a:p>
          <a:p>
            <a:pPr indent="-304800" lvl="0" marL="457200" rtl="0" algn="l">
              <a:lnSpc>
                <a:spcPct val="100000"/>
              </a:lnSpc>
              <a:spcBef>
                <a:spcPts val="1000"/>
              </a:spcBef>
              <a:spcAft>
                <a:spcPts val="0"/>
              </a:spcAft>
              <a:buSzPts val="1200"/>
              <a:buChar char="●"/>
            </a:pPr>
            <a:r>
              <a:rPr lang="en"/>
              <a:t>Present different perspectives and opinions on the findings, based on the literature and other relevant sources</a:t>
            </a:r>
            <a:endParaRPr/>
          </a:p>
          <a:p>
            <a:pPr indent="-304800" lvl="0" marL="457200" rtl="0" algn="l">
              <a:lnSpc>
                <a:spcPct val="100000"/>
              </a:lnSpc>
              <a:spcBef>
                <a:spcPts val="0"/>
              </a:spcBef>
              <a:spcAft>
                <a:spcPts val="0"/>
              </a:spcAft>
              <a:buSzPts val="1200"/>
              <a:buChar char="●"/>
            </a:pPr>
            <a:r>
              <a:rPr lang="en"/>
              <a:t>Use bullet points to highlight key arguments and counterarguments</a:t>
            </a:r>
            <a:endParaRPr/>
          </a:p>
          <a:p>
            <a:pPr indent="-304800" lvl="0" marL="457200" rtl="0" algn="l">
              <a:lnSpc>
                <a:spcPct val="100000"/>
              </a:lnSpc>
              <a:spcBef>
                <a:spcPts val="0"/>
              </a:spcBef>
              <a:spcAft>
                <a:spcPts val="0"/>
              </a:spcAft>
              <a:buSzPts val="1200"/>
              <a:buChar char="●"/>
            </a:pPr>
            <a:r>
              <a:rPr lang="en"/>
              <a:t>Address any limitations or weaknesses of the study and suggest potential solutions or areas for further research</a:t>
            </a:r>
            <a:endParaRPr/>
          </a:p>
        </p:txBody>
      </p:sp>
      <p:sp>
        <p:nvSpPr>
          <p:cNvPr id="786" name="Google Shape;786;p23"/>
          <p:cNvSpPr txBox="1"/>
          <p:nvPr>
            <p:ph idx="3" type="subTitle"/>
          </p:nvPr>
        </p:nvSpPr>
        <p:spPr>
          <a:xfrm>
            <a:off x="1585650" y="3415475"/>
            <a:ext cx="5972700" cy="99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t>Conclusions:</a:t>
            </a:r>
            <a:endParaRPr/>
          </a:p>
          <a:p>
            <a:pPr indent="-317500" lvl="0" marL="457200" rtl="0" algn="l">
              <a:lnSpc>
                <a:spcPct val="100000"/>
              </a:lnSpc>
              <a:spcBef>
                <a:spcPts val="1000"/>
              </a:spcBef>
              <a:spcAft>
                <a:spcPts val="0"/>
              </a:spcAft>
              <a:buSzPts val="1400"/>
              <a:buChar char="●"/>
            </a:pPr>
            <a:r>
              <a:rPr lang="en"/>
              <a:t>Summarize the key points of the discussion and their implications for clinical practice or future research</a:t>
            </a:r>
            <a:endParaRPr/>
          </a:p>
          <a:p>
            <a:pPr indent="-317500" lvl="0" marL="457200" rtl="0" algn="l">
              <a:lnSpc>
                <a:spcPct val="100000"/>
              </a:lnSpc>
              <a:spcBef>
                <a:spcPts val="0"/>
              </a:spcBef>
              <a:spcAft>
                <a:spcPts val="0"/>
              </a:spcAft>
              <a:buSzPts val="1400"/>
              <a:buChar char="●"/>
            </a:pPr>
            <a:r>
              <a:rPr lang="en"/>
              <a:t>Offer any final recommendations or take-home messages for the audience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Outcomes and recommendations</a:t>
            </a:r>
            <a:endParaRPr/>
          </a:p>
        </p:txBody>
      </p:sp>
      <p:sp>
        <p:nvSpPr>
          <p:cNvPr id="792" name="Google Shape;792;p24"/>
          <p:cNvSpPr/>
          <p:nvPr/>
        </p:nvSpPr>
        <p:spPr>
          <a:xfrm>
            <a:off x="3616650" y="1211175"/>
            <a:ext cx="1910700" cy="51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Start</a:t>
            </a:r>
            <a:endParaRPr b="0" i="0" sz="1800" u="none" cap="none" strike="noStrike">
              <a:solidFill>
                <a:schemeClr val="dk1"/>
              </a:solidFill>
              <a:latin typeface="DM Sans Black"/>
              <a:ea typeface="DM Sans Black"/>
              <a:cs typeface="DM Sans Black"/>
              <a:sym typeface="DM Sans Black"/>
            </a:endParaRPr>
          </a:p>
        </p:txBody>
      </p:sp>
      <p:sp>
        <p:nvSpPr>
          <p:cNvPr id="793" name="Google Shape;793;p24"/>
          <p:cNvSpPr/>
          <p:nvPr/>
        </p:nvSpPr>
        <p:spPr>
          <a:xfrm>
            <a:off x="3616650" y="2477675"/>
            <a:ext cx="1910700" cy="40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Outcome </a:t>
            </a:r>
            <a:endParaRPr b="0" i="0" sz="1800" u="none" cap="none" strike="noStrike">
              <a:solidFill>
                <a:schemeClr val="dk1"/>
              </a:solidFill>
              <a:latin typeface="DM Sans Black"/>
              <a:ea typeface="DM Sans Black"/>
              <a:cs typeface="DM Sans Black"/>
              <a:sym typeface="DM Sans Black"/>
            </a:endParaRPr>
          </a:p>
        </p:txBody>
      </p:sp>
      <p:sp>
        <p:nvSpPr>
          <p:cNvPr id="794" name="Google Shape;794;p24"/>
          <p:cNvSpPr/>
          <p:nvPr/>
        </p:nvSpPr>
        <p:spPr>
          <a:xfrm>
            <a:off x="1071075" y="2477675"/>
            <a:ext cx="1910700" cy="40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Outcome </a:t>
            </a:r>
            <a:endParaRPr b="0" i="0" sz="1800" u="none" cap="none" strike="noStrike">
              <a:solidFill>
                <a:schemeClr val="dk1"/>
              </a:solidFill>
              <a:latin typeface="DM Sans Black"/>
              <a:ea typeface="DM Sans Black"/>
              <a:cs typeface="DM Sans Black"/>
              <a:sym typeface="DM Sans Black"/>
            </a:endParaRPr>
          </a:p>
        </p:txBody>
      </p:sp>
      <p:sp>
        <p:nvSpPr>
          <p:cNvPr id="795" name="Google Shape;795;p24"/>
          <p:cNvSpPr/>
          <p:nvPr/>
        </p:nvSpPr>
        <p:spPr>
          <a:xfrm>
            <a:off x="6162225" y="2477675"/>
            <a:ext cx="1910700" cy="40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DM Sans Black"/>
                <a:ea typeface="DM Sans Black"/>
                <a:cs typeface="DM Sans Black"/>
                <a:sym typeface="DM Sans Black"/>
              </a:rPr>
              <a:t>Outcome </a:t>
            </a:r>
            <a:endParaRPr b="0" i="0" sz="1800" u="none" cap="none" strike="noStrike">
              <a:solidFill>
                <a:schemeClr val="dk1"/>
              </a:solidFill>
              <a:latin typeface="DM Sans Black"/>
              <a:ea typeface="DM Sans Black"/>
              <a:cs typeface="DM Sans Black"/>
              <a:sym typeface="DM Sans Black"/>
            </a:endParaRPr>
          </a:p>
        </p:txBody>
      </p:sp>
      <p:sp>
        <p:nvSpPr>
          <p:cNvPr id="796" name="Google Shape;796;p24"/>
          <p:cNvSpPr/>
          <p:nvPr/>
        </p:nvSpPr>
        <p:spPr>
          <a:xfrm>
            <a:off x="1850475" y="2000975"/>
            <a:ext cx="351900" cy="351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DM Sans Black"/>
                <a:ea typeface="DM Sans Black"/>
                <a:cs typeface="DM Sans Black"/>
                <a:sym typeface="DM Sans Black"/>
              </a:rPr>
              <a:t>1</a:t>
            </a:r>
            <a:endParaRPr b="0" i="0" sz="1600" u="none" cap="none" strike="noStrike">
              <a:solidFill>
                <a:schemeClr val="dk1"/>
              </a:solidFill>
              <a:latin typeface="DM Sans Black"/>
              <a:ea typeface="DM Sans Black"/>
              <a:cs typeface="DM Sans Black"/>
              <a:sym typeface="DM Sans Black"/>
            </a:endParaRPr>
          </a:p>
        </p:txBody>
      </p:sp>
      <p:sp>
        <p:nvSpPr>
          <p:cNvPr id="797" name="Google Shape;797;p24"/>
          <p:cNvSpPr/>
          <p:nvPr/>
        </p:nvSpPr>
        <p:spPr>
          <a:xfrm>
            <a:off x="4396050" y="2000975"/>
            <a:ext cx="351900" cy="351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DM Sans Black"/>
                <a:ea typeface="DM Sans Black"/>
                <a:cs typeface="DM Sans Black"/>
                <a:sym typeface="DM Sans Black"/>
              </a:rPr>
              <a:t>2</a:t>
            </a:r>
            <a:endParaRPr b="0" i="0" sz="1600" u="none" cap="none" strike="noStrike">
              <a:solidFill>
                <a:schemeClr val="dk1"/>
              </a:solidFill>
              <a:latin typeface="DM Sans Black"/>
              <a:ea typeface="DM Sans Black"/>
              <a:cs typeface="DM Sans Black"/>
              <a:sym typeface="DM Sans Black"/>
            </a:endParaRPr>
          </a:p>
        </p:txBody>
      </p:sp>
      <p:sp>
        <p:nvSpPr>
          <p:cNvPr id="798" name="Google Shape;798;p24"/>
          <p:cNvSpPr/>
          <p:nvPr/>
        </p:nvSpPr>
        <p:spPr>
          <a:xfrm>
            <a:off x="6941625" y="2000975"/>
            <a:ext cx="351900" cy="351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DM Sans Black"/>
                <a:ea typeface="DM Sans Black"/>
                <a:cs typeface="DM Sans Black"/>
                <a:sym typeface="DM Sans Black"/>
              </a:rPr>
              <a:t>3</a:t>
            </a:r>
            <a:endParaRPr b="0" i="0" sz="1600" u="none" cap="none" strike="noStrike">
              <a:solidFill>
                <a:schemeClr val="dk1"/>
              </a:solidFill>
              <a:latin typeface="DM Sans Black"/>
              <a:ea typeface="DM Sans Black"/>
              <a:cs typeface="DM Sans Black"/>
              <a:sym typeface="DM Sans Black"/>
            </a:endParaRPr>
          </a:p>
        </p:txBody>
      </p:sp>
      <p:sp>
        <p:nvSpPr>
          <p:cNvPr id="799" name="Google Shape;799;p24"/>
          <p:cNvSpPr/>
          <p:nvPr/>
        </p:nvSpPr>
        <p:spPr>
          <a:xfrm>
            <a:off x="1071075" y="3012500"/>
            <a:ext cx="1910700" cy="1596000"/>
          </a:xfrm>
          <a:prstGeom prst="rect">
            <a:avLst/>
          </a:prstGeom>
          <a:solidFill>
            <a:schemeClr val="accent2"/>
          </a:solidFill>
          <a:ln>
            <a:noFill/>
          </a:ln>
        </p:spPr>
        <p:txBody>
          <a:bodyPr anchorCtr="0" anchor="t" bIns="91425" lIns="91425" spcFirstLastPara="1" rIns="91425" wrap="square" tIns="91425">
            <a:noAutofit/>
          </a:bodyPr>
          <a:lstStyle/>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p:txBody>
      </p:sp>
      <p:cxnSp>
        <p:nvCxnSpPr>
          <p:cNvPr id="800" name="Google Shape;800;p24"/>
          <p:cNvCxnSpPr>
            <a:stCxn id="792" idx="2"/>
            <a:endCxn id="796" idx="0"/>
          </p:cNvCxnSpPr>
          <p:nvPr/>
        </p:nvCxnSpPr>
        <p:spPr>
          <a:xfrm rot="5400000">
            <a:off x="3163200" y="592275"/>
            <a:ext cx="272100" cy="2545500"/>
          </a:xfrm>
          <a:prstGeom prst="bentConnector3">
            <a:avLst>
              <a:gd fmla="val 49982" name="adj1"/>
            </a:avLst>
          </a:prstGeom>
          <a:noFill/>
          <a:ln cap="flat" cmpd="sng" w="9525">
            <a:solidFill>
              <a:schemeClr val="dk1"/>
            </a:solidFill>
            <a:prstDash val="solid"/>
            <a:round/>
            <a:headEnd len="sm" w="sm" type="none"/>
            <a:tailEnd len="med" w="med" type="oval"/>
          </a:ln>
        </p:spPr>
      </p:cxnSp>
      <p:cxnSp>
        <p:nvCxnSpPr>
          <p:cNvPr id="801" name="Google Shape;801;p24"/>
          <p:cNvCxnSpPr>
            <a:stCxn id="792" idx="2"/>
            <a:endCxn id="798" idx="0"/>
          </p:cNvCxnSpPr>
          <p:nvPr/>
        </p:nvCxnSpPr>
        <p:spPr>
          <a:xfrm flipH="1" rot="-5400000">
            <a:off x="5708700" y="592275"/>
            <a:ext cx="272100" cy="2545500"/>
          </a:xfrm>
          <a:prstGeom prst="bentConnector3">
            <a:avLst>
              <a:gd fmla="val 49982" name="adj1"/>
            </a:avLst>
          </a:prstGeom>
          <a:noFill/>
          <a:ln cap="flat" cmpd="sng" w="9525">
            <a:solidFill>
              <a:schemeClr val="dk1"/>
            </a:solidFill>
            <a:prstDash val="solid"/>
            <a:round/>
            <a:headEnd len="sm" w="sm" type="none"/>
            <a:tailEnd len="med" w="med" type="oval"/>
          </a:ln>
        </p:spPr>
      </p:cxnSp>
      <p:cxnSp>
        <p:nvCxnSpPr>
          <p:cNvPr id="802" name="Google Shape;802;p24"/>
          <p:cNvCxnSpPr>
            <a:stCxn id="792" idx="2"/>
            <a:endCxn id="797" idx="0"/>
          </p:cNvCxnSpPr>
          <p:nvPr/>
        </p:nvCxnSpPr>
        <p:spPr>
          <a:xfrm flipH="1" rot="-5400000">
            <a:off x="4436250" y="1864725"/>
            <a:ext cx="272100" cy="600"/>
          </a:xfrm>
          <a:prstGeom prst="bentConnector3">
            <a:avLst>
              <a:gd fmla="val 49982" name="adj1"/>
            </a:avLst>
          </a:prstGeom>
          <a:noFill/>
          <a:ln cap="flat" cmpd="sng" w="9525">
            <a:solidFill>
              <a:schemeClr val="dk1"/>
            </a:solidFill>
            <a:prstDash val="solid"/>
            <a:round/>
            <a:headEnd len="sm" w="sm" type="none"/>
            <a:tailEnd len="med" w="med" type="oval"/>
          </a:ln>
        </p:spPr>
      </p:cxnSp>
      <p:cxnSp>
        <p:nvCxnSpPr>
          <p:cNvPr id="803" name="Google Shape;803;p24"/>
          <p:cNvCxnSpPr>
            <a:stCxn id="796" idx="2"/>
            <a:endCxn id="794" idx="0"/>
          </p:cNvCxnSpPr>
          <p:nvPr/>
        </p:nvCxnSpPr>
        <p:spPr>
          <a:xfrm flipH="1" rot="-5400000">
            <a:off x="1964325" y="2414975"/>
            <a:ext cx="124800" cy="600"/>
          </a:xfrm>
          <a:prstGeom prst="bentConnector3">
            <a:avLst>
              <a:gd fmla="val 50000" name="adj1"/>
            </a:avLst>
          </a:prstGeom>
          <a:noFill/>
          <a:ln cap="flat" cmpd="sng" w="9525">
            <a:solidFill>
              <a:schemeClr val="dk1"/>
            </a:solidFill>
            <a:prstDash val="solid"/>
            <a:round/>
            <a:headEnd len="sm" w="sm" type="none"/>
            <a:tailEnd len="sm" w="sm" type="none"/>
          </a:ln>
        </p:spPr>
      </p:cxnSp>
      <p:cxnSp>
        <p:nvCxnSpPr>
          <p:cNvPr id="804" name="Google Shape;804;p24"/>
          <p:cNvCxnSpPr>
            <a:stCxn id="797" idx="2"/>
            <a:endCxn id="793" idx="0"/>
          </p:cNvCxnSpPr>
          <p:nvPr/>
        </p:nvCxnSpPr>
        <p:spPr>
          <a:xfrm flipH="1" rot="-5400000">
            <a:off x="4509900" y="2414975"/>
            <a:ext cx="124800" cy="600"/>
          </a:xfrm>
          <a:prstGeom prst="bentConnector3">
            <a:avLst>
              <a:gd fmla="val 50000" name="adj1"/>
            </a:avLst>
          </a:prstGeom>
          <a:noFill/>
          <a:ln cap="flat" cmpd="sng" w="9525">
            <a:solidFill>
              <a:schemeClr val="dk1"/>
            </a:solidFill>
            <a:prstDash val="solid"/>
            <a:round/>
            <a:headEnd len="sm" w="sm" type="none"/>
            <a:tailEnd len="sm" w="sm" type="none"/>
          </a:ln>
        </p:spPr>
      </p:cxnSp>
      <p:cxnSp>
        <p:nvCxnSpPr>
          <p:cNvPr id="805" name="Google Shape;805;p24"/>
          <p:cNvCxnSpPr>
            <a:stCxn id="798" idx="2"/>
            <a:endCxn id="795" idx="0"/>
          </p:cNvCxnSpPr>
          <p:nvPr/>
        </p:nvCxnSpPr>
        <p:spPr>
          <a:xfrm flipH="1" rot="-5400000">
            <a:off x="7055475" y="2414975"/>
            <a:ext cx="124800" cy="600"/>
          </a:xfrm>
          <a:prstGeom prst="bentConnector3">
            <a:avLst>
              <a:gd fmla="val 50000" name="adj1"/>
            </a:avLst>
          </a:prstGeom>
          <a:noFill/>
          <a:ln cap="flat" cmpd="sng" w="9525">
            <a:solidFill>
              <a:schemeClr val="dk1"/>
            </a:solidFill>
            <a:prstDash val="solid"/>
            <a:round/>
            <a:headEnd len="sm" w="sm" type="none"/>
            <a:tailEnd len="sm" w="sm" type="none"/>
          </a:ln>
        </p:spPr>
      </p:cxnSp>
      <p:cxnSp>
        <p:nvCxnSpPr>
          <p:cNvPr id="806" name="Google Shape;806;p24"/>
          <p:cNvCxnSpPr>
            <a:stCxn id="794" idx="2"/>
            <a:endCxn id="799" idx="0"/>
          </p:cNvCxnSpPr>
          <p:nvPr/>
        </p:nvCxnSpPr>
        <p:spPr>
          <a:xfrm flipH="1" rot="-5400000">
            <a:off x="1963725" y="2949275"/>
            <a:ext cx="126000" cy="600"/>
          </a:xfrm>
          <a:prstGeom prst="bentConnector3">
            <a:avLst>
              <a:gd fmla="val 49970" name="adj1"/>
            </a:avLst>
          </a:prstGeom>
          <a:noFill/>
          <a:ln cap="flat" cmpd="sng" w="9525">
            <a:solidFill>
              <a:schemeClr val="dk1"/>
            </a:solidFill>
            <a:prstDash val="solid"/>
            <a:round/>
            <a:headEnd len="sm" w="sm" type="none"/>
            <a:tailEnd len="sm" w="sm" type="none"/>
          </a:ln>
        </p:spPr>
      </p:cxnSp>
      <p:cxnSp>
        <p:nvCxnSpPr>
          <p:cNvPr id="807" name="Google Shape;807;p24"/>
          <p:cNvCxnSpPr>
            <a:stCxn id="808" idx="0"/>
            <a:endCxn id="795" idx="2"/>
          </p:cNvCxnSpPr>
          <p:nvPr/>
        </p:nvCxnSpPr>
        <p:spPr>
          <a:xfrm rot="-5400000">
            <a:off x="7054875" y="2949200"/>
            <a:ext cx="126000" cy="600"/>
          </a:xfrm>
          <a:prstGeom prst="bentConnector3">
            <a:avLst>
              <a:gd fmla="val 49970" name="adj1"/>
            </a:avLst>
          </a:prstGeom>
          <a:noFill/>
          <a:ln cap="flat" cmpd="sng" w="9525">
            <a:solidFill>
              <a:schemeClr val="dk1"/>
            </a:solidFill>
            <a:prstDash val="solid"/>
            <a:round/>
            <a:headEnd len="sm" w="sm" type="none"/>
            <a:tailEnd len="sm" w="sm" type="none"/>
          </a:ln>
        </p:spPr>
      </p:cxnSp>
      <p:cxnSp>
        <p:nvCxnSpPr>
          <p:cNvPr id="809" name="Google Shape;809;p24"/>
          <p:cNvCxnSpPr>
            <a:stCxn id="793" idx="2"/>
            <a:endCxn id="810" idx="0"/>
          </p:cNvCxnSpPr>
          <p:nvPr/>
        </p:nvCxnSpPr>
        <p:spPr>
          <a:xfrm flipH="1" rot="-5400000">
            <a:off x="4509300" y="2949275"/>
            <a:ext cx="126000" cy="600"/>
          </a:xfrm>
          <a:prstGeom prst="bentConnector3">
            <a:avLst>
              <a:gd fmla="val 49970" name="adj1"/>
            </a:avLst>
          </a:prstGeom>
          <a:noFill/>
          <a:ln cap="flat" cmpd="sng" w="9525">
            <a:solidFill>
              <a:schemeClr val="dk1"/>
            </a:solidFill>
            <a:prstDash val="solid"/>
            <a:round/>
            <a:headEnd len="sm" w="sm" type="none"/>
            <a:tailEnd len="sm" w="sm" type="none"/>
          </a:ln>
        </p:spPr>
      </p:cxnSp>
      <p:sp>
        <p:nvSpPr>
          <p:cNvPr id="810" name="Google Shape;810;p24"/>
          <p:cNvSpPr/>
          <p:nvPr/>
        </p:nvSpPr>
        <p:spPr>
          <a:xfrm>
            <a:off x="3616650" y="3012500"/>
            <a:ext cx="1910700" cy="1596000"/>
          </a:xfrm>
          <a:prstGeom prst="rect">
            <a:avLst/>
          </a:prstGeom>
          <a:solidFill>
            <a:schemeClr val="accent2"/>
          </a:solidFill>
          <a:ln>
            <a:noFill/>
          </a:ln>
        </p:spPr>
        <p:txBody>
          <a:bodyPr anchorCtr="0" anchor="t" bIns="91425" lIns="91425" spcFirstLastPara="1" rIns="91425" wrap="square" tIns="91425">
            <a:noAutofit/>
          </a:bodyPr>
          <a:lstStyle/>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p:txBody>
      </p:sp>
      <p:sp>
        <p:nvSpPr>
          <p:cNvPr id="808" name="Google Shape;808;p24"/>
          <p:cNvSpPr/>
          <p:nvPr/>
        </p:nvSpPr>
        <p:spPr>
          <a:xfrm>
            <a:off x="6162225" y="3012500"/>
            <a:ext cx="1910700" cy="1596000"/>
          </a:xfrm>
          <a:prstGeom prst="rect">
            <a:avLst/>
          </a:prstGeom>
          <a:solidFill>
            <a:schemeClr val="accent2"/>
          </a:solidFill>
          <a:ln>
            <a:noFill/>
          </a:ln>
        </p:spPr>
        <p:txBody>
          <a:bodyPr anchorCtr="0" anchor="t" bIns="91425" lIns="91425" spcFirstLastPara="1" rIns="91425" wrap="square" tIns="91425">
            <a:noAutofit/>
          </a:bodyPr>
          <a:lstStyle/>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a:p>
            <a:pPr indent="-247650" lvl="0" marL="285750" marR="0" rtl="0" algn="l">
              <a:lnSpc>
                <a:spcPct val="100000"/>
              </a:lnSpc>
              <a:spcBef>
                <a:spcPts val="0"/>
              </a:spcBef>
              <a:spcAft>
                <a:spcPts val="0"/>
              </a:spcAft>
              <a:buClr>
                <a:schemeClr val="dk1"/>
              </a:buClr>
              <a:buSzPts val="1200"/>
              <a:buFont typeface="Karla"/>
              <a:buAutoNum type="alphaUcPeriod"/>
            </a:pPr>
            <a:r>
              <a:rPr b="0" i="0" lang="en" sz="1200" u="none" cap="none" strike="noStrike">
                <a:solidFill>
                  <a:schemeClr val="dk1"/>
                </a:solidFill>
                <a:latin typeface="Karla"/>
                <a:ea typeface="Karla"/>
                <a:cs typeface="Karla"/>
                <a:sym typeface="Karla"/>
              </a:rPr>
              <a:t>Write your recommendation</a:t>
            </a:r>
            <a:endParaRPr b="0" i="0" sz="1200" u="none" cap="none" strike="noStrike">
              <a:solidFill>
                <a:schemeClr val="dk1"/>
              </a:solidFill>
              <a:latin typeface="Karla"/>
              <a:ea typeface="Karla"/>
              <a:cs typeface="Karla"/>
              <a:sym typeface="Karl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25"/>
          <p:cNvSpPr txBox="1"/>
          <p:nvPr>
            <p:ph type="title"/>
          </p:nvPr>
        </p:nvSpPr>
        <p:spPr>
          <a:xfrm>
            <a:off x="821000" y="2905338"/>
            <a:ext cx="3325800" cy="752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Photo showcase</a:t>
            </a:r>
            <a:endParaRPr/>
          </a:p>
        </p:txBody>
      </p:sp>
      <p:sp>
        <p:nvSpPr>
          <p:cNvPr id="816" name="Google Shape;816;p25"/>
          <p:cNvSpPr txBox="1"/>
          <p:nvPr>
            <p:ph idx="1" type="subTitle"/>
          </p:nvPr>
        </p:nvSpPr>
        <p:spPr>
          <a:xfrm>
            <a:off x="821000" y="3541870"/>
            <a:ext cx="3325800" cy="79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You can replace the images on the screen with your own work. Just right-click on any of them and select “Replace image”</a:t>
            </a:r>
            <a:endParaRPr/>
          </a:p>
        </p:txBody>
      </p:sp>
      <p:pic>
        <p:nvPicPr>
          <p:cNvPr id="817" name="Google Shape;817;p25"/>
          <p:cNvPicPr preferRelativeResize="0"/>
          <p:nvPr>
            <p:ph idx="2" type="pic"/>
          </p:nvPr>
        </p:nvPicPr>
        <p:blipFill rotWithShape="1">
          <a:blip r:embed="rId3">
            <a:alphaModFix/>
          </a:blip>
          <a:srcRect b="2535" l="0" r="0" t="2525"/>
          <a:stretch/>
        </p:blipFill>
        <p:spPr>
          <a:xfrm>
            <a:off x="4473225" y="612525"/>
            <a:ext cx="3262200" cy="2064300"/>
          </a:xfrm>
          <a:prstGeom prst="roundRect">
            <a:avLst>
              <a:gd fmla="val 16667" name="adj"/>
            </a:avLst>
          </a:prstGeom>
          <a:noFill/>
          <a:ln>
            <a:noFill/>
          </a:ln>
        </p:spPr>
      </p:pic>
      <p:pic>
        <p:nvPicPr>
          <p:cNvPr id="818" name="Google Shape;818;p25"/>
          <p:cNvPicPr preferRelativeResize="0"/>
          <p:nvPr>
            <p:ph idx="3" type="pic"/>
          </p:nvPr>
        </p:nvPicPr>
        <p:blipFill rotWithShape="1">
          <a:blip r:embed="rId4">
            <a:alphaModFix/>
          </a:blip>
          <a:srcRect b="24557" l="16555" r="0" t="24557"/>
          <a:stretch/>
        </p:blipFill>
        <p:spPr>
          <a:xfrm>
            <a:off x="4421275" y="2872750"/>
            <a:ext cx="2008200" cy="1834800"/>
          </a:xfrm>
          <a:prstGeom prst="roundRect">
            <a:avLst>
              <a:gd fmla="val 16667" name="adj"/>
            </a:avLst>
          </a:prstGeom>
          <a:noFill/>
          <a:ln>
            <a:noFill/>
          </a:ln>
        </p:spPr>
      </p:pic>
      <p:pic>
        <p:nvPicPr>
          <p:cNvPr id="819" name="Google Shape;819;p25"/>
          <p:cNvPicPr preferRelativeResize="0"/>
          <p:nvPr>
            <p:ph idx="4" type="pic"/>
          </p:nvPr>
        </p:nvPicPr>
        <p:blipFill rotWithShape="1">
          <a:blip r:embed="rId5">
            <a:alphaModFix/>
          </a:blip>
          <a:srcRect b="0" l="11089" r="11089" t="0"/>
          <a:stretch/>
        </p:blipFill>
        <p:spPr>
          <a:xfrm>
            <a:off x="1862275" y="612525"/>
            <a:ext cx="2406600" cy="2064300"/>
          </a:xfrm>
          <a:prstGeom prst="roundRect">
            <a:avLst>
              <a:gd fmla="val 16667" name="adj"/>
            </a:avLst>
          </a:prstGeom>
          <a:noFill/>
          <a:ln>
            <a:noFill/>
          </a:ln>
        </p:spPr>
      </p:pic>
      <p:pic>
        <p:nvPicPr>
          <p:cNvPr id="820" name="Google Shape;820;p25"/>
          <p:cNvPicPr preferRelativeResize="0"/>
          <p:nvPr>
            <p:ph idx="5" type="pic"/>
          </p:nvPr>
        </p:nvPicPr>
        <p:blipFill rotWithShape="1">
          <a:blip r:embed="rId6">
            <a:alphaModFix/>
          </a:blip>
          <a:srcRect b="0" l="26624" r="29817" t="0"/>
          <a:stretch/>
        </p:blipFill>
        <p:spPr>
          <a:xfrm>
            <a:off x="6581925" y="2872750"/>
            <a:ext cx="1153500" cy="1806600"/>
          </a:xfrm>
          <a:prstGeom prst="roundRect">
            <a:avLst>
              <a:gd fmla="val 16667" name="adj"/>
            </a:avLst>
          </a:prstGeom>
          <a:noFill/>
          <a:ln>
            <a:noFill/>
          </a:ln>
        </p:spPr>
      </p:pic>
      <p:pic>
        <p:nvPicPr>
          <p:cNvPr id="821" name="Google Shape;821;p25"/>
          <p:cNvPicPr preferRelativeResize="0"/>
          <p:nvPr/>
        </p:nvPicPr>
        <p:blipFill rotWithShape="1">
          <a:blip r:embed="rId7">
            <a:alphaModFix/>
          </a:blip>
          <a:srcRect b="0" l="0" r="0" t="0"/>
          <a:stretch/>
        </p:blipFill>
        <p:spPr>
          <a:xfrm rot="5400000">
            <a:off x="-251002" y="225373"/>
            <a:ext cx="2229714" cy="177897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25" name="Shape 825"/>
        <p:cNvGrpSpPr/>
        <p:nvPr/>
      </p:nvGrpSpPr>
      <p:grpSpPr>
        <a:xfrm>
          <a:off x="0" y="0"/>
          <a:ext cx="0" cy="0"/>
          <a:chOff x="0" y="0"/>
          <a:chExt cx="0" cy="0"/>
        </a:xfrm>
      </p:grpSpPr>
      <p:sp>
        <p:nvSpPr>
          <p:cNvPr id="826" name="Google Shape;826;p26"/>
          <p:cNvSpPr txBox="1"/>
          <p:nvPr/>
        </p:nvSpPr>
        <p:spPr>
          <a:xfrm>
            <a:off x="716700" y="1188000"/>
            <a:ext cx="7710600" cy="14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100" u="none" cap="none" strike="noStrike">
                <a:solidFill>
                  <a:schemeClr val="lt1"/>
                </a:solidFill>
                <a:latin typeface="Arial"/>
                <a:ea typeface="Arial"/>
                <a:cs typeface="Arial"/>
                <a:sym typeface="Arial"/>
              </a:rPr>
              <a:t>This presentation has been made using the following fonts:</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1000"/>
              </a:spcBef>
              <a:spcAft>
                <a:spcPts val="0"/>
              </a:spcAft>
              <a:buClr>
                <a:schemeClr val="dk1"/>
              </a:buClr>
              <a:buSzPts val="1100"/>
              <a:buFont typeface="Arial"/>
              <a:buNone/>
            </a:pPr>
            <a:r>
              <a:rPr b="1" i="0" lang="en" sz="1100" u="none" cap="none" strike="noStrike">
                <a:solidFill>
                  <a:schemeClr val="lt1"/>
                </a:solidFill>
                <a:latin typeface="Arial"/>
                <a:ea typeface="Arial"/>
                <a:cs typeface="Arial"/>
                <a:sym typeface="Arial"/>
              </a:rPr>
              <a:t>DM Sans</a:t>
            </a:r>
            <a:endParaRPr b="1"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0" i="0" lang="en" sz="1100" u="none" cap="none" strike="noStrike">
                <a:solidFill>
                  <a:schemeClr val="lt1"/>
                </a:solidFill>
                <a:latin typeface="Arial"/>
                <a:ea typeface="Arial"/>
                <a:cs typeface="Arial"/>
                <a:sym typeface="Arial"/>
              </a:rPr>
              <a:t>(</a:t>
            </a:r>
            <a:r>
              <a:rPr b="0" i="0" lang="en" sz="1100" u="sng" cap="none" strike="noStrike">
                <a:solidFill>
                  <a:schemeClr val="lt1"/>
                </a:solidFill>
                <a:latin typeface="Arial"/>
                <a:ea typeface="Arial"/>
                <a:cs typeface="Arial"/>
                <a:sym typeface="Arial"/>
                <a:hlinkClick r:id="rId3">
                  <a:extLst>
                    <a:ext uri="{A12FA001-AC4F-418D-AE19-62706E023703}">
                      <ahyp:hlinkClr val="tx"/>
                    </a:ext>
                  </a:extLst>
                </a:hlinkClick>
              </a:rPr>
              <a:t>https://fonts.google.com/specimen/DM+Sans</a:t>
            </a:r>
            <a:r>
              <a:rPr b="0" i="0" lang="en"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chemeClr val="lt1"/>
                </a:solidFill>
                <a:latin typeface="Arial"/>
                <a:ea typeface="Arial"/>
                <a:cs typeface="Arial"/>
                <a:sym typeface="Arial"/>
              </a:rPr>
              <a:t>Karla</a:t>
            </a:r>
            <a:endParaRPr b="1"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0" i="0" lang="en" sz="1100" u="none" cap="none" strike="noStrike">
                <a:solidFill>
                  <a:schemeClr val="lt1"/>
                </a:solidFill>
                <a:latin typeface="Arial"/>
                <a:ea typeface="Arial"/>
                <a:cs typeface="Arial"/>
                <a:sym typeface="Arial"/>
              </a:rPr>
              <a:t>(</a:t>
            </a:r>
            <a:r>
              <a:rPr b="0" i="0" lang="en" sz="1100" u="sng" cap="none" strike="noStrike">
                <a:solidFill>
                  <a:schemeClr val="lt1"/>
                </a:solidFill>
                <a:latin typeface="Arial"/>
                <a:ea typeface="Arial"/>
                <a:cs typeface="Arial"/>
                <a:sym typeface="Arial"/>
                <a:hlinkClick r:id="rId4">
                  <a:extLst>
                    <a:ext uri="{A12FA001-AC4F-418D-AE19-62706E023703}">
                      <ahyp:hlinkClr val="tx"/>
                    </a:ext>
                  </a:extLst>
                </a:hlinkClick>
              </a:rPr>
              <a:t>https://fonts.google.com/specimen/Karla</a:t>
            </a:r>
            <a:r>
              <a:rPr b="0" i="0" lang="en"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p:txBody>
      </p:sp>
      <p:sp>
        <p:nvSpPr>
          <p:cNvPr id="827" name="Google Shape;827;p26"/>
          <p:cNvSpPr/>
          <p:nvPr/>
        </p:nvSpPr>
        <p:spPr>
          <a:xfrm>
            <a:off x="3114443" y="2947800"/>
            <a:ext cx="791400" cy="754200"/>
          </a:xfrm>
          <a:prstGeom prst="roundRect">
            <a:avLst>
              <a:gd fmla="val 16667" name="adj"/>
            </a:avLst>
          </a:prstGeom>
          <a:solidFill>
            <a:srgbClr val="435D7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26"/>
          <p:cNvSpPr/>
          <p:nvPr/>
        </p:nvSpPr>
        <p:spPr>
          <a:xfrm>
            <a:off x="4176263" y="2947800"/>
            <a:ext cx="791400" cy="754200"/>
          </a:xfrm>
          <a:prstGeom prst="roundRect">
            <a:avLst>
              <a:gd fmla="val 16667" name="adj"/>
            </a:avLst>
          </a:prstGeom>
          <a:solidFill>
            <a:srgbClr val="FDFDF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26"/>
          <p:cNvSpPr/>
          <p:nvPr/>
        </p:nvSpPr>
        <p:spPr>
          <a:xfrm>
            <a:off x="3114432" y="3878900"/>
            <a:ext cx="791400" cy="754200"/>
          </a:xfrm>
          <a:prstGeom prst="roundRect">
            <a:avLst>
              <a:gd fmla="val 16667" name="adj"/>
            </a:avLst>
          </a:prstGeom>
          <a:solidFill>
            <a:srgbClr val="7ECCB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26"/>
          <p:cNvSpPr txBox="1"/>
          <p:nvPr/>
        </p:nvSpPr>
        <p:spPr>
          <a:xfrm>
            <a:off x="3114443" y="31048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#435d74</a:t>
            </a:r>
            <a:endParaRPr b="0" i="0" sz="1000" u="none" cap="none" strike="noStrike">
              <a:solidFill>
                <a:srgbClr val="FFFFFF"/>
              </a:solidFill>
              <a:latin typeface="Arial"/>
              <a:ea typeface="Arial"/>
              <a:cs typeface="Arial"/>
              <a:sym typeface="Arial"/>
            </a:endParaRPr>
          </a:p>
        </p:txBody>
      </p:sp>
      <p:sp>
        <p:nvSpPr>
          <p:cNvPr id="831" name="Google Shape;831;p26"/>
          <p:cNvSpPr txBox="1"/>
          <p:nvPr/>
        </p:nvSpPr>
        <p:spPr>
          <a:xfrm>
            <a:off x="4176268" y="31048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40566D"/>
                </a:solidFill>
                <a:latin typeface="Arial"/>
                <a:ea typeface="Arial"/>
                <a:cs typeface="Arial"/>
                <a:sym typeface="Arial"/>
              </a:rPr>
              <a:t>#fdfdfd</a:t>
            </a:r>
            <a:endParaRPr b="0" i="0" sz="1000" u="none" cap="none" strike="noStrike">
              <a:solidFill>
                <a:srgbClr val="40566D"/>
              </a:solidFill>
              <a:latin typeface="Arial"/>
              <a:ea typeface="Arial"/>
              <a:cs typeface="Arial"/>
              <a:sym typeface="Arial"/>
            </a:endParaRPr>
          </a:p>
        </p:txBody>
      </p:sp>
      <p:sp>
        <p:nvSpPr>
          <p:cNvPr id="832" name="Google Shape;832;p26"/>
          <p:cNvSpPr txBox="1"/>
          <p:nvPr/>
        </p:nvSpPr>
        <p:spPr>
          <a:xfrm>
            <a:off x="3114443" y="40359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#7eccb9</a:t>
            </a:r>
            <a:endParaRPr b="0" i="0" sz="1000" u="none" cap="none" strike="noStrike">
              <a:solidFill>
                <a:srgbClr val="FFFFFF"/>
              </a:solidFill>
              <a:latin typeface="Arial"/>
              <a:ea typeface="Arial"/>
              <a:cs typeface="Arial"/>
              <a:sym typeface="Arial"/>
            </a:endParaRPr>
          </a:p>
        </p:txBody>
      </p:sp>
      <p:sp>
        <p:nvSpPr>
          <p:cNvPr id="833" name="Google Shape;833;p26"/>
          <p:cNvSpPr/>
          <p:nvPr/>
        </p:nvSpPr>
        <p:spPr>
          <a:xfrm>
            <a:off x="5238093" y="2947800"/>
            <a:ext cx="791400" cy="754200"/>
          </a:xfrm>
          <a:prstGeom prst="roundRect">
            <a:avLst>
              <a:gd fmla="val 16667" name="adj"/>
            </a:avLst>
          </a:prstGeom>
          <a:solidFill>
            <a:srgbClr val="91C9F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26"/>
          <p:cNvSpPr txBox="1"/>
          <p:nvPr/>
        </p:nvSpPr>
        <p:spPr>
          <a:xfrm>
            <a:off x="5238093" y="31048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Arial"/>
                <a:ea typeface="Arial"/>
                <a:cs typeface="Arial"/>
                <a:sym typeface="Arial"/>
              </a:rPr>
              <a:t>#91c9fb</a:t>
            </a:r>
            <a:endParaRPr b="0" i="0" sz="1000" u="none" cap="none" strike="noStrike">
              <a:solidFill>
                <a:schemeClr val="dk1"/>
              </a:solidFill>
              <a:latin typeface="Arial"/>
              <a:ea typeface="Arial"/>
              <a:cs typeface="Arial"/>
              <a:sym typeface="Arial"/>
            </a:endParaRPr>
          </a:p>
        </p:txBody>
      </p:sp>
      <p:sp>
        <p:nvSpPr>
          <p:cNvPr id="835" name="Google Shape;835;p26"/>
          <p:cNvSpPr/>
          <p:nvPr/>
        </p:nvSpPr>
        <p:spPr>
          <a:xfrm>
            <a:off x="5238168" y="3878900"/>
            <a:ext cx="791400" cy="754200"/>
          </a:xfrm>
          <a:prstGeom prst="roundRect">
            <a:avLst>
              <a:gd fmla="val 16667" name="adj"/>
            </a:avLst>
          </a:prstGeom>
          <a:solidFill>
            <a:srgbClr val="E4ECE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26"/>
          <p:cNvSpPr txBox="1"/>
          <p:nvPr/>
        </p:nvSpPr>
        <p:spPr>
          <a:xfrm>
            <a:off x="5238168" y="40359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40566D"/>
                </a:solidFill>
                <a:latin typeface="Arial"/>
                <a:ea typeface="Arial"/>
                <a:cs typeface="Arial"/>
                <a:sym typeface="Arial"/>
              </a:rPr>
              <a:t>#e4ecec</a:t>
            </a:r>
            <a:endParaRPr b="0" i="0" sz="1000" u="none" cap="none" strike="noStrike">
              <a:solidFill>
                <a:srgbClr val="40566D"/>
              </a:solidFill>
              <a:latin typeface="Arial"/>
              <a:ea typeface="Arial"/>
              <a:cs typeface="Arial"/>
              <a:sym typeface="Arial"/>
            </a:endParaRPr>
          </a:p>
        </p:txBody>
      </p:sp>
      <p:sp>
        <p:nvSpPr>
          <p:cNvPr id="837" name="Google Shape;837;p26"/>
          <p:cNvSpPr/>
          <p:nvPr/>
        </p:nvSpPr>
        <p:spPr>
          <a:xfrm>
            <a:off x="4176268" y="3878900"/>
            <a:ext cx="791400" cy="754200"/>
          </a:xfrm>
          <a:prstGeom prst="roundRect">
            <a:avLst>
              <a:gd fmla="val 16667" name="adj"/>
            </a:avLst>
          </a:prstGeom>
          <a:solidFill>
            <a:srgbClr val="B9CCC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26"/>
          <p:cNvSpPr txBox="1"/>
          <p:nvPr/>
        </p:nvSpPr>
        <p:spPr>
          <a:xfrm>
            <a:off x="4176268" y="4035950"/>
            <a:ext cx="791400" cy="440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40566D"/>
                </a:solidFill>
                <a:latin typeface="Arial"/>
                <a:ea typeface="Arial"/>
                <a:cs typeface="Arial"/>
                <a:sym typeface="Arial"/>
              </a:rPr>
              <a:t>#b9cccb</a:t>
            </a:r>
            <a:endParaRPr b="0" i="0" sz="1000" u="none" cap="none" strike="noStrike">
              <a:solidFill>
                <a:srgbClr val="40566D"/>
              </a:solidFill>
              <a:latin typeface="Arial"/>
              <a:ea typeface="Arial"/>
              <a:cs typeface="Arial"/>
              <a:sym typeface="Arial"/>
            </a:endParaRPr>
          </a:p>
        </p:txBody>
      </p:sp>
      <p:sp>
        <p:nvSpPr>
          <p:cNvPr id="839" name="Google Shape;839;p26"/>
          <p:cNvSpPr txBox="1"/>
          <p:nvPr>
            <p:ph type="title"/>
          </p:nvPr>
        </p:nvSpPr>
        <p:spPr>
          <a:xfrm>
            <a:off x="716775" y="510900"/>
            <a:ext cx="7710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a:solidFill>
                  <a:schemeClr val="lt1"/>
                </a:solidFill>
              </a:rPr>
              <a:t>Fonts &amp; colors used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27"/>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Icon pack</a:t>
            </a:r>
            <a:endParaRPr/>
          </a:p>
        </p:txBody>
      </p:sp>
      <p:grpSp>
        <p:nvGrpSpPr>
          <p:cNvPr id="845" name="Google Shape;845;p27"/>
          <p:cNvGrpSpPr/>
          <p:nvPr/>
        </p:nvGrpSpPr>
        <p:grpSpPr>
          <a:xfrm>
            <a:off x="813843" y="3835331"/>
            <a:ext cx="364186" cy="363110"/>
            <a:chOff x="720605" y="3909158"/>
            <a:chExt cx="373218" cy="372116"/>
          </a:xfrm>
        </p:grpSpPr>
        <p:sp>
          <p:nvSpPr>
            <p:cNvPr id="846" name="Google Shape;846;p27"/>
            <p:cNvSpPr/>
            <p:nvPr/>
          </p:nvSpPr>
          <p:spPr>
            <a:xfrm>
              <a:off x="720605" y="3909158"/>
              <a:ext cx="373218" cy="372116"/>
            </a:xfrm>
            <a:custGeom>
              <a:rect b="b" l="l" r="r" t="t"/>
              <a:pathLst>
                <a:path extrusionOk="0" h="142" w="143">
                  <a:moveTo>
                    <a:pt x="142" y="27"/>
                  </a:moveTo>
                  <a:cubicBezTo>
                    <a:pt x="116" y="1"/>
                    <a:pt x="116" y="1"/>
                    <a:pt x="116" y="1"/>
                  </a:cubicBezTo>
                  <a:cubicBezTo>
                    <a:pt x="115" y="0"/>
                    <a:pt x="113" y="0"/>
                    <a:pt x="112" y="1"/>
                  </a:cubicBezTo>
                  <a:cubicBezTo>
                    <a:pt x="111" y="2"/>
                    <a:pt x="111" y="4"/>
                    <a:pt x="112" y="5"/>
                  </a:cubicBezTo>
                  <a:cubicBezTo>
                    <a:pt x="117" y="9"/>
                    <a:pt x="117" y="9"/>
                    <a:pt x="117" y="9"/>
                  </a:cubicBezTo>
                  <a:cubicBezTo>
                    <a:pt x="101" y="25"/>
                    <a:pt x="101" y="25"/>
                    <a:pt x="101" y="25"/>
                  </a:cubicBezTo>
                  <a:cubicBezTo>
                    <a:pt x="98" y="23"/>
                    <a:pt x="94" y="23"/>
                    <a:pt x="91" y="26"/>
                  </a:cubicBezTo>
                  <a:cubicBezTo>
                    <a:pt x="26" y="92"/>
                    <a:pt x="26" y="92"/>
                    <a:pt x="26" y="92"/>
                  </a:cubicBezTo>
                  <a:cubicBezTo>
                    <a:pt x="24" y="94"/>
                    <a:pt x="23" y="96"/>
                    <a:pt x="23" y="98"/>
                  </a:cubicBezTo>
                  <a:cubicBezTo>
                    <a:pt x="23" y="100"/>
                    <a:pt x="24" y="101"/>
                    <a:pt x="25" y="103"/>
                  </a:cubicBezTo>
                  <a:cubicBezTo>
                    <a:pt x="23" y="105"/>
                    <a:pt x="23" y="105"/>
                    <a:pt x="23" y="105"/>
                  </a:cubicBezTo>
                  <a:cubicBezTo>
                    <a:pt x="20" y="108"/>
                    <a:pt x="19" y="113"/>
                    <a:pt x="22" y="116"/>
                  </a:cubicBezTo>
                  <a:cubicBezTo>
                    <a:pt x="1" y="138"/>
                    <a:pt x="1" y="138"/>
                    <a:pt x="1" y="138"/>
                  </a:cubicBezTo>
                  <a:cubicBezTo>
                    <a:pt x="0" y="139"/>
                    <a:pt x="0" y="140"/>
                    <a:pt x="1" y="142"/>
                  </a:cubicBezTo>
                  <a:cubicBezTo>
                    <a:pt x="2" y="142"/>
                    <a:pt x="3" y="142"/>
                    <a:pt x="3" y="142"/>
                  </a:cubicBezTo>
                  <a:cubicBezTo>
                    <a:pt x="4" y="142"/>
                    <a:pt x="5" y="142"/>
                    <a:pt x="5" y="142"/>
                  </a:cubicBezTo>
                  <a:cubicBezTo>
                    <a:pt x="26" y="120"/>
                    <a:pt x="26" y="120"/>
                    <a:pt x="26" y="120"/>
                  </a:cubicBezTo>
                  <a:cubicBezTo>
                    <a:pt x="28" y="122"/>
                    <a:pt x="30" y="123"/>
                    <a:pt x="32" y="123"/>
                  </a:cubicBezTo>
                  <a:cubicBezTo>
                    <a:pt x="34" y="123"/>
                    <a:pt x="36" y="122"/>
                    <a:pt x="38" y="120"/>
                  </a:cubicBezTo>
                  <a:cubicBezTo>
                    <a:pt x="40" y="118"/>
                    <a:pt x="40" y="118"/>
                    <a:pt x="40" y="118"/>
                  </a:cubicBezTo>
                  <a:cubicBezTo>
                    <a:pt x="41" y="119"/>
                    <a:pt x="43" y="120"/>
                    <a:pt x="45" y="120"/>
                  </a:cubicBezTo>
                  <a:cubicBezTo>
                    <a:pt x="47" y="120"/>
                    <a:pt x="49" y="119"/>
                    <a:pt x="51" y="117"/>
                  </a:cubicBezTo>
                  <a:cubicBezTo>
                    <a:pt x="75" y="93"/>
                    <a:pt x="75" y="93"/>
                    <a:pt x="75" y="93"/>
                  </a:cubicBezTo>
                  <a:cubicBezTo>
                    <a:pt x="76" y="92"/>
                    <a:pt x="76" y="91"/>
                    <a:pt x="75" y="89"/>
                  </a:cubicBezTo>
                  <a:cubicBezTo>
                    <a:pt x="74" y="88"/>
                    <a:pt x="72" y="88"/>
                    <a:pt x="71" y="89"/>
                  </a:cubicBezTo>
                  <a:cubicBezTo>
                    <a:pt x="47" y="113"/>
                    <a:pt x="47" y="113"/>
                    <a:pt x="47" y="113"/>
                  </a:cubicBezTo>
                  <a:cubicBezTo>
                    <a:pt x="47" y="114"/>
                    <a:pt x="46" y="114"/>
                    <a:pt x="45" y="114"/>
                  </a:cubicBezTo>
                  <a:cubicBezTo>
                    <a:pt x="44" y="114"/>
                    <a:pt x="44" y="114"/>
                    <a:pt x="43" y="113"/>
                  </a:cubicBezTo>
                  <a:cubicBezTo>
                    <a:pt x="29" y="100"/>
                    <a:pt x="29" y="100"/>
                    <a:pt x="29" y="100"/>
                  </a:cubicBezTo>
                  <a:cubicBezTo>
                    <a:pt x="29" y="99"/>
                    <a:pt x="29" y="99"/>
                    <a:pt x="29" y="98"/>
                  </a:cubicBezTo>
                  <a:cubicBezTo>
                    <a:pt x="29" y="97"/>
                    <a:pt x="29" y="96"/>
                    <a:pt x="29" y="96"/>
                  </a:cubicBezTo>
                  <a:cubicBezTo>
                    <a:pt x="38" y="87"/>
                    <a:pt x="38" y="87"/>
                    <a:pt x="38" y="87"/>
                  </a:cubicBezTo>
                  <a:cubicBezTo>
                    <a:pt x="47" y="96"/>
                    <a:pt x="47" y="96"/>
                    <a:pt x="47" y="96"/>
                  </a:cubicBezTo>
                  <a:cubicBezTo>
                    <a:pt x="47" y="97"/>
                    <a:pt x="48" y="97"/>
                    <a:pt x="49" y="97"/>
                  </a:cubicBezTo>
                  <a:cubicBezTo>
                    <a:pt x="49" y="97"/>
                    <a:pt x="50" y="97"/>
                    <a:pt x="51" y="96"/>
                  </a:cubicBezTo>
                  <a:cubicBezTo>
                    <a:pt x="52" y="95"/>
                    <a:pt x="52" y="93"/>
                    <a:pt x="51" y="92"/>
                  </a:cubicBezTo>
                  <a:cubicBezTo>
                    <a:pt x="42" y="83"/>
                    <a:pt x="42" y="83"/>
                    <a:pt x="42" y="83"/>
                  </a:cubicBezTo>
                  <a:cubicBezTo>
                    <a:pt x="49" y="76"/>
                    <a:pt x="49" y="76"/>
                    <a:pt x="49" y="76"/>
                  </a:cubicBezTo>
                  <a:cubicBezTo>
                    <a:pt x="53" y="80"/>
                    <a:pt x="53" y="80"/>
                    <a:pt x="53" y="80"/>
                  </a:cubicBezTo>
                  <a:cubicBezTo>
                    <a:pt x="53" y="80"/>
                    <a:pt x="54" y="81"/>
                    <a:pt x="55" y="81"/>
                  </a:cubicBezTo>
                  <a:cubicBezTo>
                    <a:pt x="56" y="81"/>
                    <a:pt x="56" y="80"/>
                    <a:pt x="57" y="80"/>
                  </a:cubicBezTo>
                  <a:cubicBezTo>
                    <a:pt x="58" y="79"/>
                    <a:pt x="58" y="77"/>
                    <a:pt x="57" y="76"/>
                  </a:cubicBezTo>
                  <a:cubicBezTo>
                    <a:pt x="53" y="72"/>
                    <a:pt x="53" y="72"/>
                    <a:pt x="53" y="72"/>
                  </a:cubicBezTo>
                  <a:cubicBezTo>
                    <a:pt x="60" y="65"/>
                    <a:pt x="60" y="65"/>
                    <a:pt x="60" y="65"/>
                  </a:cubicBezTo>
                  <a:cubicBezTo>
                    <a:pt x="69" y="74"/>
                    <a:pt x="69" y="74"/>
                    <a:pt x="69" y="74"/>
                  </a:cubicBezTo>
                  <a:cubicBezTo>
                    <a:pt x="70" y="74"/>
                    <a:pt x="70" y="75"/>
                    <a:pt x="71" y="75"/>
                  </a:cubicBezTo>
                  <a:cubicBezTo>
                    <a:pt x="72" y="75"/>
                    <a:pt x="73" y="74"/>
                    <a:pt x="73" y="74"/>
                  </a:cubicBezTo>
                  <a:cubicBezTo>
                    <a:pt x="74" y="73"/>
                    <a:pt x="74" y="71"/>
                    <a:pt x="73" y="70"/>
                  </a:cubicBezTo>
                  <a:cubicBezTo>
                    <a:pt x="64" y="61"/>
                    <a:pt x="64" y="61"/>
                    <a:pt x="64" y="61"/>
                  </a:cubicBezTo>
                  <a:cubicBezTo>
                    <a:pt x="72" y="54"/>
                    <a:pt x="72" y="54"/>
                    <a:pt x="72" y="54"/>
                  </a:cubicBezTo>
                  <a:cubicBezTo>
                    <a:pt x="75" y="58"/>
                    <a:pt x="75" y="58"/>
                    <a:pt x="75" y="58"/>
                  </a:cubicBezTo>
                  <a:cubicBezTo>
                    <a:pt x="76" y="58"/>
                    <a:pt x="77" y="58"/>
                    <a:pt x="77" y="58"/>
                  </a:cubicBezTo>
                  <a:cubicBezTo>
                    <a:pt x="78" y="58"/>
                    <a:pt x="79" y="58"/>
                    <a:pt x="79" y="58"/>
                  </a:cubicBezTo>
                  <a:cubicBezTo>
                    <a:pt x="80" y="56"/>
                    <a:pt x="80" y="55"/>
                    <a:pt x="79" y="54"/>
                  </a:cubicBezTo>
                  <a:cubicBezTo>
                    <a:pt x="75" y="50"/>
                    <a:pt x="75" y="50"/>
                    <a:pt x="75" y="50"/>
                  </a:cubicBezTo>
                  <a:cubicBezTo>
                    <a:pt x="83" y="43"/>
                    <a:pt x="83" y="43"/>
                    <a:pt x="83" y="43"/>
                  </a:cubicBezTo>
                  <a:cubicBezTo>
                    <a:pt x="92" y="51"/>
                    <a:pt x="92" y="51"/>
                    <a:pt x="92" y="51"/>
                  </a:cubicBezTo>
                  <a:cubicBezTo>
                    <a:pt x="92" y="52"/>
                    <a:pt x="93" y="52"/>
                    <a:pt x="94" y="52"/>
                  </a:cubicBezTo>
                  <a:cubicBezTo>
                    <a:pt x="94" y="52"/>
                    <a:pt x="95" y="52"/>
                    <a:pt x="95" y="51"/>
                  </a:cubicBezTo>
                  <a:cubicBezTo>
                    <a:pt x="97" y="50"/>
                    <a:pt x="97" y="49"/>
                    <a:pt x="95" y="47"/>
                  </a:cubicBezTo>
                  <a:cubicBezTo>
                    <a:pt x="87" y="39"/>
                    <a:pt x="87" y="39"/>
                    <a:pt x="87" y="39"/>
                  </a:cubicBezTo>
                  <a:cubicBezTo>
                    <a:pt x="95" y="30"/>
                    <a:pt x="95" y="30"/>
                    <a:pt x="95" y="30"/>
                  </a:cubicBezTo>
                  <a:cubicBezTo>
                    <a:pt x="96" y="29"/>
                    <a:pt x="98" y="29"/>
                    <a:pt x="99" y="30"/>
                  </a:cubicBezTo>
                  <a:cubicBezTo>
                    <a:pt x="113" y="44"/>
                    <a:pt x="113" y="44"/>
                    <a:pt x="113" y="44"/>
                  </a:cubicBezTo>
                  <a:cubicBezTo>
                    <a:pt x="114" y="45"/>
                    <a:pt x="114" y="47"/>
                    <a:pt x="113" y="48"/>
                  </a:cubicBezTo>
                  <a:cubicBezTo>
                    <a:pt x="89" y="72"/>
                    <a:pt x="89" y="72"/>
                    <a:pt x="89" y="72"/>
                  </a:cubicBezTo>
                  <a:cubicBezTo>
                    <a:pt x="88" y="73"/>
                    <a:pt x="88" y="75"/>
                    <a:pt x="89" y="76"/>
                  </a:cubicBezTo>
                  <a:cubicBezTo>
                    <a:pt x="90" y="77"/>
                    <a:pt x="92" y="77"/>
                    <a:pt x="93" y="76"/>
                  </a:cubicBezTo>
                  <a:cubicBezTo>
                    <a:pt x="117" y="52"/>
                    <a:pt x="117" y="52"/>
                    <a:pt x="117" y="52"/>
                  </a:cubicBezTo>
                  <a:cubicBezTo>
                    <a:pt x="119" y="49"/>
                    <a:pt x="120" y="45"/>
                    <a:pt x="118" y="42"/>
                  </a:cubicBezTo>
                  <a:cubicBezTo>
                    <a:pt x="134" y="26"/>
                    <a:pt x="134" y="26"/>
                    <a:pt x="134" y="26"/>
                  </a:cubicBezTo>
                  <a:cubicBezTo>
                    <a:pt x="138" y="31"/>
                    <a:pt x="138" y="31"/>
                    <a:pt x="138" y="31"/>
                  </a:cubicBezTo>
                  <a:cubicBezTo>
                    <a:pt x="139" y="31"/>
                    <a:pt x="140" y="31"/>
                    <a:pt x="140" y="31"/>
                  </a:cubicBezTo>
                  <a:cubicBezTo>
                    <a:pt x="141" y="31"/>
                    <a:pt x="142" y="31"/>
                    <a:pt x="142" y="31"/>
                  </a:cubicBezTo>
                  <a:cubicBezTo>
                    <a:pt x="143" y="30"/>
                    <a:pt x="143" y="28"/>
                    <a:pt x="142" y="27"/>
                  </a:cubicBezTo>
                  <a:close/>
                  <a:moveTo>
                    <a:pt x="32" y="117"/>
                  </a:moveTo>
                  <a:cubicBezTo>
                    <a:pt x="31" y="117"/>
                    <a:pt x="31" y="117"/>
                    <a:pt x="30" y="116"/>
                  </a:cubicBezTo>
                  <a:cubicBezTo>
                    <a:pt x="27" y="113"/>
                    <a:pt x="27" y="113"/>
                    <a:pt x="27" y="113"/>
                  </a:cubicBezTo>
                  <a:cubicBezTo>
                    <a:pt x="26" y="112"/>
                    <a:pt x="26" y="110"/>
                    <a:pt x="27" y="109"/>
                  </a:cubicBezTo>
                  <a:cubicBezTo>
                    <a:pt x="29" y="107"/>
                    <a:pt x="29" y="107"/>
                    <a:pt x="29" y="107"/>
                  </a:cubicBezTo>
                  <a:cubicBezTo>
                    <a:pt x="36" y="114"/>
                    <a:pt x="36" y="114"/>
                    <a:pt x="36" y="114"/>
                  </a:cubicBezTo>
                  <a:cubicBezTo>
                    <a:pt x="34" y="116"/>
                    <a:pt x="34" y="116"/>
                    <a:pt x="34" y="116"/>
                  </a:cubicBezTo>
                  <a:cubicBezTo>
                    <a:pt x="34" y="117"/>
                    <a:pt x="33" y="117"/>
                    <a:pt x="32" y="117"/>
                  </a:cubicBezTo>
                  <a:close/>
                  <a:moveTo>
                    <a:pt x="114" y="37"/>
                  </a:moveTo>
                  <a:cubicBezTo>
                    <a:pt x="106" y="29"/>
                    <a:pt x="106" y="29"/>
                    <a:pt x="106" y="29"/>
                  </a:cubicBezTo>
                  <a:cubicBezTo>
                    <a:pt x="121" y="13"/>
                    <a:pt x="121" y="13"/>
                    <a:pt x="121" y="13"/>
                  </a:cubicBezTo>
                  <a:cubicBezTo>
                    <a:pt x="130" y="22"/>
                    <a:pt x="130" y="22"/>
                    <a:pt x="130" y="22"/>
                  </a:cubicBezTo>
                  <a:lnTo>
                    <a:pt x="114" y="3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7" name="Google Shape;847;p27"/>
            <p:cNvSpPr/>
            <p:nvPr/>
          </p:nvSpPr>
          <p:spPr>
            <a:xfrm>
              <a:off x="926480" y="4118335"/>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48" name="Google Shape;848;p27"/>
          <p:cNvGrpSpPr/>
          <p:nvPr/>
        </p:nvGrpSpPr>
        <p:grpSpPr>
          <a:xfrm>
            <a:off x="7963815" y="3835331"/>
            <a:ext cx="362038" cy="363110"/>
            <a:chOff x="8016522" y="3909158"/>
            <a:chExt cx="371016" cy="372116"/>
          </a:xfrm>
        </p:grpSpPr>
        <p:sp>
          <p:nvSpPr>
            <p:cNvPr id="849" name="Google Shape;849;p27"/>
            <p:cNvSpPr/>
            <p:nvPr/>
          </p:nvSpPr>
          <p:spPr>
            <a:xfrm>
              <a:off x="8016522" y="3909158"/>
              <a:ext cx="371016" cy="372116"/>
            </a:xfrm>
            <a:custGeom>
              <a:rect b="b" l="l" r="r" t="t"/>
              <a:pathLst>
                <a:path extrusionOk="0" h="142" w="142">
                  <a:moveTo>
                    <a:pt x="138" y="25"/>
                  </a:moveTo>
                  <a:cubicBezTo>
                    <a:pt x="117" y="4"/>
                    <a:pt x="117" y="4"/>
                    <a:pt x="117" y="4"/>
                  </a:cubicBezTo>
                  <a:cubicBezTo>
                    <a:pt x="114" y="1"/>
                    <a:pt x="111" y="0"/>
                    <a:pt x="107" y="0"/>
                  </a:cubicBezTo>
                  <a:cubicBezTo>
                    <a:pt x="103" y="0"/>
                    <a:pt x="100" y="1"/>
                    <a:pt x="97" y="4"/>
                  </a:cubicBezTo>
                  <a:cubicBezTo>
                    <a:pt x="4" y="97"/>
                    <a:pt x="4" y="97"/>
                    <a:pt x="4" y="97"/>
                  </a:cubicBezTo>
                  <a:cubicBezTo>
                    <a:pt x="1" y="100"/>
                    <a:pt x="0" y="104"/>
                    <a:pt x="0" y="107"/>
                  </a:cubicBezTo>
                  <a:cubicBezTo>
                    <a:pt x="0" y="111"/>
                    <a:pt x="1" y="115"/>
                    <a:pt x="4" y="117"/>
                  </a:cubicBezTo>
                  <a:cubicBezTo>
                    <a:pt x="25" y="138"/>
                    <a:pt x="25" y="138"/>
                    <a:pt x="25" y="138"/>
                  </a:cubicBezTo>
                  <a:cubicBezTo>
                    <a:pt x="27" y="141"/>
                    <a:pt x="31" y="142"/>
                    <a:pt x="35" y="142"/>
                  </a:cubicBezTo>
                  <a:cubicBezTo>
                    <a:pt x="38" y="142"/>
                    <a:pt x="42" y="141"/>
                    <a:pt x="45" y="138"/>
                  </a:cubicBezTo>
                  <a:cubicBezTo>
                    <a:pt x="82" y="100"/>
                    <a:pt x="82" y="100"/>
                    <a:pt x="82" y="100"/>
                  </a:cubicBezTo>
                  <a:cubicBezTo>
                    <a:pt x="83" y="99"/>
                    <a:pt x="83" y="98"/>
                    <a:pt x="82" y="96"/>
                  </a:cubicBezTo>
                  <a:cubicBezTo>
                    <a:pt x="81" y="95"/>
                    <a:pt x="79" y="95"/>
                    <a:pt x="78" y="96"/>
                  </a:cubicBezTo>
                  <a:cubicBezTo>
                    <a:pt x="41" y="134"/>
                    <a:pt x="41" y="134"/>
                    <a:pt x="41" y="134"/>
                  </a:cubicBezTo>
                  <a:cubicBezTo>
                    <a:pt x="39" y="136"/>
                    <a:pt x="37" y="137"/>
                    <a:pt x="35" y="137"/>
                  </a:cubicBezTo>
                  <a:cubicBezTo>
                    <a:pt x="32" y="137"/>
                    <a:pt x="30" y="136"/>
                    <a:pt x="29" y="134"/>
                  </a:cubicBezTo>
                  <a:cubicBezTo>
                    <a:pt x="8" y="113"/>
                    <a:pt x="8" y="113"/>
                    <a:pt x="8" y="113"/>
                  </a:cubicBezTo>
                  <a:cubicBezTo>
                    <a:pt x="6" y="112"/>
                    <a:pt x="5" y="110"/>
                    <a:pt x="5" y="107"/>
                  </a:cubicBezTo>
                  <a:cubicBezTo>
                    <a:pt x="5" y="105"/>
                    <a:pt x="6" y="103"/>
                    <a:pt x="8" y="101"/>
                  </a:cubicBezTo>
                  <a:cubicBezTo>
                    <a:pt x="101" y="8"/>
                    <a:pt x="101" y="8"/>
                    <a:pt x="101" y="8"/>
                  </a:cubicBezTo>
                  <a:cubicBezTo>
                    <a:pt x="103" y="6"/>
                    <a:pt x="105" y="5"/>
                    <a:pt x="107" y="5"/>
                  </a:cubicBezTo>
                  <a:cubicBezTo>
                    <a:pt x="109" y="5"/>
                    <a:pt x="111" y="6"/>
                    <a:pt x="113" y="8"/>
                  </a:cubicBezTo>
                  <a:cubicBezTo>
                    <a:pt x="134" y="29"/>
                    <a:pt x="134" y="29"/>
                    <a:pt x="134" y="29"/>
                  </a:cubicBezTo>
                  <a:cubicBezTo>
                    <a:pt x="136" y="31"/>
                    <a:pt x="136" y="33"/>
                    <a:pt x="136" y="35"/>
                  </a:cubicBezTo>
                  <a:cubicBezTo>
                    <a:pt x="136" y="37"/>
                    <a:pt x="136" y="39"/>
                    <a:pt x="134" y="41"/>
                  </a:cubicBezTo>
                  <a:cubicBezTo>
                    <a:pt x="96" y="79"/>
                    <a:pt x="96" y="79"/>
                    <a:pt x="96" y="79"/>
                  </a:cubicBezTo>
                  <a:cubicBezTo>
                    <a:pt x="95" y="80"/>
                    <a:pt x="95" y="82"/>
                    <a:pt x="96" y="83"/>
                  </a:cubicBezTo>
                  <a:cubicBezTo>
                    <a:pt x="97" y="84"/>
                    <a:pt x="99" y="84"/>
                    <a:pt x="100" y="83"/>
                  </a:cubicBezTo>
                  <a:cubicBezTo>
                    <a:pt x="138" y="45"/>
                    <a:pt x="138" y="45"/>
                    <a:pt x="138" y="45"/>
                  </a:cubicBezTo>
                  <a:cubicBezTo>
                    <a:pt x="141" y="42"/>
                    <a:pt x="142" y="39"/>
                    <a:pt x="142" y="35"/>
                  </a:cubicBezTo>
                  <a:cubicBezTo>
                    <a:pt x="142" y="31"/>
                    <a:pt x="141" y="28"/>
                    <a:pt x="138" y="2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0" name="Google Shape;850;p27"/>
            <p:cNvSpPr/>
            <p:nvPr/>
          </p:nvSpPr>
          <p:spPr>
            <a:xfrm>
              <a:off x="8131020" y="4024756"/>
              <a:ext cx="142021" cy="140919"/>
            </a:xfrm>
            <a:custGeom>
              <a:rect b="b" l="l" r="r" t="t"/>
              <a:pathLst>
                <a:path extrusionOk="0" h="54" w="54">
                  <a:moveTo>
                    <a:pt x="18" y="54"/>
                  </a:moveTo>
                  <a:cubicBezTo>
                    <a:pt x="20" y="54"/>
                    <a:pt x="22" y="53"/>
                    <a:pt x="24" y="52"/>
                  </a:cubicBezTo>
                  <a:cubicBezTo>
                    <a:pt x="51" y="24"/>
                    <a:pt x="51" y="24"/>
                    <a:pt x="51" y="24"/>
                  </a:cubicBezTo>
                  <a:cubicBezTo>
                    <a:pt x="53" y="22"/>
                    <a:pt x="54" y="20"/>
                    <a:pt x="54" y="18"/>
                  </a:cubicBezTo>
                  <a:cubicBezTo>
                    <a:pt x="54" y="16"/>
                    <a:pt x="53" y="14"/>
                    <a:pt x="51" y="12"/>
                  </a:cubicBezTo>
                  <a:cubicBezTo>
                    <a:pt x="42" y="2"/>
                    <a:pt x="42" y="2"/>
                    <a:pt x="42" y="2"/>
                  </a:cubicBezTo>
                  <a:cubicBezTo>
                    <a:pt x="40" y="1"/>
                    <a:pt x="38" y="0"/>
                    <a:pt x="36" y="0"/>
                  </a:cubicBezTo>
                  <a:cubicBezTo>
                    <a:pt x="34" y="0"/>
                    <a:pt x="32" y="1"/>
                    <a:pt x="30" y="2"/>
                  </a:cubicBezTo>
                  <a:cubicBezTo>
                    <a:pt x="2" y="30"/>
                    <a:pt x="2" y="30"/>
                    <a:pt x="2" y="30"/>
                  </a:cubicBezTo>
                  <a:cubicBezTo>
                    <a:pt x="1" y="32"/>
                    <a:pt x="0" y="34"/>
                    <a:pt x="0" y="36"/>
                  </a:cubicBezTo>
                  <a:cubicBezTo>
                    <a:pt x="0" y="39"/>
                    <a:pt x="1" y="41"/>
                    <a:pt x="2" y="42"/>
                  </a:cubicBezTo>
                  <a:cubicBezTo>
                    <a:pt x="12" y="52"/>
                    <a:pt x="12" y="52"/>
                    <a:pt x="12" y="52"/>
                  </a:cubicBezTo>
                  <a:cubicBezTo>
                    <a:pt x="13" y="53"/>
                    <a:pt x="15" y="54"/>
                    <a:pt x="18" y="54"/>
                  </a:cubicBezTo>
                  <a:close/>
                  <a:moveTo>
                    <a:pt x="5" y="36"/>
                  </a:moveTo>
                  <a:cubicBezTo>
                    <a:pt x="5" y="36"/>
                    <a:pt x="6" y="35"/>
                    <a:pt x="6" y="34"/>
                  </a:cubicBezTo>
                  <a:cubicBezTo>
                    <a:pt x="34" y="6"/>
                    <a:pt x="34" y="6"/>
                    <a:pt x="34" y="6"/>
                  </a:cubicBezTo>
                  <a:cubicBezTo>
                    <a:pt x="35" y="6"/>
                    <a:pt x="35" y="6"/>
                    <a:pt x="36" y="6"/>
                  </a:cubicBezTo>
                  <a:cubicBezTo>
                    <a:pt x="37" y="6"/>
                    <a:pt x="37" y="6"/>
                    <a:pt x="38" y="6"/>
                  </a:cubicBezTo>
                  <a:cubicBezTo>
                    <a:pt x="48" y="16"/>
                    <a:pt x="48" y="16"/>
                    <a:pt x="48" y="16"/>
                  </a:cubicBezTo>
                  <a:cubicBezTo>
                    <a:pt x="48" y="17"/>
                    <a:pt x="48" y="17"/>
                    <a:pt x="48" y="18"/>
                  </a:cubicBezTo>
                  <a:cubicBezTo>
                    <a:pt x="48" y="19"/>
                    <a:pt x="48" y="19"/>
                    <a:pt x="48" y="20"/>
                  </a:cubicBezTo>
                  <a:cubicBezTo>
                    <a:pt x="20" y="48"/>
                    <a:pt x="20" y="48"/>
                    <a:pt x="20" y="48"/>
                  </a:cubicBezTo>
                  <a:cubicBezTo>
                    <a:pt x="19" y="48"/>
                    <a:pt x="18" y="49"/>
                    <a:pt x="18" y="49"/>
                  </a:cubicBezTo>
                  <a:cubicBezTo>
                    <a:pt x="17" y="49"/>
                    <a:pt x="16" y="48"/>
                    <a:pt x="16" y="48"/>
                  </a:cubicBezTo>
                  <a:cubicBezTo>
                    <a:pt x="6" y="38"/>
                    <a:pt x="6" y="38"/>
                    <a:pt x="6" y="38"/>
                  </a:cubicBezTo>
                  <a:cubicBezTo>
                    <a:pt x="6" y="38"/>
                    <a:pt x="5" y="37"/>
                    <a:pt x="5" y="3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1" name="Google Shape;851;p27"/>
            <p:cNvSpPr/>
            <p:nvPr/>
          </p:nvSpPr>
          <p:spPr>
            <a:xfrm>
              <a:off x="8241113" y="4137051"/>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2" name="Google Shape;852;p27"/>
            <p:cNvSpPr/>
            <p:nvPr/>
          </p:nvSpPr>
          <p:spPr>
            <a:xfrm>
              <a:off x="8102395" y="4139253"/>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3" name="Google Shape;853;p27"/>
            <p:cNvSpPr/>
            <p:nvPr/>
          </p:nvSpPr>
          <p:spPr>
            <a:xfrm>
              <a:off x="8123313" y="4157969"/>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4" name="Google Shape;854;p27"/>
            <p:cNvSpPr/>
            <p:nvPr/>
          </p:nvSpPr>
          <p:spPr>
            <a:xfrm>
              <a:off x="8144231" y="4178887"/>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5" name="Google Shape;855;p27"/>
            <p:cNvSpPr/>
            <p:nvPr/>
          </p:nvSpPr>
          <p:spPr>
            <a:xfrm>
              <a:off x="8079275" y="4163473"/>
              <a:ext cx="13500" cy="123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6" name="Google Shape;856;p27"/>
            <p:cNvSpPr/>
            <p:nvPr/>
          </p:nvSpPr>
          <p:spPr>
            <a:xfrm>
              <a:off x="8100193" y="4184391"/>
              <a:ext cx="13500" cy="123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7" name="Google Shape;857;p27"/>
            <p:cNvSpPr/>
            <p:nvPr/>
          </p:nvSpPr>
          <p:spPr>
            <a:xfrm>
              <a:off x="8121111" y="4205309"/>
              <a:ext cx="13500" cy="123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8" name="Google Shape;858;p27"/>
            <p:cNvSpPr/>
            <p:nvPr/>
          </p:nvSpPr>
          <p:spPr>
            <a:xfrm>
              <a:off x="8052853" y="4186593"/>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9" name="Google Shape;859;p27"/>
            <p:cNvSpPr/>
            <p:nvPr/>
          </p:nvSpPr>
          <p:spPr>
            <a:xfrm>
              <a:off x="8073771" y="4207511"/>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0" name="Google Shape;860;p27"/>
            <p:cNvSpPr/>
            <p:nvPr/>
          </p:nvSpPr>
          <p:spPr>
            <a:xfrm>
              <a:off x="8094689" y="422842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1" name="Google Shape;861;p27"/>
            <p:cNvSpPr/>
            <p:nvPr/>
          </p:nvSpPr>
          <p:spPr>
            <a:xfrm>
              <a:off x="8293958" y="3948791"/>
              <a:ext cx="123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2" name="Google Shape;862;p27"/>
            <p:cNvSpPr/>
            <p:nvPr/>
          </p:nvSpPr>
          <p:spPr>
            <a:xfrm>
              <a:off x="8314876" y="3969709"/>
              <a:ext cx="123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3" name="Google Shape;863;p27"/>
            <p:cNvSpPr/>
            <p:nvPr/>
          </p:nvSpPr>
          <p:spPr>
            <a:xfrm>
              <a:off x="8335794" y="3990627"/>
              <a:ext cx="123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4" name="Google Shape;864;p27"/>
            <p:cNvSpPr/>
            <p:nvPr/>
          </p:nvSpPr>
          <p:spPr>
            <a:xfrm>
              <a:off x="8267536" y="3971911"/>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5" name="Google Shape;865;p27"/>
            <p:cNvSpPr/>
            <p:nvPr/>
          </p:nvSpPr>
          <p:spPr>
            <a:xfrm>
              <a:off x="8288454" y="3992829"/>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6" name="Google Shape;866;p27"/>
            <p:cNvSpPr/>
            <p:nvPr/>
          </p:nvSpPr>
          <p:spPr>
            <a:xfrm>
              <a:off x="8309371" y="4013747"/>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7" name="Google Shape;867;p27"/>
            <p:cNvSpPr/>
            <p:nvPr/>
          </p:nvSpPr>
          <p:spPr>
            <a:xfrm>
              <a:off x="8243315" y="3995031"/>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8" name="Google Shape;868;p27"/>
            <p:cNvSpPr/>
            <p:nvPr/>
          </p:nvSpPr>
          <p:spPr>
            <a:xfrm>
              <a:off x="8264233" y="4015948"/>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9" name="Google Shape;869;p27"/>
            <p:cNvSpPr/>
            <p:nvPr/>
          </p:nvSpPr>
          <p:spPr>
            <a:xfrm>
              <a:off x="8285151" y="4036866"/>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70" name="Google Shape;870;p27"/>
          <p:cNvGrpSpPr/>
          <p:nvPr/>
        </p:nvGrpSpPr>
        <p:grpSpPr>
          <a:xfrm>
            <a:off x="7122643" y="3848223"/>
            <a:ext cx="362038" cy="337327"/>
            <a:chOff x="7201828" y="3922369"/>
            <a:chExt cx="371016" cy="345693"/>
          </a:xfrm>
        </p:grpSpPr>
        <p:sp>
          <p:nvSpPr>
            <p:cNvPr id="871" name="Google Shape;871;p27"/>
            <p:cNvSpPr/>
            <p:nvPr/>
          </p:nvSpPr>
          <p:spPr>
            <a:xfrm>
              <a:off x="7201828" y="3922369"/>
              <a:ext cx="371016" cy="345693"/>
            </a:xfrm>
            <a:custGeom>
              <a:rect b="b" l="l" r="r" t="t"/>
              <a:pathLst>
                <a:path extrusionOk="0" h="132" w="142">
                  <a:moveTo>
                    <a:pt x="134" y="0"/>
                  </a:moveTo>
                  <a:cubicBezTo>
                    <a:pt x="8" y="0"/>
                    <a:pt x="8" y="0"/>
                    <a:pt x="8" y="0"/>
                  </a:cubicBezTo>
                  <a:cubicBezTo>
                    <a:pt x="3" y="0"/>
                    <a:pt x="0" y="4"/>
                    <a:pt x="0" y="8"/>
                  </a:cubicBezTo>
                  <a:cubicBezTo>
                    <a:pt x="0" y="127"/>
                    <a:pt x="0" y="127"/>
                    <a:pt x="0" y="127"/>
                  </a:cubicBezTo>
                  <a:cubicBezTo>
                    <a:pt x="0" y="130"/>
                    <a:pt x="2" y="132"/>
                    <a:pt x="5" y="132"/>
                  </a:cubicBezTo>
                  <a:cubicBezTo>
                    <a:pt x="11" y="132"/>
                    <a:pt x="11" y="132"/>
                    <a:pt x="11" y="132"/>
                  </a:cubicBezTo>
                  <a:cubicBezTo>
                    <a:pt x="14" y="132"/>
                    <a:pt x="17" y="130"/>
                    <a:pt x="17" y="127"/>
                  </a:cubicBezTo>
                  <a:cubicBezTo>
                    <a:pt x="17" y="121"/>
                    <a:pt x="17" y="121"/>
                    <a:pt x="17" y="121"/>
                  </a:cubicBezTo>
                  <a:cubicBezTo>
                    <a:pt x="125" y="121"/>
                    <a:pt x="125" y="121"/>
                    <a:pt x="125" y="121"/>
                  </a:cubicBezTo>
                  <a:cubicBezTo>
                    <a:pt x="125" y="127"/>
                    <a:pt x="125" y="127"/>
                    <a:pt x="125" y="127"/>
                  </a:cubicBezTo>
                  <a:cubicBezTo>
                    <a:pt x="125" y="130"/>
                    <a:pt x="127" y="132"/>
                    <a:pt x="130" y="132"/>
                  </a:cubicBezTo>
                  <a:cubicBezTo>
                    <a:pt x="136" y="132"/>
                    <a:pt x="136" y="132"/>
                    <a:pt x="136" y="132"/>
                  </a:cubicBezTo>
                  <a:cubicBezTo>
                    <a:pt x="140" y="132"/>
                    <a:pt x="142" y="130"/>
                    <a:pt x="142" y="127"/>
                  </a:cubicBezTo>
                  <a:cubicBezTo>
                    <a:pt x="142" y="8"/>
                    <a:pt x="142" y="8"/>
                    <a:pt x="142" y="8"/>
                  </a:cubicBezTo>
                  <a:cubicBezTo>
                    <a:pt x="142" y="4"/>
                    <a:pt x="138" y="0"/>
                    <a:pt x="134" y="0"/>
                  </a:cubicBezTo>
                  <a:close/>
                  <a:moveTo>
                    <a:pt x="5" y="115"/>
                  </a:moveTo>
                  <a:cubicBezTo>
                    <a:pt x="5" y="89"/>
                    <a:pt x="5" y="89"/>
                    <a:pt x="5" y="89"/>
                  </a:cubicBezTo>
                  <a:cubicBezTo>
                    <a:pt x="136" y="89"/>
                    <a:pt x="136" y="89"/>
                    <a:pt x="136" y="89"/>
                  </a:cubicBezTo>
                  <a:cubicBezTo>
                    <a:pt x="136" y="115"/>
                    <a:pt x="136" y="115"/>
                    <a:pt x="136" y="115"/>
                  </a:cubicBezTo>
                  <a:lnTo>
                    <a:pt x="5" y="115"/>
                  </a:lnTo>
                  <a:close/>
                  <a:moveTo>
                    <a:pt x="8" y="6"/>
                  </a:moveTo>
                  <a:cubicBezTo>
                    <a:pt x="134" y="6"/>
                    <a:pt x="134" y="6"/>
                    <a:pt x="134" y="6"/>
                  </a:cubicBezTo>
                  <a:cubicBezTo>
                    <a:pt x="135" y="6"/>
                    <a:pt x="136" y="7"/>
                    <a:pt x="136" y="8"/>
                  </a:cubicBezTo>
                  <a:cubicBezTo>
                    <a:pt x="136" y="83"/>
                    <a:pt x="136" y="83"/>
                    <a:pt x="136" y="83"/>
                  </a:cubicBezTo>
                  <a:cubicBezTo>
                    <a:pt x="5" y="83"/>
                    <a:pt x="5" y="83"/>
                    <a:pt x="5" y="83"/>
                  </a:cubicBezTo>
                  <a:cubicBezTo>
                    <a:pt x="5" y="8"/>
                    <a:pt x="5" y="8"/>
                    <a:pt x="5" y="8"/>
                  </a:cubicBezTo>
                  <a:cubicBezTo>
                    <a:pt x="5" y="7"/>
                    <a:pt x="6" y="6"/>
                    <a:pt x="8" y="6"/>
                  </a:cubicBezTo>
                  <a:close/>
                  <a:moveTo>
                    <a:pt x="11" y="127"/>
                  </a:moveTo>
                  <a:cubicBezTo>
                    <a:pt x="11" y="127"/>
                    <a:pt x="11" y="127"/>
                    <a:pt x="11" y="127"/>
                  </a:cubicBezTo>
                  <a:cubicBezTo>
                    <a:pt x="5" y="127"/>
                    <a:pt x="5" y="127"/>
                    <a:pt x="5" y="127"/>
                  </a:cubicBezTo>
                  <a:cubicBezTo>
                    <a:pt x="5" y="121"/>
                    <a:pt x="5" y="121"/>
                    <a:pt x="5" y="121"/>
                  </a:cubicBezTo>
                  <a:cubicBezTo>
                    <a:pt x="11" y="121"/>
                    <a:pt x="11" y="121"/>
                    <a:pt x="11" y="121"/>
                  </a:cubicBezTo>
                  <a:lnTo>
                    <a:pt x="11" y="127"/>
                  </a:lnTo>
                  <a:close/>
                  <a:moveTo>
                    <a:pt x="136" y="127"/>
                  </a:moveTo>
                  <a:cubicBezTo>
                    <a:pt x="130" y="127"/>
                    <a:pt x="130" y="127"/>
                    <a:pt x="130" y="127"/>
                  </a:cubicBezTo>
                  <a:cubicBezTo>
                    <a:pt x="130" y="121"/>
                    <a:pt x="130" y="121"/>
                    <a:pt x="130" y="121"/>
                  </a:cubicBezTo>
                  <a:cubicBezTo>
                    <a:pt x="136" y="121"/>
                    <a:pt x="136" y="121"/>
                    <a:pt x="136" y="121"/>
                  </a:cubicBezTo>
                  <a:cubicBezTo>
                    <a:pt x="136" y="127"/>
                    <a:pt x="136" y="127"/>
                    <a:pt x="136" y="127"/>
                  </a:cubicBezTo>
                  <a:cubicBezTo>
                    <a:pt x="136" y="127"/>
                    <a:pt x="136" y="127"/>
                    <a:pt x="136" y="1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2" name="Google Shape;872;p27"/>
            <p:cNvSpPr/>
            <p:nvPr/>
          </p:nvSpPr>
          <p:spPr>
            <a:xfrm>
              <a:off x="7230452" y="3953195"/>
              <a:ext cx="310464" cy="170645"/>
            </a:xfrm>
            <a:custGeom>
              <a:rect b="b" l="l" r="r" t="t"/>
              <a:pathLst>
                <a:path extrusionOk="0" h="65" w="119">
                  <a:moveTo>
                    <a:pt x="114" y="0"/>
                  </a:moveTo>
                  <a:cubicBezTo>
                    <a:pt x="6" y="0"/>
                    <a:pt x="6" y="0"/>
                    <a:pt x="6" y="0"/>
                  </a:cubicBezTo>
                  <a:cubicBezTo>
                    <a:pt x="3" y="0"/>
                    <a:pt x="0" y="2"/>
                    <a:pt x="0" y="5"/>
                  </a:cubicBezTo>
                  <a:cubicBezTo>
                    <a:pt x="0" y="62"/>
                    <a:pt x="0" y="62"/>
                    <a:pt x="0" y="62"/>
                  </a:cubicBezTo>
                  <a:cubicBezTo>
                    <a:pt x="0" y="64"/>
                    <a:pt x="2" y="65"/>
                    <a:pt x="3" y="65"/>
                  </a:cubicBezTo>
                  <a:cubicBezTo>
                    <a:pt x="48" y="65"/>
                    <a:pt x="48" y="65"/>
                    <a:pt x="48" y="65"/>
                  </a:cubicBezTo>
                  <a:cubicBezTo>
                    <a:pt x="48" y="65"/>
                    <a:pt x="49" y="65"/>
                    <a:pt x="49" y="64"/>
                  </a:cubicBezTo>
                  <a:cubicBezTo>
                    <a:pt x="51" y="62"/>
                    <a:pt x="49" y="59"/>
                    <a:pt x="47" y="59"/>
                  </a:cubicBezTo>
                  <a:cubicBezTo>
                    <a:pt x="6" y="59"/>
                    <a:pt x="6" y="59"/>
                    <a:pt x="6" y="59"/>
                  </a:cubicBezTo>
                  <a:cubicBezTo>
                    <a:pt x="6" y="5"/>
                    <a:pt x="6" y="5"/>
                    <a:pt x="6" y="5"/>
                  </a:cubicBezTo>
                  <a:cubicBezTo>
                    <a:pt x="114" y="5"/>
                    <a:pt x="114" y="5"/>
                    <a:pt x="114" y="5"/>
                  </a:cubicBezTo>
                  <a:cubicBezTo>
                    <a:pt x="114" y="59"/>
                    <a:pt x="114" y="59"/>
                    <a:pt x="114" y="59"/>
                  </a:cubicBezTo>
                  <a:cubicBezTo>
                    <a:pt x="72" y="59"/>
                    <a:pt x="72" y="59"/>
                    <a:pt x="72" y="59"/>
                  </a:cubicBezTo>
                  <a:cubicBezTo>
                    <a:pt x="71" y="59"/>
                    <a:pt x="70" y="60"/>
                    <a:pt x="70" y="62"/>
                  </a:cubicBezTo>
                  <a:cubicBezTo>
                    <a:pt x="69" y="63"/>
                    <a:pt x="71" y="65"/>
                    <a:pt x="72" y="65"/>
                  </a:cubicBezTo>
                  <a:cubicBezTo>
                    <a:pt x="114" y="65"/>
                    <a:pt x="114" y="65"/>
                    <a:pt x="114" y="65"/>
                  </a:cubicBezTo>
                  <a:cubicBezTo>
                    <a:pt x="117" y="65"/>
                    <a:pt x="119" y="62"/>
                    <a:pt x="119" y="59"/>
                  </a:cubicBezTo>
                  <a:cubicBezTo>
                    <a:pt x="119" y="5"/>
                    <a:pt x="119" y="5"/>
                    <a:pt x="119" y="5"/>
                  </a:cubicBezTo>
                  <a:cubicBezTo>
                    <a:pt x="119" y="2"/>
                    <a:pt x="117" y="0"/>
                    <a:pt x="11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3" name="Google Shape;873;p27"/>
            <p:cNvSpPr/>
            <p:nvPr/>
          </p:nvSpPr>
          <p:spPr>
            <a:xfrm>
              <a:off x="7230452" y="4165675"/>
              <a:ext cx="44038" cy="44037"/>
            </a:xfrm>
            <a:custGeom>
              <a:rect b="b" l="l" r="r" t="t"/>
              <a:pathLst>
                <a:path extrusionOk="0" h="17" w="17">
                  <a:moveTo>
                    <a:pt x="9" y="0"/>
                  </a:moveTo>
                  <a:cubicBezTo>
                    <a:pt x="4" y="0"/>
                    <a:pt x="0" y="4"/>
                    <a:pt x="0" y="9"/>
                  </a:cubicBezTo>
                  <a:cubicBezTo>
                    <a:pt x="0" y="13"/>
                    <a:pt x="4" y="17"/>
                    <a:pt x="9" y="17"/>
                  </a:cubicBezTo>
                  <a:cubicBezTo>
                    <a:pt x="13" y="17"/>
                    <a:pt x="17" y="13"/>
                    <a:pt x="17" y="9"/>
                  </a:cubicBezTo>
                  <a:cubicBezTo>
                    <a:pt x="17" y="4"/>
                    <a:pt x="13" y="0"/>
                    <a:pt x="9" y="0"/>
                  </a:cubicBezTo>
                  <a:close/>
                  <a:moveTo>
                    <a:pt x="9" y="12"/>
                  </a:moveTo>
                  <a:cubicBezTo>
                    <a:pt x="7" y="12"/>
                    <a:pt x="6" y="10"/>
                    <a:pt x="6" y="9"/>
                  </a:cubicBezTo>
                  <a:cubicBezTo>
                    <a:pt x="6" y="7"/>
                    <a:pt x="7" y="6"/>
                    <a:pt x="9" y="6"/>
                  </a:cubicBezTo>
                  <a:cubicBezTo>
                    <a:pt x="10" y="6"/>
                    <a:pt x="11" y="7"/>
                    <a:pt x="11" y="9"/>
                  </a:cubicBezTo>
                  <a:cubicBezTo>
                    <a:pt x="11" y="10"/>
                    <a:pt x="10" y="12"/>
                    <a:pt x="9"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4" name="Google Shape;874;p27"/>
            <p:cNvSpPr/>
            <p:nvPr/>
          </p:nvSpPr>
          <p:spPr>
            <a:xfrm>
              <a:off x="7289903" y="4165675"/>
              <a:ext cx="41836" cy="44037"/>
            </a:xfrm>
            <a:custGeom>
              <a:rect b="b" l="l" r="r" t="t"/>
              <a:pathLst>
                <a:path extrusionOk="0" h="17" w="16">
                  <a:moveTo>
                    <a:pt x="8" y="0"/>
                  </a:moveTo>
                  <a:cubicBezTo>
                    <a:pt x="3" y="0"/>
                    <a:pt x="0" y="4"/>
                    <a:pt x="0" y="9"/>
                  </a:cubicBezTo>
                  <a:cubicBezTo>
                    <a:pt x="0" y="13"/>
                    <a:pt x="3" y="17"/>
                    <a:pt x="8" y="17"/>
                  </a:cubicBezTo>
                  <a:cubicBezTo>
                    <a:pt x="13" y="17"/>
                    <a:pt x="16" y="13"/>
                    <a:pt x="16" y="9"/>
                  </a:cubicBezTo>
                  <a:cubicBezTo>
                    <a:pt x="16" y="4"/>
                    <a:pt x="13" y="0"/>
                    <a:pt x="8" y="0"/>
                  </a:cubicBezTo>
                  <a:close/>
                  <a:moveTo>
                    <a:pt x="8" y="12"/>
                  </a:moveTo>
                  <a:cubicBezTo>
                    <a:pt x="6" y="12"/>
                    <a:pt x="5" y="10"/>
                    <a:pt x="5" y="9"/>
                  </a:cubicBezTo>
                  <a:cubicBezTo>
                    <a:pt x="5" y="7"/>
                    <a:pt x="6" y="6"/>
                    <a:pt x="8" y="6"/>
                  </a:cubicBezTo>
                  <a:cubicBezTo>
                    <a:pt x="9" y="6"/>
                    <a:pt x="11" y="7"/>
                    <a:pt x="11" y="9"/>
                  </a:cubicBezTo>
                  <a:cubicBezTo>
                    <a:pt x="11" y="10"/>
                    <a:pt x="9" y="12"/>
                    <a:pt x="8"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5" name="Google Shape;875;p27"/>
            <p:cNvSpPr/>
            <p:nvPr/>
          </p:nvSpPr>
          <p:spPr>
            <a:xfrm>
              <a:off x="7348252" y="4165675"/>
              <a:ext cx="44038" cy="44037"/>
            </a:xfrm>
            <a:custGeom>
              <a:rect b="b" l="l" r="r" t="t"/>
              <a:pathLst>
                <a:path extrusionOk="0" h="17" w="17">
                  <a:moveTo>
                    <a:pt x="8" y="0"/>
                  </a:moveTo>
                  <a:cubicBezTo>
                    <a:pt x="4" y="0"/>
                    <a:pt x="0" y="4"/>
                    <a:pt x="0" y="9"/>
                  </a:cubicBezTo>
                  <a:cubicBezTo>
                    <a:pt x="0" y="13"/>
                    <a:pt x="4" y="17"/>
                    <a:pt x="8" y="17"/>
                  </a:cubicBezTo>
                  <a:cubicBezTo>
                    <a:pt x="13" y="17"/>
                    <a:pt x="17" y="13"/>
                    <a:pt x="17" y="9"/>
                  </a:cubicBezTo>
                  <a:cubicBezTo>
                    <a:pt x="17" y="4"/>
                    <a:pt x="13" y="0"/>
                    <a:pt x="8" y="0"/>
                  </a:cubicBezTo>
                  <a:close/>
                  <a:moveTo>
                    <a:pt x="8" y="12"/>
                  </a:moveTo>
                  <a:cubicBezTo>
                    <a:pt x="7" y="12"/>
                    <a:pt x="5" y="10"/>
                    <a:pt x="5" y="9"/>
                  </a:cubicBezTo>
                  <a:cubicBezTo>
                    <a:pt x="5" y="7"/>
                    <a:pt x="7" y="6"/>
                    <a:pt x="8" y="6"/>
                  </a:cubicBezTo>
                  <a:cubicBezTo>
                    <a:pt x="10" y="6"/>
                    <a:pt x="11" y="7"/>
                    <a:pt x="11" y="9"/>
                  </a:cubicBezTo>
                  <a:cubicBezTo>
                    <a:pt x="11" y="10"/>
                    <a:pt x="10" y="12"/>
                    <a:pt x="8"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6" name="Google Shape;876;p27"/>
            <p:cNvSpPr/>
            <p:nvPr/>
          </p:nvSpPr>
          <p:spPr>
            <a:xfrm>
              <a:off x="7441832" y="4181088"/>
              <a:ext cx="102387" cy="13211"/>
            </a:xfrm>
            <a:custGeom>
              <a:rect b="b" l="l" r="r" t="t"/>
              <a:pathLst>
                <a:path extrusionOk="0" h="5" w="39">
                  <a:moveTo>
                    <a:pt x="36" y="0"/>
                  </a:moveTo>
                  <a:cubicBezTo>
                    <a:pt x="4" y="0"/>
                    <a:pt x="4" y="0"/>
                    <a:pt x="4" y="0"/>
                  </a:cubicBezTo>
                  <a:cubicBezTo>
                    <a:pt x="2" y="0"/>
                    <a:pt x="1" y="1"/>
                    <a:pt x="1" y="2"/>
                  </a:cubicBezTo>
                  <a:cubicBezTo>
                    <a:pt x="0" y="4"/>
                    <a:pt x="2" y="5"/>
                    <a:pt x="3" y="5"/>
                  </a:cubicBezTo>
                  <a:cubicBezTo>
                    <a:pt x="35" y="5"/>
                    <a:pt x="35" y="5"/>
                    <a:pt x="35" y="5"/>
                  </a:cubicBezTo>
                  <a:cubicBezTo>
                    <a:pt x="37" y="5"/>
                    <a:pt x="38" y="4"/>
                    <a:pt x="38" y="3"/>
                  </a:cubicBezTo>
                  <a:cubicBezTo>
                    <a:pt x="39" y="1"/>
                    <a:pt x="37" y="0"/>
                    <a:pt x="36"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7" name="Google Shape;877;p27"/>
            <p:cNvSpPr/>
            <p:nvPr/>
          </p:nvSpPr>
          <p:spPr>
            <a:xfrm>
              <a:off x="7261278" y="3998333"/>
              <a:ext cx="94681" cy="80368"/>
            </a:xfrm>
            <a:custGeom>
              <a:rect b="b" l="l" r="r" t="t"/>
              <a:pathLst>
                <a:path extrusionOk="0" h="31" w="36">
                  <a:moveTo>
                    <a:pt x="23" y="0"/>
                  </a:moveTo>
                  <a:cubicBezTo>
                    <a:pt x="21" y="0"/>
                    <a:pt x="20" y="1"/>
                    <a:pt x="18" y="1"/>
                  </a:cubicBezTo>
                  <a:cubicBezTo>
                    <a:pt x="17" y="1"/>
                    <a:pt x="15" y="0"/>
                    <a:pt x="13" y="0"/>
                  </a:cubicBezTo>
                  <a:cubicBezTo>
                    <a:pt x="10" y="0"/>
                    <a:pt x="7" y="1"/>
                    <a:pt x="5" y="3"/>
                  </a:cubicBezTo>
                  <a:cubicBezTo>
                    <a:pt x="4" y="3"/>
                    <a:pt x="4" y="3"/>
                    <a:pt x="4" y="3"/>
                  </a:cubicBezTo>
                  <a:cubicBezTo>
                    <a:pt x="0" y="8"/>
                    <a:pt x="0" y="14"/>
                    <a:pt x="5" y="19"/>
                  </a:cubicBezTo>
                  <a:cubicBezTo>
                    <a:pt x="15" y="30"/>
                    <a:pt x="15" y="30"/>
                    <a:pt x="15" y="30"/>
                  </a:cubicBezTo>
                  <a:cubicBezTo>
                    <a:pt x="16" y="30"/>
                    <a:pt x="17" y="31"/>
                    <a:pt x="18" y="31"/>
                  </a:cubicBezTo>
                  <a:cubicBezTo>
                    <a:pt x="19" y="31"/>
                    <a:pt x="20" y="30"/>
                    <a:pt x="21" y="30"/>
                  </a:cubicBezTo>
                  <a:cubicBezTo>
                    <a:pt x="32" y="19"/>
                    <a:pt x="32" y="19"/>
                    <a:pt x="32" y="19"/>
                  </a:cubicBezTo>
                  <a:cubicBezTo>
                    <a:pt x="36" y="14"/>
                    <a:pt x="36" y="8"/>
                    <a:pt x="32" y="3"/>
                  </a:cubicBezTo>
                  <a:cubicBezTo>
                    <a:pt x="32" y="3"/>
                    <a:pt x="32" y="3"/>
                    <a:pt x="32" y="3"/>
                  </a:cubicBezTo>
                  <a:cubicBezTo>
                    <a:pt x="30" y="1"/>
                    <a:pt x="26" y="0"/>
                    <a:pt x="23" y="0"/>
                  </a:cubicBezTo>
                  <a:close/>
                  <a:moveTo>
                    <a:pt x="28" y="15"/>
                  </a:moveTo>
                  <a:cubicBezTo>
                    <a:pt x="18" y="24"/>
                    <a:pt x="18" y="24"/>
                    <a:pt x="18" y="24"/>
                  </a:cubicBezTo>
                  <a:cubicBezTo>
                    <a:pt x="8" y="15"/>
                    <a:pt x="8" y="15"/>
                    <a:pt x="8" y="15"/>
                  </a:cubicBezTo>
                  <a:cubicBezTo>
                    <a:pt x="6" y="13"/>
                    <a:pt x="6" y="9"/>
                    <a:pt x="8" y="7"/>
                  </a:cubicBezTo>
                  <a:cubicBezTo>
                    <a:pt x="8" y="7"/>
                    <a:pt x="8" y="7"/>
                    <a:pt x="8" y="7"/>
                  </a:cubicBezTo>
                  <a:cubicBezTo>
                    <a:pt x="10" y="6"/>
                    <a:pt x="11" y="5"/>
                    <a:pt x="12" y="5"/>
                  </a:cubicBezTo>
                  <a:cubicBezTo>
                    <a:pt x="12" y="5"/>
                    <a:pt x="13" y="5"/>
                    <a:pt x="13" y="5"/>
                  </a:cubicBezTo>
                  <a:cubicBezTo>
                    <a:pt x="14" y="5"/>
                    <a:pt x="15" y="6"/>
                    <a:pt x="16" y="7"/>
                  </a:cubicBezTo>
                  <a:cubicBezTo>
                    <a:pt x="17" y="8"/>
                    <a:pt x="19" y="8"/>
                    <a:pt x="20" y="7"/>
                  </a:cubicBezTo>
                  <a:cubicBezTo>
                    <a:pt x="21" y="6"/>
                    <a:pt x="22" y="5"/>
                    <a:pt x="24" y="5"/>
                  </a:cubicBezTo>
                  <a:cubicBezTo>
                    <a:pt x="25" y="5"/>
                    <a:pt x="27" y="6"/>
                    <a:pt x="28" y="7"/>
                  </a:cubicBezTo>
                  <a:cubicBezTo>
                    <a:pt x="28" y="7"/>
                    <a:pt x="28" y="7"/>
                    <a:pt x="28" y="7"/>
                  </a:cubicBezTo>
                  <a:cubicBezTo>
                    <a:pt x="30" y="9"/>
                    <a:pt x="30" y="13"/>
                    <a:pt x="28"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8" name="Google Shape;878;p27"/>
            <p:cNvSpPr/>
            <p:nvPr/>
          </p:nvSpPr>
          <p:spPr>
            <a:xfrm>
              <a:off x="7371372" y="3998333"/>
              <a:ext cx="143122" cy="75964"/>
            </a:xfrm>
            <a:custGeom>
              <a:rect b="b" l="l" r="r" t="t"/>
              <a:pathLst>
                <a:path extrusionOk="0" h="29" w="55">
                  <a:moveTo>
                    <a:pt x="25" y="26"/>
                  </a:moveTo>
                  <a:cubicBezTo>
                    <a:pt x="26" y="28"/>
                    <a:pt x="27" y="29"/>
                    <a:pt x="29" y="29"/>
                  </a:cubicBezTo>
                  <a:cubicBezTo>
                    <a:pt x="29" y="29"/>
                    <a:pt x="29" y="29"/>
                    <a:pt x="29" y="29"/>
                  </a:cubicBezTo>
                  <a:cubicBezTo>
                    <a:pt x="31" y="29"/>
                    <a:pt x="33" y="28"/>
                    <a:pt x="33" y="26"/>
                  </a:cubicBezTo>
                  <a:cubicBezTo>
                    <a:pt x="39" y="12"/>
                    <a:pt x="39" y="12"/>
                    <a:pt x="39" y="12"/>
                  </a:cubicBezTo>
                  <a:cubicBezTo>
                    <a:pt x="41" y="15"/>
                    <a:pt x="41" y="15"/>
                    <a:pt x="41" y="15"/>
                  </a:cubicBezTo>
                  <a:cubicBezTo>
                    <a:pt x="41" y="16"/>
                    <a:pt x="43" y="17"/>
                    <a:pt x="43" y="17"/>
                  </a:cubicBezTo>
                  <a:cubicBezTo>
                    <a:pt x="52" y="17"/>
                    <a:pt x="52" y="17"/>
                    <a:pt x="52" y="17"/>
                  </a:cubicBezTo>
                  <a:cubicBezTo>
                    <a:pt x="53" y="17"/>
                    <a:pt x="54" y="17"/>
                    <a:pt x="55" y="15"/>
                  </a:cubicBezTo>
                  <a:cubicBezTo>
                    <a:pt x="55" y="13"/>
                    <a:pt x="54" y="11"/>
                    <a:pt x="52" y="11"/>
                  </a:cubicBezTo>
                  <a:cubicBezTo>
                    <a:pt x="45" y="11"/>
                    <a:pt x="45" y="11"/>
                    <a:pt x="45" y="11"/>
                  </a:cubicBezTo>
                  <a:cubicBezTo>
                    <a:pt x="43" y="6"/>
                    <a:pt x="43" y="6"/>
                    <a:pt x="43" y="6"/>
                  </a:cubicBezTo>
                  <a:cubicBezTo>
                    <a:pt x="42" y="5"/>
                    <a:pt x="41" y="4"/>
                    <a:pt x="39" y="4"/>
                  </a:cubicBezTo>
                  <a:cubicBezTo>
                    <a:pt x="39" y="4"/>
                    <a:pt x="39" y="4"/>
                    <a:pt x="39" y="4"/>
                  </a:cubicBezTo>
                  <a:cubicBezTo>
                    <a:pt x="37" y="4"/>
                    <a:pt x="36" y="5"/>
                    <a:pt x="35" y="7"/>
                  </a:cubicBezTo>
                  <a:cubicBezTo>
                    <a:pt x="30" y="21"/>
                    <a:pt x="30" y="21"/>
                    <a:pt x="30" y="21"/>
                  </a:cubicBezTo>
                  <a:cubicBezTo>
                    <a:pt x="24" y="3"/>
                    <a:pt x="24" y="3"/>
                    <a:pt x="24" y="3"/>
                  </a:cubicBezTo>
                  <a:cubicBezTo>
                    <a:pt x="23" y="1"/>
                    <a:pt x="22" y="0"/>
                    <a:pt x="20" y="0"/>
                  </a:cubicBezTo>
                  <a:cubicBezTo>
                    <a:pt x="18" y="0"/>
                    <a:pt x="17" y="1"/>
                    <a:pt x="16" y="2"/>
                  </a:cubicBezTo>
                  <a:cubicBezTo>
                    <a:pt x="11" y="12"/>
                    <a:pt x="11" y="12"/>
                    <a:pt x="11" y="12"/>
                  </a:cubicBezTo>
                  <a:cubicBezTo>
                    <a:pt x="2" y="12"/>
                    <a:pt x="2" y="12"/>
                    <a:pt x="2" y="12"/>
                  </a:cubicBezTo>
                  <a:cubicBezTo>
                    <a:pt x="1" y="12"/>
                    <a:pt x="0" y="13"/>
                    <a:pt x="0" y="14"/>
                  </a:cubicBezTo>
                  <a:cubicBezTo>
                    <a:pt x="0" y="16"/>
                    <a:pt x="1" y="17"/>
                    <a:pt x="2" y="17"/>
                  </a:cubicBezTo>
                  <a:cubicBezTo>
                    <a:pt x="13" y="17"/>
                    <a:pt x="13" y="17"/>
                    <a:pt x="13" y="17"/>
                  </a:cubicBezTo>
                  <a:cubicBezTo>
                    <a:pt x="13" y="17"/>
                    <a:pt x="15" y="17"/>
                    <a:pt x="15" y="16"/>
                  </a:cubicBezTo>
                  <a:cubicBezTo>
                    <a:pt x="19" y="8"/>
                    <a:pt x="19" y="8"/>
                    <a:pt x="19" y="8"/>
                  </a:cubicBezTo>
                  <a:lnTo>
                    <a:pt x="25" y="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9" name="Google Shape;879;p27"/>
            <p:cNvSpPr/>
            <p:nvPr/>
          </p:nvSpPr>
          <p:spPr>
            <a:xfrm>
              <a:off x="7379079" y="4108427"/>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80" name="Google Shape;880;p27"/>
          <p:cNvGrpSpPr/>
          <p:nvPr/>
        </p:nvGrpSpPr>
        <p:grpSpPr>
          <a:xfrm>
            <a:off x="6357207" y="3835331"/>
            <a:ext cx="365260" cy="363110"/>
            <a:chOff x="6414657" y="3909158"/>
            <a:chExt cx="374319" cy="372116"/>
          </a:xfrm>
        </p:grpSpPr>
        <p:sp>
          <p:nvSpPr>
            <p:cNvPr id="881" name="Google Shape;881;p27"/>
            <p:cNvSpPr/>
            <p:nvPr/>
          </p:nvSpPr>
          <p:spPr>
            <a:xfrm>
              <a:off x="6414657" y="3909158"/>
              <a:ext cx="374319" cy="372116"/>
            </a:xfrm>
            <a:custGeom>
              <a:rect b="b" l="l" r="r" t="t"/>
              <a:pathLst>
                <a:path extrusionOk="0" h="142" w="143">
                  <a:moveTo>
                    <a:pt x="140" y="3"/>
                  </a:moveTo>
                  <a:cubicBezTo>
                    <a:pt x="138" y="1"/>
                    <a:pt x="136" y="0"/>
                    <a:pt x="133" y="0"/>
                  </a:cubicBezTo>
                  <a:cubicBezTo>
                    <a:pt x="131" y="0"/>
                    <a:pt x="128" y="1"/>
                    <a:pt x="127" y="3"/>
                  </a:cubicBezTo>
                  <a:cubicBezTo>
                    <a:pt x="116" y="14"/>
                    <a:pt x="116" y="14"/>
                    <a:pt x="116" y="14"/>
                  </a:cubicBezTo>
                  <a:cubicBezTo>
                    <a:pt x="112" y="17"/>
                    <a:pt x="107" y="19"/>
                    <a:pt x="102" y="20"/>
                  </a:cubicBezTo>
                  <a:cubicBezTo>
                    <a:pt x="97" y="20"/>
                    <a:pt x="92" y="22"/>
                    <a:pt x="88" y="26"/>
                  </a:cubicBezTo>
                  <a:cubicBezTo>
                    <a:pt x="84" y="30"/>
                    <a:pt x="83" y="35"/>
                    <a:pt x="82" y="40"/>
                  </a:cubicBezTo>
                  <a:cubicBezTo>
                    <a:pt x="74" y="48"/>
                    <a:pt x="74" y="48"/>
                    <a:pt x="74" y="48"/>
                  </a:cubicBezTo>
                  <a:cubicBezTo>
                    <a:pt x="72" y="50"/>
                    <a:pt x="69" y="52"/>
                    <a:pt x="66" y="53"/>
                  </a:cubicBezTo>
                  <a:cubicBezTo>
                    <a:pt x="61" y="55"/>
                    <a:pt x="61" y="55"/>
                    <a:pt x="61" y="55"/>
                  </a:cubicBezTo>
                  <a:cubicBezTo>
                    <a:pt x="57" y="57"/>
                    <a:pt x="54" y="59"/>
                    <a:pt x="51" y="61"/>
                  </a:cubicBezTo>
                  <a:cubicBezTo>
                    <a:pt x="3" y="109"/>
                    <a:pt x="3" y="109"/>
                    <a:pt x="3" y="109"/>
                  </a:cubicBezTo>
                  <a:cubicBezTo>
                    <a:pt x="0" y="113"/>
                    <a:pt x="0" y="119"/>
                    <a:pt x="3" y="123"/>
                  </a:cubicBezTo>
                  <a:cubicBezTo>
                    <a:pt x="20" y="140"/>
                    <a:pt x="20" y="140"/>
                    <a:pt x="20" y="140"/>
                  </a:cubicBezTo>
                  <a:cubicBezTo>
                    <a:pt x="22" y="141"/>
                    <a:pt x="25" y="142"/>
                    <a:pt x="27" y="142"/>
                  </a:cubicBezTo>
                  <a:cubicBezTo>
                    <a:pt x="30" y="142"/>
                    <a:pt x="32" y="141"/>
                    <a:pt x="34" y="140"/>
                  </a:cubicBezTo>
                  <a:cubicBezTo>
                    <a:pt x="53" y="120"/>
                    <a:pt x="53" y="120"/>
                    <a:pt x="53" y="120"/>
                  </a:cubicBezTo>
                  <a:cubicBezTo>
                    <a:pt x="53" y="120"/>
                    <a:pt x="53" y="120"/>
                    <a:pt x="53" y="120"/>
                  </a:cubicBezTo>
                  <a:cubicBezTo>
                    <a:pt x="53" y="120"/>
                    <a:pt x="53" y="120"/>
                    <a:pt x="53" y="120"/>
                  </a:cubicBezTo>
                  <a:cubicBezTo>
                    <a:pt x="56" y="117"/>
                    <a:pt x="56" y="117"/>
                    <a:pt x="56" y="117"/>
                  </a:cubicBezTo>
                  <a:cubicBezTo>
                    <a:pt x="58" y="116"/>
                    <a:pt x="58" y="114"/>
                    <a:pt x="56" y="113"/>
                  </a:cubicBezTo>
                  <a:cubicBezTo>
                    <a:pt x="55" y="112"/>
                    <a:pt x="54" y="112"/>
                    <a:pt x="53" y="113"/>
                  </a:cubicBezTo>
                  <a:cubicBezTo>
                    <a:pt x="51" y="114"/>
                    <a:pt x="51" y="114"/>
                    <a:pt x="51" y="114"/>
                  </a:cubicBezTo>
                  <a:cubicBezTo>
                    <a:pt x="29" y="92"/>
                    <a:pt x="29" y="92"/>
                    <a:pt x="29" y="92"/>
                  </a:cubicBezTo>
                  <a:cubicBezTo>
                    <a:pt x="49" y="71"/>
                    <a:pt x="49" y="71"/>
                    <a:pt x="49" y="71"/>
                  </a:cubicBezTo>
                  <a:cubicBezTo>
                    <a:pt x="71" y="94"/>
                    <a:pt x="71" y="94"/>
                    <a:pt x="71" y="94"/>
                  </a:cubicBezTo>
                  <a:cubicBezTo>
                    <a:pt x="70" y="95"/>
                    <a:pt x="70" y="95"/>
                    <a:pt x="70" y="95"/>
                  </a:cubicBezTo>
                  <a:cubicBezTo>
                    <a:pt x="69" y="96"/>
                    <a:pt x="69" y="98"/>
                    <a:pt x="70" y="99"/>
                  </a:cubicBezTo>
                  <a:cubicBezTo>
                    <a:pt x="71" y="100"/>
                    <a:pt x="73" y="100"/>
                    <a:pt x="74" y="99"/>
                  </a:cubicBezTo>
                  <a:cubicBezTo>
                    <a:pt x="82" y="92"/>
                    <a:pt x="82" y="92"/>
                    <a:pt x="82" y="92"/>
                  </a:cubicBezTo>
                  <a:cubicBezTo>
                    <a:pt x="84" y="89"/>
                    <a:pt x="86" y="86"/>
                    <a:pt x="88" y="82"/>
                  </a:cubicBezTo>
                  <a:cubicBezTo>
                    <a:pt x="90" y="77"/>
                    <a:pt x="90" y="77"/>
                    <a:pt x="90" y="77"/>
                  </a:cubicBezTo>
                  <a:cubicBezTo>
                    <a:pt x="91" y="74"/>
                    <a:pt x="93" y="71"/>
                    <a:pt x="95" y="69"/>
                  </a:cubicBezTo>
                  <a:cubicBezTo>
                    <a:pt x="103" y="61"/>
                    <a:pt x="103" y="61"/>
                    <a:pt x="103" y="61"/>
                  </a:cubicBezTo>
                  <a:cubicBezTo>
                    <a:pt x="109" y="60"/>
                    <a:pt x="114" y="58"/>
                    <a:pt x="117" y="54"/>
                  </a:cubicBezTo>
                  <a:cubicBezTo>
                    <a:pt x="121" y="51"/>
                    <a:pt x="123" y="46"/>
                    <a:pt x="123" y="41"/>
                  </a:cubicBezTo>
                  <a:cubicBezTo>
                    <a:pt x="124" y="36"/>
                    <a:pt x="126" y="31"/>
                    <a:pt x="129" y="27"/>
                  </a:cubicBezTo>
                  <a:cubicBezTo>
                    <a:pt x="140" y="16"/>
                    <a:pt x="140" y="16"/>
                    <a:pt x="140" y="16"/>
                  </a:cubicBezTo>
                  <a:cubicBezTo>
                    <a:pt x="142" y="15"/>
                    <a:pt x="143" y="12"/>
                    <a:pt x="143" y="10"/>
                  </a:cubicBezTo>
                  <a:cubicBezTo>
                    <a:pt x="143" y="7"/>
                    <a:pt x="142" y="5"/>
                    <a:pt x="140" y="3"/>
                  </a:cubicBezTo>
                  <a:close/>
                  <a:moveTo>
                    <a:pt x="93" y="63"/>
                  </a:moveTo>
                  <a:cubicBezTo>
                    <a:pt x="80" y="50"/>
                    <a:pt x="80" y="50"/>
                    <a:pt x="80" y="50"/>
                  </a:cubicBezTo>
                  <a:cubicBezTo>
                    <a:pt x="85" y="45"/>
                    <a:pt x="85" y="45"/>
                    <a:pt x="85" y="45"/>
                  </a:cubicBezTo>
                  <a:cubicBezTo>
                    <a:pt x="98" y="58"/>
                    <a:pt x="98" y="58"/>
                    <a:pt x="98" y="58"/>
                  </a:cubicBezTo>
                  <a:lnTo>
                    <a:pt x="93" y="63"/>
                  </a:lnTo>
                  <a:close/>
                  <a:moveTo>
                    <a:pt x="47" y="118"/>
                  </a:moveTo>
                  <a:cubicBezTo>
                    <a:pt x="30" y="136"/>
                    <a:pt x="30" y="136"/>
                    <a:pt x="30" y="136"/>
                  </a:cubicBezTo>
                  <a:cubicBezTo>
                    <a:pt x="28" y="137"/>
                    <a:pt x="26" y="137"/>
                    <a:pt x="24" y="136"/>
                  </a:cubicBezTo>
                  <a:cubicBezTo>
                    <a:pt x="7" y="119"/>
                    <a:pt x="7" y="119"/>
                    <a:pt x="7" y="119"/>
                  </a:cubicBezTo>
                  <a:cubicBezTo>
                    <a:pt x="6" y="117"/>
                    <a:pt x="6" y="115"/>
                    <a:pt x="7" y="113"/>
                  </a:cubicBezTo>
                  <a:cubicBezTo>
                    <a:pt x="25" y="96"/>
                    <a:pt x="25" y="96"/>
                    <a:pt x="25" y="96"/>
                  </a:cubicBezTo>
                  <a:lnTo>
                    <a:pt x="47" y="118"/>
                  </a:lnTo>
                  <a:close/>
                  <a:moveTo>
                    <a:pt x="84" y="75"/>
                  </a:moveTo>
                  <a:cubicBezTo>
                    <a:pt x="83" y="80"/>
                    <a:pt x="83" y="80"/>
                    <a:pt x="83" y="80"/>
                  </a:cubicBezTo>
                  <a:cubicBezTo>
                    <a:pt x="81" y="83"/>
                    <a:pt x="80" y="86"/>
                    <a:pt x="78" y="88"/>
                  </a:cubicBezTo>
                  <a:cubicBezTo>
                    <a:pt x="75" y="90"/>
                    <a:pt x="75" y="90"/>
                    <a:pt x="75" y="90"/>
                  </a:cubicBezTo>
                  <a:cubicBezTo>
                    <a:pt x="53" y="68"/>
                    <a:pt x="53" y="68"/>
                    <a:pt x="53" y="68"/>
                  </a:cubicBezTo>
                  <a:cubicBezTo>
                    <a:pt x="55" y="65"/>
                    <a:pt x="55" y="65"/>
                    <a:pt x="55" y="65"/>
                  </a:cubicBezTo>
                  <a:cubicBezTo>
                    <a:pt x="57" y="63"/>
                    <a:pt x="60" y="61"/>
                    <a:pt x="63" y="60"/>
                  </a:cubicBezTo>
                  <a:cubicBezTo>
                    <a:pt x="68" y="59"/>
                    <a:pt x="68" y="59"/>
                    <a:pt x="68" y="59"/>
                  </a:cubicBezTo>
                  <a:cubicBezTo>
                    <a:pt x="71" y="57"/>
                    <a:pt x="74" y="56"/>
                    <a:pt x="76" y="54"/>
                  </a:cubicBezTo>
                  <a:cubicBezTo>
                    <a:pt x="89" y="67"/>
                    <a:pt x="89" y="67"/>
                    <a:pt x="89" y="67"/>
                  </a:cubicBezTo>
                  <a:cubicBezTo>
                    <a:pt x="87" y="69"/>
                    <a:pt x="85" y="72"/>
                    <a:pt x="84" y="75"/>
                  </a:cubicBezTo>
                  <a:close/>
                  <a:moveTo>
                    <a:pt x="136" y="12"/>
                  </a:moveTo>
                  <a:cubicBezTo>
                    <a:pt x="125" y="23"/>
                    <a:pt x="125" y="23"/>
                    <a:pt x="125" y="23"/>
                  </a:cubicBezTo>
                  <a:cubicBezTo>
                    <a:pt x="121" y="28"/>
                    <a:pt x="118" y="34"/>
                    <a:pt x="118" y="41"/>
                  </a:cubicBezTo>
                  <a:cubicBezTo>
                    <a:pt x="118" y="44"/>
                    <a:pt x="116" y="48"/>
                    <a:pt x="113" y="51"/>
                  </a:cubicBezTo>
                  <a:cubicBezTo>
                    <a:pt x="111" y="53"/>
                    <a:pt x="107" y="55"/>
                    <a:pt x="103" y="55"/>
                  </a:cubicBezTo>
                  <a:cubicBezTo>
                    <a:pt x="88" y="40"/>
                    <a:pt x="88" y="40"/>
                    <a:pt x="88" y="40"/>
                  </a:cubicBezTo>
                  <a:cubicBezTo>
                    <a:pt x="88" y="36"/>
                    <a:pt x="89" y="33"/>
                    <a:pt x="92" y="30"/>
                  </a:cubicBezTo>
                  <a:cubicBezTo>
                    <a:pt x="95" y="27"/>
                    <a:pt x="98" y="25"/>
                    <a:pt x="102" y="25"/>
                  </a:cubicBezTo>
                  <a:cubicBezTo>
                    <a:pt x="109" y="25"/>
                    <a:pt x="115" y="22"/>
                    <a:pt x="120" y="17"/>
                  </a:cubicBezTo>
                  <a:cubicBezTo>
                    <a:pt x="131" y="7"/>
                    <a:pt x="131" y="7"/>
                    <a:pt x="131" y="7"/>
                  </a:cubicBezTo>
                  <a:cubicBezTo>
                    <a:pt x="131" y="6"/>
                    <a:pt x="132" y="5"/>
                    <a:pt x="133" y="5"/>
                  </a:cubicBezTo>
                  <a:cubicBezTo>
                    <a:pt x="134" y="5"/>
                    <a:pt x="135" y="6"/>
                    <a:pt x="136" y="7"/>
                  </a:cubicBezTo>
                  <a:cubicBezTo>
                    <a:pt x="137" y="7"/>
                    <a:pt x="137" y="8"/>
                    <a:pt x="137" y="10"/>
                  </a:cubicBezTo>
                  <a:cubicBezTo>
                    <a:pt x="137" y="11"/>
                    <a:pt x="137" y="12"/>
                    <a:pt x="136"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2" name="Google Shape;882;p27"/>
            <p:cNvSpPr/>
            <p:nvPr/>
          </p:nvSpPr>
          <p:spPr>
            <a:xfrm>
              <a:off x="6526953" y="4133748"/>
              <a:ext cx="37432" cy="37432"/>
            </a:xfrm>
            <a:custGeom>
              <a:rect b="b" l="l" r="r" t="t"/>
              <a:pathLst>
                <a:path extrusionOk="0" h="14" w="14">
                  <a:moveTo>
                    <a:pt x="1" y="1"/>
                  </a:moveTo>
                  <a:cubicBezTo>
                    <a:pt x="0" y="2"/>
                    <a:pt x="0" y="4"/>
                    <a:pt x="1" y="5"/>
                  </a:cubicBezTo>
                  <a:cubicBezTo>
                    <a:pt x="9" y="13"/>
                    <a:pt x="9" y="13"/>
                    <a:pt x="9" y="13"/>
                  </a:cubicBezTo>
                  <a:cubicBezTo>
                    <a:pt x="10" y="14"/>
                    <a:pt x="11" y="14"/>
                    <a:pt x="11" y="14"/>
                  </a:cubicBezTo>
                  <a:cubicBezTo>
                    <a:pt x="12" y="14"/>
                    <a:pt x="13" y="14"/>
                    <a:pt x="13" y="13"/>
                  </a:cubicBezTo>
                  <a:cubicBezTo>
                    <a:pt x="14" y="12"/>
                    <a:pt x="14" y="10"/>
                    <a:pt x="13" y="9"/>
                  </a:cubicBezTo>
                  <a:cubicBezTo>
                    <a:pt x="5" y="1"/>
                    <a:pt x="5" y="1"/>
                    <a:pt x="5" y="1"/>
                  </a:cubicBezTo>
                  <a:cubicBezTo>
                    <a:pt x="4" y="0"/>
                    <a:pt x="2" y="0"/>
                    <a:pt x="1"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3" name="Google Shape;883;p27"/>
            <p:cNvSpPr/>
            <p:nvPr/>
          </p:nvSpPr>
          <p:spPr>
            <a:xfrm>
              <a:off x="6572091" y="4178887"/>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84" name="Google Shape;884;p27"/>
          <p:cNvGrpSpPr/>
          <p:nvPr/>
        </p:nvGrpSpPr>
        <p:grpSpPr>
          <a:xfrm>
            <a:off x="3969586" y="3835331"/>
            <a:ext cx="377078" cy="363110"/>
            <a:chOff x="3954060" y="3909158"/>
            <a:chExt cx="386429" cy="372115"/>
          </a:xfrm>
        </p:grpSpPr>
        <p:sp>
          <p:nvSpPr>
            <p:cNvPr id="885" name="Google Shape;885;p27"/>
            <p:cNvSpPr/>
            <p:nvPr/>
          </p:nvSpPr>
          <p:spPr>
            <a:xfrm>
              <a:off x="3954060" y="3909158"/>
              <a:ext cx="269730" cy="262022"/>
            </a:xfrm>
            <a:custGeom>
              <a:rect b="b" l="l" r="r" t="t"/>
              <a:pathLst>
                <a:path extrusionOk="0" h="100" w="103">
                  <a:moveTo>
                    <a:pt x="95" y="46"/>
                  </a:moveTo>
                  <a:cubicBezTo>
                    <a:pt x="100" y="41"/>
                    <a:pt x="103" y="34"/>
                    <a:pt x="103" y="27"/>
                  </a:cubicBezTo>
                  <a:cubicBezTo>
                    <a:pt x="103" y="20"/>
                    <a:pt x="100" y="13"/>
                    <a:pt x="95" y="8"/>
                  </a:cubicBezTo>
                  <a:cubicBezTo>
                    <a:pt x="90" y="3"/>
                    <a:pt x="83" y="0"/>
                    <a:pt x="76" y="0"/>
                  </a:cubicBezTo>
                  <a:cubicBezTo>
                    <a:pt x="69" y="0"/>
                    <a:pt x="62" y="3"/>
                    <a:pt x="57" y="8"/>
                  </a:cubicBezTo>
                  <a:cubicBezTo>
                    <a:pt x="10" y="54"/>
                    <a:pt x="10" y="54"/>
                    <a:pt x="10" y="54"/>
                  </a:cubicBezTo>
                  <a:cubicBezTo>
                    <a:pt x="0" y="65"/>
                    <a:pt x="0" y="82"/>
                    <a:pt x="10" y="92"/>
                  </a:cubicBezTo>
                  <a:cubicBezTo>
                    <a:pt x="16" y="97"/>
                    <a:pt x="22" y="100"/>
                    <a:pt x="29" y="100"/>
                  </a:cubicBezTo>
                  <a:cubicBezTo>
                    <a:pt x="37" y="100"/>
                    <a:pt x="43" y="97"/>
                    <a:pt x="48" y="92"/>
                  </a:cubicBezTo>
                  <a:lnTo>
                    <a:pt x="95" y="46"/>
                  </a:lnTo>
                  <a:close/>
                  <a:moveTo>
                    <a:pt x="61" y="12"/>
                  </a:moveTo>
                  <a:cubicBezTo>
                    <a:pt x="65" y="8"/>
                    <a:pt x="70" y="5"/>
                    <a:pt x="76" y="5"/>
                  </a:cubicBezTo>
                  <a:cubicBezTo>
                    <a:pt x="82" y="5"/>
                    <a:pt x="87" y="8"/>
                    <a:pt x="91" y="12"/>
                  </a:cubicBezTo>
                  <a:cubicBezTo>
                    <a:pt x="95" y="16"/>
                    <a:pt x="97" y="21"/>
                    <a:pt x="97" y="27"/>
                  </a:cubicBezTo>
                  <a:cubicBezTo>
                    <a:pt x="97" y="33"/>
                    <a:pt x="95" y="38"/>
                    <a:pt x="91" y="42"/>
                  </a:cubicBezTo>
                  <a:cubicBezTo>
                    <a:pt x="70" y="63"/>
                    <a:pt x="70" y="63"/>
                    <a:pt x="70" y="63"/>
                  </a:cubicBezTo>
                  <a:cubicBezTo>
                    <a:pt x="40" y="33"/>
                    <a:pt x="40" y="33"/>
                    <a:pt x="40" y="33"/>
                  </a:cubicBezTo>
                  <a:lnTo>
                    <a:pt x="61" y="12"/>
                  </a:lnTo>
                  <a:close/>
                  <a:moveTo>
                    <a:pt x="29" y="95"/>
                  </a:moveTo>
                  <a:cubicBezTo>
                    <a:pt x="24" y="95"/>
                    <a:pt x="18" y="92"/>
                    <a:pt x="14" y="88"/>
                  </a:cubicBezTo>
                  <a:cubicBezTo>
                    <a:pt x="6" y="80"/>
                    <a:pt x="6" y="66"/>
                    <a:pt x="14" y="58"/>
                  </a:cubicBezTo>
                  <a:cubicBezTo>
                    <a:pt x="36" y="37"/>
                    <a:pt x="36" y="37"/>
                    <a:pt x="36" y="37"/>
                  </a:cubicBezTo>
                  <a:cubicBezTo>
                    <a:pt x="66" y="67"/>
                    <a:pt x="66" y="67"/>
                    <a:pt x="66" y="67"/>
                  </a:cubicBezTo>
                  <a:cubicBezTo>
                    <a:pt x="45" y="88"/>
                    <a:pt x="45" y="88"/>
                    <a:pt x="45" y="88"/>
                  </a:cubicBezTo>
                  <a:cubicBezTo>
                    <a:pt x="41" y="92"/>
                    <a:pt x="35" y="95"/>
                    <a:pt x="29" y="9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6" name="Google Shape;886;p27"/>
            <p:cNvSpPr/>
            <p:nvPr/>
          </p:nvSpPr>
          <p:spPr>
            <a:xfrm>
              <a:off x="4071860" y="4019251"/>
              <a:ext cx="268629" cy="262022"/>
            </a:xfrm>
            <a:custGeom>
              <a:rect b="b" l="l" r="r" t="t"/>
              <a:pathLst>
                <a:path extrusionOk="0" h="100" w="103">
                  <a:moveTo>
                    <a:pt x="92" y="8"/>
                  </a:moveTo>
                  <a:cubicBezTo>
                    <a:pt x="87" y="3"/>
                    <a:pt x="80" y="0"/>
                    <a:pt x="73" y="0"/>
                  </a:cubicBezTo>
                  <a:cubicBezTo>
                    <a:pt x="66" y="0"/>
                    <a:pt x="59" y="3"/>
                    <a:pt x="54" y="8"/>
                  </a:cubicBezTo>
                  <a:cubicBezTo>
                    <a:pt x="8" y="54"/>
                    <a:pt x="8" y="54"/>
                    <a:pt x="8" y="54"/>
                  </a:cubicBezTo>
                  <a:cubicBezTo>
                    <a:pt x="3" y="60"/>
                    <a:pt x="0" y="66"/>
                    <a:pt x="0" y="73"/>
                  </a:cubicBezTo>
                  <a:cubicBezTo>
                    <a:pt x="0" y="81"/>
                    <a:pt x="3" y="87"/>
                    <a:pt x="8" y="92"/>
                  </a:cubicBezTo>
                  <a:cubicBezTo>
                    <a:pt x="13" y="98"/>
                    <a:pt x="20" y="100"/>
                    <a:pt x="27" y="100"/>
                  </a:cubicBezTo>
                  <a:cubicBezTo>
                    <a:pt x="34" y="100"/>
                    <a:pt x="41" y="98"/>
                    <a:pt x="46" y="92"/>
                  </a:cubicBezTo>
                  <a:cubicBezTo>
                    <a:pt x="47" y="91"/>
                    <a:pt x="47" y="91"/>
                    <a:pt x="47" y="91"/>
                  </a:cubicBezTo>
                  <a:cubicBezTo>
                    <a:pt x="48" y="90"/>
                    <a:pt x="48" y="89"/>
                    <a:pt x="47" y="87"/>
                  </a:cubicBezTo>
                  <a:cubicBezTo>
                    <a:pt x="46" y="86"/>
                    <a:pt x="44" y="86"/>
                    <a:pt x="43" y="87"/>
                  </a:cubicBezTo>
                  <a:cubicBezTo>
                    <a:pt x="42" y="89"/>
                    <a:pt x="42" y="89"/>
                    <a:pt x="42" y="89"/>
                  </a:cubicBezTo>
                  <a:cubicBezTo>
                    <a:pt x="38" y="93"/>
                    <a:pt x="32" y="95"/>
                    <a:pt x="27" y="95"/>
                  </a:cubicBezTo>
                  <a:cubicBezTo>
                    <a:pt x="21" y="95"/>
                    <a:pt x="16" y="93"/>
                    <a:pt x="12" y="89"/>
                  </a:cubicBezTo>
                  <a:cubicBezTo>
                    <a:pt x="8" y="84"/>
                    <a:pt x="5" y="79"/>
                    <a:pt x="5" y="73"/>
                  </a:cubicBezTo>
                  <a:cubicBezTo>
                    <a:pt x="5" y="68"/>
                    <a:pt x="8" y="62"/>
                    <a:pt x="12" y="58"/>
                  </a:cubicBezTo>
                  <a:cubicBezTo>
                    <a:pt x="33" y="37"/>
                    <a:pt x="33" y="37"/>
                    <a:pt x="33" y="37"/>
                  </a:cubicBezTo>
                  <a:cubicBezTo>
                    <a:pt x="63" y="67"/>
                    <a:pt x="63" y="67"/>
                    <a:pt x="63" y="67"/>
                  </a:cubicBezTo>
                  <a:cubicBezTo>
                    <a:pt x="61" y="70"/>
                    <a:pt x="61" y="70"/>
                    <a:pt x="61" y="70"/>
                  </a:cubicBezTo>
                  <a:cubicBezTo>
                    <a:pt x="59" y="71"/>
                    <a:pt x="59" y="73"/>
                    <a:pt x="61" y="74"/>
                  </a:cubicBezTo>
                  <a:cubicBezTo>
                    <a:pt x="62" y="75"/>
                    <a:pt x="63" y="75"/>
                    <a:pt x="64" y="74"/>
                  </a:cubicBezTo>
                  <a:cubicBezTo>
                    <a:pt x="92" y="46"/>
                    <a:pt x="92" y="46"/>
                    <a:pt x="92" y="46"/>
                  </a:cubicBezTo>
                  <a:cubicBezTo>
                    <a:pt x="103" y="36"/>
                    <a:pt x="103" y="19"/>
                    <a:pt x="92" y="8"/>
                  </a:cubicBezTo>
                  <a:close/>
                  <a:moveTo>
                    <a:pt x="88" y="42"/>
                  </a:moveTo>
                  <a:cubicBezTo>
                    <a:pt x="67" y="63"/>
                    <a:pt x="67" y="63"/>
                    <a:pt x="67" y="63"/>
                  </a:cubicBezTo>
                  <a:cubicBezTo>
                    <a:pt x="37" y="33"/>
                    <a:pt x="37" y="33"/>
                    <a:pt x="37" y="33"/>
                  </a:cubicBezTo>
                  <a:cubicBezTo>
                    <a:pt x="58" y="12"/>
                    <a:pt x="58" y="12"/>
                    <a:pt x="58" y="12"/>
                  </a:cubicBezTo>
                  <a:cubicBezTo>
                    <a:pt x="62" y="8"/>
                    <a:pt x="67" y="6"/>
                    <a:pt x="73" y="6"/>
                  </a:cubicBezTo>
                  <a:cubicBezTo>
                    <a:pt x="79" y="6"/>
                    <a:pt x="84" y="8"/>
                    <a:pt x="88" y="12"/>
                  </a:cubicBezTo>
                  <a:cubicBezTo>
                    <a:pt x="96" y="20"/>
                    <a:pt x="96" y="34"/>
                    <a:pt x="88" y="4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7" name="Google Shape;887;p27"/>
            <p:cNvSpPr/>
            <p:nvPr/>
          </p:nvSpPr>
          <p:spPr>
            <a:xfrm>
              <a:off x="4205074" y="4222924"/>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88" name="Google Shape;888;p27"/>
          <p:cNvGrpSpPr/>
          <p:nvPr/>
        </p:nvGrpSpPr>
        <p:grpSpPr>
          <a:xfrm>
            <a:off x="4765640" y="3855743"/>
            <a:ext cx="367409" cy="322286"/>
            <a:chOff x="4808388" y="3930076"/>
            <a:chExt cx="376521" cy="330279"/>
          </a:xfrm>
        </p:grpSpPr>
        <p:sp>
          <p:nvSpPr>
            <p:cNvPr id="889" name="Google Shape;889;p27"/>
            <p:cNvSpPr/>
            <p:nvPr/>
          </p:nvSpPr>
          <p:spPr>
            <a:xfrm>
              <a:off x="4808388" y="3930076"/>
              <a:ext cx="177251" cy="180553"/>
            </a:xfrm>
            <a:custGeom>
              <a:rect b="b" l="l" r="r" t="t"/>
              <a:pathLst>
                <a:path extrusionOk="0" h="69" w="68">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0" name="Google Shape;890;p27"/>
            <p:cNvSpPr/>
            <p:nvPr/>
          </p:nvSpPr>
          <p:spPr>
            <a:xfrm>
              <a:off x="4998850" y="3930076"/>
              <a:ext cx="186059" cy="182755"/>
            </a:xfrm>
            <a:custGeom>
              <a:rect b="b" l="l" r="r" t="t"/>
              <a:pathLst>
                <a:path extrusionOk="0" h="70" w="71">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1" name="Google Shape;891;p27"/>
            <p:cNvSpPr/>
            <p:nvPr/>
          </p:nvSpPr>
          <p:spPr>
            <a:xfrm>
              <a:off x="4941602" y="4089711"/>
              <a:ext cx="44038" cy="41835"/>
            </a:xfrm>
            <a:custGeom>
              <a:rect b="b" l="l" r="r" t="t"/>
              <a:pathLst>
                <a:path extrusionOk="0" h="16" w="17">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2" name="Google Shape;892;p27"/>
            <p:cNvSpPr/>
            <p:nvPr/>
          </p:nvSpPr>
          <p:spPr>
            <a:xfrm>
              <a:off x="4941602" y="4173382"/>
              <a:ext cx="44038" cy="44037"/>
            </a:xfrm>
            <a:custGeom>
              <a:rect b="b" l="l" r="r" t="t"/>
              <a:pathLst>
                <a:path extrusionOk="0" h="17" w="17">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3" name="Google Shape;893;p27"/>
            <p:cNvSpPr/>
            <p:nvPr/>
          </p:nvSpPr>
          <p:spPr>
            <a:xfrm>
              <a:off x="5002153" y="4131546"/>
              <a:ext cx="41836" cy="44037"/>
            </a:xfrm>
            <a:custGeom>
              <a:rect b="b" l="l" r="r" t="t"/>
              <a:pathLst>
                <a:path extrusionOk="0" h="17" w="16">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4" name="Google Shape;894;p27"/>
            <p:cNvSpPr/>
            <p:nvPr/>
          </p:nvSpPr>
          <p:spPr>
            <a:xfrm>
              <a:off x="5002153" y="4215217"/>
              <a:ext cx="41836" cy="45138"/>
            </a:xfrm>
            <a:custGeom>
              <a:rect b="b" l="l" r="r" t="t"/>
              <a:pathLst>
                <a:path extrusionOk="0" h="17" w="16">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5" name="Google Shape;895;p27"/>
            <p:cNvSpPr/>
            <p:nvPr/>
          </p:nvSpPr>
          <p:spPr>
            <a:xfrm>
              <a:off x="5048393" y="4061087"/>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96" name="Google Shape;896;p27"/>
          <p:cNvGrpSpPr/>
          <p:nvPr/>
        </p:nvGrpSpPr>
        <p:grpSpPr>
          <a:xfrm>
            <a:off x="5561154" y="3835331"/>
            <a:ext cx="362038" cy="363110"/>
            <a:chOff x="5581247" y="3909158"/>
            <a:chExt cx="371016" cy="372116"/>
          </a:xfrm>
        </p:grpSpPr>
        <p:sp>
          <p:nvSpPr>
            <p:cNvPr id="897" name="Google Shape;897;p27"/>
            <p:cNvSpPr/>
            <p:nvPr/>
          </p:nvSpPr>
          <p:spPr>
            <a:xfrm>
              <a:off x="5714460" y="3945489"/>
              <a:ext cx="201472" cy="201471"/>
            </a:xfrm>
            <a:custGeom>
              <a:rect b="b" l="l" r="r" t="t"/>
              <a:pathLst>
                <a:path extrusionOk="0" h="77" w="77">
                  <a:moveTo>
                    <a:pt x="74" y="22"/>
                  </a:moveTo>
                  <a:cubicBezTo>
                    <a:pt x="77" y="19"/>
                    <a:pt x="77" y="13"/>
                    <a:pt x="74" y="10"/>
                  </a:cubicBezTo>
                  <a:cubicBezTo>
                    <a:pt x="67" y="3"/>
                    <a:pt x="67" y="3"/>
                    <a:pt x="67" y="3"/>
                  </a:cubicBezTo>
                  <a:cubicBezTo>
                    <a:pt x="64" y="0"/>
                    <a:pt x="58" y="0"/>
                    <a:pt x="55" y="3"/>
                  </a:cubicBezTo>
                  <a:cubicBezTo>
                    <a:pt x="3" y="55"/>
                    <a:pt x="3" y="55"/>
                    <a:pt x="3" y="55"/>
                  </a:cubicBezTo>
                  <a:cubicBezTo>
                    <a:pt x="1" y="57"/>
                    <a:pt x="0" y="59"/>
                    <a:pt x="0" y="62"/>
                  </a:cubicBezTo>
                  <a:cubicBezTo>
                    <a:pt x="0" y="64"/>
                    <a:pt x="1" y="66"/>
                    <a:pt x="3" y="68"/>
                  </a:cubicBezTo>
                  <a:cubicBezTo>
                    <a:pt x="9" y="74"/>
                    <a:pt x="9" y="74"/>
                    <a:pt x="9" y="74"/>
                  </a:cubicBezTo>
                  <a:cubicBezTo>
                    <a:pt x="11" y="76"/>
                    <a:pt x="13" y="77"/>
                    <a:pt x="15" y="77"/>
                  </a:cubicBezTo>
                  <a:cubicBezTo>
                    <a:pt x="18" y="77"/>
                    <a:pt x="20" y="76"/>
                    <a:pt x="22" y="74"/>
                  </a:cubicBezTo>
                  <a:lnTo>
                    <a:pt x="74" y="22"/>
                  </a:lnTo>
                  <a:close/>
                  <a:moveTo>
                    <a:pt x="59" y="7"/>
                  </a:moveTo>
                  <a:cubicBezTo>
                    <a:pt x="59" y="7"/>
                    <a:pt x="60" y="6"/>
                    <a:pt x="61" y="6"/>
                  </a:cubicBezTo>
                  <a:cubicBezTo>
                    <a:pt x="62" y="6"/>
                    <a:pt x="63" y="7"/>
                    <a:pt x="63" y="7"/>
                  </a:cubicBezTo>
                  <a:cubicBezTo>
                    <a:pt x="70" y="14"/>
                    <a:pt x="70" y="14"/>
                    <a:pt x="70" y="14"/>
                  </a:cubicBezTo>
                  <a:cubicBezTo>
                    <a:pt x="71" y="15"/>
                    <a:pt x="71" y="17"/>
                    <a:pt x="70" y="18"/>
                  </a:cubicBezTo>
                  <a:cubicBezTo>
                    <a:pt x="46" y="42"/>
                    <a:pt x="46" y="42"/>
                    <a:pt x="46" y="42"/>
                  </a:cubicBezTo>
                  <a:cubicBezTo>
                    <a:pt x="35" y="31"/>
                    <a:pt x="35" y="31"/>
                    <a:pt x="35" y="31"/>
                  </a:cubicBezTo>
                  <a:lnTo>
                    <a:pt x="59" y="7"/>
                  </a:lnTo>
                  <a:close/>
                  <a:moveTo>
                    <a:pt x="18" y="70"/>
                  </a:moveTo>
                  <a:cubicBezTo>
                    <a:pt x="17" y="71"/>
                    <a:pt x="17" y="71"/>
                    <a:pt x="16" y="71"/>
                  </a:cubicBezTo>
                  <a:cubicBezTo>
                    <a:pt x="15" y="72"/>
                    <a:pt x="14" y="71"/>
                    <a:pt x="13" y="71"/>
                  </a:cubicBezTo>
                  <a:cubicBezTo>
                    <a:pt x="7" y="64"/>
                    <a:pt x="7" y="64"/>
                    <a:pt x="7" y="64"/>
                  </a:cubicBezTo>
                  <a:cubicBezTo>
                    <a:pt x="6" y="63"/>
                    <a:pt x="6" y="63"/>
                    <a:pt x="6" y="62"/>
                  </a:cubicBezTo>
                  <a:cubicBezTo>
                    <a:pt x="6" y="61"/>
                    <a:pt x="6" y="60"/>
                    <a:pt x="7" y="59"/>
                  </a:cubicBezTo>
                  <a:cubicBezTo>
                    <a:pt x="7" y="59"/>
                    <a:pt x="7" y="59"/>
                    <a:pt x="7" y="59"/>
                  </a:cubicBezTo>
                  <a:cubicBezTo>
                    <a:pt x="15" y="51"/>
                    <a:pt x="15" y="51"/>
                    <a:pt x="15" y="51"/>
                  </a:cubicBezTo>
                  <a:cubicBezTo>
                    <a:pt x="26" y="62"/>
                    <a:pt x="26" y="62"/>
                    <a:pt x="26" y="62"/>
                  </a:cubicBezTo>
                  <a:lnTo>
                    <a:pt x="18" y="70"/>
                  </a:lnTo>
                  <a:close/>
                  <a:moveTo>
                    <a:pt x="30" y="58"/>
                  </a:moveTo>
                  <a:cubicBezTo>
                    <a:pt x="18" y="47"/>
                    <a:pt x="18" y="47"/>
                    <a:pt x="18" y="47"/>
                  </a:cubicBezTo>
                  <a:cubicBezTo>
                    <a:pt x="31" y="35"/>
                    <a:pt x="31" y="35"/>
                    <a:pt x="31" y="35"/>
                  </a:cubicBezTo>
                  <a:cubicBezTo>
                    <a:pt x="42" y="46"/>
                    <a:pt x="42" y="46"/>
                    <a:pt x="42" y="46"/>
                  </a:cubicBezTo>
                  <a:lnTo>
                    <a:pt x="30" y="5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8" name="Google Shape;898;p27"/>
            <p:cNvSpPr/>
            <p:nvPr/>
          </p:nvSpPr>
          <p:spPr>
            <a:xfrm>
              <a:off x="5581247" y="3909158"/>
              <a:ext cx="371016" cy="372116"/>
            </a:xfrm>
            <a:custGeom>
              <a:rect b="b" l="l" r="r" t="t"/>
              <a:pathLst>
                <a:path extrusionOk="0" h="142" w="142">
                  <a:moveTo>
                    <a:pt x="137" y="18"/>
                  </a:moveTo>
                  <a:cubicBezTo>
                    <a:pt x="124" y="5"/>
                    <a:pt x="124" y="5"/>
                    <a:pt x="124" y="5"/>
                  </a:cubicBezTo>
                  <a:cubicBezTo>
                    <a:pt x="121" y="2"/>
                    <a:pt x="116" y="0"/>
                    <a:pt x="112" y="0"/>
                  </a:cubicBezTo>
                  <a:cubicBezTo>
                    <a:pt x="107" y="0"/>
                    <a:pt x="103" y="2"/>
                    <a:pt x="100" y="5"/>
                  </a:cubicBezTo>
                  <a:cubicBezTo>
                    <a:pt x="37" y="68"/>
                    <a:pt x="37" y="68"/>
                    <a:pt x="37" y="68"/>
                  </a:cubicBezTo>
                  <a:cubicBezTo>
                    <a:pt x="33" y="72"/>
                    <a:pt x="31" y="78"/>
                    <a:pt x="33" y="84"/>
                  </a:cubicBezTo>
                  <a:cubicBezTo>
                    <a:pt x="34" y="91"/>
                    <a:pt x="34" y="91"/>
                    <a:pt x="34" y="91"/>
                  </a:cubicBezTo>
                  <a:cubicBezTo>
                    <a:pt x="35" y="92"/>
                    <a:pt x="34" y="94"/>
                    <a:pt x="33" y="94"/>
                  </a:cubicBezTo>
                  <a:cubicBezTo>
                    <a:pt x="8" y="119"/>
                    <a:pt x="8" y="119"/>
                    <a:pt x="8" y="119"/>
                  </a:cubicBezTo>
                  <a:cubicBezTo>
                    <a:pt x="8" y="119"/>
                    <a:pt x="8" y="119"/>
                    <a:pt x="8" y="119"/>
                  </a:cubicBezTo>
                  <a:cubicBezTo>
                    <a:pt x="8" y="119"/>
                    <a:pt x="8" y="119"/>
                    <a:pt x="8" y="119"/>
                  </a:cubicBezTo>
                  <a:cubicBezTo>
                    <a:pt x="2" y="125"/>
                    <a:pt x="2" y="125"/>
                    <a:pt x="2" y="125"/>
                  </a:cubicBezTo>
                  <a:cubicBezTo>
                    <a:pt x="1" y="127"/>
                    <a:pt x="0" y="130"/>
                    <a:pt x="0" y="132"/>
                  </a:cubicBezTo>
                  <a:cubicBezTo>
                    <a:pt x="0" y="135"/>
                    <a:pt x="1" y="138"/>
                    <a:pt x="2" y="139"/>
                  </a:cubicBezTo>
                  <a:cubicBezTo>
                    <a:pt x="4" y="141"/>
                    <a:pt x="7" y="142"/>
                    <a:pt x="9" y="142"/>
                  </a:cubicBezTo>
                  <a:cubicBezTo>
                    <a:pt x="12" y="142"/>
                    <a:pt x="15" y="141"/>
                    <a:pt x="16" y="139"/>
                  </a:cubicBezTo>
                  <a:cubicBezTo>
                    <a:pt x="22" y="133"/>
                    <a:pt x="22" y="133"/>
                    <a:pt x="22" y="133"/>
                  </a:cubicBezTo>
                  <a:cubicBezTo>
                    <a:pt x="22" y="133"/>
                    <a:pt x="22" y="133"/>
                    <a:pt x="22" y="133"/>
                  </a:cubicBezTo>
                  <a:cubicBezTo>
                    <a:pt x="22" y="133"/>
                    <a:pt x="22" y="133"/>
                    <a:pt x="22" y="133"/>
                  </a:cubicBezTo>
                  <a:cubicBezTo>
                    <a:pt x="47" y="108"/>
                    <a:pt x="47" y="108"/>
                    <a:pt x="47" y="108"/>
                  </a:cubicBezTo>
                  <a:cubicBezTo>
                    <a:pt x="48" y="108"/>
                    <a:pt x="50" y="107"/>
                    <a:pt x="51" y="108"/>
                  </a:cubicBezTo>
                  <a:cubicBezTo>
                    <a:pt x="58" y="109"/>
                    <a:pt x="58" y="109"/>
                    <a:pt x="58" y="109"/>
                  </a:cubicBezTo>
                  <a:cubicBezTo>
                    <a:pt x="64" y="111"/>
                    <a:pt x="70" y="109"/>
                    <a:pt x="74" y="105"/>
                  </a:cubicBezTo>
                  <a:cubicBezTo>
                    <a:pt x="92" y="87"/>
                    <a:pt x="92" y="87"/>
                    <a:pt x="92" y="87"/>
                  </a:cubicBezTo>
                  <a:cubicBezTo>
                    <a:pt x="93" y="86"/>
                    <a:pt x="93" y="84"/>
                    <a:pt x="92" y="83"/>
                  </a:cubicBezTo>
                  <a:cubicBezTo>
                    <a:pt x="91" y="82"/>
                    <a:pt x="89" y="82"/>
                    <a:pt x="88" y="83"/>
                  </a:cubicBezTo>
                  <a:cubicBezTo>
                    <a:pt x="70" y="101"/>
                    <a:pt x="70" y="101"/>
                    <a:pt x="70" y="101"/>
                  </a:cubicBezTo>
                  <a:cubicBezTo>
                    <a:pt x="67" y="104"/>
                    <a:pt x="63" y="105"/>
                    <a:pt x="59" y="104"/>
                  </a:cubicBezTo>
                  <a:cubicBezTo>
                    <a:pt x="52" y="102"/>
                    <a:pt x="52" y="102"/>
                    <a:pt x="52" y="102"/>
                  </a:cubicBezTo>
                  <a:cubicBezTo>
                    <a:pt x="49" y="101"/>
                    <a:pt x="46" y="102"/>
                    <a:pt x="43" y="105"/>
                  </a:cubicBezTo>
                  <a:cubicBezTo>
                    <a:pt x="20" y="128"/>
                    <a:pt x="20" y="128"/>
                    <a:pt x="20" y="128"/>
                  </a:cubicBezTo>
                  <a:cubicBezTo>
                    <a:pt x="14" y="121"/>
                    <a:pt x="14" y="121"/>
                    <a:pt x="14" y="121"/>
                  </a:cubicBezTo>
                  <a:cubicBezTo>
                    <a:pt x="37" y="98"/>
                    <a:pt x="37" y="98"/>
                    <a:pt x="37" y="98"/>
                  </a:cubicBezTo>
                  <a:cubicBezTo>
                    <a:pt x="40" y="96"/>
                    <a:pt x="41" y="93"/>
                    <a:pt x="40" y="89"/>
                  </a:cubicBezTo>
                  <a:cubicBezTo>
                    <a:pt x="38" y="83"/>
                    <a:pt x="38" y="83"/>
                    <a:pt x="38" y="83"/>
                  </a:cubicBezTo>
                  <a:cubicBezTo>
                    <a:pt x="37" y="79"/>
                    <a:pt x="38" y="75"/>
                    <a:pt x="41" y="72"/>
                  </a:cubicBezTo>
                  <a:cubicBezTo>
                    <a:pt x="104" y="9"/>
                    <a:pt x="104" y="9"/>
                    <a:pt x="104" y="9"/>
                  </a:cubicBezTo>
                  <a:cubicBezTo>
                    <a:pt x="106" y="7"/>
                    <a:pt x="109" y="5"/>
                    <a:pt x="112" y="5"/>
                  </a:cubicBezTo>
                  <a:cubicBezTo>
                    <a:pt x="115" y="5"/>
                    <a:pt x="118" y="7"/>
                    <a:pt x="120" y="9"/>
                  </a:cubicBezTo>
                  <a:cubicBezTo>
                    <a:pt x="133" y="22"/>
                    <a:pt x="133" y="22"/>
                    <a:pt x="133" y="22"/>
                  </a:cubicBezTo>
                  <a:cubicBezTo>
                    <a:pt x="135" y="24"/>
                    <a:pt x="136" y="27"/>
                    <a:pt x="136" y="30"/>
                  </a:cubicBezTo>
                  <a:cubicBezTo>
                    <a:pt x="136" y="33"/>
                    <a:pt x="135" y="36"/>
                    <a:pt x="133" y="38"/>
                  </a:cubicBezTo>
                  <a:cubicBezTo>
                    <a:pt x="106" y="66"/>
                    <a:pt x="106" y="66"/>
                    <a:pt x="106" y="66"/>
                  </a:cubicBezTo>
                  <a:cubicBezTo>
                    <a:pt x="105" y="67"/>
                    <a:pt x="105" y="68"/>
                    <a:pt x="106" y="70"/>
                  </a:cubicBezTo>
                  <a:cubicBezTo>
                    <a:pt x="107" y="71"/>
                    <a:pt x="109" y="71"/>
                    <a:pt x="110" y="70"/>
                  </a:cubicBezTo>
                  <a:cubicBezTo>
                    <a:pt x="137" y="42"/>
                    <a:pt x="137" y="42"/>
                    <a:pt x="137" y="42"/>
                  </a:cubicBezTo>
                  <a:cubicBezTo>
                    <a:pt x="140" y="39"/>
                    <a:pt x="142" y="35"/>
                    <a:pt x="142" y="30"/>
                  </a:cubicBezTo>
                  <a:cubicBezTo>
                    <a:pt x="142" y="25"/>
                    <a:pt x="140" y="21"/>
                    <a:pt x="137" y="18"/>
                  </a:cubicBezTo>
                  <a:close/>
                  <a:moveTo>
                    <a:pt x="17" y="131"/>
                  </a:moveTo>
                  <a:cubicBezTo>
                    <a:pt x="12" y="136"/>
                    <a:pt x="12" y="136"/>
                    <a:pt x="12" y="136"/>
                  </a:cubicBezTo>
                  <a:cubicBezTo>
                    <a:pt x="12" y="136"/>
                    <a:pt x="11" y="137"/>
                    <a:pt x="9" y="137"/>
                  </a:cubicBezTo>
                  <a:cubicBezTo>
                    <a:pt x="8" y="137"/>
                    <a:pt x="7" y="136"/>
                    <a:pt x="6" y="136"/>
                  </a:cubicBezTo>
                  <a:cubicBezTo>
                    <a:pt x="6" y="135"/>
                    <a:pt x="5" y="134"/>
                    <a:pt x="5" y="132"/>
                  </a:cubicBezTo>
                  <a:cubicBezTo>
                    <a:pt x="5" y="131"/>
                    <a:pt x="6" y="130"/>
                    <a:pt x="6" y="129"/>
                  </a:cubicBezTo>
                  <a:cubicBezTo>
                    <a:pt x="10" y="125"/>
                    <a:pt x="10" y="125"/>
                    <a:pt x="10" y="125"/>
                  </a:cubicBezTo>
                  <a:lnTo>
                    <a:pt x="17" y="13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9" name="Google Shape;899;p27"/>
            <p:cNvSpPr/>
            <p:nvPr/>
          </p:nvSpPr>
          <p:spPr>
            <a:xfrm>
              <a:off x="5832261" y="4102922"/>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0" name="Google Shape;900;p27"/>
            <p:cNvSpPr/>
            <p:nvPr/>
          </p:nvSpPr>
          <p:spPr>
            <a:xfrm>
              <a:off x="5835563" y="4011545"/>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1" name="Google Shape;901;p27"/>
            <p:cNvSpPr/>
            <p:nvPr/>
          </p:nvSpPr>
          <p:spPr>
            <a:xfrm>
              <a:off x="5858683" y="3987324"/>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02" name="Google Shape;902;p27"/>
          <p:cNvGrpSpPr/>
          <p:nvPr/>
        </p:nvGrpSpPr>
        <p:grpSpPr>
          <a:xfrm>
            <a:off x="3247660" y="3835331"/>
            <a:ext cx="265351" cy="363110"/>
            <a:chOff x="3227441" y="3909158"/>
            <a:chExt cx="271932" cy="372116"/>
          </a:xfrm>
        </p:grpSpPr>
        <p:sp>
          <p:nvSpPr>
            <p:cNvPr id="903" name="Google Shape;903;p27"/>
            <p:cNvSpPr/>
            <p:nvPr/>
          </p:nvSpPr>
          <p:spPr>
            <a:xfrm>
              <a:off x="3227441" y="3909158"/>
              <a:ext cx="271932" cy="372116"/>
            </a:xfrm>
            <a:custGeom>
              <a:rect b="b" l="l" r="r" t="t"/>
              <a:pathLst>
                <a:path extrusionOk="0" h="142" w="104">
                  <a:moveTo>
                    <a:pt x="102" y="5"/>
                  </a:moveTo>
                  <a:cubicBezTo>
                    <a:pt x="100" y="3"/>
                    <a:pt x="98" y="3"/>
                    <a:pt x="97" y="4"/>
                  </a:cubicBezTo>
                  <a:cubicBezTo>
                    <a:pt x="86" y="7"/>
                    <a:pt x="86" y="7"/>
                    <a:pt x="86" y="7"/>
                  </a:cubicBezTo>
                  <a:cubicBezTo>
                    <a:pt x="55" y="7"/>
                    <a:pt x="55" y="7"/>
                    <a:pt x="55" y="7"/>
                  </a:cubicBezTo>
                  <a:cubicBezTo>
                    <a:pt x="55" y="3"/>
                    <a:pt x="51" y="0"/>
                    <a:pt x="47" y="0"/>
                  </a:cubicBezTo>
                  <a:cubicBezTo>
                    <a:pt x="31" y="0"/>
                    <a:pt x="31" y="0"/>
                    <a:pt x="31" y="0"/>
                  </a:cubicBezTo>
                  <a:cubicBezTo>
                    <a:pt x="27" y="0"/>
                    <a:pt x="23" y="4"/>
                    <a:pt x="23" y="8"/>
                  </a:cubicBezTo>
                  <a:cubicBezTo>
                    <a:pt x="23" y="31"/>
                    <a:pt x="23" y="31"/>
                    <a:pt x="23" y="31"/>
                  </a:cubicBezTo>
                  <a:cubicBezTo>
                    <a:pt x="22" y="31"/>
                    <a:pt x="22" y="31"/>
                    <a:pt x="22" y="31"/>
                  </a:cubicBezTo>
                  <a:cubicBezTo>
                    <a:pt x="17" y="31"/>
                    <a:pt x="14" y="34"/>
                    <a:pt x="14" y="39"/>
                  </a:cubicBezTo>
                  <a:cubicBezTo>
                    <a:pt x="14" y="45"/>
                    <a:pt x="14" y="45"/>
                    <a:pt x="14" y="45"/>
                  </a:cubicBezTo>
                  <a:cubicBezTo>
                    <a:pt x="6" y="47"/>
                    <a:pt x="0" y="54"/>
                    <a:pt x="0" y="62"/>
                  </a:cubicBezTo>
                  <a:cubicBezTo>
                    <a:pt x="0" y="131"/>
                    <a:pt x="0" y="131"/>
                    <a:pt x="0" y="131"/>
                  </a:cubicBezTo>
                  <a:cubicBezTo>
                    <a:pt x="0" y="137"/>
                    <a:pt x="5" y="142"/>
                    <a:pt x="11" y="142"/>
                  </a:cubicBezTo>
                  <a:cubicBezTo>
                    <a:pt x="68" y="142"/>
                    <a:pt x="68" y="142"/>
                    <a:pt x="68" y="142"/>
                  </a:cubicBezTo>
                  <a:cubicBezTo>
                    <a:pt x="74" y="142"/>
                    <a:pt x="79" y="137"/>
                    <a:pt x="79" y="131"/>
                  </a:cubicBezTo>
                  <a:cubicBezTo>
                    <a:pt x="79" y="62"/>
                    <a:pt x="79" y="62"/>
                    <a:pt x="79" y="62"/>
                  </a:cubicBezTo>
                  <a:cubicBezTo>
                    <a:pt x="79" y="54"/>
                    <a:pt x="73" y="47"/>
                    <a:pt x="65" y="45"/>
                  </a:cubicBezTo>
                  <a:cubicBezTo>
                    <a:pt x="65" y="39"/>
                    <a:pt x="65" y="39"/>
                    <a:pt x="65" y="39"/>
                  </a:cubicBezTo>
                  <a:cubicBezTo>
                    <a:pt x="65" y="34"/>
                    <a:pt x="61" y="31"/>
                    <a:pt x="57" y="31"/>
                  </a:cubicBezTo>
                  <a:cubicBezTo>
                    <a:pt x="56" y="31"/>
                    <a:pt x="56" y="31"/>
                    <a:pt x="56" y="31"/>
                  </a:cubicBezTo>
                  <a:cubicBezTo>
                    <a:pt x="56" y="24"/>
                    <a:pt x="56" y="24"/>
                    <a:pt x="56" y="24"/>
                  </a:cubicBezTo>
                  <a:cubicBezTo>
                    <a:pt x="86" y="24"/>
                    <a:pt x="86" y="24"/>
                    <a:pt x="86" y="24"/>
                  </a:cubicBezTo>
                  <a:cubicBezTo>
                    <a:pt x="97" y="27"/>
                    <a:pt x="97" y="27"/>
                    <a:pt x="97" y="27"/>
                  </a:cubicBezTo>
                  <a:cubicBezTo>
                    <a:pt x="97" y="27"/>
                    <a:pt x="98" y="27"/>
                    <a:pt x="98" y="27"/>
                  </a:cubicBezTo>
                  <a:cubicBezTo>
                    <a:pt x="100" y="27"/>
                    <a:pt x="102" y="27"/>
                    <a:pt x="103" y="25"/>
                  </a:cubicBezTo>
                  <a:cubicBezTo>
                    <a:pt x="104" y="24"/>
                    <a:pt x="104" y="23"/>
                    <a:pt x="104" y="22"/>
                  </a:cubicBezTo>
                  <a:cubicBezTo>
                    <a:pt x="104" y="9"/>
                    <a:pt x="104" y="9"/>
                    <a:pt x="104" y="9"/>
                  </a:cubicBezTo>
                  <a:cubicBezTo>
                    <a:pt x="104" y="7"/>
                    <a:pt x="103" y="6"/>
                    <a:pt x="102" y="5"/>
                  </a:cubicBezTo>
                  <a:close/>
                  <a:moveTo>
                    <a:pt x="73" y="115"/>
                  </a:moveTo>
                  <a:cubicBezTo>
                    <a:pt x="5" y="115"/>
                    <a:pt x="5" y="115"/>
                    <a:pt x="5" y="115"/>
                  </a:cubicBezTo>
                  <a:cubicBezTo>
                    <a:pt x="5" y="72"/>
                    <a:pt x="5" y="72"/>
                    <a:pt x="5" y="72"/>
                  </a:cubicBezTo>
                  <a:cubicBezTo>
                    <a:pt x="73" y="72"/>
                    <a:pt x="73" y="72"/>
                    <a:pt x="73" y="72"/>
                  </a:cubicBezTo>
                  <a:lnTo>
                    <a:pt x="73" y="115"/>
                  </a:lnTo>
                  <a:close/>
                  <a:moveTo>
                    <a:pt x="68" y="137"/>
                  </a:moveTo>
                  <a:cubicBezTo>
                    <a:pt x="10" y="137"/>
                    <a:pt x="10" y="137"/>
                    <a:pt x="10" y="137"/>
                  </a:cubicBezTo>
                  <a:cubicBezTo>
                    <a:pt x="7" y="137"/>
                    <a:pt x="5" y="134"/>
                    <a:pt x="5" y="131"/>
                  </a:cubicBezTo>
                  <a:cubicBezTo>
                    <a:pt x="5" y="121"/>
                    <a:pt x="5" y="121"/>
                    <a:pt x="5" y="121"/>
                  </a:cubicBezTo>
                  <a:cubicBezTo>
                    <a:pt x="73" y="121"/>
                    <a:pt x="73" y="121"/>
                    <a:pt x="73" y="121"/>
                  </a:cubicBezTo>
                  <a:cubicBezTo>
                    <a:pt x="73" y="131"/>
                    <a:pt x="73" y="131"/>
                    <a:pt x="73" y="131"/>
                  </a:cubicBezTo>
                  <a:cubicBezTo>
                    <a:pt x="73" y="134"/>
                    <a:pt x="71" y="137"/>
                    <a:pt x="68" y="137"/>
                  </a:cubicBezTo>
                  <a:close/>
                  <a:moveTo>
                    <a:pt x="73" y="62"/>
                  </a:moveTo>
                  <a:cubicBezTo>
                    <a:pt x="73" y="66"/>
                    <a:pt x="73" y="66"/>
                    <a:pt x="73" y="66"/>
                  </a:cubicBezTo>
                  <a:cubicBezTo>
                    <a:pt x="5" y="66"/>
                    <a:pt x="5" y="66"/>
                    <a:pt x="5" y="66"/>
                  </a:cubicBezTo>
                  <a:cubicBezTo>
                    <a:pt x="5" y="62"/>
                    <a:pt x="5" y="62"/>
                    <a:pt x="5" y="62"/>
                  </a:cubicBezTo>
                  <a:cubicBezTo>
                    <a:pt x="5" y="55"/>
                    <a:pt x="10" y="50"/>
                    <a:pt x="17" y="50"/>
                  </a:cubicBezTo>
                  <a:cubicBezTo>
                    <a:pt x="61" y="50"/>
                    <a:pt x="61" y="50"/>
                    <a:pt x="61" y="50"/>
                  </a:cubicBezTo>
                  <a:cubicBezTo>
                    <a:pt x="68" y="50"/>
                    <a:pt x="73" y="55"/>
                    <a:pt x="73" y="62"/>
                  </a:cubicBezTo>
                  <a:close/>
                  <a:moveTo>
                    <a:pt x="59" y="39"/>
                  </a:moveTo>
                  <a:cubicBezTo>
                    <a:pt x="59" y="44"/>
                    <a:pt x="59" y="44"/>
                    <a:pt x="59" y="44"/>
                  </a:cubicBezTo>
                  <a:cubicBezTo>
                    <a:pt x="19" y="44"/>
                    <a:pt x="19" y="44"/>
                    <a:pt x="19" y="44"/>
                  </a:cubicBezTo>
                  <a:cubicBezTo>
                    <a:pt x="19" y="39"/>
                    <a:pt x="19" y="39"/>
                    <a:pt x="19" y="39"/>
                  </a:cubicBezTo>
                  <a:cubicBezTo>
                    <a:pt x="19" y="37"/>
                    <a:pt x="20" y="36"/>
                    <a:pt x="22" y="36"/>
                  </a:cubicBezTo>
                  <a:cubicBezTo>
                    <a:pt x="57" y="36"/>
                    <a:pt x="57" y="36"/>
                    <a:pt x="57" y="36"/>
                  </a:cubicBezTo>
                  <a:cubicBezTo>
                    <a:pt x="58" y="36"/>
                    <a:pt x="59" y="37"/>
                    <a:pt x="59" y="39"/>
                  </a:cubicBezTo>
                  <a:close/>
                  <a:moveTo>
                    <a:pt x="29" y="31"/>
                  </a:moveTo>
                  <a:cubicBezTo>
                    <a:pt x="29" y="8"/>
                    <a:pt x="29" y="8"/>
                    <a:pt x="29" y="8"/>
                  </a:cubicBezTo>
                  <a:cubicBezTo>
                    <a:pt x="29" y="7"/>
                    <a:pt x="30" y="5"/>
                    <a:pt x="31" y="5"/>
                  </a:cubicBezTo>
                  <a:cubicBezTo>
                    <a:pt x="47" y="5"/>
                    <a:pt x="47" y="5"/>
                    <a:pt x="47" y="5"/>
                  </a:cubicBezTo>
                  <a:cubicBezTo>
                    <a:pt x="48" y="5"/>
                    <a:pt x="50" y="7"/>
                    <a:pt x="50" y="8"/>
                  </a:cubicBezTo>
                  <a:cubicBezTo>
                    <a:pt x="50" y="31"/>
                    <a:pt x="50" y="31"/>
                    <a:pt x="50" y="31"/>
                  </a:cubicBezTo>
                  <a:lnTo>
                    <a:pt x="29" y="31"/>
                  </a:lnTo>
                  <a:close/>
                  <a:moveTo>
                    <a:pt x="56" y="12"/>
                  </a:moveTo>
                  <a:cubicBezTo>
                    <a:pt x="83" y="12"/>
                    <a:pt x="83" y="12"/>
                    <a:pt x="83" y="12"/>
                  </a:cubicBezTo>
                  <a:cubicBezTo>
                    <a:pt x="83" y="18"/>
                    <a:pt x="83" y="18"/>
                    <a:pt x="83" y="18"/>
                  </a:cubicBezTo>
                  <a:cubicBezTo>
                    <a:pt x="56" y="18"/>
                    <a:pt x="56" y="18"/>
                    <a:pt x="56" y="18"/>
                  </a:cubicBezTo>
                  <a:lnTo>
                    <a:pt x="56" y="12"/>
                  </a:lnTo>
                  <a:close/>
                  <a:moveTo>
                    <a:pt x="98" y="22"/>
                  </a:moveTo>
                  <a:cubicBezTo>
                    <a:pt x="98" y="22"/>
                    <a:pt x="98" y="22"/>
                    <a:pt x="98" y="22"/>
                  </a:cubicBezTo>
                  <a:cubicBezTo>
                    <a:pt x="98" y="22"/>
                    <a:pt x="98" y="22"/>
                    <a:pt x="98" y="22"/>
                  </a:cubicBezTo>
                  <a:cubicBezTo>
                    <a:pt x="89" y="19"/>
                    <a:pt x="89" y="19"/>
                    <a:pt x="89" y="19"/>
                  </a:cubicBezTo>
                  <a:cubicBezTo>
                    <a:pt x="89" y="12"/>
                    <a:pt x="89" y="12"/>
                    <a:pt x="89" y="12"/>
                  </a:cubicBezTo>
                  <a:cubicBezTo>
                    <a:pt x="98" y="9"/>
                    <a:pt x="98" y="9"/>
                    <a:pt x="98" y="9"/>
                  </a:cubicBezTo>
                  <a:cubicBezTo>
                    <a:pt x="98" y="9"/>
                    <a:pt x="98" y="9"/>
                    <a:pt x="98" y="9"/>
                  </a:cubicBezTo>
                  <a:cubicBezTo>
                    <a:pt x="98" y="9"/>
                    <a:pt x="98" y="9"/>
                    <a:pt x="98" y="9"/>
                  </a:cubicBezTo>
                  <a:lnTo>
                    <a:pt x="98" y="2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4" name="Google Shape;904;p27"/>
            <p:cNvSpPr/>
            <p:nvPr/>
          </p:nvSpPr>
          <p:spPr>
            <a:xfrm>
              <a:off x="3259368" y="4118335"/>
              <a:ext cx="85873" cy="13211"/>
            </a:xfrm>
            <a:custGeom>
              <a:rect b="b" l="l" r="r" t="t"/>
              <a:pathLst>
                <a:path extrusionOk="0" h="5" w="33">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5" name="Google Shape;905;p27"/>
            <p:cNvSpPr/>
            <p:nvPr/>
          </p:nvSpPr>
          <p:spPr>
            <a:xfrm>
              <a:off x="3259368" y="4146959"/>
              <a:ext cx="85873" cy="13211"/>
            </a:xfrm>
            <a:custGeom>
              <a:rect b="b" l="l" r="r" t="t"/>
              <a:pathLst>
                <a:path extrusionOk="0" h="5" w="33">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6" name="Google Shape;906;p27"/>
            <p:cNvSpPr/>
            <p:nvPr/>
          </p:nvSpPr>
          <p:spPr>
            <a:xfrm>
              <a:off x="3259368" y="4175584"/>
              <a:ext cx="55047" cy="16514"/>
            </a:xfrm>
            <a:custGeom>
              <a:rect b="b" l="l" r="r" t="t"/>
              <a:pathLst>
                <a:path extrusionOk="0" h="6" w="21">
                  <a:moveTo>
                    <a:pt x="18" y="0"/>
                  </a:moveTo>
                  <a:cubicBezTo>
                    <a:pt x="3" y="0"/>
                    <a:pt x="3" y="0"/>
                    <a:pt x="3" y="0"/>
                  </a:cubicBezTo>
                  <a:cubicBezTo>
                    <a:pt x="2" y="0"/>
                    <a:pt x="0" y="1"/>
                    <a:pt x="0" y="2"/>
                  </a:cubicBezTo>
                  <a:cubicBezTo>
                    <a:pt x="0" y="4"/>
                    <a:pt x="1" y="6"/>
                    <a:pt x="3" y="6"/>
                  </a:cubicBezTo>
                  <a:cubicBezTo>
                    <a:pt x="17" y="6"/>
                    <a:pt x="17" y="6"/>
                    <a:pt x="17" y="6"/>
                  </a:cubicBezTo>
                  <a:cubicBezTo>
                    <a:pt x="19" y="6"/>
                    <a:pt x="20" y="5"/>
                    <a:pt x="20" y="3"/>
                  </a:cubicBezTo>
                  <a:cubicBezTo>
                    <a:pt x="21" y="1"/>
                    <a:pt x="19" y="0"/>
                    <a:pt x="1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7" name="Google Shape;907;p27"/>
            <p:cNvSpPr/>
            <p:nvPr/>
          </p:nvSpPr>
          <p:spPr>
            <a:xfrm>
              <a:off x="3361755" y="4110629"/>
              <a:ext cx="44038" cy="44037"/>
            </a:xfrm>
            <a:custGeom>
              <a:rect b="b" l="l" r="r" t="t"/>
              <a:pathLst>
                <a:path extrusionOk="0" h="17" w="17">
                  <a:moveTo>
                    <a:pt x="8" y="17"/>
                  </a:moveTo>
                  <a:cubicBezTo>
                    <a:pt x="13" y="17"/>
                    <a:pt x="17" y="13"/>
                    <a:pt x="17" y="8"/>
                  </a:cubicBezTo>
                  <a:cubicBezTo>
                    <a:pt x="17" y="4"/>
                    <a:pt x="13" y="0"/>
                    <a:pt x="8" y="0"/>
                  </a:cubicBezTo>
                  <a:cubicBezTo>
                    <a:pt x="4" y="0"/>
                    <a:pt x="0" y="4"/>
                    <a:pt x="0" y="8"/>
                  </a:cubicBezTo>
                  <a:cubicBezTo>
                    <a:pt x="0" y="13"/>
                    <a:pt x="4" y="17"/>
                    <a:pt x="8" y="17"/>
                  </a:cubicBezTo>
                  <a:close/>
                  <a:moveTo>
                    <a:pt x="8" y="6"/>
                  </a:moveTo>
                  <a:cubicBezTo>
                    <a:pt x="10" y="6"/>
                    <a:pt x="11" y="7"/>
                    <a:pt x="11" y="8"/>
                  </a:cubicBezTo>
                  <a:cubicBezTo>
                    <a:pt x="11" y="10"/>
                    <a:pt x="10" y="11"/>
                    <a:pt x="8" y="11"/>
                  </a:cubicBezTo>
                  <a:cubicBezTo>
                    <a:pt x="7" y="11"/>
                    <a:pt x="5" y="10"/>
                    <a:pt x="5" y="8"/>
                  </a:cubicBezTo>
                  <a:cubicBezTo>
                    <a:pt x="5" y="7"/>
                    <a:pt x="7" y="6"/>
                    <a:pt x="8"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8" name="Google Shape;908;p27"/>
            <p:cNvSpPr/>
            <p:nvPr/>
          </p:nvSpPr>
          <p:spPr>
            <a:xfrm>
              <a:off x="3329828" y="4175584"/>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09" name="Google Shape;909;p27"/>
          <p:cNvGrpSpPr/>
          <p:nvPr/>
        </p:nvGrpSpPr>
        <p:grpSpPr>
          <a:xfrm>
            <a:off x="2373183" y="3835331"/>
            <a:ext cx="369558" cy="365259"/>
            <a:chOff x="2336782" y="3909158"/>
            <a:chExt cx="378723" cy="374317"/>
          </a:xfrm>
        </p:grpSpPr>
        <p:sp>
          <p:nvSpPr>
            <p:cNvPr id="910" name="Google Shape;910;p27"/>
            <p:cNvSpPr/>
            <p:nvPr/>
          </p:nvSpPr>
          <p:spPr>
            <a:xfrm>
              <a:off x="2336782" y="3909158"/>
              <a:ext cx="378723" cy="374317"/>
            </a:xfrm>
            <a:custGeom>
              <a:rect b="b" l="l" r="r" t="t"/>
              <a:pathLst>
                <a:path extrusionOk="0" h="143" w="145">
                  <a:moveTo>
                    <a:pt x="142" y="46"/>
                  </a:moveTo>
                  <a:cubicBezTo>
                    <a:pt x="129" y="33"/>
                    <a:pt x="129" y="33"/>
                    <a:pt x="129" y="33"/>
                  </a:cubicBezTo>
                  <a:cubicBezTo>
                    <a:pt x="128" y="31"/>
                    <a:pt x="126" y="31"/>
                    <a:pt x="125" y="33"/>
                  </a:cubicBezTo>
                  <a:cubicBezTo>
                    <a:pt x="124" y="34"/>
                    <a:pt x="124" y="35"/>
                    <a:pt x="125" y="36"/>
                  </a:cubicBezTo>
                  <a:cubicBezTo>
                    <a:pt x="138" y="50"/>
                    <a:pt x="138" y="50"/>
                    <a:pt x="138" y="50"/>
                  </a:cubicBezTo>
                  <a:cubicBezTo>
                    <a:pt x="132" y="56"/>
                    <a:pt x="132" y="56"/>
                    <a:pt x="132" y="56"/>
                  </a:cubicBezTo>
                  <a:cubicBezTo>
                    <a:pt x="88" y="12"/>
                    <a:pt x="88" y="12"/>
                    <a:pt x="88" y="12"/>
                  </a:cubicBezTo>
                  <a:cubicBezTo>
                    <a:pt x="94" y="5"/>
                    <a:pt x="94" y="5"/>
                    <a:pt x="94" y="5"/>
                  </a:cubicBezTo>
                  <a:cubicBezTo>
                    <a:pt x="107" y="19"/>
                    <a:pt x="107" y="19"/>
                    <a:pt x="107" y="19"/>
                  </a:cubicBezTo>
                  <a:cubicBezTo>
                    <a:pt x="109" y="20"/>
                    <a:pt x="111" y="20"/>
                    <a:pt x="112" y="19"/>
                  </a:cubicBezTo>
                  <a:cubicBezTo>
                    <a:pt x="112" y="17"/>
                    <a:pt x="112" y="16"/>
                    <a:pt x="111" y="15"/>
                  </a:cubicBezTo>
                  <a:cubicBezTo>
                    <a:pt x="98" y="2"/>
                    <a:pt x="98" y="2"/>
                    <a:pt x="98" y="2"/>
                  </a:cubicBezTo>
                  <a:cubicBezTo>
                    <a:pt x="97" y="0"/>
                    <a:pt x="95" y="0"/>
                    <a:pt x="93" y="0"/>
                  </a:cubicBezTo>
                  <a:cubicBezTo>
                    <a:pt x="92" y="0"/>
                    <a:pt x="91" y="1"/>
                    <a:pt x="90" y="2"/>
                  </a:cubicBezTo>
                  <a:cubicBezTo>
                    <a:pt x="84" y="8"/>
                    <a:pt x="84" y="8"/>
                    <a:pt x="84" y="8"/>
                  </a:cubicBezTo>
                  <a:cubicBezTo>
                    <a:pt x="83" y="9"/>
                    <a:pt x="82" y="11"/>
                    <a:pt x="82" y="12"/>
                  </a:cubicBezTo>
                  <a:cubicBezTo>
                    <a:pt x="83" y="14"/>
                    <a:pt x="83" y="15"/>
                    <a:pt x="84" y="16"/>
                  </a:cubicBezTo>
                  <a:cubicBezTo>
                    <a:pt x="85" y="16"/>
                    <a:pt x="85" y="16"/>
                    <a:pt x="85" y="16"/>
                  </a:cubicBezTo>
                  <a:cubicBezTo>
                    <a:pt x="18" y="96"/>
                    <a:pt x="18" y="96"/>
                    <a:pt x="18" y="96"/>
                  </a:cubicBezTo>
                  <a:cubicBezTo>
                    <a:pt x="16" y="99"/>
                    <a:pt x="16" y="102"/>
                    <a:pt x="18" y="104"/>
                  </a:cubicBezTo>
                  <a:cubicBezTo>
                    <a:pt x="18" y="104"/>
                    <a:pt x="18" y="104"/>
                    <a:pt x="18" y="104"/>
                  </a:cubicBezTo>
                  <a:cubicBezTo>
                    <a:pt x="11" y="111"/>
                    <a:pt x="11" y="111"/>
                    <a:pt x="11" y="111"/>
                  </a:cubicBezTo>
                  <a:cubicBezTo>
                    <a:pt x="8" y="114"/>
                    <a:pt x="8" y="118"/>
                    <a:pt x="10" y="121"/>
                  </a:cubicBezTo>
                  <a:cubicBezTo>
                    <a:pt x="4" y="127"/>
                    <a:pt x="4" y="127"/>
                    <a:pt x="4" y="127"/>
                  </a:cubicBezTo>
                  <a:cubicBezTo>
                    <a:pt x="0" y="131"/>
                    <a:pt x="1" y="137"/>
                    <a:pt x="5" y="140"/>
                  </a:cubicBezTo>
                  <a:cubicBezTo>
                    <a:pt x="6" y="141"/>
                    <a:pt x="8" y="142"/>
                    <a:pt x="10" y="142"/>
                  </a:cubicBezTo>
                  <a:cubicBezTo>
                    <a:pt x="12" y="143"/>
                    <a:pt x="15" y="142"/>
                    <a:pt x="17" y="140"/>
                  </a:cubicBezTo>
                  <a:cubicBezTo>
                    <a:pt x="23" y="134"/>
                    <a:pt x="23" y="134"/>
                    <a:pt x="23" y="134"/>
                  </a:cubicBezTo>
                  <a:cubicBezTo>
                    <a:pt x="24" y="135"/>
                    <a:pt x="26" y="135"/>
                    <a:pt x="28" y="135"/>
                  </a:cubicBezTo>
                  <a:cubicBezTo>
                    <a:pt x="30" y="135"/>
                    <a:pt x="32" y="134"/>
                    <a:pt x="33" y="133"/>
                  </a:cubicBezTo>
                  <a:cubicBezTo>
                    <a:pt x="40" y="126"/>
                    <a:pt x="40" y="126"/>
                    <a:pt x="40" y="126"/>
                  </a:cubicBezTo>
                  <a:cubicBezTo>
                    <a:pt x="40" y="126"/>
                    <a:pt x="40" y="126"/>
                    <a:pt x="40" y="126"/>
                  </a:cubicBezTo>
                  <a:cubicBezTo>
                    <a:pt x="40" y="126"/>
                    <a:pt x="40" y="126"/>
                    <a:pt x="40" y="126"/>
                  </a:cubicBezTo>
                  <a:cubicBezTo>
                    <a:pt x="41" y="127"/>
                    <a:pt x="42" y="128"/>
                    <a:pt x="44" y="128"/>
                  </a:cubicBezTo>
                  <a:cubicBezTo>
                    <a:pt x="45" y="128"/>
                    <a:pt x="47" y="127"/>
                    <a:pt x="48" y="126"/>
                  </a:cubicBezTo>
                  <a:cubicBezTo>
                    <a:pt x="128" y="59"/>
                    <a:pt x="128" y="59"/>
                    <a:pt x="128" y="59"/>
                  </a:cubicBezTo>
                  <a:cubicBezTo>
                    <a:pt x="128" y="60"/>
                    <a:pt x="128" y="60"/>
                    <a:pt x="128" y="60"/>
                  </a:cubicBezTo>
                  <a:cubicBezTo>
                    <a:pt x="129" y="61"/>
                    <a:pt x="131" y="62"/>
                    <a:pt x="132" y="62"/>
                  </a:cubicBezTo>
                  <a:cubicBezTo>
                    <a:pt x="134" y="62"/>
                    <a:pt x="135" y="61"/>
                    <a:pt x="136" y="60"/>
                  </a:cubicBezTo>
                  <a:cubicBezTo>
                    <a:pt x="142" y="54"/>
                    <a:pt x="142" y="54"/>
                    <a:pt x="142" y="54"/>
                  </a:cubicBezTo>
                  <a:cubicBezTo>
                    <a:pt x="145" y="52"/>
                    <a:pt x="145" y="48"/>
                    <a:pt x="142" y="46"/>
                  </a:cubicBezTo>
                  <a:close/>
                  <a:moveTo>
                    <a:pt x="13" y="136"/>
                  </a:moveTo>
                  <a:cubicBezTo>
                    <a:pt x="12" y="136"/>
                    <a:pt x="12" y="137"/>
                    <a:pt x="11" y="137"/>
                  </a:cubicBezTo>
                  <a:cubicBezTo>
                    <a:pt x="10" y="137"/>
                    <a:pt x="9" y="136"/>
                    <a:pt x="8" y="136"/>
                  </a:cubicBezTo>
                  <a:cubicBezTo>
                    <a:pt x="7" y="134"/>
                    <a:pt x="7" y="132"/>
                    <a:pt x="8" y="131"/>
                  </a:cubicBezTo>
                  <a:cubicBezTo>
                    <a:pt x="14" y="125"/>
                    <a:pt x="14" y="125"/>
                    <a:pt x="14" y="125"/>
                  </a:cubicBezTo>
                  <a:cubicBezTo>
                    <a:pt x="19" y="130"/>
                    <a:pt x="19" y="130"/>
                    <a:pt x="19" y="130"/>
                  </a:cubicBezTo>
                  <a:lnTo>
                    <a:pt x="13" y="136"/>
                  </a:lnTo>
                  <a:close/>
                  <a:moveTo>
                    <a:pt x="29" y="129"/>
                  </a:moveTo>
                  <a:cubicBezTo>
                    <a:pt x="28" y="129"/>
                    <a:pt x="28" y="130"/>
                    <a:pt x="27" y="130"/>
                  </a:cubicBezTo>
                  <a:cubicBezTo>
                    <a:pt x="26" y="130"/>
                    <a:pt x="26" y="129"/>
                    <a:pt x="25" y="129"/>
                  </a:cubicBezTo>
                  <a:cubicBezTo>
                    <a:pt x="15" y="119"/>
                    <a:pt x="15" y="119"/>
                    <a:pt x="15" y="119"/>
                  </a:cubicBezTo>
                  <a:cubicBezTo>
                    <a:pt x="14" y="118"/>
                    <a:pt x="14" y="116"/>
                    <a:pt x="15" y="115"/>
                  </a:cubicBezTo>
                  <a:cubicBezTo>
                    <a:pt x="22" y="108"/>
                    <a:pt x="22" y="108"/>
                    <a:pt x="22" y="108"/>
                  </a:cubicBezTo>
                  <a:cubicBezTo>
                    <a:pt x="36" y="122"/>
                    <a:pt x="36" y="122"/>
                    <a:pt x="36" y="122"/>
                  </a:cubicBezTo>
                  <a:lnTo>
                    <a:pt x="29" y="129"/>
                  </a:lnTo>
                  <a:close/>
                  <a:moveTo>
                    <a:pt x="44" y="122"/>
                  </a:moveTo>
                  <a:cubicBezTo>
                    <a:pt x="44" y="122"/>
                    <a:pt x="44" y="122"/>
                    <a:pt x="44" y="122"/>
                  </a:cubicBezTo>
                  <a:cubicBezTo>
                    <a:pt x="22" y="100"/>
                    <a:pt x="22" y="100"/>
                    <a:pt x="22" y="100"/>
                  </a:cubicBezTo>
                  <a:cubicBezTo>
                    <a:pt x="22" y="100"/>
                    <a:pt x="22" y="100"/>
                    <a:pt x="22" y="100"/>
                  </a:cubicBezTo>
                  <a:cubicBezTo>
                    <a:pt x="89" y="20"/>
                    <a:pt x="89" y="20"/>
                    <a:pt x="89" y="20"/>
                  </a:cubicBezTo>
                  <a:cubicBezTo>
                    <a:pt x="123" y="55"/>
                    <a:pt x="123" y="55"/>
                    <a:pt x="123" y="55"/>
                  </a:cubicBezTo>
                  <a:lnTo>
                    <a:pt x="44" y="12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1" name="Google Shape;911;p27"/>
            <p:cNvSpPr/>
            <p:nvPr/>
          </p:nvSpPr>
          <p:spPr>
            <a:xfrm>
              <a:off x="2446876" y="4029160"/>
              <a:ext cx="144223" cy="144222"/>
            </a:xfrm>
            <a:custGeom>
              <a:rect b="b" l="l" r="r" t="t"/>
              <a:pathLst>
                <a:path extrusionOk="0" h="55" w="55">
                  <a:moveTo>
                    <a:pt x="37" y="4"/>
                  </a:moveTo>
                  <a:cubicBezTo>
                    <a:pt x="3" y="38"/>
                    <a:pt x="3" y="38"/>
                    <a:pt x="3" y="38"/>
                  </a:cubicBezTo>
                  <a:cubicBezTo>
                    <a:pt x="0" y="41"/>
                    <a:pt x="0" y="46"/>
                    <a:pt x="3" y="50"/>
                  </a:cubicBezTo>
                  <a:cubicBezTo>
                    <a:pt x="6" y="53"/>
                    <a:pt x="6" y="53"/>
                    <a:pt x="6" y="53"/>
                  </a:cubicBezTo>
                  <a:cubicBezTo>
                    <a:pt x="8" y="55"/>
                    <a:pt x="10" y="55"/>
                    <a:pt x="12" y="55"/>
                  </a:cubicBezTo>
                  <a:cubicBezTo>
                    <a:pt x="14" y="55"/>
                    <a:pt x="17" y="55"/>
                    <a:pt x="18" y="53"/>
                  </a:cubicBezTo>
                  <a:cubicBezTo>
                    <a:pt x="52" y="19"/>
                    <a:pt x="52" y="19"/>
                    <a:pt x="52" y="19"/>
                  </a:cubicBezTo>
                  <a:cubicBezTo>
                    <a:pt x="54" y="17"/>
                    <a:pt x="55" y="15"/>
                    <a:pt x="55" y="13"/>
                  </a:cubicBezTo>
                  <a:cubicBezTo>
                    <a:pt x="55" y="11"/>
                    <a:pt x="54" y="9"/>
                    <a:pt x="52" y="7"/>
                  </a:cubicBezTo>
                  <a:cubicBezTo>
                    <a:pt x="49" y="4"/>
                    <a:pt x="49" y="4"/>
                    <a:pt x="49" y="4"/>
                  </a:cubicBezTo>
                  <a:cubicBezTo>
                    <a:pt x="46" y="0"/>
                    <a:pt x="40" y="0"/>
                    <a:pt x="37" y="4"/>
                  </a:cubicBezTo>
                  <a:close/>
                  <a:moveTo>
                    <a:pt x="45" y="8"/>
                  </a:moveTo>
                  <a:cubicBezTo>
                    <a:pt x="48" y="11"/>
                    <a:pt x="48" y="11"/>
                    <a:pt x="48" y="11"/>
                  </a:cubicBezTo>
                  <a:cubicBezTo>
                    <a:pt x="49" y="12"/>
                    <a:pt x="49" y="12"/>
                    <a:pt x="49" y="13"/>
                  </a:cubicBezTo>
                  <a:cubicBezTo>
                    <a:pt x="49" y="14"/>
                    <a:pt x="49" y="14"/>
                    <a:pt x="48" y="15"/>
                  </a:cubicBezTo>
                  <a:cubicBezTo>
                    <a:pt x="14" y="49"/>
                    <a:pt x="14" y="49"/>
                    <a:pt x="14" y="49"/>
                  </a:cubicBezTo>
                  <a:cubicBezTo>
                    <a:pt x="13" y="50"/>
                    <a:pt x="11" y="50"/>
                    <a:pt x="10" y="49"/>
                  </a:cubicBezTo>
                  <a:cubicBezTo>
                    <a:pt x="7" y="46"/>
                    <a:pt x="7" y="46"/>
                    <a:pt x="7" y="46"/>
                  </a:cubicBezTo>
                  <a:cubicBezTo>
                    <a:pt x="6" y="45"/>
                    <a:pt x="6" y="43"/>
                    <a:pt x="7" y="42"/>
                  </a:cubicBezTo>
                  <a:cubicBezTo>
                    <a:pt x="41" y="8"/>
                    <a:pt x="41" y="8"/>
                    <a:pt x="41" y="8"/>
                  </a:cubicBezTo>
                  <a:cubicBezTo>
                    <a:pt x="41" y="7"/>
                    <a:pt x="42" y="7"/>
                    <a:pt x="43" y="7"/>
                  </a:cubicBezTo>
                  <a:cubicBezTo>
                    <a:pt x="44" y="7"/>
                    <a:pt x="44" y="7"/>
                    <a:pt x="45"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2" name="Google Shape;912;p27"/>
            <p:cNvSpPr/>
            <p:nvPr/>
          </p:nvSpPr>
          <p:spPr>
            <a:xfrm>
              <a:off x="2637338" y="396970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13" name="Google Shape;913;p27"/>
          <p:cNvGrpSpPr/>
          <p:nvPr/>
        </p:nvGrpSpPr>
        <p:grpSpPr>
          <a:xfrm>
            <a:off x="1651791" y="3833183"/>
            <a:ext cx="272872" cy="365259"/>
            <a:chOff x="1508876" y="3906956"/>
            <a:chExt cx="279639" cy="374317"/>
          </a:xfrm>
        </p:grpSpPr>
        <p:sp>
          <p:nvSpPr>
            <p:cNvPr id="914" name="Google Shape;914;p27"/>
            <p:cNvSpPr/>
            <p:nvPr/>
          </p:nvSpPr>
          <p:spPr>
            <a:xfrm>
              <a:off x="1522088" y="3906956"/>
              <a:ext cx="266427" cy="268628"/>
            </a:xfrm>
            <a:custGeom>
              <a:rect b="b" l="l" r="r" t="t"/>
              <a:pathLst>
                <a:path extrusionOk="0" h="103" w="102">
                  <a:moveTo>
                    <a:pt x="102" y="16"/>
                  </a:moveTo>
                  <a:cubicBezTo>
                    <a:pt x="102" y="12"/>
                    <a:pt x="101" y="8"/>
                    <a:pt x="98" y="5"/>
                  </a:cubicBezTo>
                  <a:cubicBezTo>
                    <a:pt x="93" y="1"/>
                    <a:pt x="86" y="0"/>
                    <a:pt x="80" y="3"/>
                  </a:cubicBezTo>
                  <a:cubicBezTo>
                    <a:pt x="79" y="3"/>
                    <a:pt x="79" y="4"/>
                    <a:pt x="78" y="4"/>
                  </a:cubicBezTo>
                  <a:cubicBezTo>
                    <a:pt x="66" y="16"/>
                    <a:pt x="66" y="16"/>
                    <a:pt x="66" y="16"/>
                  </a:cubicBezTo>
                  <a:cubicBezTo>
                    <a:pt x="62" y="12"/>
                    <a:pt x="62" y="12"/>
                    <a:pt x="62" y="12"/>
                  </a:cubicBezTo>
                  <a:cubicBezTo>
                    <a:pt x="61" y="11"/>
                    <a:pt x="60" y="11"/>
                    <a:pt x="59" y="12"/>
                  </a:cubicBezTo>
                  <a:cubicBezTo>
                    <a:pt x="50" y="21"/>
                    <a:pt x="50" y="21"/>
                    <a:pt x="50" y="21"/>
                  </a:cubicBezTo>
                  <a:cubicBezTo>
                    <a:pt x="47" y="24"/>
                    <a:pt x="47" y="27"/>
                    <a:pt x="50" y="30"/>
                  </a:cubicBezTo>
                  <a:cubicBezTo>
                    <a:pt x="51" y="31"/>
                    <a:pt x="51" y="31"/>
                    <a:pt x="51" y="31"/>
                  </a:cubicBezTo>
                  <a:cubicBezTo>
                    <a:pt x="12" y="70"/>
                    <a:pt x="12" y="70"/>
                    <a:pt x="12" y="70"/>
                  </a:cubicBezTo>
                  <a:cubicBezTo>
                    <a:pt x="10" y="73"/>
                    <a:pt x="8" y="76"/>
                    <a:pt x="8" y="80"/>
                  </a:cubicBezTo>
                  <a:cubicBezTo>
                    <a:pt x="4" y="84"/>
                    <a:pt x="4" y="84"/>
                    <a:pt x="4" y="84"/>
                  </a:cubicBezTo>
                  <a:cubicBezTo>
                    <a:pt x="0" y="88"/>
                    <a:pt x="0" y="95"/>
                    <a:pt x="4" y="99"/>
                  </a:cubicBezTo>
                  <a:cubicBezTo>
                    <a:pt x="7" y="102"/>
                    <a:pt x="12" y="103"/>
                    <a:pt x="17" y="101"/>
                  </a:cubicBezTo>
                  <a:cubicBezTo>
                    <a:pt x="17" y="100"/>
                    <a:pt x="18" y="100"/>
                    <a:pt x="18" y="100"/>
                  </a:cubicBezTo>
                  <a:cubicBezTo>
                    <a:pt x="23" y="95"/>
                    <a:pt x="23" y="95"/>
                    <a:pt x="23" y="95"/>
                  </a:cubicBezTo>
                  <a:cubicBezTo>
                    <a:pt x="23" y="95"/>
                    <a:pt x="23" y="95"/>
                    <a:pt x="23" y="95"/>
                  </a:cubicBezTo>
                  <a:cubicBezTo>
                    <a:pt x="27" y="95"/>
                    <a:pt x="31" y="93"/>
                    <a:pt x="33" y="91"/>
                  </a:cubicBezTo>
                  <a:cubicBezTo>
                    <a:pt x="37" y="87"/>
                    <a:pt x="37" y="87"/>
                    <a:pt x="37" y="87"/>
                  </a:cubicBezTo>
                  <a:cubicBezTo>
                    <a:pt x="37" y="87"/>
                    <a:pt x="37" y="86"/>
                    <a:pt x="37" y="86"/>
                  </a:cubicBezTo>
                  <a:cubicBezTo>
                    <a:pt x="37" y="83"/>
                    <a:pt x="34" y="82"/>
                    <a:pt x="33" y="84"/>
                  </a:cubicBezTo>
                  <a:cubicBezTo>
                    <a:pt x="29" y="87"/>
                    <a:pt x="29" y="87"/>
                    <a:pt x="29" y="87"/>
                  </a:cubicBezTo>
                  <a:cubicBezTo>
                    <a:pt x="27" y="89"/>
                    <a:pt x="25" y="90"/>
                    <a:pt x="22" y="89"/>
                  </a:cubicBezTo>
                  <a:cubicBezTo>
                    <a:pt x="21" y="89"/>
                    <a:pt x="20" y="90"/>
                    <a:pt x="20" y="90"/>
                  </a:cubicBezTo>
                  <a:cubicBezTo>
                    <a:pt x="15" y="95"/>
                    <a:pt x="15" y="95"/>
                    <a:pt x="15" y="95"/>
                  </a:cubicBezTo>
                  <a:cubicBezTo>
                    <a:pt x="14" y="95"/>
                    <a:pt x="14" y="96"/>
                    <a:pt x="14" y="96"/>
                  </a:cubicBezTo>
                  <a:cubicBezTo>
                    <a:pt x="12" y="97"/>
                    <a:pt x="10" y="96"/>
                    <a:pt x="8" y="95"/>
                  </a:cubicBezTo>
                  <a:cubicBezTo>
                    <a:pt x="6" y="93"/>
                    <a:pt x="6" y="90"/>
                    <a:pt x="8" y="88"/>
                  </a:cubicBezTo>
                  <a:cubicBezTo>
                    <a:pt x="14" y="83"/>
                    <a:pt x="14" y="83"/>
                    <a:pt x="14" y="83"/>
                  </a:cubicBezTo>
                  <a:cubicBezTo>
                    <a:pt x="14" y="82"/>
                    <a:pt x="14" y="82"/>
                    <a:pt x="14" y="82"/>
                  </a:cubicBezTo>
                  <a:cubicBezTo>
                    <a:pt x="13" y="79"/>
                    <a:pt x="14" y="76"/>
                    <a:pt x="16" y="74"/>
                  </a:cubicBezTo>
                  <a:cubicBezTo>
                    <a:pt x="30" y="60"/>
                    <a:pt x="30" y="60"/>
                    <a:pt x="30" y="60"/>
                  </a:cubicBezTo>
                  <a:cubicBezTo>
                    <a:pt x="54" y="62"/>
                    <a:pt x="54" y="62"/>
                    <a:pt x="54" y="62"/>
                  </a:cubicBezTo>
                  <a:cubicBezTo>
                    <a:pt x="50" y="66"/>
                    <a:pt x="50" y="66"/>
                    <a:pt x="50" y="66"/>
                  </a:cubicBezTo>
                  <a:cubicBezTo>
                    <a:pt x="49" y="67"/>
                    <a:pt x="49" y="67"/>
                    <a:pt x="49" y="67"/>
                  </a:cubicBezTo>
                  <a:cubicBezTo>
                    <a:pt x="49" y="71"/>
                    <a:pt x="53" y="71"/>
                    <a:pt x="54" y="70"/>
                  </a:cubicBezTo>
                  <a:cubicBezTo>
                    <a:pt x="72" y="52"/>
                    <a:pt x="72" y="52"/>
                    <a:pt x="72" y="52"/>
                  </a:cubicBezTo>
                  <a:cubicBezTo>
                    <a:pt x="73" y="53"/>
                    <a:pt x="73" y="53"/>
                    <a:pt x="73" y="53"/>
                  </a:cubicBezTo>
                  <a:cubicBezTo>
                    <a:pt x="74" y="55"/>
                    <a:pt x="76" y="55"/>
                    <a:pt x="78" y="55"/>
                  </a:cubicBezTo>
                  <a:cubicBezTo>
                    <a:pt x="79" y="55"/>
                    <a:pt x="81" y="55"/>
                    <a:pt x="82" y="53"/>
                  </a:cubicBezTo>
                  <a:cubicBezTo>
                    <a:pt x="88" y="47"/>
                    <a:pt x="88" y="47"/>
                    <a:pt x="88" y="47"/>
                  </a:cubicBezTo>
                  <a:cubicBezTo>
                    <a:pt x="91" y="45"/>
                    <a:pt x="91" y="41"/>
                    <a:pt x="88" y="38"/>
                  </a:cubicBezTo>
                  <a:cubicBezTo>
                    <a:pt x="87" y="37"/>
                    <a:pt x="87" y="37"/>
                    <a:pt x="87" y="37"/>
                  </a:cubicBezTo>
                  <a:cubicBezTo>
                    <a:pt x="98" y="26"/>
                    <a:pt x="98" y="26"/>
                    <a:pt x="98" y="26"/>
                  </a:cubicBezTo>
                  <a:cubicBezTo>
                    <a:pt x="101" y="23"/>
                    <a:pt x="102" y="20"/>
                    <a:pt x="102" y="16"/>
                  </a:cubicBezTo>
                  <a:close/>
                  <a:moveTo>
                    <a:pt x="59" y="57"/>
                  </a:moveTo>
                  <a:cubicBezTo>
                    <a:pt x="35" y="55"/>
                    <a:pt x="35" y="55"/>
                    <a:pt x="35" y="55"/>
                  </a:cubicBezTo>
                  <a:cubicBezTo>
                    <a:pt x="55" y="35"/>
                    <a:pt x="55" y="35"/>
                    <a:pt x="55" y="35"/>
                  </a:cubicBezTo>
                  <a:cubicBezTo>
                    <a:pt x="68" y="48"/>
                    <a:pt x="68" y="48"/>
                    <a:pt x="68" y="48"/>
                  </a:cubicBezTo>
                  <a:lnTo>
                    <a:pt x="59" y="57"/>
                  </a:lnTo>
                  <a:close/>
                  <a:moveTo>
                    <a:pt x="94" y="22"/>
                  </a:moveTo>
                  <a:cubicBezTo>
                    <a:pt x="81" y="35"/>
                    <a:pt x="81" y="35"/>
                    <a:pt x="81" y="35"/>
                  </a:cubicBezTo>
                  <a:cubicBezTo>
                    <a:pt x="80" y="36"/>
                    <a:pt x="80" y="38"/>
                    <a:pt x="81" y="39"/>
                  </a:cubicBezTo>
                  <a:cubicBezTo>
                    <a:pt x="84" y="42"/>
                    <a:pt x="84" y="42"/>
                    <a:pt x="84" y="42"/>
                  </a:cubicBezTo>
                  <a:cubicBezTo>
                    <a:pt x="85" y="43"/>
                    <a:pt x="85" y="43"/>
                    <a:pt x="84" y="43"/>
                  </a:cubicBezTo>
                  <a:cubicBezTo>
                    <a:pt x="78" y="50"/>
                    <a:pt x="78" y="50"/>
                    <a:pt x="78" y="50"/>
                  </a:cubicBezTo>
                  <a:cubicBezTo>
                    <a:pt x="78" y="50"/>
                    <a:pt x="77" y="50"/>
                    <a:pt x="77" y="50"/>
                  </a:cubicBezTo>
                  <a:cubicBezTo>
                    <a:pt x="54" y="26"/>
                    <a:pt x="54" y="26"/>
                    <a:pt x="54" y="26"/>
                  </a:cubicBezTo>
                  <a:cubicBezTo>
                    <a:pt x="53" y="26"/>
                    <a:pt x="53" y="25"/>
                    <a:pt x="54" y="25"/>
                  </a:cubicBezTo>
                  <a:cubicBezTo>
                    <a:pt x="60" y="19"/>
                    <a:pt x="60" y="19"/>
                    <a:pt x="60" y="19"/>
                  </a:cubicBezTo>
                  <a:cubicBezTo>
                    <a:pt x="60" y="19"/>
                    <a:pt x="60" y="19"/>
                    <a:pt x="60" y="19"/>
                  </a:cubicBezTo>
                  <a:cubicBezTo>
                    <a:pt x="61" y="19"/>
                    <a:pt x="61" y="19"/>
                    <a:pt x="61" y="19"/>
                  </a:cubicBezTo>
                  <a:cubicBezTo>
                    <a:pt x="64" y="22"/>
                    <a:pt x="64" y="22"/>
                    <a:pt x="64" y="22"/>
                  </a:cubicBezTo>
                  <a:cubicBezTo>
                    <a:pt x="65" y="23"/>
                    <a:pt x="67" y="23"/>
                    <a:pt x="68" y="22"/>
                  </a:cubicBezTo>
                  <a:cubicBezTo>
                    <a:pt x="81" y="9"/>
                    <a:pt x="81" y="9"/>
                    <a:pt x="81" y="9"/>
                  </a:cubicBezTo>
                  <a:cubicBezTo>
                    <a:pt x="83" y="8"/>
                    <a:pt x="85" y="7"/>
                    <a:pt x="87" y="7"/>
                  </a:cubicBezTo>
                  <a:cubicBezTo>
                    <a:pt x="90" y="7"/>
                    <a:pt x="92" y="8"/>
                    <a:pt x="94" y="9"/>
                  </a:cubicBezTo>
                  <a:cubicBezTo>
                    <a:pt x="96" y="11"/>
                    <a:pt x="97" y="13"/>
                    <a:pt x="97" y="16"/>
                  </a:cubicBezTo>
                  <a:cubicBezTo>
                    <a:pt x="97" y="18"/>
                    <a:pt x="96" y="21"/>
                    <a:pt x="9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5" name="Google Shape;915;p27"/>
            <p:cNvSpPr/>
            <p:nvPr/>
          </p:nvSpPr>
          <p:spPr>
            <a:xfrm>
              <a:off x="1508876" y="4202006"/>
              <a:ext cx="68258" cy="79267"/>
            </a:xfrm>
            <a:custGeom>
              <a:rect b="b" l="l" r="r" t="t"/>
              <a:pathLst>
                <a:path extrusionOk="0" h="30" w="26">
                  <a:moveTo>
                    <a:pt x="19" y="3"/>
                  </a:moveTo>
                  <a:cubicBezTo>
                    <a:pt x="17" y="1"/>
                    <a:pt x="15" y="0"/>
                    <a:pt x="13" y="0"/>
                  </a:cubicBezTo>
                  <a:cubicBezTo>
                    <a:pt x="13" y="0"/>
                    <a:pt x="13" y="0"/>
                    <a:pt x="13" y="0"/>
                  </a:cubicBezTo>
                  <a:cubicBezTo>
                    <a:pt x="10" y="0"/>
                    <a:pt x="8" y="1"/>
                    <a:pt x="7" y="3"/>
                  </a:cubicBezTo>
                  <a:cubicBezTo>
                    <a:pt x="2" y="12"/>
                    <a:pt x="2" y="12"/>
                    <a:pt x="2" y="12"/>
                  </a:cubicBezTo>
                  <a:cubicBezTo>
                    <a:pt x="0" y="16"/>
                    <a:pt x="0" y="20"/>
                    <a:pt x="2" y="24"/>
                  </a:cubicBezTo>
                  <a:cubicBezTo>
                    <a:pt x="4" y="28"/>
                    <a:pt x="8" y="30"/>
                    <a:pt x="13" y="30"/>
                  </a:cubicBezTo>
                  <a:cubicBezTo>
                    <a:pt x="17" y="30"/>
                    <a:pt x="21" y="28"/>
                    <a:pt x="23" y="24"/>
                  </a:cubicBezTo>
                  <a:cubicBezTo>
                    <a:pt x="26" y="20"/>
                    <a:pt x="26" y="16"/>
                    <a:pt x="23" y="12"/>
                  </a:cubicBezTo>
                  <a:lnTo>
                    <a:pt x="19" y="3"/>
                  </a:lnTo>
                  <a:close/>
                  <a:moveTo>
                    <a:pt x="19" y="22"/>
                  </a:moveTo>
                  <a:cubicBezTo>
                    <a:pt x="17" y="24"/>
                    <a:pt x="15" y="25"/>
                    <a:pt x="13" y="25"/>
                  </a:cubicBezTo>
                  <a:cubicBezTo>
                    <a:pt x="10" y="25"/>
                    <a:pt x="8" y="24"/>
                    <a:pt x="7" y="22"/>
                  </a:cubicBezTo>
                  <a:cubicBezTo>
                    <a:pt x="6" y="19"/>
                    <a:pt x="6" y="17"/>
                    <a:pt x="7" y="15"/>
                  </a:cubicBezTo>
                  <a:cubicBezTo>
                    <a:pt x="12" y="6"/>
                    <a:pt x="12" y="6"/>
                    <a:pt x="12" y="6"/>
                  </a:cubicBezTo>
                  <a:cubicBezTo>
                    <a:pt x="12" y="6"/>
                    <a:pt x="13" y="6"/>
                    <a:pt x="13" y="6"/>
                  </a:cubicBezTo>
                  <a:cubicBezTo>
                    <a:pt x="13" y="6"/>
                    <a:pt x="13" y="6"/>
                    <a:pt x="13" y="6"/>
                  </a:cubicBezTo>
                  <a:cubicBezTo>
                    <a:pt x="13" y="6"/>
                    <a:pt x="13" y="6"/>
                    <a:pt x="14" y="6"/>
                  </a:cubicBezTo>
                  <a:cubicBezTo>
                    <a:pt x="19" y="15"/>
                    <a:pt x="19" y="15"/>
                    <a:pt x="19" y="15"/>
                  </a:cubicBezTo>
                  <a:cubicBezTo>
                    <a:pt x="20" y="17"/>
                    <a:pt x="20" y="19"/>
                    <a:pt x="19"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6" name="Google Shape;916;p27"/>
            <p:cNvSpPr/>
            <p:nvPr/>
          </p:nvSpPr>
          <p:spPr>
            <a:xfrm>
              <a:off x="1628879" y="4100720"/>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17" name="Google Shape;917;p27"/>
          <p:cNvGrpSpPr/>
          <p:nvPr/>
        </p:nvGrpSpPr>
        <p:grpSpPr>
          <a:xfrm>
            <a:off x="814917" y="3263808"/>
            <a:ext cx="362038" cy="362036"/>
            <a:chOff x="722807" y="3323461"/>
            <a:chExt cx="371016" cy="371015"/>
          </a:xfrm>
        </p:grpSpPr>
        <p:sp>
          <p:nvSpPr>
            <p:cNvPr id="918" name="Google Shape;918;p27"/>
            <p:cNvSpPr/>
            <p:nvPr/>
          </p:nvSpPr>
          <p:spPr>
            <a:xfrm>
              <a:off x="722807" y="3323461"/>
              <a:ext cx="371016" cy="371015"/>
            </a:xfrm>
            <a:custGeom>
              <a:rect b="b" l="l" r="r" t="t"/>
              <a:pathLst>
                <a:path extrusionOk="0" h="142" w="142">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9" name="Google Shape;919;p27"/>
            <p:cNvSpPr/>
            <p:nvPr/>
          </p:nvSpPr>
          <p:spPr>
            <a:xfrm>
              <a:off x="837304" y="3456674"/>
              <a:ext cx="60552" cy="41835"/>
            </a:xfrm>
            <a:custGeom>
              <a:rect b="b" l="l" r="r" t="t"/>
              <a:pathLst>
                <a:path extrusionOk="0" h="16" w="23">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0" name="Google Shape;920;p27"/>
            <p:cNvSpPr/>
            <p:nvPr/>
          </p:nvSpPr>
          <p:spPr>
            <a:xfrm>
              <a:off x="918774" y="3521629"/>
              <a:ext cx="59451" cy="58350"/>
            </a:xfrm>
            <a:custGeom>
              <a:rect b="b" l="l" r="r" t="t"/>
              <a:pathLst>
                <a:path extrusionOk="0" h="22" w="23">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1" name="Google Shape;921;p27"/>
            <p:cNvSpPr/>
            <p:nvPr/>
          </p:nvSpPr>
          <p:spPr>
            <a:xfrm>
              <a:off x="837304" y="3529336"/>
              <a:ext cx="45139" cy="45138"/>
            </a:xfrm>
            <a:custGeom>
              <a:rect b="b" l="l" r="r" t="t"/>
              <a:pathLst>
                <a:path extrusionOk="0" h="17" w="17">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2" name="Google Shape;922;p27"/>
            <p:cNvSpPr/>
            <p:nvPr/>
          </p:nvSpPr>
          <p:spPr>
            <a:xfrm>
              <a:off x="931985" y="3443463"/>
              <a:ext cx="46239" cy="44037"/>
            </a:xfrm>
            <a:custGeom>
              <a:rect b="b" l="l" r="r" t="t"/>
              <a:pathLst>
                <a:path extrusionOk="0" h="17" w="18">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3" name="Google Shape;923;p27"/>
            <p:cNvSpPr/>
            <p:nvPr/>
          </p:nvSpPr>
          <p:spPr>
            <a:xfrm>
              <a:off x="858222" y="3437958"/>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4" name="Google Shape;924;p27"/>
            <p:cNvSpPr/>
            <p:nvPr/>
          </p:nvSpPr>
          <p:spPr>
            <a:xfrm>
              <a:off x="907764" y="3422545"/>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5" name="Google Shape;925;p27"/>
            <p:cNvSpPr/>
            <p:nvPr/>
          </p:nvSpPr>
          <p:spPr>
            <a:xfrm>
              <a:off x="905562" y="3495207"/>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6" name="Google Shape;926;p27"/>
            <p:cNvSpPr/>
            <p:nvPr/>
          </p:nvSpPr>
          <p:spPr>
            <a:xfrm>
              <a:off x="897856" y="3582180"/>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7" name="Google Shape;927;p27"/>
            <p:cNvSpPr/>
            <p:nvPr/>
          </p:nvSpPr>
          <p:spPr>
            <a:xfrm>
              <a:off x="987032" y="3511721"/>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8" name="Google Shape;928;p27"/>
            <p:cNvSpPr/>
            <p:nvPr/>
          </p:nvSpPr>
          <p:spPr>
            <a:xfrm>
              <a:off x="814184" y="3508418"/>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29" name="Google Shape;929;p27"/>
          <p:cNvGrpSpPr/>
          <p:nvPr/>
        </p:nvGrpSpPr>
        <p:grpSpPr>
          <a:xfrm>
            <a:off x="7964352" y="2691211"/>
            <a:ext cx="360963" cy="363110"/>
            <a:chOff x="8006613" y="2736663"/>
            <a:chExt cx="369915" cy="372116"/>
          </a:xfrm>
        </p:grpSpPr>
        <p:sp>
          <p:nvSpPr>
            <p:cNvPr id="930" name="Google Shape;930;p27"/>
            <p:cNvSpPr/>
            <p:nvPr/>
          </p:nvSpPr>
          <p:spPr>
            <a:xfrm>
              <a:off x="8006613" y="2736663"/>
              <a:ext cx="369915" cy="372116"/>
            </a:xfrm>
            <a:custGeom>
              <a:rect b="b" l="l" r="r" t="t"/>
              <a:pathLst>
                <a:path extrusionOk="0" h="142" w="142">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1" name="Google Shape;931;p27"/>
            <p:cNvSpPr/>
            <p:nvPr/>
          </p:nvSpPr>
          <p:spPr>
            <a:xfrm>
              <a:off x="8121111" y="2869876"/>
              <a:ext cx="60552" cy="41835"/>
            </a:xfrm>
            <a:custGeom>
              <a:rect b="b" l="l" r="r" t="t"/>
              <a:pathLst>
                <a:path extrusionOk="0" h="16" w="23">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2" name="Google Shape;932;p27"/>
            <p:cNvSpPr/>
            <p:nvPr/>
          </p:nvSpPr>
          <p:spPr>
            <a:xfrm>
              <a:off x="8202580" y="2935932"/>
              <a:ext cx="59451" cy="57249"/>
            </a:xfrm>
            <a:custGeom>
              <a:rect b="b" l="l" r="r" t="t"/>
              <a:pathLst>
                <a:path extrusionOk="0" h="22" w="23">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3" name="Google Shape;933;p27"/>
            <p:cNvSpPr/>
            <p:nvPr/>
          </p:nvSpPr>
          <p:spPr>
            <a:xfrm>
              <a:off x="8121111" y="2943639"/>
              <a:ext cx="44038" cy="44037"/>
            </a:xfrm>
            <a:custGeom>
              <a:rect b="b" l="l" r="r" t="t"/>
              <a:pathLst>
                <a:path extrusionOk="0" h="17" w="17">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4" name="Google Shape;934;p27"/>
            <p:cNvSpPr/>
            <p:nvPr/>
          </p:nvSpPr>
          <p:spPr>
            <a:xfrm>
              <a:off x="8214691" y="2856665"/>
              <a:ext cx="47340" cy="45138"/>
            </a:xfrm>
            <a:custGeom>
              <a:rect b="b" l="l" r="r" t="t"/>
              <a:pathLst>
                <a:path extrusionOk="0" h="17" w="18">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5" name="Google Shape;935;p27"/>
            <p:cNvSpPr/>
            <p:nvPr/>
          </p:nvSpPr>
          <p:spPr>
            <a:xfrm>
              <a:off x="8142029" y="2852261"/>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6" name="Google Shape;936;p27"/>
            <p:cNvSpPr/>
            <p:nvPr/>
          </p:nvSpPr>
          <p:spPr>
            <a:xfrm>
              <a:off x="8191571" y="2835747"/>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7" name="Google Shape;937;p27"/>
            <p:cNvSpPr/>
            <p:nvPr/>
          </p:nvSpPr>
          <p:spPr>
            <a:xfrm>
              <a:off x="8189369" y="2909510"/>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8" name="Google Shape;938;p27"/>
            <p:cNvSpPr/>
            <p:nvPr/>
          </p:nvSpPr>
          <p:spPr>
            <a:xfrm>
              <a:off x="8181663" y="2995383"/>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9" name="Google Shape;939;p27"/>
            <p:cNvSpPr/>
            <p:nvPr/>
          </p:nvSpPr>
          <p:spPr>
            <a:xfrm>
              <a:off x="8269738" y="2924923"/>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0" name="Google Shape;940;p27"/>
            <p:cNvSpPr/>
            <p:nvPr/>
          </p:nvSpPr>
          <p:spPr>
            <a:xfrm>
              <a:off x="8097991" y="2922721"/>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41" name="Google Shape;941;p27"/>
          <p:cNvGrpSpPr/>
          <p:nvPr/>
        </p:nvGrpSpPr>
        <p:grpSpPr>
          <a:xfrm>
            <a:off x="7963818" y="3278848"/>
            <a:ext cx="362038" cy="331956"/>
            <a:chOff x="8089184" y="3338874"/>
            <a:chExt cx="371016" cy="340189"/>
          </a:xfrm>
        </p:grpSpPr>
        <p:sp>
          <p:nvSpPr>
            <p:cNvPr id="942" name="Google Shape;942;p27"/>
            <p:cNvSpPr/>
            <p:nvPr/>
          </p:nvSpPr>
          <p:spPr>
            <a:xfrm>
              <a:off x="8089184" y="3338874"/>
              <a:ext cx="371016" cy="340189"/>
            </a:xfrm>
            <a:custGeom>
              <a:rect b="b" l="l" r="r" t="t"/>
              <a:pathLst>
                <a:path extrusionOk="0" h="130" w="142">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3" name="Google Shape;943;p27"/>
            <p:cNvSpPr/>
            <p:nvPr/>
          </p:nvSpPr>
          <p:spPr>
            <a:xfrm>
              <a:off x="8222397" y="3409334"/>
              <a:ext cx="104589" cy="106790"/>
            </a:xfrm>
            <a:custGeom>
              <a:rect b="b" l="l" r="r" t="t"/>
              <a:pathLst>
                <a:path extrusionOk="0" h="41" w="4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4" name="Google Shape;944;p27"/>
            <p:cNvSpPr/>
            <p:nvPr/>
          </p:nvSpPr>
          <p:spPr>
            <a:xfrm>
              <a:off x="8306069" y="3451169"/>
              <a:ext cx="112296" cy="55047"/>
            </a:xfrm>
            <a:custGeom>
              <a:rect b="b" l="l" r="r" t="t"/>
              <a:pathLst>
                <a:path extrusionOk="0" h="21" w="43">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5" name="Google Shape;945;p27"/>
            <p:cNvSpPr/>
            <p:nvPr/>
          </p:nvSpPr>
          <p:spPr>
            <a:xfrm>
              <a:off x="8131020" y="3417040"/>
              <a:ext cx="112296" cy="55047"/>
            </a:xfrm>
            <a:custGeom>
              <a:rect b="b" l="l" r="r" t="t"/>
              <a:pathLst>
                <a:path extrusionOk="0" h="21" w="43">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6" name="Google Shape;946;p27"/>
            <p:cNvSpPr/>
            <p:nvPr/>
          </p:nvSpPr>
          <p:spPr>
            <a:xfrm>
              <a:off x="8267536" y="3537042"/>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47" name="Google Shape;947;p27"/>
          <p:cNvGrpSpPr/>
          <p:nvPr/>
        </p:nvGrpSpPr>
        <p:grpSpPr>
          <a:xfrm>
            <a:off x="7121570" y="3288517"/>
            <a:ext cx="364186" cy="311544"/>
            <a:chOff x="7222746" y="3348783"/>
            <a:chExt cx="373218" cy="319270"/>
          </a:xfrm>
        </p:grpSpPr>
        <p:sp>
          <p:nvSpPr>
            <p:cNvPr id="948" name="Google Shape;948;p27"/>
            <p:cNvSpPr/>
            <p:nvPr/>
          </p:nvSpPr>
          <p:spPr>
            <a:xfrm>
              <a:off x="7222746" y="3348783"/>
              <a:ext cx="373218" cy="319270"/>
            </a:xfrm>
            <a:custGeom>
              <a:rect b="b" l="l" r="r" t="t"/>
              <a:pathLst>
                <a:path extrusionOk="0" h="122" w="143">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9" name="Google Shape;949;p27"/>
            <p:cNvSpPr/>
            <p:nvPr/>
          </p:nvSpPr>
          <p:spPr>
            <a:xfrm>
              <a:off x="7339445" y="3545850"/>
              <a:ext cx="138718" cy="55047"/>
            </a:xfrm>
            <a:custGeom>
              <a:rect b="b" l="l" r="r" t="t"/>
              <a:pathLst>
                <a:path extrusionOk="0" h="21" w="53">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0" name="Google Shape;950;p27"/>
            <p:cNvSpPr/>
            <p:nvPr/>
          </p:nvSpPr>
          <p:spPr>
            <a:xfrm>
              <a:off x="7402198" y="3624016"/>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51" name="Google Shape;951;p27"/>
          <p:cNvGrpSpPr/>
          <p:nvPr/>
        </p:nvGrpSpPr>
        <p:grpSpPr>
          <a:xfrm>
            <a:off x="6357744" y="3263808"/>
            <a:ext cx="364186" cy="362036"/>
            <a:chOff x="6404748" y="3323461"/>
            <a:chExt cx="373218" cy="371015"/>
          </a:xfrm>
        </p:grpSpPr>
        <p:sp>
          <p:nvSpPr>
            <p:cNvPr id="952" name="Google Shape;952;p27"/>
            <p:cNvSpPr/>
            <p:nvPr/>
          </p:nvSpPr>
          <p:spPr>
            <a:xfrm>
              <a:off x="6477410" y="3393921"/>
              <a:ext cx="300556" cy="300555"/>
            </a:xfrm>
            <a:custGeom>
              <a:rect b="b" l="l" r="r" t="t"/>
              <a:pathLst>
                <a:path extrusionOk="0" h="115" w="115">
                  <a:moveTo>
                    <a:pt x="114" y="22"/>
                  </a:moveTo>
                  <a:cubicBezTo>
                    <a:pt x="93" y="1"/>
                    <a:pt x="93" y="1"/>
                    <a:pt x="93" y="1"/>
                  </a:cubicBezTo>
                  <a:cubicBezTo>
                    <a:pt x="92" y="0"/>
                    <a:pt x="91" y="0"/>
                    <a:pt x="89" y="1"/>
                  </a:cubicBezTo>
                  <a:cubicBezTo>
                    <a:pt x="88" y="2"/>
                    <a:pt x="88" y="4"/>
                    <a:pt x="89" y="5"/>
                  </a:cubicBezTo>
                  <a:cubicBezTo>
                    <a:pt x="93" y="8"/>
                    <a:pt x="93" y="8"/>
                    <a:pt x="93" y="8"/>
                  </a:cubicBezTo>
                  <a:cubicBezTo>
                    <a:pt x="81" y="20"/>
                    <a:pt x="81" y="20"/>
                    <a:pt x="81" y="20"/>
                  </a:cubicBezTo>
                  <a:cubicBezTo>
                    <a:pt x="78" y="18"/>
                    <a:pt x="75" y="19"/>
                    <a:pt x="73" y="21"/>
                  </a:cubicBezTo>
                  <a:cubicBezTo>
                    <a:pt x="20" y="74"/>
                    <a:pt x="20" y="74"/>
                    <a:pt x="20" y="74"/>
                  </a:cubicBezTo>
                  <a:cubicBezTo>
                    <a:pt x="18" y="75"/>
                    <a:pt x="18" y="78"/>
                    <a:pt x="18" y="80"/>
                  </a:cubicBezTo>
                  <a:cubicBezTo>
                    <a:pt x="15" y="84"/>
                    <a:pt x="15" y="84"/>
                    <a:pt x="15" y="84"/>
                  </a:cubicBezTo>
                  <a:cubicBezTo>
                    <a:pt x="13" y="85"/>
                    <a:pt x="12" y="87"/>
                    <a:pt x="12" y="90"/>
                  </a:cubicBezTo>
                  <a:cubicBezTo>
                    <a:pt x="12" y="92"/>
                    <a:pt x="13" y="94"/>
                    <a:pt x="15" y="96"/>
                  </a:cubicBezTo>
                  <a:cubicBezTo>
                    <a:pt x="15" y="96"/>
                    <a:pt x="15" y="96"/>
                    <a:pt x="15" y="96"/>
                  </a:cubicBezTo>
                  <a:cubicBezTo>
                    <a:pt x="1" y="110"/>
                    <a:pt x="1" y="110"/>
                    <a:pt x="1" y="110"/>
                  </a:cubicBezTo>
                  <a:cubicBezTo>
                    <a:pt x="0" y="111"/>
                    <a:pt x="0" y="113"/>
                    <a:pt x="1" y="114"/>
                  </a:cubicBezTo>
                  <a:cubicBezTo>
                    <a:pt x="2" y="114"/>
                    <a:pt x="2" y="115"/>
                    <a:pt x="3" y="115"/>
                  </a:cubicBezTo>
                  <a:cubicBezTo>
                    <a:pt x="4" y="115"/>
                    <a:pt x="4" y="114"/>
                    <a:pt x="5" y="114"/>
                  </a:cubicBezTo>
                  <a:cubicBezTo>
                    <a:pt x="19" y="100"/>
                    <a:pt x="19" y="100"/>
                    <a:pt x="19" y="100"/>
                  </a:cubicBezTo>
                  <a:cubicBezTo>
                    <a:pt x="19" y="100"/>
                    <a:pt x="19" y="100"/>
                    <a:pt x="19" y="100"/>
                  </a:cubicBezTo>
                  <a:cubicBezTo>
                    <a:pt x="21" y="102"/>
                    <a:pt x="23" y="102"/>
                    <a:pt x="25" y="102"/>
                  </a:cubicBezTo>
                  <a:cubicBezTo>
                    <a:pt x="27" y="102"/>
                    <a:pt x="30" y="102"/>
                    <a:pt x="31" y="100"/>
                  </a:cubicBezTo>
                  <a:cubicBezTo>
                    <a:pt x="35" y="97"/>
                    <a:pt x="35" y="97"/>
                    <a:pt x="35" y="97"/>
                  </a:cubicBezTo>
                  <a:cubicBezTo>
                    <a:pt x="35" y="97"/>
                    <a:pt x="36" y="97"/>
                    <a:pt x="36" y="97"/>
                  </a:cubicBezTo>
                  <a:cubicBezTo>
                    <a:pt x="38" y="97"/>
                    <a:pt x="40" y="96"/>
                    <a:pt x="41" y="95"/>
                  </a:cubicBezTo>
                  <a:cubicBezTo>
                    <a:pt x="94" y="42"/>
                    <a:pt x="94" y="42"/>
                    <a:pt x="94" y="42"/>
                  </a:cubicBezTo>
                  <a:cubicBezTo>
                    <a:pt x="96" y="40"/>
                    <a:pt x="97" y="37"/>
                    <a:pt x="95" y="34"/>
                  </a:cubicBezTo>
                  <a:cubicBezTo>
                    <a:pt x="107" y="22"/>
                    <a:pt x="107" y="22"/>
                    <a:pt x="107" y="22"/>
                  </a:cubicBezTo>
                  <a:cubicBezTo>
                    <a:pt x="110" y="25"/>
                    <a:pt x="110" y="25"/>
                    <a:pt x="110" y="25"/>
                  </a:cubicBezTo>
                  <a:cubicBezTo>
                    <a:pt x="111" y="26"/>
                    <a:pt x="111" y="26"/>
                    <a:pt x="112" y="26"/>
                  </a:cubicBezTo>
                  <a:cubicBezTo>
                    <a:pt x="113" y="26"/>
                    <a:pt x="114" y="26"/>
                    <a:pt x="114" y="25"/>
                  </a:cubicBezTo>
                  <a:cubicBezTo>
                    <a:pt x="115" y="24"/>
                    <a:pt x="115" y="23"/>
                    <a:pt x="114" y="22"/>
                  </a:cubicBezTo>
                  <a:close/>
                  <a:moveTo>
                    <a:pt x="23" y="96"/>
                  </a:moveTo>
                  <a:cubicBezTo>
                    <a:pt x="19" y="92"/>
                    <a:pt x="19" y="92"/>
                    <a:pt x="19" y="92"/>
                  </a:cubicBezTo>
                  <a:cubicBezTo>
                    <a:pt x="18" y="91"/>
                    <a:pt x="18" y="90"/>
                    <a:pt x="18" y="90"/>
                  </a:cubicBezTo>
                  <a:cubicBezTo>
                    <a:pt x="18" y="89"/>
                    <a:pt x="18" y="88"/>
                    <a:pt x="19" y="88"/>
                  </a:cubicBezTo>
                  <a:cubicBezTo>
                    <a:pt x="22" y="85"/>
                    <a:pt x="22" y="85"/>
                    <a:pt x="22" y="85"/>
                  </a:cubicBezTo>
                  <a:cubicBezTo>
                    <a:pt x="30" y="93"/>
                    <a:pt x="30" y="93"/>
                    <a:pt x="30" y="93"/>
                  </a:cubicBezTo>
                  <a:cubicBezTo>
                    <a:pt x="27" y="96"/>
                    <a:pt x="27" y="96"/>
                    <a:pt x="27" y="96"/>
                  </a:cubicBezTo>
                  <a:cubicBezTo>
                    <a:pt x="26" y="97"/>
                    <a:pt x="24" y="97"/>
                    <a:pt x="23" y="96"/>
                  </a:cubicBezTo>
                  <a:close/>
                  <a:moveTo>
                    <a:pt x="90" y="38"/>
                  </a:moveTo>
                  <a:cubicBezTo>
                    <a:pt x="37" y="91"/>
                    <a:pt x="37" y="91"/>
                    <a:pt x="37" y="91"/>
                  </a:cubicBezTo>
                  <a:cubicBezTo>
                    <a:pt x="37" y="91"/>
                    <a:pt x="36" y="91"/>
                    <a:pt x="35" y="91"/>
                  </a:cubicBezTo>
                  <a:cubicBezTo>
                    <a:pt x="24" y="80"/>
                    <a:pt x="24" y="80"/>
                    <a:pt x="24" y="80"/>
                  </a:cubicBezTo>
                  <a:cubicBezTo>
                    <a:pt x="24" y="79"/>
                    <a:pt x="24" y="79"/>
                    <a:pt x="24" y="79"/>
                  </a:cubicBezTo>
                  <a:cubicBezTo>
                    <a:pt x="24" y="78"/>
                    <a:pt x="24" y="78"/>
                    <a:pt x="24" y="77"/>
                  </a:cubicBezTo>
                  <a:cubicBezTo>
                    <a:pt x="31" y="71"/>
                    <a:pt x="31" y="71"/>
                    <a:pt x="31" y="71"/>
                  </a:cubicBezTo>
                  <a:cubicBezTo>
                    <a:pt x="37" y="78"/>
                    <a:pt x="37" y="78"/>
                    <a:pt x="37" y="78"/>
                  </a:cubicBezTo>
                  <a:cubicBezTo>
                    <a:pt x="38" y="78"/>
                    <a:pt x="38" y="79"/>
                    <a:pt x="39" y="79"/>
                  </a:cubicBezTo>
                  <a:cubicBezTo>
                    <a:pt x="40" y="79"/>
                    <a:pt x="41" y="78"/>
                    <a:pt x="41" y="78"/>
                  </a:cubicBezTo>
                  <a:cubicBezTo>
                    <a:pt x="42" y="77"/>
                    <a:pt x="42" y="75"/>
                    <a:pt x="41" y="74"/>
                  </a:cubicBezTo>
                  <a:cubicBezTo>
                    <a:pt x="35" y="67"/>
                    <a:pt x="35" y="67"/>
                    <a:pt x="35" y="67"/>
                  </a:cubicBezTo>
                  <a:cubicBezTo>
                    <a:pt x="40" y="62"/>
                    <a:pt x="40" y="62"/>
                    <a:pt x="40" y="62"/>
                  </a:cubicBezTo>
                  <a:cubicBezTo>
                    <a:pt x="42" y="65"/>
                    <a:pt x="42" y="65"/>
                    <a:pt x="42" y="65"/>
                  </a:cubicBezTo>
                  <a:cubicBezTo>
                    <a:pt x="43" y="65"/>
                    <a:pt x="43" y="66"/>
                    <a:pt x="44" y="66"/>
                  </a:cubicBezTo>
                  <a:cubicBezTo>
                    <a:pt x="45" y="66"/>
                    <a:pt x="46" y="65"/>
                    <a:pt x="46" y="65"/>
                  </a:cubicBezTo>
                  <a:cubicBezTo>
                    <a:pt x="47" y="64"/>
                    <a:pt x="47" y="62"/>
                    <a:pt x="46" y="61"/>
                  </a:cubicBezTo>
                  <a:cubicBezTo>
                    <a:pt x="44" y="58"/>
                    <a:pt x="44" y="58"/>
                    <a:pt x="44" y="58"/>
                  </a:cubicBezTo>
                  <a:cubicBezTo>
                    <a:pt x="48" y="53"/>
                    <a:pt x="48" y="53"/>
                    <a:pt x="48" y="53"/>
                  </a:cubicBezTo>
                  <a:cubicBezTo>
                    <a:pt x="55" y="60"/>
                    <a:pt x="55" y="60"/>
                    <a:pt x="55" y="60"/>
                  </a:cubicBezTo>
                  <a:cubicBezTo>
                    <a:pt x="56" y="60"/>
                    <a:pt x="56" y="61"/>
                    <a:pt x="57" y="61"/>
                  </a:cubicBezTo>
                  <a:cubicBezTo>
                    <a:pt x="58" y="61"/>
                    <a:pt x="59" y="60"/>
                    <a:pt x="59" y="60"/>
                  </a:cubicBezTo>
                  <a:cubicBezTo>
                    <a:pt x="60" y="59"/>
                    <a:pt x="60" y="57"/>
                    <a:pt x="59" y="56"/>
                  </a:cubicBezTo>
                  <a:cubicBezTo>
                    <a:pt x="52" y="49"/>
                    <a:pt x="52" y="49"/>
                    <a:pt x="52" y="49"/>
                  </a:cubicBezTo>
                  <a:cubicBezTo>
                    <a:pt x="57" y="44"/>
                    <a:pt x="57" y="44"/>
                    <a:pt x="57" y="44"/>
                  </a:cubicBezTo>
                  <a:cubicBezTo>
                    <a:pt x="60" y="47"/>
                    <a:pt x="60" y="47"/>
                    <a:pt x="60" y="47"/>
                  </a:cubicBezTo>
                  <a:cubicBezTo>
                    <a:pt x="61" y="47"/>
                    <a:pt x="61" y="48"/>
                    <a:pt x="62" y="48"/>
                  </a:cubicBezTo>
                  <a:cubicBezTo>
                    <a:pt x="63" y="48"/>
                    <a:pt x="63" y="47"/>
                    <a:pt x="64" y="47"/>
                  </a:cubicBezTo>
                  <a:cubicBezTo>
                    <a:pt x="65" y="46"/>
                    <a:pt x="65" y="44"/>
                    <a:pt x="64" y="43"/>
                  </a:cubicBezTo>
                  <a:cubicBezTo>
                    <a:pt x="61" y="40"/>
                    <a:pt x="61" y="40"/>
                    <a:pt x="61" y="40"/>
                  </a:cubicBezTo>
                  <a:cubicBezTo>
                    <a:pt x="66" y="35"/>
                    <a:pt x="66" y="35"/>
                    <a:pt x="66" y="35"/>
                  </a:cubicBezTo>
                  <a:cubicBezTo>
                    <a:pt x="73" y="42"/>
                    <a:pt x="73" y="42"/>
                    <a:pt x="73" y="42"/>
                  </a:cubicBezTo>
                  <a:cubicBezTo>
                    <a:pt x="74" y="43"/>
                    <a:pt x="74" y="43"/>
                    <a:pt x="75" y="43"/>
                  </a:cubicBezTo>
                  <a:cubicBezTo>
                    <a:pt x="76" y="43"/>
                    <a:pt x="76" y="43"/>
                    <a:pt x="77" y="42"/>
                  </a:cubicBezTo>
                  <a:cubicBezTo>
                    <a:pt x="78" y="41"/>
                    <a:pt x="78" y="39"/>
                    <a:pt x="77" y="38"/>
                  </a:cubicBezTo>
                  <a:cubicBezTo>
                    <a:pt x="70" y="31"/>
                    <a:pt x="70" y="31"/>
                    <a:pt x="70" y="31"/>
                  </a:cubicBezTo>
                  <a:cubicBezTo>
                    <a:pt x="77" y="25"/>
                    <a:pt x="77" y="25"/>
                    <a:pt x="77" y="25"/>
                  </a:cubicBezTo>
                  <a:cubicBezTo>
                    <a:pt x="77" y="25"/>
                    <a:pt x="77" y="25"/>
                    <a:pt x="78" y="25"/>
                  </a:cubicBezTo>
                  <a:cubicBezTo>
                    <a:pt x="78" y="25"/>
                    <a:pt x="79" y="25"/>
                    <a:pt x="79" y="25"/>
                  </a:cubicBezTo>
                  <a:cubicBezTo>
                    <a:pt x="90" y="36"/>
                    <a:pt x="90" y="36"/>
                    <a:pt x="90" y="36"/>
                  </a:cubicBezTo>
                  <a:cubicBezTo>
                    <a:pt x="91" y="37"/>
                    <a:pt x="91" y="38"/>
                    <a:pt x="90" y="38"/>
                  </a:cubicBezTo>
                  <a:close/>
                  <a:moveTo>
                    <a:pt x="91" y="30"/>
                  </a:moveTo>
                  <a:cubicBezTo>
                    <a:pt x="85" y="23"/>
                    <a:pt x="85" y="23"/>
                    <a:pt x="85" y="23"/>
                  </a:cubicBezTo>
                  <a:cubicBezTo>
                    <a:pt x="97" y="12"/>
                    <a:pt x="97" y="12"/>
                    <a:pt x="97" y="12"/>
                  </a:cubicBezTo>
                  <a:cubicBezTo>
                    <a:pt x="103" y="18"/>
                    <a:pt x="103" y="18"/>
                    <a:pt x="103" y="18"/>
                  </a:cubicBezTo>
                  <a:lnTo>
                    <a:pt x="91" y="3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3" name="Google Shape;953;p27"/>
            <p:cNvSpPr/>
            <p:nvPr/>
          </p:nvSpPr>
          <p:spPr>
            <a:xfrm>
              <a:off x="6448786" y="3380710"/>
              <a:ext cx="83671" cy="55047"/>
            </a:xfrm>
            <a:custGeom>
              <a:rect b="b" l="l" r="r" t="t"/>
              <a:pathLst>
                <a:path extrusionOk="0" h="21" w="32">
                  <a:moveTo>
                    <a:pt x="13" y="15"/>
                  </a:moveTo>
                  <a:cubicBezTo>
                    <a:pt x="5" y="7"/>
                    <a:pt x="5" y="7"/>
                    <a:pt x="5" y="7"/>
                  </a:cubicBezTo>
                  <a:cubicBezTo>
                    <a:pt x="4" y="6"/>
                    <a:pt x="2" y="6"/>
                    <a:pt x="1" y="7"/>
                  </a:cubicBezTo>
                  <a:cubicBezTo>
                    <a:pt x="0" y="8"/>
                    <a:pt x="0" y="10"/>
                    <a:pt x="1" y="11"/>
                  </a:cubicBezTo>
                  <a:cubicBezTo>
                    <a:pt x="11" y="20"/>
                    <a:pt x="11" y="20"/>
                    <a:pt x="11" y="20"/>
                  </a:cubicBezTo>
                  <a:cubicBezTo>
                    <a:pt x="12" y="21"/>
                    <a:pt x="12" y="21"/>
                    <a:pt x="13" y="21"/>
                  </a:cubicBezTo>
                  <a:cubicBezTo>
                    <a:pt x="14" y="21"/>
                    <a:pt x="14" y="21"/>
                    <a:pt x="15" y="20"/>
                  </a:cubicBezTo>
                  <a:cubicBezTo>
                    <a:pt x="31" y="5"/>
                    <a:pt x="31" y="5"/>
                    <a:pt x="31" y="5"/>
                  </a:cubicBezTo>
                  <a:cubicBezTo>
                    <a:pt x="32" y="4"/>
                    <a:pt x="32" y="2"/>
                    <a:pt x="31" y="1"/>
                  </a:cubicBezTo>
                  <a:cubicBezTo>
                    <a:pt x="30" y="0"/>
                    <a:pt x="29" y="0"/>
                    <a:pt x="27" y="1"/>
                  </a:cubicBezTo>
                  <a:lnTo>
                    <a:pt x="13"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4" name="Google Shape;954;p27"/>
            <p:cNvSpPr/>
            <p:nvPr/>
          </p:nvSpPr>
          <p:spPr>
            <a:xfrm>
              <a:off x="6404748" y="3323461"/>
              <a:ext cx="172847" cy="169544"/>
            </a:xfrm>
            <a:custGeom>
              <a:rect b="b" l="l" r="r" t="t"/>
              <a:pathLst>
                <a:path extrusionOk="0" h="65" w="66">
                  <a:moveTo>
                    <a:pt x="66" y="55"/>
                  </a:moveTo>
                  <a:cubicBezTo>
                    <a:pt x="62" y="47"/>
                    <a:pt x="62" y="47"/>
                    <a:pt x="62" y="47"/>
                  </a:cubicBezTo>
                  <a:cubicBezTo>
                    <a:pt x="65" y="41"/>
                    <a:pt x="66" y="35"/>
                    <a:pt x="65" y="29"/>
                  </a:cubicBezTo>
                  <a:cubicBezTo>
                    <a:pt x="65" y="26"/>
                    <a:pt x="64" y="23"/>
                    <a:pt x="63" y="21"/>
                  </a:cubicBezTo>
                  <a:cubicBezTo>
                    <a:pt x="62" y="19"/>
                    <a:pt x="61" y="19"/>
                    <a:pt x="59" y="19"/>
                  </a:cubicBezTo>
                  <a:cubicBezTo>
                    <a:pt x="58" y="20"/>
                    <a:pt x="57" y="21"/>
                    <a:pt x="58" y="23"/>
                  </a:cubicBezTo>
                  <a:cubicBezTo>
                    <a:pt x="59" y="25"/>
                    <a:pt x="59" y="27"/>
                    <a:pt x="60" y="30"/>
                  </a:cubicBezTo>
                  <a:cubicBezTo>
                    <a:pt x="60" y="35"/>
                    <a:pt x="59" y="41"/>
                    <a:pt x="57" y="46"/>
                  </a:cubicBezTo>
                  <a:cubicBezTo>
                    <a:pt x="56" y="46"/>
                    <a:pt x="56" y="47"/>
                    <a:pt x="57" y="48"/>
                  </a:cubicBezTo>
                  <a:cubicBezTo>
                    <a:pt x="61" y="57"/>
                    <a:pt x="61" y="57"/>
                    <a:pt x="61" y="57"/>
                  </a:cubicBezTo>
                  <a:cubicBezTo>
                    <a:pt x="61" y="57"/>
                    <a:pt x="61" y="57"/>
                    <a:pt x="60" y="58"/>
                  </a:cubicBezTo>
                  <a:cubicBezTo>
                    <a:pt x="60" y="58"/>
                    <a:pt x="60" y="58"/>
                    <a:pt x="60" y="58"/>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5"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1"/>
                    <a:pt x="13" y="6"/>
                    <a:pt x="8" y="12"/>
                  </a:cubicBezTo>
                  <a:cubicBezTo>
                    <a:pt x="2" y="19"/>
                    <a:pt x="0" y="28"/>
                    <a:pt x="1" y="37"/>
                  </a:cubicBezTo>
                  <a:cubicBezTo>
                    <a:pt x="2" y="45"/>
                    <a:pt x="6" y="53"/>
                    <a:pt x="12" y="58"/>
                  </a:cubicBezTo>
                  <a:cubicBezTo>
                    <a:pt x="18" y="63"/>
                    <a:pt x="25" y="65"/>
                    <a:pt x="33" y="65"/>
                  </a:cubicBezTo>
                  <a:cubicBezTo>
                    <a:pt x="34" y="65"/>
                    <a:pt x="35" y="65"/>
                    <a:pt x="35" y="65"/>
                  </a:cubicBezTo>
                  <a:cubicBezTo>
                    <a:pt x="40" y="65"/>
                    <a:pt x="45" y="63"/>
                    <a:pt x="50" y="61"/>
                  </a:cubicBezTo>
                  <a:cubicBezTo>
                    <a:pt x="59" y="63"/>
                    <a:pt x="59" y="63"/>
                    <a:pt x="59" y="63"/>
                  </a:cubicBezTo>
                  <a:cubicBezTo>
                    <a:pt x="61" y="64"/>
                    <a:pt x="63" y="63"/>
                    <a:pt x="65" y="61"/>
                  </a:cubicBezTo>
                  <a:cubicBezTo>
                    <a:pt x="66" y="60"/>
                    <a:pt x="66" y="57"/>
                    <a:pt x="66" y="5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5" name="Google Shape;955;p27"/>
            <p:cNvSpPr/>
            <p:nvPr/>
          </p:nvSpPr>
          <p:spPr>
            <a:xfrm>
              <a:off x="6537962" y="3346581"/>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56" name="Google Shape;956;p27"/>
          <p:cNvGrpSpPr/>
          <p:nvPr/>
        </p:nvGrpSpPr>
        <p:grpSpPr>
          <a:xfrm>
            <a:off x="5563841" y="3263808"/>
            <a:ext cx="356666" cy="362036"/>
            <a:chOff x="5626385" y="3323461"/>
            <a:chExt cx="365511" cy="371015"/>
          </a:xfrm>
        </p:grpSpPr>
        <p:sp>
          <p:nvSpPr>
            <p:cNvPr id="957" name="Google Shape;957;p27"/>
            <p:cNvSpPr/>
            <p:nvPr/>
          </p:nvSpPr>
          <p:spPr>
            <a:xfrm>
              <a:off x="5626385" y="3323461"/>
              <a:ext cx="365511" cy="371015"/>
            </a:xfrm>
            <a:custGeom>
              <a:rect b="b" l="l" r="r" t="t"/>
              <a:pathLst>
                <a:path extrusionOk="0" h="142" w="140">
                  <a:moveTo>
                    <a:pt x="82" y="14"/>
                  </a:moveTo>
                  <a:cubicBezTo>
                    <a:pt x="58" y="14"/>
                    <a:pt x="38" y="28"/>
                    <a:pt x="29" y="48"/>
                  </a:cubicBezTo>
                  <a:cubicBezTo>
                    <a:pt x="17" y="48"/>
                    <a:pt x="17" y="48"/>
                    <a:pt x="17" y="48"/>
                  </a:cubicBezTo>
                  <a:cubicBezTo>
                    <a:pt x="17" y="5"/>
                    <a:pt x="17" y="5"/>
                    <a:pt x="17" y="5"/>
                  </a:cubicBezTo>
                  <a:cubicBezTo>
                    <a:pt x="17" y="2"/>
                    <a:pt x="15" y="0"/>
                    <a:pt x="12" y="0"/>
                  </a:cubicBezTo>
                  <a:cubicBezTo>
                    <a:pt x="3" y="0"/>
                    <a:pt x="3" y="0"/>
                    <a:pt x="3" y="0"/>
                  </a:cubicBezTo>
                  <a:cubicBezTo>
                    <a:pt x="2" y="0"/>
                    <a:pt x="0" y="1"/>
                    <a:pt x="0" y="3"/>
                  </a:cubicBezTo>
                  <a:cubicBezTo>
                    <a:pt x="0" y="29"/>
                    <a:pt x="0" y="29"/>
                    <a:pt x="0" y="29"/>
                  </a:cubicBezTo>
                  <a:cubicBezTo>
                    <a:pt x="0" y="30"/>
                    <a:pt x="1" y="30"/>
                    <a:pt x="1" y="31"/>
                  </a:cubicBezTo>
                  <a:cubicBezTo>
                    <a:pt x="3" y="33"/>
                    <a:pt x="6" y="31"/>
                    <a:pt x="6" y="29"/>
                  </a:cubicBezTo>
                  <a:cubicBezTo>
                    <a:pt x="6" y="6"/>
                    <a:pt x="6" y="6"/>
                    <a:pt x="6" y="6"/>
                  </a:cubicBezTo>
                  <a:cubicBezTo>
                    <a:pt x="12" y="6"/>
                    <a:pt x="12" y="6"/>
                    <a:pt x="12" y="6"/>
                  </a:cubicBezTo>
                  <a:cubicBezTo>
                    <a:pt x="12" y="137"/>
                    <a:pt x="12" y="137"/>
                    <a:pt x="12" y="137"/>
                  </a:cubicBezTo>
                  <a:cubicBezTo>
                    <a:pt x="6" y="137"/>
                    <a:pt x="6" y="137"/>
                    <a:pt x="6" y="137"/>
                  </a:cubicBezTo>
                  <a:cubicBezTo>
                    <a:pt x="6" y="54"/>
                    <a:pt x="6" y="54"/>
                    <a:pt x="6" y="54"/>
                  </a:cubicBezTo>
                  <a:cubicBezTo>
                    <a:pt x="6" y="53"/>
                    <a:pt x="5" y="51"/>
                    <a:pt x="4" y="51"/>
                  </a:cubicBezTo>
                  <a:cubicBezTo>
                    <a:pt x="2" y="51"/>
                    <a:pt x="0" y="52"/>
                    <a:pt x="0" y="54"/>
                  </a:cubicBezTo>
                  <a:cubicBezTo>
                    <a:pt x="0" y="137"/>
                    <a:pt x="0" y="137"/>
                    <a:pt x="0" y="137"/>
                  </a:cubicBezTo>
                  <a:cubicBezTo>
                    <a:pt x="0" y="140"/>
                    <a:pt x="3" y="142"/>
                    <a:pt x="6" y="142"/>
                  </a:cubicBezTo>
                  <a:cubicBezTo>
                    <a:pt x="12" y="142"/>
                    <a:pt x="12" y="142"/>
                    <a:pt x="12" y="142"/>
                  </a:cubicBezTo>
                  <a:cubicBezTo>
                    <a:pt x="15" y="142"/>
                    <a:pt x="17" y="140"/>
                    <a:pt x="17" y="137"/>
                  </a:cubicBezTo>
                  <a:cubicBezTo>
                    <a:pt x="17" y="94"/>
                    <a:pt x="17" y="94"/>
                    <a:pt x="17" y="94"/>
                  </a:cubicBezTo>
                  <a:cubicBezTo>
                    <a:pt x="29" y="94"/>
                    <a:pt x="29" y="94"/>
                    <a:pt x="29" y="94"/>
                  </a:cubicBezTo>
                  <a:cubicBezTo>
                    <a:pt x="38" y="115"/>
                    <a:pt x="60" y="130"/>
                    <a:pt x="84" y="128"/>
                  </a:cubicBezTo>
                  <a:cubicBezTo>
                    <a:pt x="114" y="127"/>
                    <a:pt x="138" y="103"/>
                    <a:pt x="139" y="73"/>
                  </a:cubicBezTo>
                  <a:cubicBezTo>
                    <a:pt x="140" y="41"/>
                    <a:pt x="114" y="14"/>
                    <a:pt x="82" y="14"/>
                  </a:cubicBezTo>
                  <a:close/>
                  <a:moveTo>
                    <a:pt x="17" y="88"/>
                  </a:moveTo>
                  <a:cubicBezTo>
                    <a:pt x="17" y="53"/>
                    <a:pt x="17" y="53"/>
                    <a:pt x="17" y="53"/>
                  </a:cubicBezTo>
                  <a:cubicBezTo>
                    <a:pt x="27" y="53"/>
                    <a:pt x="27" y="53"/>
                    <a:pt x="27" y="53"/>
                  </a:cubicBezTo>
                  <a:cubicBezTo>
                    <a:pt x="25" y="59"/>
                    <a:pt x="24" y="65"/>
                    <a:pt x="24" y="71"/>
                  </a:cubicBezTo>
                  <a:cubicBezTo>
                    <a:pt x="24" y="77"/>
                    <a:pt x="25" y="83"/>
                    <a:pt x="27" y="88"/>
                  </a:cubicBezTo>
                  <a:lnTo>
                    <a:pt x="17" y="88"/>
                  </a:lnTo>
                  <a:close/>
                  <a:moveTo>
                    <a:pt x="82" y="123"/>
                  </a:moveTo>
                  <a:cubicBezTo>
                    <a:pt x="53" y="123"/>
                    <a:pt x="30" y="100"/>
                    <a:pt x="30" y="71"/>
                  </a:cubicBezTo>
                  <a:cubicBezTo>
                    <a:pt x="30" y="43"/>
                    <a:pt x="53" y="19"/>
                    <a:pt x="82" y="19"/>
                  </a:cubicBezTo>
                  <a:cubicBezTo>
                    <a:pt x="110" y="19"/>
                    <a:pt x="134" y="43"/>
                    <a:pt x="134" y="71"/>
                  </a:cubicBezTo>
                  <a:cubicBezTo>
                    <a:pt x="134" y="100"/>
                    <a:pt x="110" y="123"/>
                    <a:pt x="82" y="1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8" name="Google Shape;958;p27"/>
            <p:cNvSpPr/>
            <p:nvPr/>
          </p:nvSpPr>
          <p:spPr>
            <a:xfrm>
              <a:off x="5746387" y="3414839"/>
              <a:ext cx="188260" cy="188260"/>
            </a:xfrm>
            <a:custGeom>
              <a:rect b="b" l="l" r="r" t="t"/>
              <a:pathLst>
                <a:path extrusionOk="0" h="72" w="72">
                  <a:moveTo>
                    <a:pt x="66" y="24"/>
                  </a:moveTo>
                  <a:cubicBezTo>
                    <a:pt x="48" y="24"/>
                    <a:pt x="48" y="24"/>
                    <a:pt x="48" y="24"/>
                  </a:cubicBezTo>
                  <a:cubicBezTo>
                    <a:pt x="48" y="6"/>
                    <a:pt x="48" y="6"/>
                    <a:pt x="48" y="6"/>
                  </a:cubicBezTo>
                  <a:cubicBezTo>
                    <a:pt x="48" y="3"/>
                    <a:pt x="45" y="0"/>
                    <a:pt x="42" y="0"/>
                  </a:cubicBezTo>
                  <a:cubicBezTo>
                    <a:pt x="29" y="0"/>
                    <a:pt x="29" y="0"/>
                    <a:pt x="29" y="0"/>
                  </a:cubicBezTo>
                  <a:cubicBezTo>
                    <a:pt x="26" y="0"/>
                    <a:pt x="23" y="3"/>
                    <a:pt x="23" y="6"/>
                  </a:cubicBezTo>
                  <a:cubicBezTo>
                    <a:pt x="23" y="24"/>
                    <a:pt x="23" y="24"/>
                    <a:pt x="23" y="24"/>
                  </a:cubicBezTo>
                  <a:cubicBezTo>
                    <a:pt x="5" y="24"/>
                    <a:pt x="5" y="24"/>
                    <a:pt x="5" y="24"/>
                  </a:cubicBezTo>
                  <a:cubicBezTo>
                    <a:pt x="2" y="24"/>
                    <a:pt x="0" y="27"/>
                    <a:pt x="0" y="30"/>
                  </a:cubicBezTo>
                  <a:cubicBezTo>
                    <a:pt x="0" y="43"/>
                    <a:pt x="0" y="43"/>
                    <a:pt x="0" y="43"/>
                  </a:cubicBezTo>
                  <a:cubicBezTo>
                    <a:pt x="0" y="46"/>
                    <a:pt x="2" y="49"/>
                    <a:pt x="5" y="49"/>
                  </a:cubicBezTo>
                  <a:cubicBezTo>
                    <a:pt x="23" y="49"/>
                    <a:pt x="23" y="49"/>
                    <a:pt x="23" y="49"/>
                  </a:cubicBezTo>
                  <a:cubicBezTo>
                    <a:pt x="23" y="67"/>
                    <a:pt x="23" y="67"/>
                    <a:pt x="23" y="67"/>
                  </a:cubicBezTo>
                  <a:cubicBezTo>
                    <a:pt x="23" y="70"/>
                    <a:pt x="26" y="72"/>
                    <a:pt x="29" y="72"/>
                  </a:cubicBezTo>
                  <a:cubicBezTo>
                    <a:pt x="42" y="72"/>
                    <a:pt x="42" y="72"/>
                    <a:pt x="42" y="72"/>
                  </a:cubicBezTo>
                  <a:cubicBezTo>
                    <a:pt x="45" y="72"/>
                    <a:pt x="48" y="70"/>
                    <a:pt x="48" y="67"/>
                  </a:cubicBezTo>
                  <a:cubicBezTo>
                    <a:pt x="48" y="49"/>
                    <a:pt x="48" y="49"/>
                    <a:pt x="48" y="49"/>
                  </a:cubicBezTo>
                  <a:cubicBezTo>
                    <a:pt x="66" y="49"/>
                    <a:pt x="66" y="49"/>
                    <a:pt x="66" y="49"/>
                  </a:cubicBezTo>
                  <a:cubicBezTo>
                    <a:pt x="69" y="49"/>
                    <a:pt x="72" y="46"/>
                    <a:pt x="72" y="43"/>
                  </a:cubicBezTo>
                  <a:cubicBezTo>
                    <a:pt x="72" y="30"/>
                    <a:pt x="72" y="30"/>
                    <a:pt x="72" y="30"/>
                  </a:cubicBezTo>
                  <a:cubicBezTo>
                    <a:pt x="72" y="27"/>
                    <a:pt x="69" y="24"/>
                    <a:pt x="66" y="24"/>
                  </a:cubicBezTo>
                  <a:close/>
                  <a:moveTo>
                    <a:pt x="66" y="43"/>
                  </a:moveTo>
                  <a:cubicBezTo>
                    <a:pt x="45" y="43"/>
                    <a:pt x="45" y="43"/>
                    <a:pt x="45" y="43"/>
                  </a:cubicBezTo>
                  <a:cubicBezTo>
                    <a:pt x="44" y="43"/>
                    <a:pt x="42" y="44"/>
                    <a:pt x="42" y="46"/>
                  </a:cubicBezTo>
                  <a:cubicBezTo>
                    <a:pt x="42" y="67"/>
                    <a:pt x="42" y="67"/>
                    <a:pt x="42" y="67"/>
                  </a:cubicBezTo>
                  <a:cubicBezTo>
                    <a:pt x="29" y="67"/>
                    <a:pt x="29" y="67"/>
                    <a:pt x="29" y="67"/>
                  </a:cubicBezTo>
                  <a:cubicBezTo>
                    <a:pt x="29" y="46"/>
                    <a:pt x="29" y="46"/>
                    <a:pt x="29" y="46"/>
                  </a:cubicBezTo>
                  <a:cubicBezTo>
                    <a:pt x="29" y="44"/>
                    <a:pt x="28" y="43"/>
                    <a:pt x="26" y="43"/>
                  </a:cubicBezTo>
                  <a:cubicBezTo>
                    <a:pt x="5" y="43"/>
                    <a:pt x="5" y="43"/>
                    <a:pt x="5" y="43"/>
                  </a:cubicBezTo>
                  <a:cubicBezTo>
                    <a:pt x="5" y="30"/>
                    <a:pt x="5" y="30"/>
                    <a:pt x="5" y="30"/>
                  </a:cubicBezTo>
                  <a:cubicBezTo>
                    <a:pt x="26" y="30"/>
                    <a:pt x="26" y="30"/>
                    <a:pt x="26" y="30"/>
                  </a:cubicBezTo>
                  <a:cubicBezTo>
                    <a:pt x="28" y="30"/>
                    <a:pt x="29" y="28"/>
                    <a:pt x="29" y="27"/>
                  </a:cubicBezTo>
                  <a:cubicBezTo>
                    <a:pt x="29" y="6"/>
                    <a:pt x="29" y="6"/>
                    <a:pt x="29" y="6"/>
                  </a:cubicBezTo>
                  <a:cubicBezTo>
                    <a:pt x="42" y="6"/>
                    <a:pt x="42" y="6"/>
                    <a:pt x="42" y="6"/>
                  </a:cubicBezTo>
                  <a:cubicBezTo>
                    <a:pt x="42" y="27"/>
                    <a:pt x="42" y="27"/>
                    <a:pt x="42" y="27"/>
                  </a:cubicBezTo>
                  <a:cubicBezTo>
                    <a:pt x="42" y="28"/>
                    <a:pt x="44" y="30"/>
                    <a:pt x="45" y="30"/>
                  </a:cubicBezTo>
                  <a:cubicBezTo>
                    <a:pt x="66" y="30"/>
                    <a:pt x="66" y="30"/>
                    <a:pt x="66" y="30"/>
                  </a:cubicBezTo>
                  <a:lnTo>
                    <a:pt x="66" y="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9" name="Google Shape;959;p27"/>
            <p:cNvSpPr/>
            <p:nvPr/>
          </p:nvSpPr>
          <p:spPr>
            <a:xfrm>
              <a:off x="5626385" y="3424747"/>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60" name="Google Shape;960;p27"/>
          <p:cNvGrpSpPr/>
          <p:nvPr/>
        </p:nvGrpSpPr>
        <p:grpSpPr>
          <a:xfrm>
            <a:off x="4766712" y="3263808"/>
            <a:ext cx="365261" cy="362036"/>
            <a:chOff x="4732423" y="3323461"/>
            <a:chExt cx="374319" cy="371015"/>
          </a:xfrm>
        </p:grpSpPr>
        <p:sp>
          <p:nvSpPr>
            <p:cNvPr id="961" name="Google Shape;961;p27"/>
            <p:cNvSpPr/>
            <p:nvPr/>
          </p:nvSpPr>
          <p:spPr>
            <a:xfrm>
              <a:off x="4819397" y="3407132"/>
              <a:ext cx="287345" cy="287344"/>
            </a:xfrm>
            <a:custGeom>
              <a:rect b="b" l="l" r="r" t="t"/>
              <a:pathLst>
                <a:path extrusionOk="0" h="110" w="110">
                  <a:moveTo>
                    <a:pt x="108" y="2"/>
                  </a:moveTo>
                  <a:cubicBezTo>
                    <a:pt x="107" y="0"/>
                    <a:pt x="105" y="0"/>
                    <a:pt x="103" y="0"/>
                  </a:cubicBezTo>
                  <a:cubicBezTo>
                    <a:pt x="90" y="4"/>
                    <a:pt x="90" y="4"/>
                    <a:pt x="90" y="4"/>
                  </a:cubicBezTo>
                  <a:cubicBezTo>
                    <a:pt x="85" y="5"/>
                    <a:pt x="81" y="9"/>
                    <a:pt x="80" y="14"/>
                  </a:cubicBezTo>
                  <a:cubicBezTo>
                    <a:pt x="79" y="18"/>
                    <a:pt x="80" y="21"/>
                    <a:pt x="82" y="25"/>
                  </a:cubicBezTo>
                  <a:cubicBezTo>
                    <a:pt x="75" y="31"/>
                    <a:pt x="75" y="31"/>
                    <a:pt x="75" y="31"/>
                  </a:cubicBezTo>
                  <a:cubicBezTo>
                    <a:pt x="75" y="29"/>
                    <a:pt x="75" y="28"/>
                    <a:pt x="74" y="26"/>
                  </a:cubicBezTo>
                  <a:cubicBezTo>
                    <a:pt x="67" y="14"/>
                    <a:pt x="67" y="14"/>
                    <a:pt x="67" y="14"/>
                  </a:cubicBezTo>
                  <a:cubicBezTo>
                    <a:pt x="66" y="12"/>
                    <a:pt x="64" y="11"/>
                    <a:pt x="62" y="11"/>
                  </a:cubicBezTo>
                  <a:cubicBezTo>
                    <a:pt x="60" y="11"/>
                    <a:pt x="58" y="12"/>
                    <a:pt x="57" y="14"/>
                  </a:cubicBezTo>
                  <a:cubicBezTo>
                    <a:pt x="50" y="26"/>
                    <a:pt x="50" y="26"/>
                    <a:pt x="50" y="26"/>
                  </a:cubicBezTo>
                  <a:cubicBezTo>
                    <a:pt x="48" y="30"/>
                    <a:pt x="48" y="36"/>
                    <a:pt x="50" y="40"/>
                  </a:cubicBezTo>
                  <a:cubicBezTo>
                    <a:pt x="52" y="43"/>
                    <a:pt x="56" y="46"/>
                    <a:pt x="60" y="46"/>
                  </a:cubicBezTo>
                  <a:cubicBezTo>
                    <a:pt x="52" y="55"/>
                    <a:pt x="52" y="55"/>
                    <a:pt x="52" y="55"/>
                  </a:cubicBezTo>
                  <a:cubicBezTo>
                    <a:pt x="51" y="53"/>
                    <a:pt x="51" y="51"/>
                    <a:pt x="50" y="50"/>
                  </a:cubicBezTo>
                  <a:cubicBezTo>
                    <a:pt x="43" y="38"/>
                    <a:pt x="43" y="38"/>
                    <a:pt x="43" y="38"/>
                  </a:cubicBezTo>
                  <a:cubicBezTo>
                    <a:pt x="42" y="36"/>
                    <a:pt x="40" y="35"/>
                    <a:pt x="38" y="35"/>
                  </a:cubicBezTo>
                  <a:cubicBezTo>
                    <a:pt x="36" y="35"/>
                    <a:pt x="34" y="36"/>
                    <a:pt x="33" y="38"/>
                  </a:cubicBezTo>
                  <a:cubicBezTo>
                    <a:pt x="26" y="50"/>
                    <a:pt x="26" y="50"/>
                    <a:pt x="26" y="50"/>
                  </a:cubicBezTo>
                  <a:cubicBezTo>
                    <a:pt x="24" y="54"/>
                    <a:pt x="24" y="59"/>
                    <a:pt x="26" y="64"/>
                  </a:cubicBezTo>
                  <a:cubicBezTo>
                    <a:pt x="28" y="67"/>
                    <a:pt x="32" y="70"/>
                    <a:pt x="36" y="70"/>
                  </a:cubicBezTo>
                  <a:cubicBezTo>
                    <a:pt x="28" y="79"/>
                    <a:pt x="28" y="79"/>
                    <a:pt x="28" y="79"/>
                  </a:cubicBezTo>
                  <a:cubicBezTo>
                    <a:pt x="28" y="77"/>
                    <a:pt x="27" y="75"/>
                    <a:pt x="26" y="74"/>
                  </a:cubicBezTo>
                  <a:cubicBezTo>
                    <a:pt x="19" y="62"/>
                    <a:pt x="19" y="62"/>
                    <a:pt x="19" y="62"/>
                  </a:cubicBezTo>
                  <a:cubicBezTo>
                    <a:pt x="18" y="60"/>
                    <a:pt x="16" y="59"/>
                    <a:pt x="14" y="59"/>
                  </a:cubicBezTo>
                  <a:cubicBezTo>
                    <a:pt x="12" y="59"/>
                    <a:pt x="10" y="60"/>
                    <a:pt x="9" y="62"/>
                  </a:cubicBezTo>
                  <a:cubicBezTo>
                    <a:pt x="2" y="74"/>
                    <a:pt x="2" y="74"/>
                    <a:pt x="2" y="74"/>
                  </a:cubicBezTo>
                  <a:cubicBezTo>
                    <a:pt x="0" y="78"/>
                    <a:pt x="0" y="83"/>
                    <a:pt x="2" y="87"/>
                  </a:cubicBezTo>
                  <a:cubicBezTo>
                    <a:pt x="5" y="91"/>
                    <a:pt x="8" y="93"/>
                    <a:pt x="12" y="94"/>
                  </a:cubicBezTo>
                  <a:cubicBezTo>
                    <a:pt x="7" y="99"/>
                    <a:pt x="7" y="99"/>
                    <a:pt x="7" y="99"/>
                  </a:cubicBezTo>
                  <a:cubicBezTo>
                    <a:pt x="6" y="100"/>
                    <a:pt x="6" y="102"/>
                    <a:pt x="7" y="103"/>
                  </a:cubicBezTo>
                  <a:cubicBezTo>
                    <a:pt x="8" y="104"/>
                    <a:pt x="8" y="104"/>
                    <a:pt x="9" y="104"/>
                  </a:cubicBezTo>
                  <a:cubicBezTo>
                    <a:pt x="10" y="104"/>
                    <a:pt x="10" y="104"/>
                    <a:pt x="11" y="103"/>
                  </a:cubicBezTo>
                  <a:cubicBezTo>
                    <a:pt x="16" y="98"/>
                    <a:pt x="16" y="98"/>
                    <a:pt x="16" y="98"/>
                  </a:cubicBezTo>
                  <a:cubicBezTo>
                    <a:pt x="17" y="102"/>
                    <a:pt x="19" y="106"/>
                    <a:pt x="23" y="108"/>
                  </a:cubicBezTo>
                  <a:cubicBezTo>
                    <a:pt x="25" y="109"/>
                    <a:pt x="27" y="110"/>
                    <a:pt x="30" y="110"/>
                  </a:cubicBezTo>
                  <a:cubicBezTo>
                    <a:pt x="32" y="110"/>
                    <a:pt x="34" y="109"/>
                    <a:pt x="36" y="108"/>
                  </a:cubicBezTo>
                  <a:cubicBezTo>
                    <a:pt x="48" y="101"/>
                    <a:pt x="48" y="101"/>
                    <a:pt x="48" y="101"/>
                  </a:cubicBezTo>
                  <a:cubicBezTo>
                    <a:pt x="50" y="100"/>
                    <a:pt x="51" y="98"/>
                    <a:pt x="51" y="96"/>
                  </a:cubicBezTo>
                  <a:cubicBezTo>
                    <a:pt x="51" y="94"/>
                    <a:pt x="50" y="92"/>
                    <a:pt x="48" y="91"/>
                  </a:cubicBezTo>
                  <a:cubicBezTo>
                    <a:pt x="36" y="84"/>
                    <a:pt x="36" y="84"/>
                    <a:pt x="36" y="84"/>
                  </a:cubicBezTo>
                  <a:cubicBezTo>
                    <a:pt x="35" y="83"/>
                    <a:pt x="33" y="83"/>
                    <a:pt x="32" y="82"/>
                  </a:cubicBezTo>
                  <a:cubicBezTo>
                    <a:pt x="40" y="74"/>
                    <a:pt x="40" y="74"/>
                    <a:pt x="40" y="74"/>
                  </a:cubicBezTo>
                  <a:cubicBezTo>
                    <a:pt x="41" y="78"/>
                    <a:pt x="43" y="82"/>
                    <a:pt x="47" y="84"/>
                  </a:cubicBezTo>
                  <a:cubicBezTo>
                    <a:pt x="49" y="85"/>
                    <a:pt x="51" y="86"/>
                    <a:pt x="53" y="86"/>
                  </a:cubicBezTo>
                  <a:cubicBezTo>
                    <a:pt x="56" y="86"/>
                    <a:pt x="58" y="85"/>
                    <a:pt x="60" y="84"/>
                  </a:cubicBezTo>
                  <a:cubicBezTo>
                    <a:pt x="72" y="77"/>
                    <a:pt x="72" y="77"/>
                    <a:pt x="72" y="77"/>
                  </a:cubicBezTo>
                  <a:cubicBezTo>
                    <a:pt x="74" y="76"/>
                    <a:pt x="75" y="74"/>
                    <a:pt x="75" y="72"/>
                  </a:cubicBezTo>
                  <a:cubicBezTo>
                    <a:pt x="75" y="70"/>
                    <a:pt x="74" y="68"/>
                    <a:pt x="72" y="67"/>
                  </a:cubicBezTo>
                  <a:cubicBezTo>
                    <a:pt x="60" y="60"/>
                    <a:pt x="60" y="60"/>
                    <a:pt x="60" y="60"/>
                  </a:cubicBezTo>
                  <a:cubicBezTo>
                    <a:pt x="59" y="59"/>
                    <a:pt x="57" y="59"/>
                    <a:pt x="56" y="59"/>
                  </a:cubicBezTo>
                  <a:cubicBezTo>
                    <a:pt x="64" y="50"/>
                    <a:pt x="64" y="50"/>
                    <a:pt x="64" y="50"/>
                  </a:cubicBezTo>
                  <a:cubicBezTo>
                    <a:pt x="64" y="54"/>
                    <a:pt x="67" y="58"/>
                    <a:pt x="71" y="60"/>
                  </a:cubicBezTo>
                  <a:cubicBezTo>
                    <a:pt x="73" y="61"/>
                    <a:pt x="75" y="62"/>
                    <a:pt x="77" y="62"/>
                  </a:cubicBezTo>
                  <a:cubicBezTo>
                    <a:pt x="80" y="62"/>
                    <a:pt x="82" y="61"/>
                    <a:pt x="84" y="60"/>
                  </a:cubicBezTo>
                  <a:cubicBezTo>
                    <a:pt x="96" y="53"/>
                    <a:pt x="96" y="53"/>
                    <a:pt x="96" y="53"/>
                  </a:cubicBezTo>
                  <a:cubicBezTo>
                    <a:pt x="98" y="52"/>
                    <a:pt x="99" y="50"/>
                    <a:pt x="99" y="48"/>
                  </a:cubicBezTo>
                  <a:cubicBezTo>
                    <a:pt x="99" y="46"/>
                    <a:pt x="98" y="44"/>
                    <a:pt x="96" y="43"/>
                  </a:cubicBezTo>
                  <a:cubicBezTo>
                    <a:pt x="84" y="36"/>
                    <a:pt x="84" y="36"/>
                    <a:pt x="84" y="36"/>
                  </a:cubicBezTo>
                  <a:cubicBezTo>
                    <a:pt x="83" y="36"/>
                    <a:pt x="81" y="35"/>
                    <a:pt x="79" y="35"/>
                  </a:cubicBezTo>
                  <a:cubicBezTo>
                    <a:pt x="86" y="29"/>
                    <a:pt x="86" y="29"/>
                    <a:pt x="86" y="29"/>
                  </a:cubicBezTo>
                  <a:cubicBezTo>
                    <a:pt x="88" y="30"/>
                    <a:pt x="90" y="31"/>
                    <a:pt x="93" y="31"/>
                  </a:cubicBezTo>
                  <a:cubicBezTo>
                    <a:pt x="94" y="31"/>
                    <a:pt x="95" y="31"/>
                    <a:pt x="97" y="30"/>
                  </a:cubicBezTo>
                  <a:cubicBezTo>
                    <a:pt x="101" y="29"/>
                    <a:pt x="105" y="26"/>
                    <a:pt x="106" y="21"/>
                  </a:cubicBezTo>
                  <a:cubicBezTo>
                    <a:pt x="110" y="7"/>
                    <a:pt x="110" y="7"/>
                    <a:pt x="110" y="7"/>
                  </a:cubicBezTo>
                  <a:cubicBezTo>
                    <a:pt x="110" y="5"/>
                    <a:pt x="110" y="3"/>
                    <a:pt x="108" y="2"/>
                  </a:cubicBezTo>
                  <a:close/>
                  <a:moveTo>
                    <a:pt x="55" y="37"/>
                  </a:moveTo>
                  <a:cubicBezTo>
                    <a:pt x="54" y="34"/>
                    <a:pt x="54" y="31"/>
                    <a:pt x="55" y="29"/>
                  </a:cubicBezTo>
                  <a:cubicBezTo>
                    <a:pt x="62" y="17"/>
                    <a:pt x="62" y="17"/>
                    <a:pt x="62" y="17"/>
                  </a:cubicBezTo>
                  <a:cubicBezTo>
                    <a:pt x="62" y="17"/>
                    <a:pt x="62" y="17"/>
                    <a:pt x="62" y="17"/>
                  </a:cubicBezTo>
                  <a:cubicBezTo>
                    <a:pt x="62" y="17"/>
                    <a:pt x="62" y="17"/>
                    <a:pt x="62" y="17"/>
                  </a:cubicBezTo>
                  <a:cubicBezTo>
                    <a:pt x="69" y="29"/>
                    <a:pt x="69" y="29"/>
                    <a:pt x="69" y="29"/>
                  </a:cubicBezTo>
                  <a:cubicBezTo>
                    <a:pt x="70" y="31"/>
                    <a:pt x="70" y="34"/>
                    <a:pt x="69" y="37"/>
                  </a:cubicBezTo>
                  <a:cubicBezTo>
                    <a:pt x="69" y="37"/>
                    <a:pt x="68" y="38"/>
                    <a:pt x="68" y="39"/>
                  </a:cubicBezTo>
                  <a:cubicBezTo>
                    <a:pt x="67" y="40"/>
                    <a:pt x="66" y="40"/>
                    <a:pt x="65" y="41"/>
                  </a:cubicBezTo>
                  <a:cubicBezTo>
                    <a:pt x="65" y="32"/>
                    <a:pt x="65" y="32"/>
                    <a:pt x="65" y="32"/>
                  </a:cubicBezTo>
                  <a:cubicBezTo>
                    <a:pt x="65" y="30"/>
                    <a:pt x="64" y="29"/>
                    <a:pt x="62" y="29"/>
                  </a:cubicBezTo>
                  <a:cubicBezTo>
                    <a:pt x="61" y="29"/>
                    <a:pt x="59" y="30"/>
                    <a:pt x="59" y="32"/>
                  </a:cubicBezTo>
                  <a:cubicBezTo>
                    <a:pt x="59" y="41"/>
                    <a:pt x="59" y="41"/>
                    <a:pt x="59" y="41"/>
                  </a:cubicBezTo>
                  <a:cubicBezTo>
                    <a:pt x="57" y="40"/>
                    <a:pt x="56" y="39"/>
                    <a:pt x="55" y="37"/>
                  </a:cubicBezTo>
                  <a:close/>
                  <a:moveTo>
                    <a:pt x="31" y="61"/>
                  </a:moveTo>
                  <a:cubicBezTo>
                    <a:pt x="30" y="58"/>
                    <a:pt x="30" y="55"/>
                    <a:pt x="31" y="53"/>
                  </a:cubicBezTo>
                  <a:cubicBezTo>
                    <a:pt x="38" y="41"/>
                    <a:pt x="38" y="41"/>
                    <a:pt x="38" y="41"/>
                  </a:cubicBezTo>
                  <a:cubicBezTo>
                    <a:pt x="38" y="41"/>
                    <a:pt x="38" y="41"/>
                    <a:pt x="38" y="41"/>
                  </a:cubicBezTo>
                  <a:cubicBezTo>
                    <a:pt x="38" y="41"/>
                    <a:pt x="38" y="41"/>
                    <a:pt x="38" y="41"/>
                  </a:cubicBezTo>
                  <a:cubicBezTo>
                    <a:pt x="45" y="53"/>
                    <a:pt x="45" y="53"/>
                    <a:pt x="45" y="53"/>
                  </a:cubicBezTo>
                  <a:cubicBezTo>
                    <a:pt x="46" y="55"/>
                    <a:pt x="46" y="58"/>
                    <a:pt x="45" y="61"/>
                  </a:cubicBezTo>
                  <a:cubicBezTo>
                    <a:pt x="45" y="61"/>
                    <a:pt x="44" y="62"/>
                    <a:pt x="44" y="63"/>
                  </a:cubicBezTo>
                  <a:cubicBezTo>
                    <a:pt x="43" y="63"/>
                    <a:pt x="42" y="64"/>
                    <a:pt x="41" y="64"/>
                  </a:cubicBezTo>
                  <a:cubicBezTo>
                    <a:pt x="41" y="56"/>
                    <a:pt x="41" y="56"/>
                    <a:pt x="41" y="56"/>
                  </a:cubicBezTo>
                  <a:cubicBezTo>
                    <a:pt x="41" y="54"/>
                    <a:pt x="40" y="53"/>
                    <a:pt x="38" y="53"/>
                  </a:cubicBezTo>
                  <a:cubicBezTo>
                    <a:pt x="37" y="52"/>
                    <a:pt x="35" y="54"/>
                    <a:pt x="35" y="55"/>
                  </a:cubicBezTo>
                  <a:cubicBezTo>
                    <a:pt x="35" y="64"/>
                    <a:pt x="35" y="64"/>
                    <a:pt x="35" y="64"/>
                  </a:cubicBezTo>
                  <a:cubicBezTo>
                    <a:pt x="34" y="64"/>
                    <a:pt x="32" y="62"/>
                    <a:pt x="31" y="61"/>
                  </a:cubicBezTo>
                  <a:close/>
                  <a:moveTo>
                    <a:pt x="7" y="85"/>
                  </a:moveTo>
                  <a:cubicBezTo>
                    <a:pt x="6" y="82"/>
                    <a:pt x="6" y="79"/>
                    <a:pt x="7" y="77"/>
                  </a:cubicBezTo>
                  <a:cubicBezTo>
                    <a:pt x="14" y="65"/>
                    <a:pt x="14" y="65"/>
                    <a:pt x="14" y="65"/>
                  </a:cubicBezTo>
                  <a:cubicBezTo>
                    <a:pt x="14" y="65"/>
                    <a:pt x="14" y="65"/>
                    <a:pt x="14" y="65"/>
                  </a:cubicBezTo>
                  <a:cubicBezTo>
                    <a:pt x="14" y="65"/>
                    <a:pt x="14" y="65"/>
                    <a:pt x="14" y="65"/>
                  </a:cubicBezTo>
                  <a:cubicBezTo>
                    <a:pt x="21" y="77"/>
                    <a:pt x="21" y="77"/>
                    <a:pt x="21" y="77"/>
                  </a:cubicBezTo>
                  <a:cubicBezTo>
                    <a:pt x="23" y="79"/>
                    <a:pt x="23" y="82"/>
                    <a:pt x="21" y="85"/>
                  </a:cubicBezTo>
                  <a:cubicBezTo>
                    <a:pt x="21" y="85"/>
                    <a:pt x="21" y="86"/>
                    <a:pt x="20" y="86"/>
                  </a:cubicBezTo>
                  <a:cubicBezTo>
                    <a:pt x="19" y="87"/>
                    <a:pt x="18" y="88"/>
                    <a:pt x="17" y="88"/>
                  </a:cubicBezTo>
                  <a:cubicBezTo>
                    <a:pt x="17" y="79"/>
                    <a:pt x="17" y="79"/>
                    <a:pt x="17" y="79"/>
                  </a:cubicBezTo>
                  <a:cubicBezTo>
                    <a:pt x="17" y="78"/>
                    <a:pt x="16" y="77"/>
                    <a:pt x="15" y="77"/>
                  </a:cubicBezTo>
                  <a:cubicBezTo>
                    <a:pt x="13" y="76"/>
                    <a:pt x="12" y="78"/>
                    <a:pt x="12" y="79"/>
                  </a:cubicBezTo>
                  <a:cubicBezTo>
                    <a:pt x="12" y="88"/>
                    <a:pt x="12" y="88"/>
                    <a:pt x="12" y="88"/>
                  </a:cubicBezTo>
                  <a:cubicBezTo>
                    <a:pt x="10" y="88"/>
                    <a:pt x="8" y="86"/>
                    <a:pt x="7" y="85"/>
                  </a:cubicBezTo>
                  <a:close/>
                  <a:moveTo>
                    <a:pt x="46" y="96"/>
                  </a:moveTo>
                  <a:cubicBezTo>
                    <a:pt x="46" y="96"/>
                    <a:pt x="46" y="96"/>
                    <a:pt x="46" y="96"/>
                  </a:cubicBezTo>
                  <a:cubicBezTo>
                    <a:pt x="46" y="96"/>
                    <a:pt x="46" y="96"/>
                    <a:pt x="46" y="96"/>
                  </a:cubicBezTo>
                  <a:cubicBezTo>
                    <a:pt x="34" y="103"/>
                    <a:pt x="34" y="103"/>
                    <a:pt x="34" y="103"/>
                  </a:cubicBezTo>
                  <a:cubicBezTo>
                    <a:pt x="31" y="104"/>
                    <a:pt x="28" y="104"/>
                    <a:pt x="26" y="103"/>
                  </a:cubicBezTo>
                  <a:cubicBezTo>
                    <a:pt x="24" y="102"/>
                    <a:pt x="23" y="101"/>
                    <a:pt x="22" y="99"/>
                  </a:cubicBezTo>
                  <a:cubicBezTo>
                    <a:pt x="31" y="99"/>
                    <a:pt x="31" y="99"/>
                    <a:pt x="31" y="99"/>
                  </a:cubicBezTo>
                  <a:cubicBezTo>
                    <a:pt x="32" y="99"/>
                    <a:pt x="34" y="98"/>
                    <a:pt x="34" y="96"/>
                  </a:cubicBezTo>
                  <a:cubicBezTo>
                    <a:pt x="34" y="95"/>
                    <a:pt x="33" y="93"/>
                    <a:pt x="31" y="93"/>
                  </a:cubicBezTo>
                  <a:cubicBezTo>
                    <a:pt x="22" y="93"/>
                    <a:pt x="22" y="93"/>
                    <a:pt x="22" y="93"/>
                  </a:cubicBezTo>
                  <a:cubicBezTo>
                    <a:pt x="22" y="92"/>
                    <a:pt x="23" y="91"/>
                    <a:pt x="24" y="90"/>
                  </a:cubicBezTo>
                  <a:cubicBezTo>
                    <a:pt x="24" y="90"/>
                    <a:pt x="25" y="90"/>
                    <a:pt x="26" y="89"/>
                  </a:cubicBezTo>
                  <a:cubicBezTo>
                    <a:pt x="27" y="88"/>
                    <a:pt x="28" y="88"/>
                    <a:pt x="30" y="88"/>
                  </a:cubicBezTo>
                  <a:cubicBezTo>
                    <a:pt x="31" y="88"/>
                    <a:pt x="32" y="88"/>
                    <a:pt x="34" y="89"/>
                  </a:cubicBezTo>
                  <a:lnTo>
                    <a:pt x="46" y="96"/>
                  </a:lnTo>
                  <a:close/>
                  <a:moveTo>
                    <a:pt x="69" y="72"/>
                  </a:moveTo>
                  <a:cubicBezTo>
                    <a:pt x="69" y="72"/>
                    <a:pt x="70" y="72"/>
                    <a:pt x="70" y="72"/>
                  </a:cubicBezTo>
                  <a:cubicBezTo>
                    <a:pt x="70" y="72"/>
                    <a:pt x="69" y="72"/>
                    <a:pt x="69" y="72"/>
                  </a:cubicBezTo>
                  <a:cubicBezTo>
                    <a:pt x="58" y="79"/>
                    <a:pt x="58" y="79"/>
                    <a:pt x="58" y="79"/>
                  </a:cubicBezTo>
                  <a:cubicBezTo>
                    <a:pt x="55" y="81"/>
                    <a:pt x="52" y="81"/>
                    <a:pt x="49" y="79"/>
                  </a:cubicBezTo>
                  <a:cubicBezTo>
                    <a:pt x="48" y="78"/>
                    <a:pt x="47" y="77"/>
                    <a:pt x="46" y="75"/>
                  </a:cubicBezTo>
                  <a:cubicBezTo>
                    <a:pt x="55" y="75"/>
                    <a:pt x="55" y="75"/>
                    <a:pt x="55" y="75"/>
                  </a:cubicBezTo>
                  <a:cubicBezTo>
                    <a:pt x="56" y="75"/>
                    <a:pt x="57" y="74"/>
                    <a:pt x="58" y="73"/>
                  </a:cubicBezTo>
                  <a:cubicBezTo>
                    <a:pt x="58" y="71"/>
                    <a:pt x="57" y="69"/>
                    <a:pt x="55" y="69"/>
                  </a:cubicBezTo>
                  <a:cubicBezTo>
                    <a:pt x="46" y="69"/>
                    <a:pt x="46" y="69"/>
                    <a:pt x="46" y="69"/>
                  </a:cubicBezTo>
                  <a:cubicBezTo>
                    <a:pt x="46" y="68"/>
                    <a:pt x="47" y="67"/>
                    <a:pt x="48" y="67"/>
                  </a:cubicBezTo>
                  <a:cubicBezTo>
                    <a:pt x="48" y="66"/>
                    <a:pt x="49" y="66"/>
                    <a:pt x="49" y="65"/>
                  </a:cubicBezTo>
                  <a:cubicBezTo>
                    <a:pt x="51" y="64"/>
                    <a:pt x="52" y="64"/>
                    <a:pt x="54" y="64"/>
                  </a:cubicBezTo>
                  <a:cubicBezTo>
                    <a:pt x="55" y="64"/>
                    <a:pt x="56" y="64"/>
                    <a:pt x="58" y="65"/>
                  </a:cubicBezTo>
                  <a:lnTo>
                    <a:pt x="69" y="72"/>
                  </a:lnTo>
                  <a:close/>
                  <a:moveTo>
                    <a:pt x="93" y="48"/>
                  </a:moveTo>
                  <a:cubicBezTo>
                    <a:pt x="93" y="48"/>
                    <a:pt x="93" y="48"/>
                    <a:pt x="93" y="48"/>
                  </a:cubicBezTo>
                  <a:cubicBezTo>
                    <a:pt x="93" y="48"/>
                    <a:pt x="93" y="48"/>
                    <a:pt x="93" y="48"/>
                  </a:cubicBezTo>
                  <a:cubicBezTo>
                    <a:pt x="81" y="55"/>
                    <a:pt x="81" y="55"/>
                    <a:pt x="81" y="55"/>
                  </a:cubicBezTo>
                  <a:cubicBezTo>
                    <a:pt x="79" y="57"/>
                    <a:pt x="76" y="57"/>
                    <a:pt x="73" y="55"/>
                  </a:cubicBezTo>
                  <a:cubicBezTo>
                    <a:pt x="72" y="54"/>
                    <a:pt x="70" y="53"/>
                    <a:pt x="70" y="51"/>
                  </a:cubicBezTo>
                  <a:cubicBezTo>
                    <a:pt x="79" y="51"/>
                    <a:pt x="79" y="51"/>
                    <a:pt x="79" y="51"/>
                  </a:cubicBezTo>
                  <a:cubicBezTo>
                    <a:pt x="80" y="51"/>
                    <a:pt x="81" y="50"/>
                    <a:pt x="81" y="49"/>
                  </a:cubicBezTo>
                  <a:cubicBezTo>
                    <a:pt x="82" y="47"/>
                    <a:pt x="80" y="45"/>
                    <a:pt x="79" y="45"/>
                  </a:cubicBezTo>
                  <a:cubicBezTo>
                    <a:pt x="70" y="45"/>
                    <a:pt x="70" y="45"/>
                    <a:pt x="70" y="45"/>
                  </a:cubicBezTo>
                  <a:cubicBezTo>
                    <a:pt x="70" y="44"/>
                    <a:pt x="71" y="43"/>
                    <a:pt x="72" y="43"/>
                  </a:cubicBezTo>
                  <a:cubicBezTo>
                    <a:pt x="72" y="42"/>
                    <a:pt x="73" y="42"/>
                    <a:pt x="73" y="41"/>
                  </a:cubicBezTo>
                  <a:cubicBezTo>
                    <a:pt x="75" y="41"/>
                    <a:pt x="76" y="40"/>
                    <a:pt x="77" y="40"/>
                  </a:cubicBezTo>
                  <a:cubicBezTo>
                    <a:pt x="79" y="40"/>
                    <a:pt x="80" y="41"/>
                    <a:pt x="81" y="41"/>
                  </a:cubicBezTo>
                  <a:lnTo>
                    <a:pt x="93" y="48"/>
                  </a:lnTo>
                  <a:close/>
                  <a:moveTo>
                    <a:pt x="104" y="6"/>
                  </a:moveTo>
                  <a:cubicBezTo>
                    <a:pt x="101" y="19"/>
                    <a:pt x="101" y="19"/>
                    <a:pt x="101" y="19"/>
                  </a:cubicBezTo>
                  <a:cubicBezTo>
                    <a:pt x="100" y="22"/>
                    <a:pt x="98" y="24"/>
                    <a:pt x="95" y="25"/>
                  </a:cubicBezTo>
                  <a:cubicBezTo>
                    <a:pt x="93" y="26"/>
                    <a:pt x="91" y="25"/>
                    <a:pt x="90" y="25"/>
                  </a:cubicBezTo>
                  <a:cubicBezTo>
                    <a:pt x="96" y="18"/>
                    <a:pt x="96" y="18"/>
                    <a:pt x="96" y="18"/>
                  </a:cubicBezTo>
                  <a:cubicBezTo>
                    <a:pt x="97" y="17"/>
                    <a:pt x="97" y="15"/>
                    <a:pt x="96" y="14"/>
                  </a:cubicBezTo>
                  <a:cubicBezTo>
                    <a:pt x="95" y="13"/>
                    <a:pt x="93" y="13"/>
                    <a:pt x="92" y="14"/>
                  </a:cubicBezTo>
                  <a:cubicBezTo>
                    <a:pt x="86" y="21"/>
                    <a:pt x="86" y="21"/>
                    <a:pt x="86" y="21"/>
                  </a:cubicBezTo>
                  <a:cubicBezTo>
                    <a:pt x="85" y="19"/>
                    <a:pt x="85" y="17"/>
                    <a:pt x="85" y="15"/>
                  </a:cubicBezTo>
                  <a:cubicBezTo>
                    <a:pt x="86" y="12"/>
                    <a:pt x="88" y="10"/>
                    <a:pt x="91" y="9"/>
                  </a:cubicBezTo>
                  <a:cubicBezTo>
                    <a:pt x="104" y="6"/>
                    <a:pt x="104" y="6"/>
                    <a:pt x="104" y="6"/>
                  </a:cubicBezTo>
                  <a:cubicBezTo>
                    <a:pt x="104" y="6"/>
                    <a:pt x="104" y="6"/>
                    <a:pt x="104" y="6"/>
                  </a:cubicBezTo>
                  <a:cubicBezTo>
                    <a:pt x="104" y="6"/>
                    <a:pt x="104" y="6"/>
                    <a:pt x="104"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2" name="Google Shape;962;p27"/>
            <p:cNvSpPr/>
            <p:nvPr/>
          </p:nvSpPr>
          <p:spPr>
            <a:xfrm>
              <a:off x="4732423" y="3323461"/>
              <a:ext cx="175049" cy="171746"/>
            </a:xfrm>
            <a:custGeom>
              <a:rect b="b" l="l" r="r" t="t"/>
              <a:pathLst>
                <a:path extrusionOk="0" h="66" w="67">
                  <a:moveTo>
                    <a:pt x="50" y="61"/>
                  </a:moveTo>
                  <a:cubicBezTo>
                    <a:pt x="59" y="63"/>
                    <a:pt x="59" y="63"/>
                    <a:pt x="59" y="63"/>
                  </a:cubicBezTo>
                  <a:cubicBezTo>
                    <a:pt x="61" y="64"/>
                    <a:pt x="63" y="63"/>
                    <a:pt x="65" y="61"/>
                  </a:cubicBezTo>
                  <a:cubicBezTo>
                    <a:pt x="66" y="60"/>
                    <a:pt x="67" y="57"/>
                    <a:pt x="66" y="55"/>
                  </a:cubicBezTo>
                  <a:cubicBezTo>
                    <a:pt x="62" y="47"/>
                    <a:pt x="62" y="47"/>
                    <a:pt x="62" y="47"/>
                  </a:cubicBezTo>
                  <a:cubicBezTo>
                    <a:pt x="65" y="42"/>
                    <a:pt x="66" y="35"/>
                    <a:pt x="65" y="29"/>
                  </a:cubicBezTo>
                  <a:cubicBezTo>
                    <a:pt x="65" y="26"/>
                    <a:pt x="64" y="23"/>
                    <a:pt x="63" y="21"/>
                  </a:cubicBezTo>
                  <a:cubicBezTo>
                    <a:pt x="63" y="19"/>
                    <a:pt x="61" y="19"/>
                    <a:pt x="59" y="19"/>
                  </a:cubicBezTo>
                  <a:cubicBezTo>
                    <a:pt x="58" y="20"/>
                    <a:pt x="57" y="21"/>
                    <a:pt x="58" y="23"/>
                  </a:cubicBezTo>
                  <a:cubicBezTo>
                    <a:pt x="59" y="25"/>
                    <a:pt x="60" y="28"/>
                    <a:pt x="60" y="30"/>
                  </a:cubicBezTo>
                  <a:cubicBezTo>
                    <a:pt x="60" y="35"/>
                    <a:pt x="59" y="41"/>
                    <a:pt x="57" y="46"/>
                  </a:cubicBezTo>
                  <a:cubicBezTo>
                    <a:pt x="56" y="46"/>
                    <a:pt x="56" y="47"/>
                    <a:pt x="57" y="48"/>
                  </a:cubicBezTo>
                  <a:cubicBezTo>
                    <a:pt x="61" y="57"/>
                    <a:pt x="61" y="57"/>
                    <a:pt x="61" y="57"/>
                  </a:cubicBezTo>
                  <a:cubicBezTo>
                    <a:pt x="61" y="58"/>
                    <a:pt x="61" y="58"/>
                    <a:pt x="61" y="58"/>
                  </a:cubicBezTo>
                  <a:cubicBezTo>
                    <a:pt x="61" y="58"/>
                    <a:pt x="60" y="58"/>
                    <a:pt x="60" y="58"/>
                  </a:cubicBezTo>
                  <a:cubicBezTo>
                    <a:pt x="50" y="55"/>
                    <a:pt x="50" y="55"/>
                    <a:pt x="50" y="55"/>
                  </a:cubicBezTo>
                  <a:cubicBezTo>
                    <a:pt x="49" y="55"/>
                    <a:pt x="48" y="55"/>
                    <a:pt x="48" y="56"/>
                  </a:cubicBezTo>
                  <a:cubicBezTo>
                    <a:pt x="44" y="58"/>
                    <a:pt x="40" y="60"/>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2"/>
                    <a:pt x="13" y="6"/>
                    <a:pt x="8" y="13"/>
                  </a:cubicBezTo>
                  <a:cubicBezTo>
                    <a:pt x="2" y="19"/>
                    <a:pt x="0" y="28"/>
                    <a:pt x="1" y="37"/>
                  </a:cubicBezTo>
                  <a:cubicBezTo>
                    <a:pt x="2" y="45"/>
                    <a:pt x="6" y="53"/>
                    <a:pt x="12" y="58"/>
                  </a:cubicBezTo>
                  <a:cubicBezTo>
                    <a:pt x="18" y="63"/>
                    <a:pt x="26" y="66"/>
                    <a:pt x="33" y="66"/>
                  </a:cubicBezTo>
                  <a:cubicBezTo>
                    <a:pt x="34" y="66"/>
                    <a:pt x="35" y="66"/>
                    <a:pt x="35" y="65"/>
                  </a:cubicBezTo>
                  <a:cubicBezTo>
                    <a:pt x="41" y="65"/>
                    <a:pt x="45" y="64"/>
                    <a:pt x="50" y="6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3" name="Google Shape;963;p27"/>
            <p:cNvSpPr/>
            <p:nvPr/>
          </p:nvSpPr>
          <p:spPr>
            <a:xfrm>
              <a:off x="4766552" y="3356489"/>
              <a:ext cx="106791" cy="107892"/>
            </a:xfrm>
            <a:custGeom>
              <a:rect b="b" l="l" r="r" t="t"/>
              <a:pathLst>
                <a:path extrusionOk="0" h="41" w="41">
                  <a:moveTo>
                    <a:pt x="29" y="4"/>
                  </a:moveTo>
                  <a:cubicBezTo>
                    <a:pt x="29" y="2"/>
                    <a:pt x="27" y="0"/>
                    <a:pt x="24" y="0"/>
                  </a:cubicBezTo>
                  <a:cubicBezTo>
                    <a:pt x="16" y="0"/>
                    <a:pt x="16" y="0"/>
                    <a:pt x="16" y="0"/>
                  </a:cubicBezTo>
                  <a:cubicBezTo>
                    <a:pt x="14" y="0"/>
                    <a:pt x="12" y="2"/>
                    <a:pt x="12" y="4"/>
                  </a:cubicBezTo>
                  <a:cubicBezTo>
                    <a:pt x="12" y="12"/>
                    <a:pt x="12" y="12"/>
                    <a:pt x="12" y="12"/>
                  </a:cubicBezTo>
                  <a:cubicBezTo>
                    <a:pt x="4" y="12"/>
                    <a:pt x="4" y="12"/>
                    <a:pt x="4" y="12"/>
                  </a:cubicBezTo>
                  <a:cubicBezTo>
                    <a:pt x="2" y="12"/>
                    <a:pt x="0" y="14"/>
                    <a:pt x="0" y="16"/>
                  </a:cubicBezTo>
                  <a:cubicBezTo>
                    <a:pt x="0" y="24"/>
                    <a:pt x="0" y="24"/>
                    <a:pt x="0" y="24"/>
                  </a:cubicBezTo>
                  <a:cubicBezTo>
                    <a:pt x="0" y="27"/>
                    <a:pt x="2" y="29"/>
                    <a:pt x="4" y="29"/>
                  </a:cubicBezTo>
                  <a:cubicBezTo>
                    <a:pt x="12" y="29"/>
                    <a:pt x="12" y="29"/>
                    <a:pt x="12" y="29"/>
                  </a:cubicBezTo>
                  <a:cubicBezTo>
                    <a:pt x="12" y="36"/>
                    <a:pt x="12" y="36"/>
                    <a:pt x="12" y="36"/>
                  </a:cubicBezTo>
                  <a:cubicBezTo>
                    <a:pt x="12" y="39"/>
                    <a:pt x="14" y="41"/>
                    <a:pt x="16" y="41"/>
                  </a:cubicBezTo>
                  <a:cubicBezTo>
                    <a:pt x="24" y="41"/>
                    <a:pt x="24" y="41"/>
                    <a:pt x="24" y="41"/>
                  </a:cubicBezTo>
                  <a:cubicBezTo>
                    <a:pt x="27" y="41"/>
                    <a:pt x="29" y="39"/>
                    <a:pt x="29" y="36"/>
                  </a:cubicBezTo>
                  <a:cubicBezTo>
                    <a:pt x="29" y="29"/>
                    <a:pt x="29" y="29"/>
                    <a:pt x="29" y="29"/>
                  </a:cubicBezTo>
                  <a:cubicBezTo>
                    <a:pt x="36" y="29"/>
                    <a:pt x="36" y="29"/>
                    <a:pt x="36" y="29"/>
                  </a:cubicBezTo>
                  <a:cubicBezTo>
                    <a:pt x="39" y="29"/>
                    <a:pt x="41" y="27"/>
                    <a:pt x="41" y="24"/>
                  </a:cubicBezTo>
                  <a:cubicBezTo>
                    <a:pt x="41" y="16"/>
                    <a:pt x="41" y="16"/>
                    <a:pt x="41" y="16"/>
                  </a:cubicBezTo>
                  <a:cubicBezTo>
                    <a:pt x="41" y="14"/>
                    <a:pt x="39" y="12"/>
                    <a:pt x="36" y="12"/>
                  </a:cubicBezTo>
                  <a:cubicBezTo>
                    <a:pt x="29" y="12"/>
                    <a:pt x="29" y="12"/>
                    <a:pt x="29" y="12"/>
                  </a:cubicBezTo>
                  <a:lnTo>
                    <a:pt x="29" y="4"/>
                  </a:lnTo>
                  <a:close/>
                  <a:moveTo>
                    <a:pt x="35" y="17"/>
                  </a:moveTo>
                  <a:cubicBezTo>
                    <a:pt x="35" y="23"/>
                    <a:pt x="35" y="23"/>
                    <a:pt x="35" y="23"/>
                  </a:cubicBezTo>
                  <a:cubicBezTo>
                    <a:pt x="26" y="23"/>
                    <a:pt x="26" y="23"/>
                    <a:pt x="26" y="23"/>
                  </a:cubicBezTo>
                  <a:cubicBezTo>
                    <a:pt x="25" y="23"/>
                    <a:pt x="23" y="24"/>
                    <a:pt x="23" y="26"/>
                  </a:cubicBezTo>
                  <a:cubicBezTo>
                    <a:pt x="23" y="35"/>
                    <a:pt x="23" y="35"/>
                    <a:pt x="23" y="35"/>
                  </a:cubicBezTo>
                  <a:cubicBezTo>
                    <a:pt x="17" y="35"/>
                    <a:pt x="17" y="35"/>
                    <a:pt x="17" y="35"/>
                  </a:cubicBezTo>
                  <a:cubicBezTo>
                    <a:pt x="17" y="26"/>
                    <a:pt x="17" y="26"/>
                    <a:pt x="17" y="26"/>
                  </a:cubicBezTo>
                  <a:cubicBezTo>
                    <a:pt x="17" y="24"/>
                    <a:pt x="16" y="23"/>
                    <a:pt x="15" y="23"/>
                  </a:cubicBezTo>
                  <a:cubicBezTo>
                    <a:pt x="5" y="23"/>
                    <a:pt x="5" y="23"/>
                    <a:pt x="5" y="23"/>
                  </a:cubicBezTo>
                  <a:cubicBezTo>
                    <a:pt x="5" y="17"/>
                    <a:pt x="5" y="17"/>
                    <a:pt x="5" y="17"/>
                  </a:cubicBezTo>
                  <a:cubicBezTo>
                    <a:pt x="15" y="17"/>
                    <a:pt x="15" y="17"/>
                    <a:pt x="15" y="17"/>
                  </a:cubicBezTo>
                  <a:cubicBezTo>
                    <a:pt x="16" y="17"/>
                    <a:pt x="17" y="16"/>
                    <a:pt x="17" y="14"/>
                  </a:cubicBezTo>
                  <a:cubicBezTo>
                    <a:pt x="17" y="5"/>
                    <a:pt x="17" y="5"/>
                    <a:pt x="17" y="5"/>
                  </a:cubicBezTo>
                  <a:cubicBezTo>
                    <a:pt x="23" y="5"/>
                    <a:pt x="23" y="5"/>
                    <a:pt x="23" y="5"/>
                  </a:cubicBezTo>
                  <a:cubicBezTo>
                    <a:pt x="23" y="14"/>
                    <a:pt x="23" y="14"/>
                    <a:pt x="23" y="14"/>
                  </a:cubicBezTo>
                  <a:cubicBezTo>
                    <a:pt x="23" y="16"/>
                    <a:pt x="25" y="17"/>
                    <a:pt x="26" y="17"/>
                  </a:cubicBezTo>
                  <a:cubicBezTo>
                    <a:pt x="35" y="17"/>
                    <a:pt x="35" y="17"/>
                    <a:pt x="35"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4" name="Google Shape;964;p27"/>
            <p:cNvSpPr/>
            <p:nvPr/>
          </p:nvSpPr>
          <p:spPr>
            <a:xfrm>
              <a:off x="4865637" y="3346581"/>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65" name="Google Shape;965;p27"/>
          <p:cNvGrpSpPr/>
          <p:nvPr/>
        </p:nvGrpSpPr>
        <p:grpSpPr>
          <a:xfrm>
            <a:off x="3266995" y="3263808"/>
            <a:ext cx="226676" cy="362036"/>
            <a:chOff x="3173495" y="3323461"/>
            <a:chExt cx="232298" cy="371015"/>
          </a:xfrm>
        </p:grpSpPr>
        <p:sp>
          <p:nvSpPr>
            <p:cNvPr id="966" name="Google Shape;966;p27"/>
            <p:cNvSpPr/>
            <p:nvPr/>
          </p:nvSpPr>
          <p:spPr>
            <a:xfrm>
              <a:off x="3173495" y="3323461"/>
              <a:ext cx="232298" cy="371015"/>
            </a:xfrm>
            <a:custGeom>
              <a:rect b="b" l="l" r="r" t="t"/>
              <a:pathLst>
                <a:path extrusionOk="0" h="142" w="89">
                  <a:moveTo>
                    <a:pt x="75" y="0"/>
                  </a:moveTo>
                  <a:cubicBezTo>
                    <a:pt x="14" y="0"/>
                    <a:pt x="14" y="0"/>
                    <a:pt x="14" y="0"/>
                  </a:cubicBezTo>
                  <a:cubicBezTo>
                    <a:pt x="6" y="0"/>
                    <a:pt x="0" y="6"/>
                    <a:pt x="0" y="14"/>
                  </a:cubicBezTo>
                  <a:cubicBezTo>
                    <a:pt x="0" y="94"/>
                    <a:pt x="0" y="94"/>
                    <a:pt x="0" y="94"/>
                  </a:cubicBezTo>
                  <a:cubicBezTo>
                    <a:pt x="0" y="102"/>
                    <a:pt x="6" y="108"/>
                    <a:pt x="14" y="108"/>
                  </a:cubicBezTo>
                  <a:cubicBezTo>
                    <a:pt x="37" y="108"/>
                    <a:pt x="37" y="108"/>
                    <a:pt x="37" y="108"/>
                  </a:cubicBezTo>
                  <a:cubicBezTo>
                    <a:pt x="37" y="113"/>
                    <a:pt x="37" y="113"/>
                    <a:pt x="37" y="113"/>
                  </a:cubicBezTo>
                  <a:cubicBezTo>
                    <a:pt x="37" y="116"/>
                    <a:pt x="39" y="118"/>
                    <a:pt x="42" y="118"/>
                  </a:cubicBezTo>
                  <a:cubicBezTo>
                    <a:pt x="42" y="118"/>
                    <a:pt x="42" y="118"/>
                    <a:pt x="42" y="118"/>
                  </a:cubicBezTo>
                  <a:cubicBezTo>
                    <a:pt x="44" y="132"/>
                    <a:pt x="55" y="142"/>
                    <a:pt x="68" y="142"/>
                  </a:cubicBezTo>
                  <a:cubicBezTo>
                    <a:pt x="75" y="142"/>
                    <a:pt x="75" y="142"/>
                    <a:pt x="75" y="142"/>
                  </a:cubicBezTo>
                  <a:cubicBezTo>
                    <a:pt x="77" y="142"/>
                    <a:pt x="78" y="141"/>
                    <a:pt x="78" y="140"/>
                  </a:cubicBezTo>
                  <a:cubicBezTo>
                    <a:pt x="78" y="138"/>
                    <a:pt x="77" y="137"/>
                    <a:pt x="75" y="137"/>
                  </a:cubicBezTo>
                  <a:cubicBezTo>
                    <a:pt x="68" y="137"/>
                    <a:pt x="68" y="137"/>
                    <a:pt x="68" y="137"/>
                  </a:cubicBezTo>
                  <a:cubicBezTo>
                    <a:pt x="57" y="137"/>
                    <a:pt x="49" y="129"/>
                    <a:pt x="48" y="118"/>
                  </a:cubicBezTo>
                  <a:cubicBezTo>
                    <a:pt x="51" y="118"/>
                    <a:pt x="53" y="116"/>
                    <a:pt x="53" y="113"/>
                  </a:cubicBezTo>
                  <a:cubicBezTo>
                    <a:pt x="53" y="108"/>
                    <a:pt x="53" y="108"/>
                    <a:pt x="53" y="108"/>
                  </a:cubicBezTo>
                  <a:cubicBezTo>
                    <a:pt x="75" y="108"/>
                    <a:pt x="75" y="108"/>
                    <a:pt x="75" y="108"/>
                  </a:cubicBezTo>
                  <a:cubicBezTo>
                    <a:pt x="83" y="108"/>
                    <a:pt x="89" y="102"/>
                    <a:pt x="89" y="94"/>
                  </a:cubicBezTo>
                  <a:cubicBezTo>
                    <a:pt x="89" y="14"/>
                    <a:pt x="89" y="14"/>
                    <a:pt x="89" y="14"/>
                  </a:cubicBezTo>
                  <a:cubicBezTo>
                    <a:pt x="89" y="6"/>
                    <a:pt x="83" y="0"/>
                    <a:pt x="75" y="0"/>
                  </a:cubicBezTo>
                  <a:close/>
                  <a:moveTo>
                    <a:pt x="84" y="94"/>
                  </a:moveTo>
                  <a:cubicBezTo>
                    <a:pt x="84" y="99"/>
                    <a:pt x="80" y="103"/>
                    <a:pt x="75" y="103"/>
                  </a:cubicBezTo>
                  <a:cubicBezTo>
                    <a:pt x="50" y="103"/>
                    <a:pt x="50" y="103"/>
                    <a:pt x="50" y="103"/>
                  </a:cubicBezTo>
                  <a:cubicBezTo>
                    <a:pt x="49" y="103"/>
                    <a:pt x="48" y="104"/>
                    <a:pt x="48" y="106"/>
                  </a:cubicBezTo>
                  <a:cubicBezTo>
                    <a:pt x="48" y="113"/>
                    <a:pt x="48" y="113"/>
                    <a:pt x="48" y="113"/>
                  </a:cubicBezTo>
                  <a:cubicBezTo>
                    <a:pt x="42" y="113"/>
                    <a:pt x="42" y="113"/>
                    <a:pt x="42" y="113"/>
                  </a:cubicBezTo>
                  <a:cubicBezTo>
                    <a:pt x="42" y="106"/>
                    <a:pt x="42" y="106"/>
                    <a:pt x="42" y="106"/>
                  </a:cubicBezTo>
                  <a:cubicBezTo>
                    <a:pt x="42" y="104"/>
                    <a:pt x="41" y="103"/>
                    <a:pt x="39" y="103"/>
                  </a:cubicBezTo>
                  <a:cubicBezTo>
                    <a:pt x="14" y="103"/>
                    <a:pt x="14" y="103"/>
                    <a:pt x="14" y="103"/>
                  </a:cubicBezTo>
                  <a:cubicBezTo>
                    <a:pt x="9" y="103"/>
                    <a:pt x="6" y="99"/>
                    <a:pt x="6" y="94"/>
                  </a:cubicBezTo>
                  <a:cubicBezTo>
                    <a:pt x="6" y="14"/>
                    <a:pt x="6" y="14"/>
                    <a:pt x="6" y="14"/>
                  </a:cubicBezTo>
                  <a:cubicBezTo>
                    <a:pt x="6" y="9"/>
                    <a:pt x="9" y="5"/>
                    <a:pt x="14" y="5"/>
                  </a:cubicBezTo>
                  <a:cubicBezTo>
                    <a:pt x="75" y="5"/>
                    <a:pt x="75" y="5"/>
                    <a:pt x="75" y="5"/>
                  </a:cubicBezTo>
                  <a:cubicBezTo>
                    <a:pt x="80" y="5"/>
                    <a:pt x="84" y="9"/>
                    <a:pt x="84" y="14"/>
                  </a:cubicBezTo>
                  <a:cubicBezTo>
                    <a:pt x="84" y="94"/>
                    <a:pt x="84" y="94"/>
                    <a:pt x="84" y="9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7" name="Google Shape;967;p27"/>
            <p:cNvSpPr/>
            <p:nvPr/>
          </p:nvSpPr>
          <p:spPr>
            <a:xfrm>
              <a:off x="3202119" y="3472087"/>
              <a:ext cx="175049" cy="104589"/>
            </a:xfrm>
            <a:custGeom>
              <a:rect b="b" l="l" r="r" t="t"/>
              <a:pathLst>
                <a:path extrusionOk="0" h="40" w="67">
                  <a:moveTo>
                    <a:pt x="59" y="0"/>
                  </a:moveTo>
                  <a:cubicBezTo>
                    <a:pt x="9" y="0"/>
                    <a:pt x="9" y="0"/>
                    <a:pt x="9" y="0"/>
                  </a:cubicBezTo>
                  <a:cubicBezTo>
                    <a:pt x="4" y="0"/>
                    <a:pt x="0" y="4"/>
                    <a:pt x="0" y="8"/>
                  </a:cubicBezTo>
                  <a:cubicBezTo>
                    <a:pt x="0" y="37"/>
                    <a:pt x="0" y="37"/>
                    <a:pt x="0" y="37"/>
                  </a:cubicBezTo>
                  <a:cubicBezTo>
                    <a:pt x="0" y="39"/>
                    <a:pt x="2" y="40"/>
                    <a:pt x="3" y="40"/>
                  </a:cubicBezTo>
                  <a:cubicBezTo>
                    <a:pt x="22" y="40"/>
                    <a:pt x="22" y="40"/>
                    <a:pt x="22" y="40"/>
                  </a:cubicBezTo>
                  <a:cubicBezTo>
                    <a:pt x="22" y="40"/>
                    <a:pt x="23" y="40"/>
                    <a:pt x="23" y="40"/>
                  </a:cubicBezTo>
                  <a:cubicBezTo>
                    <a:pt x="25" y="38"/>
                    <a:pt x="24" y="35"/>
                    <a:pt x="21" y="35"/>
                  </a:cubicBezTo>
                  <a:cubicBezTo>
                    <a:pt x="9" y="35"/>
                    <a:pt x="9" y="35"/>
                    <a:pt x="9" y="35"/>
                  </a:cubicBezTo>
                  <a:cubicBezTo>
                    <a:pt x="7" y="35"/>
                    <a:pt x="6" y="33"/>
                    <a:pt x="6" y="32"/>
                  </a:cubicBezTo>
                  <a:cubicBezTo>
                    <a:pt x="6" y="8"/>
                    <a:pt x="6" y="8"/>
                    <a:pt x="6" y="8"/>
                  </a:cubicBezTo>
                  <a:cubicBezTo>
                    <a:pt x="6" y="7"/>
                    <a:pt x="7" y="6"/>
                    <a:pt x="9" y="6"/>
                  </a:cubicBezTo>
                  <a:cubicBezTo>
                    <a:pt x="59" y="6"/>
                    <a:pt x="59" y="6"/>
                    <a:pt x="59" y="6"/>
                  </a:cubicBezTo>
                  <a:cubicBezTo>
                    <a:pt x="60" y="6"/>
                    <a:pt x="62" y="7"/>
                    <a:pt x="62" y="8"/>
                  </a:cubicBezTo>
                  <a:cubicBezTo>
                    <a:pt x="62" y="32"/>
                    <a:pt x="62" y="32"/>
                    <a:pt x="62" y="32"/>
                  </a:cubicBezTo>
                  <a:cubicBezTo>
                    <a:pt x="62" y="33"/>
                    <a:pt x="60" y="35"/>
                    <a:pt x="59" y="35"/>
                  </a:cubicBezTo>
                  <a:cubicBezTo>
                    <a:pt x="46" y="35"/>
                    <a:pt x="46" y="35"/>
                    <a:pt x="46" y="35"/>
                  </a:cubicBezTo>
                  <a:cubicBezTo>
                    <a:pt x="45" y="35"/>
                    <a:pt x="44" y="36"/>
                    <a:pt x="44" y="37"/>
                  </a:cubicBezTo>
                  <a:cubicBezTo>
                    <a:pt x="43" y="39"/>
                    <a:pt x="45" y="40"/>
                    <a:pt x="46" y="40"/>
                  </a:cubicBezTo>
                  <a:cubicBezTo>
                    <a:pt x="59" y="40"/>
                    <a:pt x="59" y="40"/>
                    <a:pt x="59" y="40"/>
                  </a:cubicBezTo>
                  <a:cubicBezTo>
                    <a:pt x="64" y="40"/>
                    <a:pt x="67" y="37"/>
                    <a:pt x="67" y="32"/>
                  </a:cubicBezTo>
                  <a:cubicBezTo>
                    <a:pt x="67" y="8"/>
                    <a:pt x="67" y="8"/>
                    <a:pt x="67" y="8"/>
                  </a:cubicBezTo>
                  <a:cubicBezTo>
                    <a:pt x="67" y="4"/>
                    <a:pt x="64" y="0"/>
                    <a:pt x="5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8" name="Google Shape;968;p27"/>
            <p:cNvSpPr/>
            <p:nvPr/>
          </p:nvSpPr>
          <p:spPr>
            <a:xfrm>
              <a:off x="3248359" y="3356489"/>
              <a:ext cx="81469" cy="96882"/>
            </a:xfrm>
            <a:custGeom>
              <a:rect b="b" l="l" r="r" t="t"/>
              <a:pathLst>
                <a:path extrusionOk="0" h="37" w="31">
                  <a:moveTo>
                    <a:pt x="16" y="37"/>
                  </a:moveTo>
                  <a:cubicBezTo>
                    <a:pt x="21" y="37"/>
                    <a:pt x="26" y="34"/>
                    <a:pt x="29" y="29"/>
                  </a:cubicBezTo>
                  <a:cubicBezTo>
                    <a:pt x="31" y="25"/>
                    <a:pt x="31" y="19"/>
                    <a:pt x="29" y="14"/>
                  </a:cubicBezTo>
                  <a:cubicBezTo>
                    <a:pt x="22" y="3"/>
                    <a:pt x="22" y="3"/>
                    <a:pt x="22" y="3"/>
                  </a:cubicBezTo>
                  <a:cubicBezTo>
                    <a:pt x="21" y="1"/>
                    <a:pt x="19" y="0"/>
                    <a:pt x="16" y="0"/>
                  </a:cubicBezTo>
                  <a:cubicBezTo>
                    <a:pt x="13" y="0"/>
                    <a:pt x="11" y="1"/>
                    <a:pt x="9" y="3"/>
                  </a:cubicBezTo>
                  <a:cubicBezTo>
                    <a:pt x="3" y="14"/>
                    <a:pt x="3" y="14"/>
                    <a:pt x="3" y="14"/>
                  </a:cubicBezTo>
                  <a:cubicBezTo>
                    <a:pt x="0" y="19"/>
                    <a:pt x="0" y="25"/>
                    <a:pt x="3" y="29"/>
                  </a:cubicBezTo>
                  <a:cubicBezTo>
                    <a:pt x="6" y="34"/>
                    <a:pt x="10" y="37"/>
                    <a:pt x="16" y="37"/>
                  </a:cubicBezTo>
                  <a:close/>
                  <a:moveTo>
                    <a:pt x="8" y="17"/>
                  </a:moveTo>
                  <a:cubicBezTo>
                    <a:pt x="14" y="6"/>
                    <a:pt x="14" y="6"/>
                    <a:pt x="14" y="6"/>
                  </a:cubicBezTo>
                  <a:cubicBezTo>
                    <a:pt x="15" y="5"/>
                    <a:pt x="15" y="5"/>
                    <a:pt x="16" y="5"/>
                  </a:cubicBezTo>
                  <a:cubicBezTo>
                    <a:pt x="16" y="5"/>
                    <a:pt x="17" y="5"/>
                    <a:pt x="17" y="6"/>
                  </a:cubicBezTo>
                  <a:cubicBezTo>
                    <a:pt x="24" y="17"/>
                    <a:pt x="24" y="17"/>
                    <a:pt x="24" y="17"/>
                  </a:cubicBezTo>
                  <a:cubicBezTo>
                    <a:pt x="25" y="20"/>
                    <a:pt x="25" y="24"/>
                    <a:pt x="24" y="26"/>
                  </a:cubicBezTo>
                  <a:cubicBezTo>
                    <a:pt x="22" y="29"/>
                    <a:pt x="19" y="31"/>
                    <a:pt x="16" y="31"/>
                  </a:cubicBezTo>
                  <a:cubicBezTo>
                    <a:pt x="12" y="31"/>
                    <a:pt x="9" y="29"/>
                    <a:pt x="8" y="26"/>
                  </a:cubicBezTo>
                  <a:cubicBezTo>
                    <a:pt x="6" y="24"/>
                    <a:pt x="6" y="20"/>
                    <a:pt x="8"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9" name="Google Shape;969;p27"/>
            <p:cNvSpPr/>
            <p:nvPr/>
          </p:nvSpPr>
          <p:spPr>
            <a:xfrm>
              <a:off x="3282488" y="3563465"/>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70" name="Google Shape;970;p27"/>
          <p:cNvGrpSpPr/>
          <p:nvPr/>
        </p:nvGrpSpPr>
        <p:grpSpPr>
          <a:xfrm>
            <a:off x="3975496" y="3263808"/>
            <a:ext cx="365260" cy="362036"/>
            <a:chOff x="4011309" y="3323461"/>
            <a:chExt cx="374319" cy="371015"/>
          </a:xfrm>
        </p:grpSpPr>
        <p:sp>
          <p:nvSpPr>
            <p:cNvPr id="971" name="Google Shape;971;p27"/>
            <p:cNvSpPr/>
            <p:nvPr/>
          </p:nvSpPr>
          <p:spPr>
            <a:xfrm>
              <a:off x="4069659" y="3380710"/>
              <a:ext cx="315969" cy="313766"/>
            </a:xfrm>
            <a:custGeom>
              <a:rect b="b" l="l" r="r" t="t"/>
              <a:pathLst>
                <a:path extrusionOk="0" h="120" w="121">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2" name="Google Shape;972;p27"/>
            <p:cNvSpPr/>
            <p:nvPr/>
          </p:nvSpPr>
          <p:spPr>
            <a:xfrm>
              <a:off x="4011309" y="3323461"/>
              <a:ext cx="175049" cy="169544"/>
            </a:xfrm>
            <a:custGeom>
              <a:rect b="b" l="l" r="r" t="t"/>
              <a:pathLst>
                <a:path extrusionOk="0" h="65" w="67">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3" name="Google Shape;973;p27"/>
            <p:cNvSpPr/>
            <p:nvPr/>
          </p:nvSpPr>
          <p:spPr>
            <a:xfrm>
              <a:off x="4048741" y="3359792"/>
              <a:ext cx="99084" cy="99084"/>
            </a:xfrm>
            <a:custGeom>
              <a:rect b="b" l="l" r="r" t="t"/>
              <a:pathLst>
                <a:path extrusionOk="0" h="38" w="38">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4" name="Google Shape;974;p27"/>
            <p:cNvSpPr/>
            <p:nvPr/>
          </p:nvSpPr>
          <p:spPr>
            <a:xfrm>
              <a:off x="4144522" y="3344379"/>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75" name="Google Shape;975;p27"/>
          <p:cNvGrpSpPr/>
          <p:nvPr/>
        </p:nvGrpSpPr>
        <p:grpSpPr>
          <a:xfrm>
            <a:off x="881524" y="2599896"/>
            <a:ext cx="228825" cy="362036"/>
            <a:chOff x="791065" y="2643084"/>
            <a:chExt cx="234500" cy="371015"/>
          </a:xfrm>
        </p:grpSpPr>
        <p:sp>
          <p:nvSpPr>
            <p:cNvPr id="976" name="Google Shape;976;p27"/>
            <p:cNvSpPr/>
            <p:nvPr/>
          </p:nvSpPr>
          <p:spPr>
            <a:xfrm>
              <a:off x="791065" y="2643084"/>
              <a:ext cx="234500" cy="371015"/>
            </a:xfrm>
            <a:custGeom>
              <a:rect b="b" l="l" r="r" t="t"/>
              <a:pathLst>
                <a:path extrusionOk="0" h="142" w="90">
                  <a:moveTo>
                    <a:pt x="74" y="32"/>
                  </a:moveTo>
                  <a:cubicBezTo>
                    <a:pt x="74" y="21"/>
                    <a:pt x="74" y="21"/>
                    <a:pt x="74" y="21"/>
                  </a:cubicBezTo>
                  <a:cubicBezTo>
                    <a:pt x="77" y="21"/>
                    <a:pt x="79" y="19"/>
                    <a:pt x="79" y="16"/>
                  </a:cubicBezTo>
                  <a:cubicBezTo>
                    <a:pt x="79" y="5"/>
                    <a:pt x="79" y="5"/>
                    <a:pt x="79" y="5"/>
                  </a:cubicBezTo>
                  <a:cubicBezTo>
                    <a:pt x="79" y="2"/>
                    <a:pt x="77" y="0"/>
                    <a:pt x="74" y="0"/>
                  </a:cubicBezTo>
                  <a:cubicBezTo>
                    <a:pt x="16" y="0"/>
                    <a:pt x="16" y="0"/>
                    <a:pt x="16" y="0"/>
                  </a:cubicBezTo>
                  <a:cubicBezTo>
                    <a:pt x="13" y="0"/>
                    <a:pt x="10" y="2"/>
                    <a:pt x="10" y="5"/>
                  </a:cubicBezTo>
                  <a:cubicBezTo>
                    <a:pt x="10" y="16"/>
                    <a:pt x="10" y="16"/>
                    <a:pt x="10" y="16"/>
                  </a:cubicBezTo>
                  <a:cubicBezTo>
                    <a:pt x="10" y="19"/>
                    <a:pt x="13" y="21"/>
                    <a:pt x="16" y="21"/>
                  </a:cubicBezTo>
                  <a:cubicBezTo>
                    <a:pt x="16" y="32"/>
                    <a:pt x="16" y="32"/>
                    <a:pt x="16" y="32"/>
                  </a:cubicBezTo>
                  <a:cubicBezTo>
                    <a:pt x="7" y="33"/>
                    <a:pt x="0" y="40"/>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0"/>
                    <a:pt x="83" y="33"/>
                    <a:pt x="74" y="32"/>
                  </a:cubicBezTo>
                  <a:close/>
                  <a:moveTo>
                    <a:pt x="21" y="21"/>
                  </a:moveTo>
                  <a:cubicBezTo>
                    <a:pt x="68" y="21"/>
                    <a:pt x="68" y="21"/>
                    <a:pt x="68" y="21"/>
                  </a:cubicBezTo>
                  <a:cubicBezTo>
                    <a:pt x="68" y="32"/>
                    <a:pt x="68" y="32"/>
                    <a:pt x="68" y="32"/>
                  </a:cubicBezTo>
                  <a:cubicBezTo>
                    <a:pt x="21" y="32"/>
                    <a:pt x="21" y="32"/>
                    <a:pt x="21" y="32"/>
                  </a:cubicBezTo>
                  <a:lnTo>
                    <a:pt x="21" y="21"/>
                  </a:lnTo>
                  <a:close/>
                  <a:moveTo>
                    <a:pt x="16" y="5"/>
                  </a:moveTo>
                  <a:cubicBezTo>
                    <a:pt x="74" y="5"/>
                    <a:pt x="74" y="5"/>
                    <a:pt x="74" y="5"/>
                  </a:cubicBezTo>
                  <a:cubicBezTo>
                    <a:pt x="74" y="16"/>
                    <a:pt x="74" y="16"/>
                    <a:pt x="74" y="16"/>
                  </a:cubicBezTo>
                  <a:cubicBezTo>
                    <a:pt x="16" y="16"/>
                    <a:pt x="16" y="16"/>
                    <a:pt x="16" y="16"/>
                  </a:cubicBezTo>
                  <a:lnTo>
                    <a:pt x="16" y="5"/>
                  </a:ln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5" y="54"/>
                    <a:pt x="57" y="54"/>
                  </a:cubicBezTo>
                  <a:cubicBezTo>
                    <a:pt x="84" y="54"/>
                    <a:pt x="84" y="54"/>
                    <a:pt x="84" y="54"/>
                  </a:cubicBezTo>
                  <a:cubicBezTo>
                    <a:pt x="84" y="120"/>
                    <a:pt x="84" y="120"/>
                    <a:pt x="84" y="120"/>
                  </a:cubicBezTo>
                  <a:cubicBezTo>
                    <a:pt x="5" y="120"/>
                    <a:pt x="5" y="120"/>
                    <a:pt x="5" y="120"/>
                  </a:cubicBezTo>
                  <a:cubicBezTo>
                    <a:pt x="5" y="54"/>
                    <a:pt x="5" y="54"/>
                    <a:pt x="5" y="54"/>
                  </a:cubicBezTo>
                  <a:cubicBezTo>
                    <a:pt x="32" y="54"/>
                    <a:pt x="32" y="54"/>
                    <a:pt x="32" y="54"/>
                  </a:cubicBezTo>
                  <a:cubicBezTo>
                    <a:pt x="33" y="54"/>
                    <a:pt x="35" y="53"/>
                    <a:pt x="35" y="51"/>
                  </a:cubicBezTo>
                  <a:cubicBezTo>
                    <a:pt x="35" y="50"/>
                    <a:pt x="34" y="48"/>
                    <a:pt x="32" y="48"/>
                  </a:cubicBezTo>
                  <a:cubicBezTo>
                    <a:pt x="6" y="48"/>
                    <a:pt x="6" y="48"/>
                    <a:pt x="6" y="48"/>
                  </a:cubicBezTo>
                  <a:cubicBezTo>
                    <a:pt x="6" y="42"/>
                    <a:pt x="12" y="37"/>
                    <a:pt x="18" y="37"/>
                  </a:cubicBezTo>
                  <a:close/>
                  <a:moveTo>
                    <a:pt x="78"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1" y="137"/>
                    <a:pt x="78"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7" name="Google Shape;977;p27"/>
            <p:cNvSpPr/>
            <p:nvPr/>
          </p:nvSpPr>
          <p:spPr>
            <a:xfrm>
              <a:off x="835102" y="2802719"/>
              <a:ext cx="143122" cy="143121"/>
            </a:xfrm>
            <a:custGeom>
              <a:rect b="b" l="l" r="r" t="t"/>
              <a:pathLst>
                <a:path extrusionOk="0" h="55" w="55">
                  <a:moveTo>
                    <a:pt x="12" y="25"/>
                  </a:moveTo>
                  <a:cubicBezTo>
                    <a:pt x="12" y="26"/>
                    <a:pt x="12" y="26"/>
                    <a:pt x="12" y="26"/>
                  </a:cubicBezTo>
                  <a:cubicBezTo>
                    <a:pt x="7" y="25"/>
                    <a:pt x="7" y="25"/>
                    <a:pt x="7" y="25"/>
                  </a:cubicBezTo>
                  <a:cubicBezTo>
                    <a:pt x="5" y="24"/>
                    <a:pt x="3" y="25"/>
                    <a:pt x="2" y="26"/>
                  </a:cubicBezTo>
                  <a:cubicBezTo>
                    <a:pt x="1" y="28"/>
                    <a:pt x="0" y="30"/>
                    <a:pt x="1" y="32"/>
                  </a:cubicBezTo>
                  <a:cubicBezTo>
                    <a:pt x="4" y="45"/>
                    <a:pt x="4" y="45"/>
                    <a:pt x="4" y="45"/>
                  </a:cubicBezTo>
                  <a:cubicBezTo>
                    <a:pt x="5" y="50"/>
                    <a:pt x="9" y="53"/>
                    <a:pt x="14" y="54"/>
                  </a:cubicBezTo>
                  <a:cubicBezTo>
                    <a:pt x="15" y="55"/>
                    <a:pt x="16" y="55"/>
                    <a:pt x="17" y="55"/>
                  </a:cubicBezTo>
                  <a:cubicBezTo>
                    <a:pt x="21" y="55"/>
                    <a:pt x="24" y="53"/>
                    <a:pt x="27" y="51"/>
                  </a:cubicBezTo>
                  <a:cubicBezTo>
                    <a:pt x="27" y="50"/>
                    <a:pt x="27" y="50"/>
                    <a:pt x="28" y="50"/>
                  </a:cubicBezTo>
                  <a:cubicBezTo>
                    <a:pt x="28" y="50"/>
                    <a:pt x="28" y="50"/>
                    <a:pt x="29" y="51"/>
                  </a:cubicBezTo>
                  <a:cubicBezTo>
                    <a:pt x="31" y="53"/>
                    <a:pt x="35" y="55"/>
                    <a:pt x="38" y="55"/>
                  </a:cubicBezTo>
                  <a:cubicBezTo>
                    <a:pt x="40" y="55"/>
                    <a:pt x="41" y="55"/>
                    <a:pt x="42" y="54"/>
                  </a:cubicBezTo>
                  <a:cubicBezTo>
                    <a:pt x="47" y="53"/>
                    <a:pt x="50" y="50"/>
                    <a:pt x="51" y="45"/>
                  </a:cubicBezTo>
                  <a:cubicBezTo>
                    <a:pt x="55" y="32"/>
                    <a:pt x="55" y="32"/>
                    <a:pt x="55" y="32"/>
                  </a:cubicBezTo>
                  <a:cubicBezTo>
                    <a:pt x="55" y="30"/>
                    <a:pt x="55" y="28"/>
                    <a:pt x="53" y="26"/>
                  </a:cubicBezTo>
                  <a:cubicBezTo>
                    <a:pt x="52" y="25"/>
                    <a:pt x="50" y="24"/>
                    <a:pt x="48" y="25"/>
                  </a:cubicBezTo>
                  <a:cubicBezTo>
                    <a:pt x="43" y="26"/>
                    <a:pt x="43" y="26"/>
                    <a:pt x="43" y="26"/>
                  </a:cubicBezTo>
                  <a:cubicBezTo>
                    <a:pt x="43" y="26"/>
                    <a:pt x="43" y="26"/>
                    <a:pt x="43" y="25"/>
                  </a:cubicBezTo>
                  <a:cubicBezTo>
                    <a:pt x="43" y="23"/>
                    <a:pt x="43" y="20"/>
                    <a:pt x="41" y="18"/>
                  </a:cubicBezTo>
                  <a:cubicBezTo>
                    <a:pt x="33" y="3"/>
                    <a:pt x="33" y="3"/>
                    <a:pt x="33" y="3"/>
                  </a:cubicBezTo>
                  <a:cubicBezTo>
                    <a:pt x="32" y="2"/>
                    <a:pt x="30" y="0"/>
                    <a:pt x="28" y="0"/>
                  </a:cubicBezTo>
                  <a:cubicBezTo>
                    <a:pt x="25" y="0"/>
                    <a:pt x="23" y="2"/>
                    <a:pt x="22" y="3"/>
                  </a:cubicBezTo>
                  <a:cubicBezTo>
                    <a:pt x="14" y="18"/>
                    <a:pt x="14" y="18"/>
                    <a:pt x="14" y="18"/>
                  </a:cubicBezTo>
                  <a:cubicBezTo>
                    <a:pt x="13" y="20"/>
                    <a:pt x="12" y="23"/>
                    <a:pt x="12" y="25"/>
                  </a:cubicBezTo>
                  <a:close/>
                  <a:moveTo>
                    <a:pt x="15" y="49"/>
                  </a:moveTo>
                  <a:cubicBezTo>
                    <a:pt x="12" y="48"/>
                    <a:pt x="10" y="46"/>
                    <a:pt x="9" y="43"/>
                  </a:cubicBezTo>
                  <a:cubicBezTo>
                    <a:pt x="6" y="30"/>
                    <a:pt x="6" y="30"/>
                    <a:pt x="6" y="30"/>
                  </a:cubicBezTo>
                  <a:cubicBezTo>
                    <a:pt x="6" y="30"/>
                    <a:pt x="6" y="30"/>
                    <a:pt x="6" y="30"/>
                  </a:cubicBezTo>
                  <a:cubicBezTo>
                    <a:pt x="6" y="30"/>
                    <a:pt x="6" y="30"/>
                    <a:pt x="6" y="30"/>
                  </a:cubicBezTo>
                  <a:cubicBezTo>
                    <a:pt x="6" y="30"/>
                    <a:pt x="6" y="30"/>
                    <a:pt x="6" y="30"/>
                  </a:cubicBezTo>
                  <a:cubicBezTo>
                    <a:pt x="19" y="34"/>
                    <a:pt x="19" y="34"/>
                    <a:pt x="19" y="34"/>
                  </a:cubicBezTo>
                  <a:cubicBezTo>
                    <a:pt x="22" y="34"/>
                    <a:pt x="24" y="36"/>
                    <a:pt x="25" y="39"/>
                  </a:cubicBezTo>
                  <a:cubicBezTo>
                    <a:pt x="25" y="40"/>
                    <a:pt x="25" y="41"/>
                    <a:pt x="25" y="41"/>
                  </a:cubicBezTo>
                  <a:cubicBezTo>
                    <a:pt x="25" y="41"/>
                    <a:pt x="25" y="41"/>
                    <a:pt x="25" y="41"/>
                  </a:cubicBezTo>
                  <a:cubicBezTo>
                    <a:pt x="25" y="43"/>
                    <a:pt x="25" y="44"/>
                    <a:pt x="24" y="45"/>
                  </a:cubicBezTo>
                  <a:cubicBezTo>
                    <a:pt x="18" y="38"/>
                    <a:pt x="18" y="38"/>
                    <a:pt x="18" y="38"/>
                  </a:cubicBezTo>
                  <a:cubicBezTo>
                    <a:pt x="17" y="37"/>
                    <a:pt x="15" y="37"/>
                    <a:pt x="14" y="38"/>
                  </a:cubicBezTo>
                  <a:cubicBezTo>
                    <a:pt x="13" y="39"/>
                    <a:pt x="13" y="41"/>
                    <a:pt x="14" y="42"/>
                  </a:cubicBezTo>
                  <a:cubicBezTo>
                    <a:pt x="20" y="48"/>
                    <a:pt x="20" y="48"/>
                    <a:pt x="20" y="48"/>
                  </a:cubicBezTo>
                  <a:cubicBezTo>
                    <a:pt x="19" y="49"/>
                    <a:pt x="17" y="49"/>
                    <a:pt x="15" y="49"/>
                  </a:cubicBezTo>
                  <a:close/>
                  <a:moveTo>
                    <a:pt x="50" y="30"/>
                  </a:moveTo>
                  <a:cubicBezTo>
                    <a:pt x="50" y="30"/>
                    <a:pt x="50" y="30"/>
                    <a:pt x="50" y="30"/>
                  </a:cubicBezTo>
                  <a:cubicBezTo>
                    <a:pt x="50" y="30"/>
                    <a:pt x="50" y="30"/>
                    <a:pt x="50" y="30"/>
                  </a:cubicBezTo>
                  <a:cubicBezTo>
                    <a:pt x="46" y="43"/>
                    <a:pt x="46" y="43"/>
                    <a:pt x="46" y="43"/>
                  </a:cubicBezTo>
                  <a:cubicBezTo>
                    <a:pt x="45" y="46"/>
                    <a:pt x="43" y="48"/>
                    <a:pt x="40" y="49"/>
                  </a:cubicBezTo>
                  <a:cubicBezTo>
                    <a:pt x="39" y="49"/>
                    <a:pt x="37" y="49"/>
                    <a:pt x="35" y="49"/>
                  </a:cubicBezTo>
                  <a:cubicBezTo>
                    <a:pt x="41" y="42"/>
                    <a:pt x="41" y="42"/>
                    <a:pt x="41" y="42"/>
                  </a:cubicBezTo>
                  <a:cubicBezTo>
                    <a:pt x="42" y="41"/>
                    <a:pt x="42" y="40"/>
                    <a:pt x="41" y="38"/>
                  </a:cubicBezTo>
                  <a:cubicBezTo>
                    <a:pt x="40" y="37"/>
                    <a:pt x="38" y="37"/>
                    <a:pt x="37" y="38"/>
                  </a:cubicBezTo>
                  <a:cubicBezTo>
                    <a:pt x="31" y="45"/>
                    <a:pt x="31" y="45"/>
                    <a:pt x="31" y="45"/>
                  </a:cubicBezTo>
                  <a:cubicBezTo>
                    <a:pt x="31" y="44"/>
                    <a:pt x="31" y="43"/>
                    <a:pt x="31" y="41"/>
                  </a:cubicBezTo>
                  <a:cubicBezTo>
                    <a:pt x="31" y="41"/>
                    <a:pt x="31" y="41"/>
                    <a:pt x="31" y="41"/>
                  </a:cubicBezTo>
                  <a:cubicBezTo>
                    <a:pt x="31" y="41"/>
                    <a:pt x="31" y="40"/>
                    <a:pt x="31" y="39"/>
                  </a:cubicBezTo>
                  <a:cubicBezTo>
                    <a:pt x="32" y="37"/>
                    <a:pt x="34" y="34"/>
                    <a:pt x="36" y="34"/>
                  </a:cubicBezTo>
                  <a:lnTo>
                    <a:pt x="50" y="30"/>
                  </a:lnTo>
                  <a:close/>
                  <a:moveTo>
                    <a:pt x="19" y="20"/>
                  </a:moveTo>
                  <a:cubicBezTo>
                    <a:pt x="27" y="6"/>
                    <a:pt x="27" y="6"/>
                    <a:pt x="27" y="6"/>
                  </a:cubicBezTo>
                  <a:cubicBezTo>
                    <a:pt x="27" y="6"/>
                    <a:pt x="27" y="6"/>
                    <a:pt x="28" y="6"/>
                  </a:cubicBezTo>
                  <a:cubicBezTo>
                    <a:pt x="28" y="6"/>
                    <a:pt x="28" y="6"/>
                    <a:pt x="28" y="6"/>
                  </a:cubicBezTo>
                  <a:cubicBezTo>
                    <a:pt x="36" y="20"/>
                    <a:pt x="36" y="20"/>
                    <a:pt x="36" y="20"/>
                  </a:cubicBezTo>
                  <a:cubicBezTo>
                    <a:pt x="37" y="22"/>
                    <a:pt x="38" y="24"/>
                    <a:pt x="38" y="25"/>
                  </a:cubicBezTo>
                  <a:cubicBezTo>
                    <a:pt x="38" y="26"/>
                    <a:pt x="38" y="27"/>
                    <a:pt x="37" y="28"/>
                  </a:cubicBezTo>
                  <a:cubicBezTo>
                    <a:pt x="35" y="28"/>
                    <a:pt x="35" y="28"/>
                    <a:pt x="35" y="28"/>
                  </a:cubicBezTo>
                  <a:cubicBezTo>
                    <a:pt x="33" y="29"/>
                    <a:pt x="32" y="29"/>
                    <a:pt x="30" y="30"/>
                  </a:cubicBezTo>
                  <a:cubicBezTo>
                    <a:pt x="30" y="24"/>
                    <a:pt x="30" y="24"/>
                    <a:pt x="30" y="24"/>
                  </a:cubicBezTo>
                  <a:cubicBezTo>
                    <a:pt x="30" y="22"/>
                    <a:pt x="29" y="21"/>
                    <a:pt x="28" y="21"/>
                  </a:cubicBezTo>
                  <a:cubicBezTo>
                    <a:pt x="26" y="21"/>
                    <a:pt x="25" y="22"/>
                    <a:pt x="25" y="24"/>
                  </a:cubicBezTo>
                  <a:cubicBezTo>
                    <a:pt x="25" y="30"/>
                    <a:pt x="25" y="30"/>
                    <a:pt x="25" y="30"/>
                  </a:cubicBezTo>
                  <a:cubicBezTo>
                    <a:pt x="24" y="29"/>
                    <a:pt x="22" y="29"/>
                    <a:pt x="20" y="28"/>
                  </a:cubicBezTo>
                  <a:cubicBezTo>
                    <a:pt x="18" y="28"/>
                    <a:pt x="18" y="28"/>
                    <a:pt x="18" y="28"/>
                  </a:cubicBezTo>
                  <a:cubicBezTo>
                    <a:pt x="18" y="27"/>
                    <a:pt x="18" y="26"/>
                    <a:pt x="18" y="25"/>
                  </a:cubicBezTo>
                  <a:cubicBezTo>
                    <a:pt x="18" y="24"/>
                    <a:pt x="18" y="22"/>
                    <a:pt x="19"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8" name="Google Shape;978;p27"/>
            <p:cNvSpPr/>
            <p:nvPr/>
          </p:nvSpPr>
          <p:spPr>
            <a:xfrm>
              <a:off x="900058" y="2768590"/>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79" name="Google Shape;979;p27"/>
          <p:cNvGrpSpPr/>
          <p:nvPr/>
        </p:nvGrpSpPr>
        <p:grpSpPr>
          <a:xfrm>
            <a:off x="2376942" y="3263808"/>
            <a:ext cx="362038" cy="362036"/>
            <a:chOff x="2300451" y="3323461"/>
            <a:chExt cx="371016" cy="371015"/>
          </a:xfrm>
        </p:grpSpPr>
        <p:sp>
          <p:nvSpPr>
            <p:cNvPr id="980" name="Google Shape;980;p27"/>
            <p:cNvSpPr/>
            <p:nvPr/>
          </p:nvSpPr>
          <p:spPr>
            <a:xfrm>
              <a:off x="2300451" y="3323461"/>
              <a:ext cx="371016" cy="371015"/>
            </a:xfrm>
            <a:custGeom>
              <a:rect b="b" l="l" r="r" t="t"/>
              <a:pathLst>
                <a:path extrusionOk="0" h="142" w="142">
                  <a:moveTo>
                    <a:pt x="134" y="58"/>
                  </a:moveTo>
                  <a:cubicBezTo>
                    <a:pt x="124" y="58"/>
                    <a:pt x="124" y="58"/>
                    <a:pt x="124" y="58"/>
                  </a:cubicBezTo>
                  <a:cubicBezTo>
                    <a:pt x="123" y="53"/>
                    <a:pt x="121" y="47"/>
                    <a:pt x="118" y="42"/>
                  </a:cubicBezTo>
                  <a:cubicBezTo>
                    <a:pt x="124" y="36"/>
                    <a:pt x="124" y="36"/>
                    <a:pt x="124" y="36"/>
                  </a:cubicBezTo>
                  <a:cubicBezTo>
                    <a:pt x="126" y="34"/>
                    <a:pt x="127" y="32"/>
                    <a:pt x="127" y="30"/>
                  </a:cubicBezTo>
                  <a:cubicBezTo>
                    <a:pt x="127" y="28"/>
                    <a:pt x="126" y="26"/>
                    <a:pt x="124" y="24"/>
                  </a:cubicBezTo>
                  <a:cubicBezTo>
                    <a:pt x="118" y="18"/>
                    <a:pt x="118" y="18"/>
                    <a:pt x="118" y="18"/>
                  </a:cubicBezTo>
                  <a:cubicBezTo>
                    <a:pt x="115" y="14"/>
                    <a:pt x="109" y="14"/>
                    <a:pt x="106" y="18"/>
                  </a:cubicBezTo>
                  <a:cubicBezTo>
                    <a:pt x="100" y="24"/>
                    <a:pt x="100" y="24"/>
                    <a:pt x="100" y="24"/>
                  </a:cubicBezTo>
                  <a:cubicBezTo>
                    <a:pt x="95" y="21"/>
                    <a:pt x="89" y="19"/>
                    <a:pt x="84" y="17"/>
                  </a:cubicBezTo>
                  <a:cubicBezTo>
                    <a:pt x="84" y="8"/>
                    <a:pt x="84" y="8"/>
                    <a:pt x="84" y="8"/>
                  </a:cubicBezTo>
                  <a:cubicBezTo>
                    <a:pt x="84" y="4"/>
                    <a:pt x="80" y="0"/>
                    <a:pt x="76" y="0"/>
                  </a:cubicBezTo>
                  <a:cubicBezTo>
                    <a:pt x="66" y="0"/>
                    <a:pt x="66" y="0"/>
                    <a:pt x="66" y="0"/>
                  </a:cubicBezTo>
                  <a:cubicBezTo>
                    <a:pt x="62" y="0"/>
                    <a:pt x="58" y="4"/>
                    <a:pt x="58" y="8"/>
                  </a:cubicBezTo>
                  <a:cubicBezTo>
                    <a:pt x="58" y="18"/>
                    <a:pt x="58" y="18"/>
                    <a:pt x="58" y="18"/>
                  </a:cubicBezTo>
                  <a:cubicBezTo>
                    <a:pt x="52" y="19"/>
                    <a:pt x="47" y="21"/>
                    <a:pt x="42" y="24"/>
                  </a:cubicBezTo>
                  <a:cubicBezTo>
                    <a:pt x="36" y="18"/>
                    <a:pt x="36" y="18"/>
                    <a:pt x="36" y="18"/>
                  </a:cubicBezTo>
                  <a:cubicBezTo>
                    <a:pt x="34" y="16"/>
                    <a:pt x="32" y="15"/>
                    <a:pt x="30" y="15"/>
                  </a:cubicBezTo>
                  <a:cubicBezTo>
                    <a:pt x="27" y="15"/>
                    <a:pt x="25" y="16"/>
                    <a:pt x="24" y="18"/>
                  </a:cubicBezTo>
                  <a:cubicBezTo>
                    <a:pt x="17" y="24"/>
                    <a:pt x="17" y="24"/>
                    <a:pt x="17" y="24"/>
                  </a:cubicBezTo>
                  <a:cubicBezTo>
                    <a:pt x="14" y="28"/>
                    <a:pt x="14" y="33"/>
                    <a:pt x="17" y="36"/>
                  </a:cubicBezTo>
                  <a:cubicBezTo>
                    <a:pt x="24" y="43"/>
                    <a:pt x="24" y="43"/>
                    <a:pt x="24" y="43"/>
                  </a:cubicBezTo>
                  <a:cubicBezTo>
                    <a:pt x="21" y="47"/>
                    <a:pt x="18" y="53"/>
                    <a:pt x="17" y="58"/>
                  </a:cubicBezTo>
                  <a:cubicBezTo>
                    <a:pt x="8" y="58"/>
                    <a:pt x="8" y="58"/>
                    <a:pt x="8" y="58"/>
                  </a:cubicBezTo>
                  <a:cubicBezTo>
                    <a:pt x="3" y="58"/>
                    <a:pt x="0" y="62"/>
                    <a:pt x="0" y="67"/>
                  </a:cubicBezTo>
                  <a:cubicBezTo>
                    <a:pt x="0" y="76"/>
                    <a:pt x="0" y="76"/>
                    <a:pt x="0" y="76"/>
                  </a:cubicBezTo>
                  <a:cubicBezTo>
                    <a:pt x="0" y="80"/>
                    <a:pt x="3" y="84"/>
                    <a:pt x="8" y="84"/>
                  </a:cubicBezTo>
                  <a:cubicBezTo>
                    <a:pt x="17" y="84"/>
                    <a:pt x="17" y="84"/>
                    <a:pt x="17" y="84"/>
                  </a:cubicBezTo>
                  <a:cubicBezTo>
                    <a:pt x="19" y="90"/>
                    <a:pt x="21" y="95"/>
                    <a:pt x="24" y="100"/>
                  </a:cubicBezTo>
                  <a:cubicBezTo>
                    <a:pt x="18" y="106"/>
                    <a:pt x="18" y="106"/>
                    <a:pt x="18" y="106"/>
                  </a:cubicBezTo>
                  <a:cubicBezTo>
                    <a:pt x="14" y="110"/>
                    <a:pt x="14" y="115"/>
                    <a:pt x="18" y="118"/>
                  </a:cubicBezTo>
                  <a:cubicBezTo>
                    <a:pt x="24" y="125"/>
                    <a:pt x="24" y="125"/>
                    <a:pt x="24" y="125"/>
                  </a:cubicBezTo>
                  <a:cubicBezTo>
                    <a:pt x="27" y="128"/>
                    <a:pt x="33" y="128"/>
                    <a:pt x="36" y="125"/>
                  </a:cubicBezTo>
                  <a:cubicBezTo>
                    <a:pt x="42" y="118"/>
                    <a:pt x="42" y="118"/>
                    <a:pt x="42" y="118"/>
                  </a:cubicBezTo>
                  <a:cubicBezTo>
                    <a:pt x="47" y="121"/>
                    <a:pt x="52" y="124"/>
                    <a:pt x="58" y="125"/>
                  </a:cubicBezTo>
                  <a:cubicBezTo>
                    <a:pt x="58" y="134"/>
                    <a:pt x="58" y="134"/>
                    <a:pt x="58" y="134"/>
                  </a:cubicBezTo>
                  <a:cubicBezTo>
                    <a:pt x="58" y="139"/>
                    <a:pt x="62" y="142"/>
                    <a:pt x="66" y="142"/>
                  </a:cubicBezTo>
                  <a:cubicBezTo>
                    <a:pt x="76" y="142"/>
                    <a:pt x="76" y="142"/>
                    <a:pt x="76" y="142"/>
                  </a:cubicBezTo>
                  <a:cubicBezTo>
                    <a:pt x="80" y="142"/>
                    <a:pt x="84" y="139"/>
                    <a:pt x="84" y="134"/>
                  </a:cubicBezTo>
                  <a:cubicBezTo>
                    <a:pt x="84" y="125"/>
                    <a:pt x="84" y="125"/>
                    <a:pt x="84" y="125"/>
                  </a:cubicBezTo>
                  <a:cubicBezTo>
                    <a:pt x="89" y="123"/>
                    <a:pt x="95" y="121"/>
                    <a:pt x="100" y="118"/>
                  </a:cubicBezTo>
                  <a:cubicBezTo>
                    <a:pt x="106" y="125"/>
                    <a:pt x="106" y="125"/>
                    <a:pt x="106" y="125"/>
                  </a:cubicBezTo>
                  <a:cubicBezTo>
                    <a:pt x="108" y="126"/>
                    <a:pt x="110" y="127"/>
                    <a:pt x="112" y="127"/>
                  </a:cubicBezTo>
                  <a:cubicBezTo>
                    <a:pt x="114" y="127"/>
                    <a:pt x="116" y="126"/>
                    <a:pt x="118" y="125"/>
                  </a:cubicBezTo>
                  <a:cubicBezTo>
                    <a:pt x="124" y="118"/>
                    <a:pt x="124" y="118"/>
                    <a:pt x="124" y="118"/>
                  </a:cubicBezTo>
                  <a:cubicBezTo>
                    <a:pt x="128" y="115"/>
                    <a:pt x="128" y="110"/>
                    <a:pt x="124" y="106"/>
                  </a:cubicBezTo>
                  <a:cubicBezTo>
                    <a:pt x="118" y="100"/>
                    <a:pt x="118" y="100"/>
                    <a:pt x="118" y="100"/>
                  </a:cubicBezTo>
                  <a:cubicBezTo>
                    <a:pt x="121" y="95"/>
                    <a:pt x="123" y="90"/>
                    <a:pt x="125" y="84"/>
                  </a:cubicBezTo>
                  <a:cubicBezTo>
                    <a:pt x="134" y="84"/>
                    <a:pt x="134" y="84"/>
                    <a:pt x="134" y="84"/>
                  </a:cubicBezTo>
                  <a:cubicBezTo>
                    <a:pt x="138" y="84"/>
                    <a:pt x="142" y="80"/>
                    <a:pt x="142" y="76"/>
                  </a:cubicBezTo>
                  <a:cubicBezTo>
                    <a:pt x="142" y="67"/>
                    <a:pt x="142" y="67"/>
                    <a:pt x="142" y="67"/>
                  </a:cubicBezTo>
                  <a:cubicBezTo>
                    <a:pt x="142" y="62"/>
                    <a:pt x="138" y="58"/>
                    <a:pt x="134" y="58"/>
                  </a:cubicBezTo>
                  <a:close/>
                  <a:moveTo>
                    <a:pt x="136" y="76"/>
                  </a:moveTo>
                  <a:cubicBezTo>
                    <a:pt x="136" y="77"/>
                    <a:pt x="135" y="79"/>
                    <a:pt x="134" y="79"/>
                  </a:cubicBezTo>
                  <a:cubicBezTo>
                    <a:pt x="122" y="79"/>
                    <a:pt x="122" y="79"/>
                    <a:pt x="122" y="79"/>
                  </a:cubicBezTo>
                  <a:cubicBezTo>
                    <a:pt x="121" y="79"/>
                    <a:pt x="120" y="80"/>
                    <a:pt x="119" y="81"/>
                  </a:cubicBezTo>
                  <a:cubicBezTo>
                    <a:pt x="118" y="87"/>
                    <a:pt x="116" y="93"/>
                    <a:pt x="112" y="99"/>
                  </a:cubicBezTo>
                  <a:cubicBezTo>
                    <a:pt x="111" y="100"/>
                    <a:pt x="111" y="101"/>
                    <a:pt x="112" y="102"/>
                  </a:cubicBezTo>
                  <a:cubicBezTo>
                    <a:pt x="120" y="110"/>
                    <a:pt x="120" y="110"/>
                    <a:pt x="120" y="110"/>
                  </a:cubicBezTo>
                  <a:cubicBezTo>
                    <a:pt x="121" y="111"/>
                    <a:pt x="121" y="113"/>
                    <a:pt x="120" y="114"/>
                  </a:cubicBezTo>
                  <a:cubicBezTo>
                    <a:pt x="114" y="121"/>
                    <a:pt x="114" y="121"/>
                    <a:pt x="114" y="121"/>
                  </a:cubicBezTo>
                  <a:cubicBezTo>
                    <a:pt x="113" y="121"/>
                    <a:pt x="113" y="122"/>
                    <a:pt x="112" y="122"/>
                  </a:cubicBezTo>
                  <a:cubicBezTo>
                    <a:pt x="111" y="122"/>
                    <a:pt x="110" y="121"/>
                    <a:pt x="110" y="121"/>
                  </a:cubicBezTo>
                  <a:cubicBezTo>
                    <a:pt x="102" y="113"/>
                    <a:pt x="102" y="113"/>
                    <a:pt x="102" y="113"/>
                  </a:cubicBezTo>
                  <a:cubicBezTo>
                    <a:pt x="101" y="112"/>
                    <a:pt x="99" y="112"/>
                    <a:pt x="98" y="112"/>
                  </a:cubicBezTo>
                  <a:cubicBezTo>
                    <a:pt x="93" y="116"/>
                    <a:pt x="87" y="119"/>
                    <a:pt x="81" y="120"/>
                  </a:cubicBezTo>
                  <a:cubicBezTo>
                    <a:pt x="79" y="120"/>
                    <a:pt x="78" y="121"/>
                    <a:pt x="78" y="123"/>
                  </a:cubicBezTo>
                  <a:cubicBezTo>
                    <a:pt x="78" y="134"/>
                    <a:pt x="78" y="134"/>
                    <a:pt x="78" y="134"/>
                  </a:cubicBezTo>
                  <a:cubicBezTo>
                    <a:pt x="78" y="136"/>
                    <a:pt x="77" y="137"/>
                    <a:pt x="76" y="137"/>
                  </a:cubicBezTo>
                  <a:cubicBezTo>
                    <a:pt x="66" y="137"/>
                    <a:pt x="66" y="137"/>
                    <a:pt x="66" y="137"/>
                  </a:cubicBezTo>
                  <a:cubicBezTo>
                    <a:pt x="65" y="137"/>
                    <a:pt x="64" y="136"/>
                    <a:pt x="64" y="134"/>
                  </a:cubicBezTo>
                  <a:cubicBezTo>
                    <a:pt x="64" y="122"/>
                    <a:pt x="64" y="122"/>
                    <a:pt x="64" y="122"/>
                  </a:cubicBezTo>
                  <a:cubicBezTo>
                    <a:pt x="64" y="121"/>
                    <a:pt x="63" y="120"/>
                    <a:pt x="61" y="120"/>
                  </a:cubicBezTo>
                  <a:cubicBezTo>
                    <a:pt x="55" y="118"/>
                    <a:pt x="49" y="116"/>
                    <a:pt x="43" y="112"/>
                  </a:cubicBezTo>
                  <a:cubicBezTo>
                    <a:pt x="43" y="112"/>
                    <a:pt x="42" y="112"/>
                    <a:pt x="42" y="112"/>
                  </a:cubicBezTo>
                  <a:cubicBezTo>
                    <a:pt x="41" y="112"/>
                    <a:pt x="40" y="112"/>
                    <a:pt x="40" y="113"/>
                  </a:cubicBezTo>
                  <a:cubicBezTo>
                    <a:pt x="32" y="121"/>
                    <a:pt x="32" y="121"/>
                    <a:pt x="32" y="121"/>
                  </a:cubicBezTo>
                  <a:cubicBezTo>
                    <a:pt x="31" y="122"/>
                    <a:pt x="29" y="122"/>
                    <a:pt x="28" y="121"/>
                  </a:cubicBezTo>
                  <a:cubicBezTo>
                    <a:pt x="21" y="114"/>
                    <a:pt x="21" y="114"/>
                    <a:pt x="21" y="114"/>
                  </a:cubicBezTo>
                  <a:cubicBezTo>
                    <a:pt x="20" y="113"/>
                    <a:pt x="20" y="111"/>
                    <a:pt x="21" y="110"/>
                  </a:cubicBezTo>
                  <a:cubicBezTo>
                    <a:pt x="29" y="102"/>
                    <a:pt x="29" y="102"/>
                    <a:pt x="29" y="102"/>
                  </a:cubicBezTo>
                  <a:cubicBezTo>
                    <a:pt x="30" y="101"/>
                    <a:pt x="30" y="100"/>
                    <a:pt x="30" y="99"/>
                  </a:cubicBezTo>
                  <a:cubicBezTo>
                    <a:pt x="26" y="93"/>
                    <a:pt x="23" y="87"/>
                    <a:pt x="22" y="81"/>
                  </a:cubicBezTo>
                  <a:cubicBezTo>
                    <a:pt x="22" y="80"/>
                    <a:pt x="21" y="79"/>
                    <a:pt x="19" y="79"/>
                  </a:cubicBezTo>
                  <a:cubicBezTo>
                    <a:pt x="8" y="79"/>
                    <a:pt x="8" y="79"/>
                    <a:pt x="8" y="79"/>
                  </a:cubicBezTo>
                  <a:cubicBezTo>
                    <a:pt x="6" y="79"/>
                    <a:pt x="5" y="77"/>
                    <a:pt x="5" y="76"/>
                  </a:cubicBezTo>
                  <a:cubicBezTo>
                    <a:pt x="5" y="67"/>
                    <a:pt x="5" y="67"/>
                    <a:pt x="5" y="67"/>
                  </a:cubicBezTo>
                  <a:cubicBezTo>
                    <a:pt x="5" y="65"/>
                    <a:pt x="6" y="64"/>
                    <a:pt x="8" y="64"/>
                  </a:cubicBezTo>
                  <a:cubicBezTo>
                    <a:pt x="20" y="64"/>
                    <a:pt x="20" y="64"/>
                    <a:pt x="20" y="64"/>
                  </a:cubicBezTo>
                  <a:cubicBezTo>
                    <a:pt x="21" y="64"/>
                    <a:pt x="22" y="63"/>
                    <a:pt x="23" y="62"/>
                  </a:cubicBezTo>
                  <a:cubicBezTo>
                    <a:pt x="24" y="55"/>
                    <a:pt x="26" y="49"/>
                    <a:pt x="30" y="44"/>
                  </a:cubicBezTo>
                  <a:cubicBezTo>
                    <a:pt x="31" y="43"/>
                    <a:pt x="31" y="41"/>
                    <a:pt x="30" y="40"/>
                  </a:cubicBezTo>
                  <a:cubicBezTo>
                    <a:pt x="22" y="32"/>
                    <a:pt x="22" y="32"/>
                    <a:pt x="22" y="32"/>
                  </a:cubicBezTo>
                  <a:cubicBezTo>
                    <a:pt x="21" y="31"/>
                    <a:pt x="21" y="29"/>
                    <a:pt x="22" y="28"/>
                  </a:cubicBezTo>
                  <a:cubicBezTo>
                    <a:pt x="28" y="21"/>
                    <a:pt x="28" y="21"/>
                    <a:pt x="28" y="21"/>
                  </a:cubicBezTo>
                  <a:cubicBezTo>
                    <a:pt x="29" y="21"/>
                    <a:pt x="29" y="21"/>
                    <a:pt x="30" y="21"/>
                  </a:cubicBezTo>
                  <a:cubicBezTo>
                    <a:pt x="31" y="21"/>
                    <a:pt x="32" y="21"/>
                    <a:pt x="32" y="21"/>
                  </a:cubicBezTo>
                  <a:cubicBezTo>
                    <a:pt x="40" y="30"/>
                    <a:pt x="40" y="30"/>
                    <a:pt x="40" y="30"/>
                  </a:cubicBezTo>
                  <a:cubicBezTo>
                    <a:pt x="41" y="30"/>
                    <a:pt x="42" y="31"/>
                    <a:pt x="44" y="30"/>
                  </a:cubicBezTo>
                  <a:cubicBezTo>
                    <a:pt x="49" y="26"/>
                    <a:pt x="55" y="24"/>
                    <a:pt x="61" y="22"/>
                  </a:cubicBezTo>
                  <a:cubicBezTo>
                    <a:pt x="63" y="22"/>
                    <a:pt x="64" y="21"/>
                    <a:pt x="64" y="20"/>
                  </a:cubicBezTo>
                  <a:cubicBezTo>
                    <a:pt x="64" y="8"/>
                    <a:pt x="64" y="8"/>
                    <a:pt x="64" y="8"/>
                  </a:cubicBezTo>
                  <a:cubicBezTo>
                    <a:pt x="64" y="7"/>
                    <a:pt x="65" y="5"/>
                    <a:pt x="66" y="5"/>
                  </a:cubicBezTo>
                  <a:cubicBezTo>
                    <a:pt x="76" y="5"/>
                    <a:pt x="76" y="5"/>
                    <a:pt x="76" y="5"/>
                  </a:cubicBezTo>
                  <a:cubicBezTo>
                    <a:pt x="77" y="5"/>
                    <a:pt x="78" y="7"/>
                    <a:pt x="78" y="8"/>
                  </a:cubicBezTo>
                  <a:cubicBezTo>
                    <a:pt x="78" y="20"/>
                    <a:pt x="78" y="20"/>
                    <a:pt x="78" y="20"/>
                  </a:cubicBezTo>
                  <a:cubicBezTo>
                    <a:pt x="78" y="21"/>
                    <a:pt x="79" y="23"/>
                    <a:pt x="81" y="23"/>
                  </a:cubicBezTo>
                  <a:cubicBezTo>
                    <a:pt x="87" y="24"/>
                    <a:pt x="93" y="27"/>
                    <a:pt x="98" y="30"/>
                  </a:cubicBezTo>
                  <a:cubicBezTo>
                    <a:pt x="100" y="31"/>
                    <a:pt x="101" y="31"/>
                    <a:pt x="102" y="30"/>
                  </a:cubicBezTo>
                  <a:cubicBezTo>
                    <a:pt x="110" y="22"/>
                    <a:pt x="110" y="22"/>
                    <a:pt x="110" y="22"/>
                  </a:cubicBezTo>
                  <a:cubicBezTo>
                    <a:pt x="111" y="21"/>
                    <a:pt x="113" y="21"/>
                    <a:pt x="114" y="22"/>
                  </a:cubicBezTo>
                  <a:cubicBezTo>
                    <a:pt x="120" y="28"/>
                    <a:pt x="120" y="28"/>
                    <a:pt x="120" y="28"/>
                  </a:cubicBezTo>
                  <a:cubicBezTo>
                    <a:pt x="121" y="29"/>
                    <a:pt x="121" y="29"/>
                    <a:pt x="121" y="30"/>
                  </a:cubicBezTo>
                  <a:cubicBezTo>
                    <a:pt x="121" y="31"/>
                    <a:pt x="121" y="32"/>
                    <a:pt x="121" y="32"/>
                  </a:cubicBezTo>
                  <a:cubicBezTo>
                    <a:pt x="113" y="40"/>
                    <a:pt x="113" y="40"/>
                    <a:pt x="113" y="40"/>
                  </a:cubicBezTo>
                  <a:cubicBezTo>
                    <a:pt x="112" y="41"/>
                    <a:pt x="111" y="43"/>
                    <a:pt x="112" y="44"/>
                  </a:cubicBezTo>
                  <a:cubicBezTo>
                    <a:pt x="116" y="49"/>
                    <a:pt x="118" y="55"/>
                    <a:pt x="120" y="62"/>
                  </a:cubicBezTo>
                  <a:cubicBezTo>
                    <a:pt x="120" y="63"/>
                    <a:pt x="121" y="64"/>
                    <a:pt x="122" y="64"/>
                  </a:cubicBezTo>
                  <a:cubicBezTo>
                    <a:pt x="134" y="64"/>
                    <a:pt x="134" y="64"/>
                    <a:pt x="134" y="64"/>
                  </a:cubicBezTo>
                  <a:cubicBezTo>
                    <a:pt x="135" y="64"/>
                    <a:pt x="136" y="65"/>
                    <a:pt x="136" y="67"/>
                  </a:cubicBezTo>
                  <a:lnTo>
                    <a:pt x="136" y="7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1" name="Google Shape;981;p27"/>
            <p:cNvSpPr/>
            <p:nvPr/>
          </p:nvSpPr>
          <p:spPr>
            <a:xfrm>
              <a:off x="2376416" y="3399425"/>
              <a:ext cx="219087" cy="219086"/>
            </a:xfrm>
            <a:custGeom>
              <a:rect b="b" l="l" r="r" t="t"/>
              <a:pathLst>
                <a:path extrusionOk="0" h="84" w="84">
                  <a:moveTo>
                    <a:pt x="69" y="14"/>
                  </a:moveTo>
                  <a:cubicBezTo>
                    <a:pt x="68" y="15"/>
                    <a:pt x="68" y="17"/>
                    <a:pt x="69" y="18"/>
                  </a:cubicBezTo>
                  <a:cubicBezTo>
                    <a:pt x="75" y="25"/>
                    <a:pt x="78" y="33"/>
                    <a:pt x="78" y="42"/>
                  </a:cubicBezTo>
                  <a:cubicBezTo>
                    <a:pt x="78" y="62"/>
                    <a:pt x="62" y="78"/>
                    <a:pt x="42" y="78"/>
                  </a:cubicBezTo>
                  <a:cubicBezTo>
                    <a:pt x="22" y="78"/>
                    <a:pt x="6" y="62"/>
                    <a:pt x="6" y="42"/>
                  </a:cubicBezTo>
                  <a:cubicBezTo>
                    <a:pt x="6" y="22"/>
                    <a:pt x="22" y="6"/>
                    <a:pt x="42" y="6"/>
                  </a:cubicBezTo>
                  <a:cubicBezTo>
                    <a:pt x="44" y="6"/>
                    <a:pt x="47" y="6"/>
                    <a:pt x="49" y="7"/>
                  </a:cubicBezTo>
                  <a:cubicBezTo>
                    <a:pt x="51" y="7"/>
                    <a:pt x="52" y="6"/>
                    <a:pt x="52" y="5"/>
                  </a:cubicBezTo>
                  <a:cubicBezTo>
                    <a:pt x="53" y="3"/>
                    <a:pt x="52" y="2"/>
                    <a:pt x="50" y="1"/>
                  </a:cubicBezTo>
                  <a:cubicBezTo>
                    <a:pt x="47" y="1"/>
                    <a:pt x="45" y="0"/>
                    <a:pt x="42" y="0"/>
                  </a:cubicBezTo>
                  <a:cubicBezTo>
                    <a:pt x="19" y="0"/>
                    <a:pt x="0" y="19"/>
                    <a:pt x="0" y="42"/>
                  </a:cubicBezTo>
                  <a:cubicBezTo>
                    <a:pt x="0" y="65"/>
                    <a:pt x="19" y="84"/>
                    <a:pt x="42" y="84"/>
                  </a:cubicBezTo>
                  <a:cubicBezTo>
                    <a:pt x="65" y="84"/>
                    <a:pt x="84" y="65"/>
                    <a:pt x="84" y="42"/>
                  </a:cubicBezTo>
                  <a:cubicBezTo>
                    <a:pt x="84" y="32"/>
                    <a:pt x="80" y="22"/>
                    <a:pt x="73" y="14"/>
                  </a:cubicBezTo>
                  <a:cubicBezTo>
                    <a:pt x="72" y="13"/>
                    <a:pt x="70" y="13"/>
                    <a:pt x="69" y="1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2" name="Google Shape;982;p27"/>
            <p:cNvSpPr/>
            <p:nvPr/>
          </p:nvSpPr>
          <p:spPr>
            <a:xfrm>
              <a:off x="2423756" y="3445665"/>
              <a:ext cx="125507" cy="123305"/>
            </a:xfrm>
            <a:custGeom>
              <a:rect b="b" l="l" r="r" t="t"/>
              <a:pathLst>
                <a:path extrusionOk="0" h="47" w="48">
                  <a:moveTo>
                    <a:pt x="14" y="47"/>
                  </a:moveTo>
                  <a:cubicBezTo>
                    <a:pt x="17" y="47"/>
                    <a:pt x="21" y="46"/>
                    <a:pt x="23" y="43"/>
                  </a:cubicBezTo>
                  <a:cubicBezTo>
                    <a:pt x="43" y="24"/>
                    <a:pt x="43" y="24"/>
                    <a:pt x="43" y="24"/>
                  </a:cubicBezTo>
                  <a:cubicBezTo>
                    <a:pt x="48" y="18"/>
                    <a:pt x="48" y="10"/>
                    <a:pt x="43" y="5"/>
                  </a:cubicBezTo>
                  <a:cubicBezTo>
                    <a:pt x="38" y="0"/>
                    <a:pt x="30" y="0"/>
                    <a:pt x="24" y="5"/>
                  </a:cubicBezTo>
                  <a:cubicBezTo>
                    <a:pt x="5" y="25"/>
                    <a:pt x="5" y="25"/>
                    <a:pt x="5" y="25"/>
                  </a:cubicBezTo>
                  <a:cubicBezTo>
                    <a:pt x="0" y="30"/>
                    <a:pt x="0" y="38"/>
                    <a:pt x="5" y="43"/>
                  </a:cubicBezTo>
                  <a:cubicBezTo>
                    <a:pt x="7" y="46"/>
                    <a:pt x="11" y="47"/>
                    <a:pt x="14" y="47"/>
                  </a:cubicBezTo>
                  <a:close/>
                  <a:moveTo>
                    <a:pt x="28" y="9"/>
                  </a:moveTo>
                  <a:cubicBezTo>
                    <a:pt x="31" y="6"/>
                    <a:pt x="36" y="6"/>
                    <a:pt x="39" y="9"/>
                  </a:cubicBezTo>
                  <a:cubicBezTo>
                    <a:pt x="42" y="12"/>
                    <a:pt x="42" y="17"/>
                    <a:pt x="39" y="20"/>
                  </a:cubicBezTo>
                  <a:cubicBezTo>
                    <a:pt x="31" y="27"/>
                    <a:pt x="31" y="27"/>
                    <a:pt x="31" y="27"/>
                  </a:cubicBezTo>
                  <a:cubicBezTo>
                    <a:pt x="21" y="17"/>
                    <a:pt x="21" y="17"/>
                    <a:pt x="21" y="17"/>
                  </a:cubicBezTo>
                  <a:lnTo>
                    <a:pt x="28" y="9"/>
                  </a:lnTo>
                  <a:close/>
                  <a:moveTo>
                    <a:pt x="9" y="29"/>
                  </a:moveTo>
                  <a:cubicBezTo>
                    <a:pt x="17" y="21"/>
                    <a:pt x="17" y="21"/>
                    <a:pt x="17" y="21"/>
                  </a:cubicBezTo>
                  <a:cubicBezTo>
                    <a:pt x="27" y="31"/>
                    <a:pt x="27" y="31"/>
                    <a:pt x="27" y="31"/>
                  </a:cubicBezTo>
                  <a:cubicBezTo>
                    <a:pt x="19" y="39"/>
                    <a:pt x="19" y="39"/>
                    <a:pt x="19" y="39"/>
                  </a:cubicBezTo>
                  <a:cubicBezTo>
                    <a:pt x="16" y="42"/>
                    <a:pt x="12" y="42"/>
                    <a:pt x="9" y="39"/>
                  </a:cubicBezTo>
                  <a:cubicBezTo>
                    <a:pt x="6" y="36"/>
                    <a:pt x="6" y="32"/>
                    <a:pt x="9" y="2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3" name="Google Shape;983;p27"/>
            <p:cNvSpPr/>
            <p:nvPr/>
          </p:nvSpPr>
          <p:spPr>
            <a:xfrm>
              <a:off x="2528345" y="341483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84" name="Google Shape;984;p27"/>
          <p:cNvGrpSpPr/>
          <p:nvPr/>
        </p:nvGrpSpPr>
        <p:grpSpPr>
          <a:xfrm>
            <a:off x="1643200" y="3263808"/>
            <a:ext cx="290059" cy="362036"/>
            <a:chOff x="1584841" y="3323461"/>
            <a:chExt cx="297253" cy="371015"/>
          </a:xfrm>
        </p:grpSpPr>
        <p:sp>
          <p:nvSpPr>
            <p:cNvPr id="985" name="Google Shape;985;p27"/>
            <p:cNvSpPr/>
            <p:nvPr/>
          </p:nvSpPr>
          <p:spPr>
            <a:xfrm>
              <a:off x="1584841" y="3323461"/>
              <a:ext cx="297253" cy="371015"/>
            </a:xfrm>
            <a:custGeom>
              <a:rect b="b" l="l" r="r" t="t"/>
              <a:pathLst>
                <a:path extrusionOk="0" h="142" w="114">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6" name="Google Shape;986;p27"/>
            <p:cNvSpPr/>
            <p:nvPr/>
          </p:nvSpPr>
          <p:spPr>
            <a:xfrm>
              <a:off x="1670714" y="3369700"/>
              <a:ext cx="125507" cy="123305"/>
            </a:xfrm>
            <a:custGeom>
              <a:rect b="b" l="l" r="r" t="t"/>
              <a:pathLst>
                <a:path extrusionOk="0" h="47" w="48">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7" name="Google Shape;987;p27"/>
            <p:cNvSpPr/>
            <p:nvPr/>
          </p:nvSpPr>
          <p:spPr>
            <a:xfrm>
              <a:off x="1634383" y="3521629"/>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8" name="Google Shape;988;p27"/>
            <p:cNvSpPr/>
            <p:nvPr/>
          </p:nvSpPr>
          <p:spPr>
            <a:xfrm>
              <a:off x="1634383" y="3557960"/>
              <a:ext cx="198169" cy="16514"/>
            </a:xfrm>
            <a:custGeom>
              <a:rect b="b" l="l" r="r" t="t"/>
              <a:pathLst>
                <a:path extrusionOk="0" h="6" w="76">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9" name="Google Shape;989;p27"/>
            <p:cNvSpPr/>
            <p:nvPr/>
          </p:nvSpPr>
          <p:spPr>
            <a:xfrm>
              <a:off x="1634383" y="3597594"/>
              <a:ext cx="198169" cy="13211"/>
            </a:xfrm>
            <a:custGeom>
              <a:rect b="b" l="l" r="r" t="t"/>
              <a:pathLst>
                <a:path extrusionOk="0" h="5" w="76">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0" name="Google Shape;990;p27"/>
            <p:cNvSpPr/>
            <p:nvPr/>
          </p:nvSpPr>
          <p:spPr>
            <a:xfrm>
              <a:off x="1634383" y="3633924"/>
              <a:ext cx="165141" cy="13211"/>
            </a:xfrm>
            <a:custGeom>
              <a:rect b="b" l="l" r="r" t="t"/>
              <a:pathLst>
                <a:path extrusionOk="0" h="5" w="63">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1" name="Google Shape;991;p27"/>
            <p:cNvSpPr/>
            <p:nvPr/>
          </p:nvSpPr>
          <p:spPr>
            <a:xfrm>
              <a:off x="1817139" y="3633924"/>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92" name="Google Shape;992;p27"/>
          <p:cNvGrpSpPr/>
          <p:nvPr/>
        </p:nvGrpSpPr>
        <p:grpSpPr>
          <a:xfrm>
            <a:off x="7122643" y="2689063"/>
            <a:ext cx="362038" cy="306173"/>
            <a:chOff x="7190818" y="2734461"/>
            <a:chExt cx="371016" cy="313766"/>
          </a:xfrm>
        </p:grpSpPr>
        <p:sp>
          <p:nvSpPr>
            <p:cNvPr id="993" name="Google Shape;993;p27"/>
            <p:cNvSpPr/>
            <p:nvPr/>
          </p:nvSpPr>
          <p:spPr>
            <a:xfrm>
              <a:off x="7190818" y="2734461"/>
              <a:ext cx="371016" cy="313766"/>
            </a:xfrm>
            <a:custGeom>
              <a:rect b="b" l="l" r="r" t="t"/>
              <a:pathLst>
                <a:path extrusionOk="0" h="120" w="142">
                  <a:moveTo>
                    <a:pt x="139" y="57"/>
                  </a:moveTo>
                  <a:cubicBezTo>
                    <a:pt x="133" y="57"/>
                    <a:pt x="133" y="57"/>
                    <a:pt x="133" y="57"/>
                  </a:cubicBezTo>
                  <a:cubicBezTo>
                    <a:pt x="139" y="43"/>
                    <a:pt x="137" y="26"/>
                    <a:pt x="126" y="14"/>
                  </a:cubicBezTo>
                  <a:cubicBezTo>
                    <a:pt x="126" y="13"/>
                    <a:pt x="125" y="13"/>
                    <a:pt x="125" y="12"/>
                  </a:cubicBezTo>
                  <a:cubicBezTo>
                    <a:pt x="117" y="4"/>
                    <a:pt x="105" y="0"/>
                    <a:pt x="94" y="1"/>
                  </a:cubicBezTo>
                  <a:cubicBezTo>
                    <a:pt x="85" y="1"/>
                    <a:pt x="77" y="5"/>
                    <a:pt x="71" y="10"/>
                  </a:cubicBezTo>
                  <a:cubicBezTo>
                    <a:pt x="64" y="5"/>
                    <a:pt x="56" y="1"/>
                    <a:pt x="48" y="1"/>
                  </a:cubicBezTo>
                  <a:cubicBezTo>
                    <a:pt x="36" y="0"/>
                    <a:pt x="25" y="4"/>
                    <a:pt x="16" y="12"/>
                  </a:cubicBezTo>
                  <a:cubicBezTo>
                    <a:pt x="16" y="13"/>
                    <a:pt x="16" y="13"/>
                    <a:pt x="15" y="14"/>
                  </a:cubicBezTo>
                  <a:cubicBezTo>
                    <a:pt x="4" y="26"/>
                    <a:pt x="2" y="43"/>
                    <a:pt x="8" y="57"/>
                  </a:cubicBezTo>
                  <a:cubicBezTo>
                    <a:pt x="3" y="57"/>
                    <a:pt x="3" y="57"/>
                    <a:pt x="3" y="57"/>
                  </a:cubicBezTo>
                  <a:cubicBezTo>
                    <a:pt x="1" y="57"/>
                    <a:pt x="0" y="58"/>
                    <a:pt x="0" y="59"/>
                  </a:cubicBezTo>
                  <a:cubicBezTo>
                    <a:pt x="0" y="61"/>
                    <a:pt x="1" y="63"/>
                    <a:pt x="3" y="63"/>
                  </a:cubicBezTo>
                  <a:cubicBezTo>
                    <a:pt x="12" y="63"/>
                    <a:pt x="12" y="63"/>
                    <a:pt x="12" y="63"/>
                  </a:cubicBezTo>
                  <a:cubicBezTo>
                    <a:pt x="12" y="63"/>
                    <a:pt x="15" y="67"/>
                    <a:pt x="16" y="69"/>
                  </a:cubicBezTo>
                  <a:cubicBezTo>
                    <a:pt x="65" y="117"/>
                    <a:pt x="65" y="117"/>
                    <a:pt x="65" y="117"/>
                  </a:cubicBezTo>
                  <a:cubicBezTo>
                    <a:pt x="67" y="119"/>
                    <a:pt x="69" y="120"/>
                    <a:pt x="71" y="120"/>
                  </a:cubicBezTo>
                  <a:cubicBezTo>
                    <a:pt x="73" y="120"/>
                    <a:pt x="75" y="119"/>
                    <a:pt x="76" y="117"/>
                  </a:cubicBezTo>
                  <a:cubicBezTo>
                    <a:pt x="94" y="99"/>
                    <a:pt x="94" y="99"/>
                    <a:pt x="94" y="99"/>
                  </a:cubicBezTo>
                  <a:cubicBezTo>
                    <a:pt x="95" y="98"/>
                    <a:pt x="95" y="96"/>
                    <a:pt x="94" y="95"/>
                  </a:cubicBezTo>
                  <a:cubicBezTo>
                    <a:pt x="93" y="94"/>
                    <a:pt x="92" y="94"/>
                    <a:pt x="90" y="95"/>
                  </a:cubicBezTo>
                  <a:cubicBezTo>
                    <a:pt x="72" y="113"/>
                    <a:pt x="72" y="113"/>
                    <a:pt x="72" y="113"/>
                  </a:cubicBezTo>
                  <a:cubicBezTo>
                    <a:pt x="71" y="114"/>
                    <a:pt x="70" y="114"/>
                    <a:pt x="69" y="113"/>
                  </a:cubicBezTo>
                  <a:cubicBezTo>
                    <a:pt x="20" y="65"/>
                    <a:pt x="20" y="65"/>
                    <a:pt x="20" y="65"/>
                  </a:cubicBezTo>
                  <a:cubicBezTo>
                    <a:pt x="20" y="64"/>
                    <a:pt x="19" y="63"/>
                    <a:pt x="19" y="63"/>
                  </a:cubicBezTo>
                  <a:cubicBezTo>
                    <a:pt x="36" y="63"/>
                    <a:pt x="36" y="63"/>
                    <a:pt x="36" y="63"/>
                  </a:cubicBezTo>
                  <a:cubicBezTo>
                    <a:pt x="37" y="63"/>
                    <a:pt x="38" y="62"/>
                    <a:pt x="39" y="61"/>
                  </a:cubicBezTo>
                  <a:cubicBezTo>
                    <a:pt x="53" y="34"/>
                    <a:pt x="53" y="34"/>
                    <a:pt x="53" y="34"/>
                  </a:cubicBezTo>
                  <a:cubicBezTo>
                    <a:pt x="71" y="88"/>
                    <a:pt x="71" y="88"/>
                    <a:pt x="71" y="88"/>
                  </a:cubicBezTo>
                  <a:cubicBezTo>
                    <a:pt x="71" y="91"/>
                    <a:pt x="73" y="92"/>
                    <a:pt x="76" y="92"/>
                  </a:cubicBezTo>
                  <a:cubicBezTo>
                    <a:pt x="76" y="92"/>
                    <a:pt x="76" y="92"/>
                    <a:pt x="76" y="92"/>
                  </a:cubicBezTo>
                  <a:cubicBezTo>
                    <a:pt x="78" y="92"/>
                    <a:pt x="80" y="91"/>
                    <a:pt x="81" y="89"/>
                  </a:cubicBezTo>
                  <a:cubicBezTo>
                    <a:pt x="99" y="44"/>
                    <a:pt x="99" y="44"/>
                    <a:pt x="99" y="44"/>
                  </a:cubicBezTo>
                  <a:cubicBezTo>
                    <a:pt x="107" y="61"/>
                    <a:pt x="107" y="61"/>
                    <a:pt x="107" y="61"/>
                  </a:cubicBezTo>
                  <a:cubicBezTo>
                    <a:pt x="107" y="62"/>
                    <a:pt x="109" y="63"/>
                    <a:pt x="109" y="63"/>
                  </a:cubicBezTo>
                  <a:cubicBezTo>
                    <a:pt x="123" y="63"/>
                    <a:pt x="123" y="63"/>
                    <a:pt x="123" y="63"/>
                  </a:cubicBezTo>
                  <a:cubicBezTo>
                    <a:pt x="122" y="63"/>
                    <a:pt x="121" y="64"/>
                    <a:pt x="121" y="64"/>
                  </a:cubicBezTo>
                  <a:cubicBezTo>
                    <a:pt x="108" y="77"/>
                    <a:pt x="108" y="77"/>
                    <a:pt x="108" y="77"/>
                  </a:cubicBezTo>
                  <a:cubicBezTo>
                    <a:pt x="107" y="78"/>
                    <a:pt x="107" y="80"/>
                    <a:pt x="108" y="81"/>
                  </a:cubicBezTo>
                  <a:cubicBezTo>
                    <a:pt x="109" y="82"/>
                    <a:pt x="111" y="82"/>
                    <a:pt x="112" y="81"/>
                  </a:cubicBezTo>
                  <a:cubicBezTo>
                    <a:pt x="125" y="68"/>
                    <a:pt x="125" y="68"/>
                    <a:pt x="125" y="68"/>
                  </a:cubicBezTo>
                  <a:cubicBezTo>
                    <a:pt x="127" y="67"/>
                    <a:pt x="128" y="65"/>
                    <a:pt x="130" y="63"/>
                  </a:cubicBezTo>
                  <a:cubicBezTo>
                    <a:pt x="139" y="63"/>
                    <a:pt x="139" y="63"/>
                    <a:pt x="139" y="63"/>
                  </a:cubicBezTo>
                  <a:cubicBezTo>
                    <a:pt x="140" y="63"/>
                    <a:pt x="142" y="62"/>
                    <a:pt x="142" y="60"/>
                  </a:cubicBezTo>
                  <a:cubicBezTo>
                    <a:pt x="142" y="59"/>
                    <a:pt x="141" y="57"/>
                    <a:pt x="139" y="57"/>
                  </a:cubicBezTo>
                  <a:close/>
                  <a:moveTo>
                    <a:pt x="111" y="57"/>
                  </a:moveTo>
                  <a:cubicBezTo>
                    <a:pt x="104" y="41"/>
                    <a:pt x="104" y="41"/>
                    <a:pt x="104" y="41"/>
                  </a:cubicBezTo>
                  <a:cubicBezTo>
                    <a:pt x="103" y="39"/>
                    <a:pt x="101" y="38"/>
                    <a:pt x="99" y="38"/>
                  </a:cubicBezTo>
                  <a:cubicBezTo>
                    <a:pt x="97" y="38"/>
                    <a:pt x="95" y="39"/>
                    <a:pt x="94" y="41"/>
                  </a:cubicBezTo>
                  <a:cubicBezTo>
                    <a:pt x="76" y="87"/>
                    <a:pt x="76" y="87"/>
                    <a:pt x="76" y="87"/>
                  </a:cubicBezTo>
                  <a:cubicBezTo>
                    <a:pt x="58" y="32"/>
                    <a:pt x="58" y="32"/>
                    <a:pt x="58" y="32"/>
                  </a:cubicBezTo>
                  <a:cubicBezTo>
                    <a:pt x="58" y="30"/>
                    <a:pt x="56" y="28"/>
                    <a:pt x="53" y="28"/>
                  </a:cubicBezTo>
                  <a:cubicBezTo>
                    <a:pt x="51" y="28"/>
                    <a:pt x="49" y="29"/>
                    <a:pt x="48" y="31"/>
                  </a:cubicBezTo>
                  <a:cubicBezTo>
                    <a:pt x="35" y="57"/>
                    <a:pt x="35" y="57"/>
                    <a:pt x="35" y="57"/>
                  </a:cubicBezTo>
                  <a:cubicBezTo>
                    <a:pt x="15" y="57"/>
                    <a:pt x="15" y="57"/>
                    <a:pt x="15" y="57"/>
                  </a:cubicBezTo>
                  <a:cubicBezTo>
                    <a:pt x="8" y="45"/>
                    <a:pt x="9" y="28"/>
                    <a:pt x="19" y="17"/>
                  </a:cubicBezTo>
                  <a:cubicBezTo>
                    <a:pt x="20" y="17"/>
                    <a:pt x="20" y="16"/>
                    <a:pt x="20" y="16"/>
                  </a:cubicBezTo>
                  <a:cubicBezTo>
                    <a:pt x="27" y="9"/>
                    <a:pt x="37" y="5"/>
                    <a:pt x="47" y="6"/>
                  </a:cubicBezTo>
                  <a:cubicBezTo>
                    <a:pt x="55" y="7"/>
                    <a:pt x="63" y="10"/>
                    <a:pt x="69" y="16"/>
                  </a:cubicBezTo>
                  <a:cubicBezTo>
                    <a:pt x="69" y="16"/>
                    <a:pt x="69" y="16"/>
                    <a:pt x="69" y="17"/>
                  </a:cubicBezTo>
                  <a:cubicBezTo>
                    <a:pt x="70" y="17"/>
                    <a:pt x="72" y="17"/>
                    <a:pt x="73" y="16"/>
                  </a:cubicBezTo>
                  <a:cubicBezTo>
                    <a:pt x="78" y="10"/>
                    <a:pt x="86" y="7"/>
                    <a:pt x="94" y="6"/>
                  </a:cubicBezTo>
                  <a:cubicBezTo>
                    <a:pt x="104" y="5"/>
                    <a:pt x="114" y="9"/>
                    <a:pt x="121" y="16"/>
                  </a:cubicBezTo>
                  <a:cubicBezTo>
                    <a:pt x="121" y="16"/>
                    <a:pt x="122" y="17"/>
                    <a:pt x="122" y="17"/>
                  </a:cubicBezTo>
                  <a:cubicBezTo>
                    <a:pt x="132" y="28"/>
                    <a:pt x="134" y="45"/>
                    <a:pt x="127" y="57"/>
                  </a:cubicBezTo>
                  <a:lnTo>
                    <a:pt x="111" y="5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4" name="Google Shape;994;p27"/>
            <p:cNvSpPr/>
            <p:nvPr/>
          </p:nvSpPr>
          <p:spPr>
            <a:xfrm>
              <a:off x="7447337" y="2956850"/>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95" name="Google Shape;995;p27"/>
          <p:cNvGrpSpPr/>
          <p:nvPr/>
        </p:nvGrpSpPr>
        <p:grpSpPr>
          <a:xfrm>
            <a:off x="6406090" y="2661131"/>
            <a:ext cx="267499" cy="362036"/>
            <a:chOff x="6517044" y="2705837"/>
            <a:chExt cx="274133" cy="371015"/>
          </a:xfrm>
        </p:grpSpPr>
        <p:sp>
          <p:nvSpPr>
            <p:cNvPr id="996" name="Google Shape;996;p27"/>
            <p:cNvSpPr/>
            <p:nvPr/>
          </p:nvSpPr>
          <p:spPr>
            <a:xfrm>
              <a:off x="6517044" y="2705837"/>
              <a:ext cx="274133" cy="371015"/>
            </a:xfrm>
            <a:custGeom>
              <a:rect b="b" l="l" r="r" t="t"/>
              <a:pathLst>
                <a:path extrusionOk="0" h="142" w="105">
                  <a:moveTo>
                    <a:pt x="96" y="25"/>
                  </a:moveTo>
                  <a:cubicBezTo>
                    <a:pt x="87" y="9"/>
                    <a:pt x="71" y="0"/>
                    <a:pt x="53" y="0"/>
                  </a:cubicBezTo>
                  <a:cubicBezTo>
                    <a:pt x="35" y="0"/>
                    <a:pt x="18" y="9"/>
                    <a:pt x="9" y="25"/>
                  </a:cubicBezTo>
                  <a:cubicBezTo>
                    <a:pt x="0" y="41"/>
                    <a:pt x="0" y="60"/>
                    <a:pt x="9" y="75"/>
                  </a:cubicBezTo>
                  <a:cubicBezTo>
                    <a:pt x="45" y="138"/>
                    <a:pt x="45" y="138"/>
                    <a:pt x="45" y="138"/>
                  </a:cubicBezTo>
                  <a:cubicBezTo>
                    <a:pt x="47" y="141"/>
                    <a:pt x="50" y="142"/>
                    <a:pt x="53" y="142"/>
                  </a:cubicBezTo>
                  <a:cubicBezTo>
                    <a:pt x="56" y="142"/>
                    <a:pt x="59" y="141"/>
                    <a:pt x="60" y="138"/>
                  </a:cubicBezTo>
                  <a:cubicBezTo>
                    <a:pt x="75" y="112"/>
                    <a:pt x="75" y="112"/>
                    <a:pt x="75" y="112"/>
                  </a:cubicBezTo>
                  <a:cubicBezTo>
                    <a:pt x="76" y="111"/>
                    <a:pt x="75" y="109"/>
                    <a:pt x="74" y="108"/>
                  </a:cubicBezTo>
                  <a:cubicBezTo>
                    <a:pt x="73" y="108"/>
                    <a:pt x="71" y="108"/>
                    <a:pt x="70" y="109"/>
                  </a:cubicBezTo>
                  <a:cubicBezTo>
                    <a:pt x="55" y="135"/>
                    <a:pt x="55" y="135"/>
                    <a:pt x="55" y="135"/>
                  </a:cubicBezTo>
                  <a:cubicBezTo>
                    <a:pt x="55" y="137"/>
                    <a:pt x="53" y="137"/>
                    <a:pt x="53" y="137"/>
                  </a:cubicBezTo>
                  <a:cubicBezTo>
                    <a:pt x="52" y="137"/>
                    <a:pt x="51" y="137"/>
                    <a:pt x="50" y="135"/>
                  </a:cubicBezTo>
                  <a:cubicBezTo>
                    <a:pt x="14" y="73"/>
                    <a:pt x="14" y="73"/>
                    <a:pt x="14" y="73"/>
                  </a:cubicBezTo>
                  <a:cubicBezTo>
                    <a:pt x="6" y="59"/>
                    <a:pt x="6" y="42"/>
                    <a:pt x="14" y="28"/>
                  </a:cubicBezTo>
                  <a:cubicBezTo>
                    <a:pt x="22" y="14"/>
                    <a:pt x="37" y="5"/>
                    <a:pt x="53" y="5"/>
                  </a:cubicBezTo>
                  <a:cubicBezTo>
                    <a:pt x="69" y="5"/>
                    <a:pt x="83" y="14"/>
                    <a:pt x="92" y="28"/>
                  </a:cubicBezTo>
                  <a:cubicBezTo>
                    <a:pt x="100" y="42"/>
                    <a:pt x="100" y="59"/>
                    <a:pt x="92" y="73"/>
                  </a:cubicBezTo>
                  <a:cubicBezTo>
                    <a:pt x="83" y="88"/>
                    <a:pt x="83" y="88"/>
                    <a:pt x="83" y="88"/>
                  </a:cubicBezTo>
                  <a:cubicBezTo>
                    <a:pt x="82" y="89"/>
                    <a:pt x="83" y="91"/>
                    <a:pt x="84" y="92"/>
                  </a:cubicBezTo>
                  <a:cubicBezTo>
                    <a:pt x="85" y="92"/>
                    <a:pt x="87" y="92"/>
                    <a:pt x="88" y="91"/>
                  </a:cubicBezTo>
                  <a:cubicBezTo>
                    <a:pt x="96" y="75"/>
                    <a:pt x="96" y="75"/>
                    <a:pt x="96" y="75"/>
                  </a:cubicBezTo>
                  <a:cubicBezTo>
                    <a:pt x="105" y="60"/>
                    <a:pt x="105" y="41"/>
                    <a:pt x="96" y="2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7" name="Google Shape;997;p27"/>
            <p:cNvSpPr/>
            <p:nvPr/>
          </p:nvSpPr>
          <p:spPr>
            <a:xfrm>
              <a:off x="6600715" y="2781802"/>
              <a:ext cx="106791" cy="106790"/>
            </a:xfrm>
            <a:custGeom>
              <a:rect b="b" l="l" r="r" t="t"/>
              <a:pathLst>
                <a:path extrusionOk="0" h="41" w="41">
                  <a:moveTo>
                    <a:pt x="37" y="12"/>
                  </a:moveTo>
                  <a:cubicBezTo>
                    <a:pt x="29" y="12"/>
                    <a:pt x="29" y="12"/>
                    <a:pt x="29" y="12"/>
                  </a:cubicBezTo>
                  <a:cubicBezTo>
                    <a:pt x="29" y="5"/>
                    <a:pt x="29" y="5"/>
                    <a:pt x="29" y="5"/>
                  </a:cubicBezTo>
                  <a:cubicBezTo>
                    <a:pt x="29" y="2"/>
                    <a:pt x="27" y="0"/>
                    <a:pt x="25" y="0"/>
                  </a:cubicBezTo>
                  <a:cubicBezTo>
                    <a:pt x="17" y="0"/>
                    <a:pt x="17" y="0"/>
                    <a:pt x="17" y="0"/>
                  </a:cubicBezTo>
                  <a:cubicBezTo>
                    <a:pt x="14" y="0"/>
                    <a:pt x="12" y="2"/>
                    <a:pt x="12" y="5"/>
                  </a:cubicBezTo>
                  <a:cubicBezTo>
                    <a:pt x="12" y="12"/>
                    <a:pt x="12" y="12"/>
                    <a:pt x="12" y="12"/>
                  </a:cubicBezTo>
                  <a:cubicBezTo>
                    <a:pt x="5" y="12"/>
                    <a:pt x="5" y="12"/>
                    <a:pt x="5" y="12"/>
                  </a:cubicBezTo>
                  <a:cubicBezTo>
                    <a:pt x="2" y="12"/>
                    <a:pt x="0" y="14"/>
                    <a:pt x="0" y="17"/>
                  </a:cubicBezTo>
                  <a:cubicBezTo>
                    <a:pt x="0" y="25"/>
                    <a:pt x="0" y="25"/>
                    <a:pt x="0" y="25"/>
                  </a:cubicBezTo>
                  <a:cubicBezTo>
                    <a:pt x="0" y="27"/>
                    <a:pt x="2" y="29"/>
                    <a:pt x="5" y="29"/>
                  </a:cubicBezTo>
                  <a:cubicBezTo>
                    <a:pt x="12" y="29"/>
                    <a:pt x="12" y="29"/>
                    <a:pt x="12" y="29"/>
                  </a:cubicBezTo>
                  <a:cubicBezTo>
                    <a:pt x="12" y="37"/>
                    <a:pt x="12" y="37"/>
                    <a:pt x="12" y="37"/>
                  </a:cubicBezTo>
                  <a:cubicBezTo>
                    <a:pt x="12" y="39"/>
                    <a:pt x="14" y="41"/>
                    <a:pt x="17" y="41"/>
                  </a:cubicBezTo>
                  <a:cubicBezTo>
                    <a:pt x="25" y="41"/>
                    <a:pt x="25" y="41"/>
                    <a:pt x="25" y="41"/>
                  </a:cubicBezTo>
                  <a:cubicBezTo>
                    <a:pt x="27" y="41"/>
                    <a:pt x="29" y="39"/>
                    <a:pt x="29" y="37"/>
                  </a:cubicBezTo>
                  <a:cubicBezTo>
                    <a:pt x="29" y="29"/>
                    <a:pt x="29" y="29"/>
                    <a:pt x="29" y="29"/>
                  </a:cubicBezTo>
                  <a:cubicBezTo>
                    <a:pt x="37" y="29"/>
                    <a:pt x="37" y="29"/>
                    <a:pt x="37" y="29"/>
                  </a:cubicBezTo>
                  <a:cubicBezTo>
                    <a:pt x="39" y="29"/>
                    <a:pt x="41" y="27"/>
                    <a:pt x="41" y="25"/>
                  </a:cubicBezTo>
                  <a:cubicBezTo>
                    <a:pt x="41" y="17"/>
                    <a:pt x="41" y="17"/>
                    <a:pt x="41" y="17"/>
                  </a:cubicBezTo>
                  <a:cubicBezTo>
                    <a:pt x="41" y="14"/>
                    <a:pt x="39" y="12"/>
                    <a:pt x="37" y="12"/>
                  </a:cubicBezTo>
                  <a:close/>
                  <a:moveTo>
                    <a:pt x="36" y="24"/>
                  </a:moveTo>
                  <a:cubicBezTo>
                    <a:pt x="27" y="24"/>
                    <a:pt x="27" y="24"/>
                    <a:pt x="27" y="24"/>
                  </a:cubicBezTo>
                  <a:cubicBezTo>
                    <a:pt x="25" y="24"/>
                    <a:pt x="24" y="25"/>
                    <a:pt x="24" y="26"/>
                  </a:cubicBezTo>
                  <a:cubicBezTo>
                    <a:pt x="24" y="36"/>
                    <a:pt x="24" y="36"/>
                    <a:pt x="24" y="36"/>
                  </a:cubicBezTo>
                  <a:cubicBezTo>
                    <a:pt x="18" y="36"/>
                    <a:pt x="18" y="36"/>
                    <a:pt x="18" y="36"/>
                  </a:cubicBezTo>
                  <a:cubicBezTo>
                    <a:pt x="18" y="26"/>
                    <a:pt x="18" y="26"/>
                    <a:pt x="18" y="26"/>
                  </a:cubicBezTo>
                  <a:cubicBezTo>
                    <a:pt x="18" y="25"/>
                    <a:pt x="17" y="24"/>
                    <a:pt x="15" y="24"/>
                  </a:cubicBezTo>
                  <a:cubicBezTo>
                    <a:pt x="6" y="24"/>
                    <a:pt x="6" y="24"/>
                    <a:pt x="6" y="24"/>
                  </a:cubicBezTo>
                  <a:cubicBezTo>
                    <a:pt x="6" y="18"/>
                    <a:pt x="6" y="18"/>
                    <a:pt x="6" y="18"/>
                  </a:cubicBezTo>
                  <a:cubicBezTo>
                    <a:pt x="15" y="18"/>
                    <a:pt x="15" y="18"/>
                    <a:pt x="15" y="18"/>
                  </a:cubicBezTo>
                  <a:cubicBezTo>
                    <a:pt x="17" y="18"/>
                    <a:pt x="18" y="17"/>
                    <a:pt x="18" y="15"/>
                  </a:cubicBezTo>
                  <a:cubicBezTo>
                    <a:pt x="18" y="6"/>
                    <a:pt x="18" y="6"/>
                    <a:pt x="18" y="6"/>
                  </a:cubicBezTo>
                  <a:cubicBezTo>
                    <a:pt x="24" y="6"/>
                    <a:pt x="24" y="6"/>
                    <a:pt x="24" y="6"/>
                  </a:cubicBezTo>
                  <a:cubicBezTo>
                    <a:pt x="24" y="15"/>
                    <a:pt x="24" y="15"/>
                    <a:pt x="24" y="15"/>
                  </a:cubicBezTo>
                  <a:cubicBezTo>
                    <a:pt x="24" y="17"/>
                    <a:pt x="25" y="18"/>
                    <a:pt x="27" y="18"/>
                  </a:cubicBezTo>
                  <a:cubicBezTo>
                    <a:pt x="36" y="18"/>
                    <a:pt x="36" y="18"/>
                    <a:pt x="36" y="1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8" name="Google Shape;998;p27"/>
            <p:cNvSpPr/>
            <p:nvPr/>
          </p:nvSpPr>
          <p:spPr>
            <a:xfrm>
              <a:off x="6566586" y="2747673"/>
              <a:ext cx="177251" cy="177251"/>
            </a:xfrm>
            <a:custGeom>
              <a:rect b="b" l="l" r="r" t="t"/>
              <a:pathLst>
                <a:path extrusionOk="0" h="68" w="68">
                  <a:moveTo>
                    <a:pt x="68" y="34"/>
                  </a:moveTo>
                  <a:cubicBezTo>
                    <a:pt x="68" y="15"/>
                    <a:pt x="53" y="0"/>
                    <a:pt x="34" y="0"/>
                  </a:cubicBezTo>
                  <a:cubicBezTo>
                    <a:pt x="15" y="0"/>
                    <a:pt x="0" y="15"/>
                    <a:pt x="0" y="34"/>
                  </a:cubicBezTo>
                  <a:cubicBezTo>
                    <a:pt x="0" y="52"/>
                    <a:pt x="15" y="68"/>
                    <a:pt x="34" y="68"/>
                  </a:cubicBezTo>
                  <a:cubicBezTo>
                    <a:pt x="53" y="68"/>
                    <a:pt x="68" y="52"/>
                    <a:pt x="68" y="34"/>
                  </a:cubicBezTo>
                  <a:close/>
                  <a:moveTo>
                    <a:pt x="34" y="62"/>
                  </a:moveTo>
                  <a:cubicBezTo>
                    <a:pt x="18" y="62"/>
                    <a:pt x="5" y="49"/>
                    <a:pt x="5" y="34"/>
                  </a:cubicBezTo>
                  <a:cubicBezTo>
                    <a:pt x="5" y="18"/>
                    <a:pt x="18" y="5"/>
                    <a:pt x="34" y="5"/>
                  </a:cubicBezTo>
                  <a:cubicBezTo>
                    <a:pt x="49" y="5"/>
                    <a:pt x="62" y="18"/>
                    <a:pt x="62" y="34"/>
                  </a:cubicBezTo>
                  <a:cubicBezTo>
                    <a:pt x="62" y="49"/>
                    <a:pt x="49" y="62"/>
                    <a:pt x="34" y="6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9" name="Google Shape;999;p27"/>
            <p:cNvSpPr/>
            <p:nvPr/>
          </p:nvSpPr>
          <p:spPr>
            <a:xfrm>
              <a:off x="6715213" y="2959052"/>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00" name="Google Shape;1000;p27"/>
          <p:cNvGrpSpPr/>
          <p:nvPr/>
        </p:nvGrpSpPr>
        <p:grpSpPr>
          <a:xfrm>
            <a:off x="5618488" y="2661131"/>
            <a:ext cx="247370" cy="362036"/>
            <a:chOff x="5639596" y="2705837"/>
            <a:chExt cx="253505" cy="371015"/>
          </a:xfrm>
        </p:grpSpPr>
        <p:sp>
          <p:nvSpPr>
            <p:cNvPr id="1001" name="Google Shape;1001;p27"/>
            <p:cNvSpPr/>
            <p:nvPr/>
          </p:nvSpPr>
          <p:spPr>
            <a:xfrm>
              <a:off x="5639596" y="2705837"/>
              <a:ext cx="253216" cy="371015"/>
            </a:xfrm>
            <a:custGeom>
              <a:rect b="b" l="l" r="r" t="t"/>
              <a:pathLst>
                <a:path extrusionOk="0" h="142" w="97">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2" name="Google Shape;1002;p27"/>
            <p:cNvSpPr/>
            <p:nvPr/>
          </p:nvSpPr>
          <p:spPr>
            <a:xfrm>
              <a:off x="5673726" y="2734461"/>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3" name="Google Shape;1003;p27"/>
            <p:cNvSpPr/>
            <p:nvPr/>
          </p:nvSpPr>
          <p:spPr>
            <a:xfrm>
              <a:off x="5795930" y="2734461"/>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4" name="Google Shape;1004;p27"/>
            <p:cNvSpPr/>
            <p:nvPr/>
          </p:nvSpPr>
          <p:spPr>
            <a:xfrm>
              <a:off x="5673726" y="2818132"/>
              <a:ext cx="64955" cy="64955"/>
            </a:xfrm>
            <a:custGeom>
              <a:rect b="b" l="l" r="r" t="t"/>
              <a:pathLst>
                <a:path extrusionOk="0" h="25" w="25">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5" name="Google Shape;1005;p27"/>
            <p:cNvSpPr/>
            <p:nvPr/>
          </p:nvSpPr>
          <p:spPr>
            <a:xfrm>
              <a:off x="5795930" y="2818132"/>
              <a:ext cx="64955" cy="64955"/>
            </a:xfrm>
            <a:custGeom>
              <a:rect b="b" l="l" r="r" t="t"/>
              <a:pathLst>
                <a:path extrusionOk="0" h="25" w="25">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6" name="Google Shape;1006;p27"/>
            <p:cNvSpPr/>
            <p:nvPr/>
          </p:nvSpPr>
          <p:spPr>
            <a:xfrm>
              <a:off x="5673726" y="2899602"/>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7" name="Google Shape;1007;p27"/>
            <p:cNvSpPr/>
            <p:nvPr/>
          </p:nvSpPr>
          <p:spPr>
            <a:xfrm>
              <a:off x="5795930" y="2899602"/>
              <a:ext cx="64955" cy="64955"/>
            </a:xfrm>
            <a:custGeom>
              <a:rect b="b" l="l" r="r" t="t"/>
              <a:pathLst>
                <a:path extrusionOk="0" h="25" w="25">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8" name="Google Shape;1008;p27"/>
            <p:cNvSpPr/>
            <p:nvPr/>
          </p:nvSpPr>
          <p:spPr>
            <a:xfrm>
              <a:off x="5673726" y="2983273"/>
              <a:ext cx="64955" cy="64955"/>
            </a:xfrm>
            <a:custGeom>
              <a:rect b="b" l="l" r="r" t="t"/>
              <a:pathLst>
                <a:path extrusionOk="0" h="25" w="25">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9" name="Google Shape;1009;p27"/>
            <p:cNvSpPr/>
            <p:nvPr/>
          </p:nvSpPr>
          <p:spPr>
            <a:xfrm>
              <a:off x="5795930" y="2983273"/>
              <a:ext cx="64955" cy="64955"/>
            </a:xfrm>
            <a:custGeom>
              <a:rect b="b" l="l" r="r" t="t"/>
              <a:pathLst>
                <a:path extrusionOk="0" h="25" w="25">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0" name="Google Shape;1010;p27"/>
            <p:cNvSpPr/>
            <p:nvPr/>
          </p:nvSpPr>
          <p:spPr>
            <a:xfrm>
              <a:off x="5759599" y="2760884"/>
              <a:ext cx="15413" cy="264224"/>
            </a:xfrm>
            <a:custGeom>
              <a:rect b="b" l="l" r="r" t="t"/>
              <a:pathLst>
                <a:path extrusionOk="0" h="101" w="6">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1" name="Google Shape;1011;p27"/>
            <p:cNvSpPr/>
            <p:nvPr/>
          </p:nvSpPr>
          <p:spPr>
            <a:xfrm>
              <a:off x="5879601" y="2966758"/>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12" name="Google Shape;1012;p27"/>
          <p:cNvGrpSpPr/>
          <p:nvPr/>
        </p:nvGrpSpPr>
        <p:grpSpPr>
          <a:xfrm>
            <a:off x="4861161" y="2661131"/>
            <a:ext cx="176367" cy="362036"/>
            <a:chOff x="4892059" y="2705837"/>
            <a:chExt cx="180741" cy="371015"/>
          </a:xfrm>
        </p:grpSpPr>
        <p:sp>
          <p:nvSpPr>
            <p:cNvPr id="1013" name="Google Shape;1013;p27"/>
            <p:cNvSpPr/>
            <p:nvPr/>
          </p:nvSpPr>
          <p:spPr>
            <a:xfrm>
              <a:off x="4892059" y="2705837"/>
              <a:ext cx="180554" cy="371015"/>
            </a:xfrm>
            <a:custGeom>
              <a:rect b="b" l="l" r="r" t="t"/>
              <a:pathLst>
                <a:path extrusionOk="0" h="142" w="69">
                  <a:moveTo>
                    <a:pt x="69" y="58"/>
                  </a:moveTo>
                  <a:cubicBezTo>
                    <a:pt x="69" y="49"/>
                    <a:pt x="63" y="42"/>
                    <a:pt x="55" y="40"/>
                  </a:cubicBezTo>
                  <a:cubicBezTo>
                    <a:pt x="55" y="34"/>
                    <a:pt x="55" y="34"/>
                    <a:pt x="55" y="34"/>
                  </a:cubicBezTo>
                  <a:cubicBezTo>
                    <a:pt x="55" y="30"/>
                    <a:pt x="52" y="26"/>
                    <a:pt x="48" y="26"/>
                  </a:cubicBezTo>
                  <a:cubicBezTo>
                    <a:pt x="48" y="13"/>
                    <a:pt x="48" y="13"/>
                    <a:pt x="48" y="13"/>
                  </a:cubicBezTo>
                  <a:cubicBezTo>
                    <a:pt x="48" y="9"/>
                    <a:pt x="46" y="6"/>
                    <a:pt x="44" y="4"/>
                  </a:cubicBezTo>
                  <a:cubicBezTo>
                    <a:pt x="41" y="1"/>
                    <a:pt x="38" y="0"/>
                    <a:pt x="35" y="0"/>
                  </a:cubicBezTo>
                  <a:cubicBezTo>
                    <a:pt x="28" y="0"/>
                    <a:pt x="22" y="6"/>
                    <a:pt x="22" y="13"/>
                  </a:cubicBezTo>
                  <a:cubicBezTo>
                    <a:pt x="22" y="26"/>
                    <a:pt x="22" y="26"/>
                    <a:pt x="22" y="26"/>
                  </a:cubicBezTo>
                  <a:cubicBezTo>
                    <a:pt x="18" y="26"/>
                    <a:pt x="15" y="30"/>
                    <a:pt x="15" y="34"/>
                  </a:cubicBezTo>
                  <a:cubicBezTo>
                    <a:pt x="15" y="40"/>
                    <a:pt x="15" y="40"/>
                    <a:pt x="15" y="40"/>
                  </a:cubicBezTo>
                  <a:cubicBezTo>
                    <a:pt x="7" y="42"/>
                    <a:pt x="0" y="49"/>
                    <a:pt x="0" y="58"/>
                  </a:cubicBezTo>
                  <a:cubicBezTo>
                    <a:pt x="0" y="131"/>
                    <a:pt x="0" y="131"/>
                    <a:pt x="0" y="131"/>
                  </a:cubicBezTo>
                  <a:cubicBezTo>
                    <a:pt x="0" y="137"/>
                    <a:pt x="5" y="142"/>
                    <a:pt x="12" y="142"/>
                  </a:cubicBezTo>
                  <a:cubicBezTo>
                    <a:pt x="66" y="142"/>
                    <a:pt x="66" y="142"/>
                    <a:pt x="66" y="142"/>
                  </a:cubicBezTo>
                  <a:cubicBezTo>
                    <a:pt x="67" y="142"/>
                    <a:pt x="69" y="141"/>
                    <a:pt x="69" y="140"/>
                  </a:cubicBezTo>
                  <a:cubicBezTo>
                    <a:pt x="69" y="119"/>
                    <a:pt x="69" y="119"/>
                    <a:pt x="69" y="119"/>
                  </a:cubicBezTo>
                  <a:cubicBezTo>
                    <a:pt x="69" y="118"/>
                    <a:pt x="69" y="118"/>
                    <a:pt x="68" y="118"/>
                  </a:cubicBezTo>
                  <a:cubicBezTo>
                    <a:pt x="66" y="116"/>
                    <a:pt x="63" y="117"/>
                    <a:pt x="63" y="120"/>
                  </a:cubicBezTo>
                  <a:cubicBezTo>
                    <a:pt x="63" y="131"/>
                    <a:pt x="63" y="131"/>
                    <a:pt x="63" y="131"/>
                  </a:cubicBezTo>
                  <a:cubicBezTo>
                    <a:pt x="63" y="134"/>
                    <a:pt x="61" y="137"/>
                    <a:pt x="58" y="137"/>
                  </a:cubicBezTo>
                  <a:cubicBezTo>
                    <a:pt x="12" y="137"/>
                    <a:pt x="12" y="137"/>
                    <a:pt x="12" y="137"/>
                  </a:cubicBezTo>
                  <a:cubicBezTo>
                    <a:pt x="9" y="137"/>
                    <a:pt x="6" y="134"/>
                    <a:pt x="6" y="131"/>
                  </a:cubicBezTo>
                  <a:cubicBezTo>
                    <a:pt x="6" y="76"/>
                    <a:pt x="6" y="76"/>
                    <a:pt x="6" y="76"/>
                  </a:cubicBezTo>
                  <a:cubicBezTo>
                    <a:pt x="22" y="76"/>
                    <a:pt x="22" y="76"/>
                    <a:pt x="22" y="76"/>
                  </a:cubicBezTo>
                  <a:cubicBezTo>
                    <a:pt x="22" y="96"/>
                    <a:pt x="22" y="96"/>
                    <a:pt x="22" y="96"/>
                  </a:cubicBezTo>
                  <a:cubicBezTo>
                    <a:pt x="22" y="100"/>
                    <a:pt x="23" y="104"/>
                    <a:pt x="26" y="106"/>
                  </a:cubicBezTo>
                  <a:cubicBezTo>
                    <a:pt x="26" y="114"/>
                    <a:pt x="26" y="114"/>
                    <a:pt x="26" y="114"/>
                  </a:cubicBezTo>
                  <a:cubicBezTo>
                    <a:pt x="26" y="118"/>
                    <a:pt x="29" y="122"/>
                    <a:pt x="34" y="123"/>
                  </a:cubicBezTo>
                  <a:cubicBezTo>
                    <a:pt x="39" y="123"/>
                    <a:pt x="43" y="119"/>
                    <a:pt x="43" y="114"/>
                  </a:cubicBezTo>
                  <a:cubicBezTo>
                    <a:pt x="43" y="106"/>
                    <a:pt x="43" y="106"/>
                    <a:pt x="43" y="106"/>
                  </a:cubicBezTo>
                  <a:cubicBezTo>
                    <a:pt x="46" y="104"/>
                    <a:pt x="48" y="100"/>
                    <a:pt x="48" y="96"/>
                  </a:cubicBezTo>
                  <a:cubicBezTo>
                    <a:pt x="48" y="76"/>
                    <a:pt x="48" y="76"/>
                    <a:pt x="48" y="76"/>
                  </a:cubicBezTo>
                  <a:cubicBezTo>
                    <a:pt x="63" y="76"/>
                    <a:pt x="63" y="76"/>
                    <a:pt x="63" y="76"/>
                  </a:cubicBezTo>
                  <a:cubicBezTo>
                    <a:pt x="63" y="95"/>
                    <a:pt x="63" y="95"/>
                    <a:pt x="63" y="95"/>
                  </a:cubicBezTo>
                  <a:cubicBezTo>
                    <a:pt x="63" y="96"/>
                    <a:pt x="64" y="97"/>
                    <a:pt x="65" y="97"/>
                  </a:cubicBezTo>
                  <a:cubicBezTo>
                    <a:pt x="67" y="98"/>
                    <a:pt x="69" y="96"/>
                    <a:pt x="69" y="95"/>
                  </a:cubicBezTo>
                  <a:cubicBezTo>
                    <a:pt x="69" y="58"/>
                    <a:pt x="69" y="58"/>
                    <a:pt x="69" y="58"/>
                  </a:cubicBezTo>
                  <a:close/>
                  <a:moveTo>
                    <a:pt x="35" y="5"/>
                  </a:moveTo>
                  <a:cubicBezTo>
                    <a:pt x="37" y="5"/>
                    <a:pt x="38" y="6"/>
                    <a:pt x="40" y="8"/>
                  </a:cubicBezTo>
                  <a:cubicBezTo>
                    <a:pt x="41" y="9"/>
                    <a:pt x="42" y="11"/>
                    <a:pt x="42" y="13"/>
                  </a:cubicBezTo>
                  <a:cubicBezTo>
                    <a:pt x="42" y="26"/>
                    <a:pt x="42" y="26"/>
                    <a:pt x="42" y="26"/>
                  </a:cubicBezTo>
                  <a:cubicBezTo>
                    <a:pt x="27" y="26"/>
                    <a:pt x="27" y="26"/>
                    <a:pt x="27" y="26"/>
                  </a:cubicBezTo>
                  <a:cubicBezTo>
                    <a:pt x="27" y="13"/>
                    <a:pt x="27" y="13"/>
                    <a:pt x="27" y="13"/>
                  </a:cubicBezTo>
                  <a:cubicBezTo>
                    <a:pt x="27" y="9"/>
                    <a:pt x="31" y="5"/>
                    <a:pt x="35" y="5"/>
                  </a:cubicBezTo>
                  <a:close/>
                  <a:moveTo>
                    <a:pt x="23" y="31"/>
                  </a:moveTo>
                  <a:cubicBezTo>
                    <a:pt x="46" y="31"/>
                    <a:pt x="46" y="31"/>
                    <a:pt x="46" y="31"/>
                  </a:cubicBezTo>
                  <a:cubicBezTo>
                    <a:pt x="48" y="31"/>
                    <a:pt x="49" y="32"/>
                    <a:pt x="49" y="34"/>
                  </a:cubicBezTo>
                  <a:cubicBezTo>
                    <a:pt x="49" y="40"/>
                    <a:pt x="49" y="40"/>
                    <a:pt x="49" y="40"/>
                  </a:cubicBezTo>
                  <a:cubicBezTo>
                    <a:pt x="20" y="40"/>
                    <a:pt x="20" y="40"/>
                    <a:pt x="20" y="40"/>
                  </a:cubicBezTo>
                  <a:cubicBezTo>
                    <a:pt x="20" y="34"/>
                    <a:pt x="20" y="34"/>
                    <a:pt x="20" y="34"/>
                  </a:cubicBezTo>
                  <a:cubicBezTo>
                    <a:pt x="20" y="32"/>
                    <a:pt x="21" y="31"/>
                    <a:pt x="23" y="31"/>
                  </a:cubicBezTo>
                  <a:close/>
                  <a:moveTo>
                    <a:pt x="42" y="70"/>
                  </a:moveTo>
                  <a:cubicBezTo>
                    <a:pt x="27" y="70"/>
                    <a:pt x="27" y="70"/>
                    <a:pt x="27" y="70"/>
                  </a:cubicBezTo>
                  <a:cubicBezTo>
                    <a:pt x="27" y="46"/>
                    <a:pt x="27" y="46"/>
                    <a:pt x="27" y="46"/>
                  </a:cubicBezTo>
                  <a:cubicBezTo>
                    <a:pt x="42" y="46"/>
                    <a:pt x="42" y="46"/>
                    <a:pt x="42" y="46"/>
                  </a:cubicBezTo>
                  <a:lnTo>
                    <a:pt x="42" y="70"/>
                  </a:lnTo>
                  <a:close/>
                  <a:moveTo>
                    <a:pt x="6" y="70"/>
                  </a:moveTo>
                  <a:cubicBezTo>
                    <a:pt x="6" y="58"/>
                    <a:pt x="6" y="58"/>
                    <a:pt x="6" y="58"/>
                  </a:cubicBezTo>
                  <a:cubicBezTo>
                    <a:pt x="6" y="51"/>
                    <a:pt x="12" y="46"/>
                    <a:pt x="18" y="46"/>
                  </a:cubicBezTo>
                  <a:cubicBezTo>
                    <a:pt x="22" y="46"/>
                    <a:pt x="22" y="46"/>
                    <a:pt x="22" y="46"/>
                  </a:cubicBezTo>
                  <a:cubicBezTo>
                    <a:pt x="22" y="70"/>
                    <a:pt x="22" y="70"/>
                    <a:pt x="22" y="70"/>
                  </a:cubicBezTo>
                  <a:lnTo>
                    <a:pt x="6" y="70"/>
                  </a:lnTo>
                  <a:close/>
                  <a:moveTo>
                    <a:pt x="42" y="96"/>
                  </a:moveTo>
                  <a:cubicBezTo>
                    <a:pt x="42" y="99"/>
                    <a:pt x="41" y="101"/>
                    <a:pt x="39" y="103"/>
                  </a:cubicBezTo>
                  <a:cubicBezTo>
                    <a:pt x="38" y="104"/>
                    <a:pt x="38" y="104"/>
                    <a:pt x="38" y="105"/>
                  </a:cubicBezTo>
                  <a:cubicBezTo>
                    <a:pt x="38" y="114"/>
                    <a:pt x="38" y="114"/>
                    <a:pt x="38" y="114"/>
                  </a:cubicBezTo>
                  <a:cubicBezTo>
                    <a:pt x="38" y="116"/>
                    <a:pt x="37" y="117"/>
                    <a:pt x="35" y="117"/>
                  </a:cubicBezTo>
                  <a:cubicBezTo>
                    <a:pt x="33" y="118"/>
                    <a:pt x="32" y="116"/>
                    <a:pt x="32" y="114"/>
                  </a:cubicBezTo>
                  <a:cubicBezTo>
                    <a:pt x="32" y="105"/>
                    <a:pt x="32" y="105"/>
                    <a:pt x="32" y="105"/>
                  </a:cubicBezTo>
                  <a:cubicBezTo>
                    <a:pt x="32" y="104"/>
                    <a:pt x="31" y="104"/>
                    <a:pt x="31" y="103"/>
                  </a:cubicBezTo>
                  <a:cubicBezTo>
                    <a:pt x="29" y="101"/>
                    <a:pt x="27" y="99"/>
                    <a:pt x="27" y="96"/>
                  </a:cubicBezTo>
                  <a:cubicBezTo>
                    <a:pt x="27" y="76"/>
                    <a:pt x="27" y="76"/>
                    <a:pt x="27" y="76"/>
                  </a:cubicBezTo>
                  <a:cubicBezTo>
                    <a:pt x="42" y="76"/>
                    <a:pt x="42" y="76"/>
                    <a:pt x="42" y="76"/>
                  </a:cubicBezTo>
                  <a:lnTo>
                    <a:pt x="42" y="96"/>
                  </a:lnTo>
                  <a:close/>
                  <a:moveTo>
                    <a:pt x="48" y="70"/>
                  </a:moveTo>
                  <a:cubicBezTo>
                    <a:pt x="48" y="46"/>
                    <a:pt x="48" y="46"/>
                    <a:pt x="48" y="46"/>
                  </a:cubicBezTo>
                  <a:cubicBezTo>
                    <a:pt x="51" y="46"/>
                    <a:pt x="51" y="46"/>
                    <a:pt x="51" y="46"/>
                  </a:cubicBezTo>
                  <a:cubicBezTo>
                    <a:pt x="58" y="46"/>
                    <a:pt x="63" y="51"/>
                    <a:pt x="63" y="58"/>
                  </a:cubicBezTo>
                  <a:cubicBezTo>
                    <a:pt x="63" y="70"/>
                    <a:pt x="63" y="70"/>
                    <a:pt x="63" y="70"/>
                  </a:cubicBezTo>
                  <a:lnTo>
                    <a:pt x="48" y="7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4" name="Google Shape;1014;p27"/>
            <p:cNvSpPr/>
            <p:nvPr/>
          </p:nvSpPr>
          <p:spPr>
            <a:xfrm>
              <a:off x="5057200" y="2977768"/>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15" name="Google Shape;1015;p27"/>
          <p:cNvGrpSpPr/>
          <p:nvPr/>
        </p:nvGrpSpPr>
        <p:grpSpPr>
          <a:xfrm>
            <a:off x="3977107" y="2661131"/>
            <a:ext cx="362038" cy="362036"/>
            <a:chOff x="4003602" y="2705837"/>
            <a:chExt cx="371016" cy="371015"/>
          </a:xfrm>
        </p:grpSpPr>
        <p:sp>
          <p:nvSpPr>
            <p:cNvPr id="1016" name="Google Shape;1016;p27"/>
            <p:cNvSpPr/>
            <p:nvPr/>
          </p:nvSpPr>
          <p:spPr>
            <a:xfrm>
              <a:off x="4050943" y="2755379"/>
              <a:ext cx="135415" cy="133213"/>
            </a:xfrm>
            <a:custGeom>
              <a:rect b="b" l="l" r="r" t="t"/>
              <a:pathLst>
                <a:path extrusionOk="0" h="51" w="52">
                  <a:moveTo>
                    <a:pt x="52" y="14"/>
                  </a:moveTo>
                  <a:cubicBezTo>
                    <a:pt x="52" y="11"/>
                    <a:pt x="51" y="7"/>
                    <a:pt x="48" y="5"/>
                  </a:cubicBezTo>
                  <a:cubicBezTo>
                    <a:pt x="48" y="4"/>
                    <a:pt x="48" y="4"/>
                    <a:pt x="48" y="4"/>
                  </a:cubicBezTo>
                  <a:cubicBezTo>
                    <a:pt x="45" y="2"/>
                    <a:pt x="42" y="0"/>
                    <a:pt x="39" y="0"/>
                  </a:cubicBezTo>
                  <a:cubicBezTo>
                    <a:pt x="35" y="0"/>
                    <a:pt x="31" y="1"/>
                    <a:pt x="28" y="4"/>
                  </a:cubicBezTo>
                  <a:cubicBezTo>
                    <a:pt x="5" y="27"/>
                    <a:pt x="5" y="27"/>
                    <a:pt x="5" y="27"/>
                  </a:cubicBezTo>
                  <a:cubicBezTo>
                    <a:pt x="0" y="32"/>
                    <a:pt x="0" y="41"/>
                    <a:pt x="5" y="46"/>
                  </a:cubicBezTo>
                  <a:cubicBezTo>
                    <a:pt x="6" y="47"/>
                    <a:pt x="6" y="47"/>
                    <a:pt x="6" y="47"/>
                  </a:cubicBezTo>
                  <a:cubicBezTo>
                    <a:pt x="6" y="47"/>
                    <a:pt x="6" y="47"/>
                    <a:pt x="6" y="47"/>
                  </a:cubicBezTo>
                  <a:cubicBezTo>
                    <a:pt x="8" y="49"/>
                    <a:pt x="12" y="51"/>
                    <a:pt x="16" y="51"/>
                  </a:cubicBezTo>
                  <a:cubicBezTo>
                    <a:pt x="19" y="51"/>
                    <a:pt x="23" y="49"/>
                    <a:pt x="25" y="47"/>
                  </a:cubicBezTo>
                  <a:cubicBezTo>
                    <a:pt x="48" y="24"/>
                    <a:pt x="48" y="24"/>
                    <a:pt x="48" y="24"/>
                  </a:cubicBezTo>
                  <a:cubicBezTo>
                    <a:pt x="51" y="22"/>
                    <a:pt x="52" y="18"/>
                    <a:pt x="52" y="14"/>
                  </a:cubicBezTo>
                  <a:close/>
                  <a:moveTo>
                    <a:pt x="21" y="43"/>
                  </a:moveTo>
                  <a:cubicBezTo>
                    <a:pt x="18" y="46"/>
                    <a:pt x="13" y="46"/>
                    <a:pt x="10" y="43"/>
                  </a:cubicBezTo>
                  <a:cubicBezTo>
                    <a:pt x="9" y="42"/>
                    <a:pt x="9" y="42"/>
                    <a:pt x="9" y="42"/>
                  </a:cubicBezTo>
                  <a:cubicBezTo>
                    <a:pt x="6" y="39"/>
                    <a:pt x="6" y="34"/>
                    <a:pt x="9" y="31"/>
                  </a:cubicBezTo>
                  <a:cubicBezTo>
                    <a:pt x="18" y="21"/>
                    <a:pt x="18" y="21"/>
                    <a:pt x="18" y="21"/>
                  </a:cubicBezTo>
                  <a:cubicBezTo>
                    <a:pt x="31" y="34"/>
                    <a:pt x="31" y="34"/>
                    <a:pt x="31" y="34"/>
                  </a:cubicBezTo>
                  <a:lnTo>
                    <a:pt x="21" y="43"/>
                  </a:lnTo>
                  <a:close/>
                  <a:moveTo>
                    <a:pt x="44" y="20"/>
                  </a:moveTo>
                  <a:cubicBezTo>
                    <a:pt x="35" y="30"/>
                    <a:pt x="35" y="30"/>
                    <a:pt x="35" y="30"/>
                  </a:cubicBezTo>
                  <a:cubicBezTo>
                    <a:pt x="22" y="17"/>
                    <a:pt x="22" y="17"/>
                    <a:pt x="22" y="17"/>
                  </a:cubicBezTo>
                  <a:cubicBezTo>
                    <a:pt x="32" y="8"/>
                    <a:pt x="32" y="8"/>
                    <a:pt x="32" y="8"/>
                  </a:cubicBezTo>
                  <a:cubicBezTo>
                    <a:pt x="33" y="6"/>
                    <a:pt x="35" y="6"/>
                    <a:pt x="38" y="6"/>
                  </a:cubicBezTo>
                  <a:cubicBezTo>
                    <a:pt x="40" y="6"/>
                    <a:pt x="42" y="6"/>
                    <a:pt x="43" y="8"/>
                  </a:cubicBezTo>
                  <a:cubicBezTo>
                    <a:pt x="44" y="8"/>
                    <a:pt x="44" y="8"/>
                    <a:pt x="44" y="8"/>
                  </a:cubicBezTo>
                  <a:cubicBezTo>
                    <a:pt x="45" y="10"/>
                    <a:pt x="46" y="12"/>
                    <a:pt x="46" y="14"/>
                  </a:cubicBezTo>
                  <a:cubicBezTo>
                    <a:pt x="46" y="17"/>
                    <a:pt x="45" y="19"/>
                    <a:pt x="44"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7" name="Google Shape;1017;p27"/>
            <p:cNvSpPr/>
            <p:nvPr/>
          </p:nvSpPr>
          <p:spPr>
            <a:xfrm>
              <a:off x="4003602" y="2705837"/>
              <a:ext cx="371016" cy="371015"/>
            </a:xfrm>
            <a:custGeom>
              <a:rect b="b" l="l" r="r" t="t"/>
              <a:pathLst>
                <a:path extrusionOk="0" h="142" w="142">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8" name="Google Shape;1018;p27"/>
            <p:cNvSpPr/>
            <p:nvPr/>
          </p:nvSpPr>
          <p:spPr>
            <a:xfrm>
              <a:off x="4170945" y="2875381"/>
              <a:ext cx="172847" cy="172847"/>
            </a:xfrm>
            <a:custGeom>
              <a:rect b="b" l="l" r="r" t="t"/>
              <a:pathLst>
                <a:path extrusionOk="0" h="66" w="66">
                  <a:moveTo>
                    <a:pt x="0" y="33"/>
                  </a:moveTo>
                  <a:cubicBezTo>
                    <a:pt x="0" y="51"/>
                    <a:pt x="15" y="66"/>
                    <a:pt x="33" y="66"/>
                  </a:cubicBezTo>
                  <a:cubicBezTo>
                    <a:pt x="51" y="66"/>
                    <a:pt x="66" y="51"/>
                    <a:pt x="66" y="33"/>
                  </a:cubicBezTo>
                  <a:cubicBezTo>
                    <a:pt x="66" y="15"/>
                    <a:pt x="51" y="0"/>
                    <a:pt x="33" y="0"/>
                  </a:cubicBezTo>
                  <a:cubicBezTo>
                    <a:pt x="15" y="0"/>
                    <a:pt x="0" y="15"/>
                    <a:pt x="0" y="33"/>
                  </a:cubicBezTo>
                  <a:close/>
                  <a:moveTo>
                    <a:pt x="49" y="17"/>
                  </a:moveTo>
                  <a:cubicBezTo>
                    <a:pt x="49" y="18"/>
                    <a:pt x="50" y="18"/>
                    <a:pt x="51" y="18"/>
                  </a:cubicBezTo>
                  <a:cubicBezTo>
                    <a:pt x="51" y="18"/>
                    <a:pt x="52" y="18"/>
                    <a:pt x="53" y="17"/>
                  </a:cubicBezTo>
                  <a:cubicBezTo>
                    <a:pt x="54" y="16"/>
                    <a:pt x="54" y="16"/>
                    <a:pt x="54" y="16"/>
                  </a:cubicBezTo>
                  <a:cubicBezTo>
                    <a:pt x="58" y="20"/>
                    <a:pt x="60" y="25"/>
                    <a:pt x="60" y="30"/>
                  </a:cubicBezTo>
                  <a:cubicBezTo>
                    <a:pt x="58" y="30"/>
                    <a:pt x="58" y="30"/>
                    <a:pt x="58" y="30"/>
                  </a:cubicBezTo>
                  <a:cubicBezTo>
                    <a:pt x="57" y="30"/>
                    <a:pt x="55" y="31"/>
                    <a:pt x="55" y="32"/>
                  </a:cubicBezTo>
                  <a:cubicBezTo>
                    <a:pt x="55" y="34"/>
                    <a:pt x="56" y="36"/>
                    <a:pt x="58" y="36"/>
                  </a:cubicBezTo>
                  <a:cubicBezTo>
                    <a:pt x="60" y="36"/>
                    <a:pt x="60" y="36"/>
                    <a:pt x="60" y="36"/>
                  </a:cubicBezTo>
                  <a:cubicBezTo>
                    <a:pt x="60" y="41"/>
                    <a:pt x="58" y="46"/>
                    <a:pt x="54" y="50"/>
                  </a:cubicBezTo>
                  <a:cubicBezTo>
                    <a:pt x="53" y="49"/>
                    <a:pt x="53" y="49"/>
                    <a:pt x="53" y="49"/>
                  </a:cubicBezTo>
                  <a:cubicBezTo>
                    <a:pt x="52" y="48"/>
                    <a:pt x="50" y="47"/>
                    <a:pt x="49" y="48"/>
                  </a:cubicBezTo>
                  <a:cubicBezTo>
                    <a:pt x="48" y="49"/>
                    <a:pt x="48" y="51"/>
                    <a:pt x="49" y="52"/>
                  </a:cubicBezTo>
                  <a:cubicBezTo>
                    <a:pt x="50" y="54"/>
                    <a:pt x="50" y="54"/>
                    <a:pt x="50" y="54"/>
                  </a:cubicBezTo>
                  <a:cubicBezTo>
                    <a:pt x="46" y="57"/>
                    <a:pt x="41" y="60"/>
                    <a:pt x="36" y="60"/>
                  </a:cubicBezTo>
                  <a:cubicBezTo>
                    <a:pt x="36" y="58"/>
                    <a:pt x="36" y="58"/>
                    <a:pt x="36" y="58"/>
                  </a:cubicBezTo>
                  <a:cubicBezTo>
                    <a:pt x="36" y="56"/>
                    <a:pt x="35" y="55"/>
                    <a:pt x="33" y="55"/>
                  </a:cubicBezTo>
                  <a:cubicBezTo>
                    <a:pt x="32" y="55"/>
                    <a:pt x="30" y="56"/>
                    <a:pt x="30" y="58"/>
                  </a:cubicBezTo>
                  <a:cubicBezTo>
                    <a:pt x="30" y="60"/>
                    <a:pt x="30" y="60"/>
                    <a:pt x="30" y="60"/>
                  </a:cubicBezTo>
                  <a:cubicBezTo>
                    <a:pt x="25" y="60"/>
                    <a:pt x="20" y="57"/>
                    <a:pt x="16" y="54"/>
                  </a:cubicBezTo>
                  <a:cubicBezTo>
                    <a:pt x="17" y="52"/>
                    <a:pt x="17" y="52"/>
                    <a:pt x="17" y="52"/>
                  </a:cubicBezTo>
                  <a:cubicBezTo>
                    <a:pt x="18" y="51"/>
                    <a:pt x="19" y="50"/>
                    <a:pt x="18" y="49"/>
                  </a:cubicBezTo>
                  <a:cubicBezTo>
                    <a:pt x="17" y="47"/>
                    <a:pt x="15" y="47"/>
                    <a:pt x="14" y="48"/>
                  </a:cubicBezTo>
                  <a:cubicBezTo>
                    <a:pt x="12" y="50"/>
                    <a:pt x="12" y="50"/>
                    <a:pt x="12" y="50"/>
                  </a:cubicBezTo>
                  <a:cubicBezTo>
                    <a:pt x="9" y="46"/>
                    <a:pt x="6" y="41"/>
                    <a:pt x="6" y="36"/>
                  </a:cubicBezTo>
                  <a:cubicBezTo>
                    <a:pt x="8" y="36"/>
                    <a:pt x="8" y="36"/>
                    <a:pt x="8" y="36"/>
                  </a:cubicBezTo>
                  <a:cubicBezTo>
                    <a:pt x="9" y="36"/>
                    <a:pt x="11" y="35"/>
                    <a:pt x="11" y="33"/>
                  </a:cubicBezTo>
                  <a:cubicBezTo>
                    <a:pt x="11" y="32"/>
                    <a:pt x="10" y="30"/>
                    <a:pt x="8" y="30"/>
                  </a:cubicBezTo>
                  <a:cubicBezTo>
                    <a:pt x="6" y="30"/>
                    <a:pt x="6" y="30"/>
                    <a:pt x="6" y="30"/>
                  </a:cubicBezTo>
                  <a:cubicBezTo>
                    <a:pt x="6" y="25"/>
                    <a:pt x="9" y="20"/>
                    <a:pt x="12" y="16"/>
                  </a:cubicBezTo>
                  <a:cubicBezTo>
                    <a:pt x="14" y="17"/>
                    <a:pt x="14" y="17"/>
                    <a:pt x="14" y="17"/>
                  </a:cubicBezTo>
                  <a:cubicBezTo>
                    <a:pt x="14" y="18"/>
                    <a:pt x="15" y="18"/>
                    <a:pt x="15" y="18"/>
                  </a:cubicBezTo>
                  <a:cubicBezTo>
                    <a:pt x="16" y="18"/>
                    <a:pt x="17" y="18"/>
                    <a:pt x="18" y="17"/>
                  </a:cubicBezTo>
                  <a:cubicBezTo>
                    <a:pt x="19" y="16"/>
                    <a:pt x="18" y="14"/>
                    <a:pt x="17" y="13"/>
                  </a:cubicBezTo>
                  <a:cubicBezTo>
                    <a:pt x="16" y="12"/>
                    <a:pt x="16" y="12"/>
                    <a:pt x="16" y="12"/>
                  </a:cubicBezTo>
                  <a:cubicBezTo>
                    <a:pt x="20" y="8"/>
                    <a:pt x="25" y="6"/>
                    <a:pt x="30" y="6"/>
                  </a:cubicBezTo>
                  <a:cubicBezTo>
                    <a:pt x="30" y="8"/>
                    <a:pt x="30" y="8"/>
                    <a:pt x="30" y="8"/>
                  </a:cubicBezTo>
                  <a:cubicBezTo>
                    <a:pt x="30" y="9"/>
                    <a:pt x="31" y="11"/>
                    <a:pt x="33" y="11"/>
                  </a:cubicBezTo>
                  <a:cubicBezTo>
                    <a:pt x="34" y="11"/>
                    <a:pt x="36" y="10"/>
                    <a:pt x="36" y="8"/>
                  </a:cubicBezTo>
                  <a:cubicBezTo>
                    <a:pt x="36" y="6"/>
                    <a:pt x="36" y="6"/>
                    <a:pt x="36" y="6"/>
                  </a:cubicBezTo>
                  <a:cubicBezTo>
                    <a:pt x="41" y="6"/>
                    <a:pt x="46" y="8"/>
                    <a:pt x="50" y="12"/>
                  </a:cubicBezTo>
                  <a:cubicBezTo>
                    <a:pt x="49" y="13"/>
                    <a:pt x="49" y="13"/>
                    <a:pt x="49" y="13"/>
                  </a:cubicBezTo>
                  <a:cubicBezTo>
                    <a:pt x="48" y="14"/>
                    <a:pt x="48" y="16"/>
                    <a:pt x="4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9" name="Google Shape;1019;p27"/>
            <p:cNvSpPr/>
            <p:nvPr/>
          </p:nvSpPr>
          <p:spPr>
            <a:xfrm>
              <a:off x="4249112" y="2930428"/>
              <a:ext cx="49542" cy="39634"/>
            </a:xfrm>
            <a:custGeom>
              <a:rect b="b" l="l" r="r" t="t"/>
              <a:pathLst>
                <a:path extrusionOk="0" h="15" w="19">
                  <a:moveTo>
                    <a:pt x="6" y="9"/>
                  </a:moveTo>
                  <a:cubicBezTo>
                    <a:pt x="6" y="3"/>
                    <a:pt x="6" y="3"/>
                    <a:pt x="6" y="3"/>
                  </a:cubicBezTo>
                  <a:cubicBezTo>
                    <a:pt x="6" y="2"/>
                    <a:pt x="5" y="1"/>
                    <a:pt x="3" y="0"/>
                  </a:cubicBezTo>
                  <a:cubicBezTo>
                    <a:pt x="2" y="0"/>
                    <a:pt x="0" y="2"/>
                    <a:pt x="0" y="3"/>
                  </a:cubicBezTo>
                  <a:cubicBezTo>
                    <a:pt x="0" y="12"/>
                    <a:pt x="0" y="12"/>
                    <a:pt x="0" y="12"/>
                  </a:cubicBezTo>
                  <a:cubicBezTo>
                    <a:pt x="0" y="13"/>
                    <a:pt x="2" y="15"/>
                    <a:pt x="3" y="15"/>
                  </a:cubicBezTo>
                  <a:cubicBezTo>
                    <a:pt x="16" y="15"/>
                    <a:pt x="16" y="15"/>
                    <a:pt x="16" y="15"/>
                  </a:cubicBezTo>
                  <a:cubicBezTo>
                    <a:pt x="18" y="15"/>
                    <a:pt x="19" y="14"/>
                    <a:pt x="19" y="12"/>
                  </a:cubicBezTo>
                  <a:cubicBezTo>
                    <a:pt x="19" y="11"/>
                    <a:pt x="18" y="9"/>
                    <a:pt x="16" y="9"/>
                  </a:cubicBezTo>
                  <a:lnTo>
                    <a:pt x="6"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0" name="Google Shape;1020;p27"/>
            <p:cNvSpPr/>
            <p:nvPr/>
          </p:nvSpPr>
          <p:spPr>
            <a:xfrm>
              <a:off x="4319572" y="2869876"/>
              <a:ext cx="13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21" name="Google Shape;1021;p27"/>
          <p:cNvGrpSpPr/>
          <p:nvPr/>
        </p:nvGrpSpPr>
        <p:grpSpPr>
          <a:xfrm>
            <a:off x="3246583" y="2661131"/>
            <a:ext cx="267499" cy="362036"/>
            <a:chOff x="3141568" y="2705837"/>
            <a:chExt cx="274133" cy="371015"/>
          </a:xfrm>
        </p:grpSpPr>
        <p:sp>
          <p:nvSpPr>
            <p:cNvPr id="1022" name="Google Shape;1022;p27"/>
            <p:cNvSpPr/>
            <p:nvPr/>
          </p:nvSpPr>
          <p:spPr>
            <a:xfrm>
              <a:off x="3141568" y="2705837"/>
              <a:ext cx="274133" cy="371015"/>
            </a:xfrm>
            <a:custGeom>
              <a:rect b="b" l="l" r="r" t="t"/>
              <a:pathLst>
                <a:path extrusionOk="0" h="142" w="105">
                  <a:moveTo>
                    <a:pt x="97" y="11"/>
                  </a:moveTo>
                  <a:cubicBezTo>
                    <a:pt x="72" y="11"/>
                    <a:pt x="72" y="11"/>
                    <a:pt x="72" y="11"/>
                  </a:cubicBezTo>
                  <a:cubicBezTo>
                    <a:pt x="72" y="10"/>
                    <a:pt x="70" y="8"/>
                    <a:pt x="67" y="8"/>
                  </a:cubicBezTo>
                  <a:cubicBezTo>
                    <a:pt x="63" y="8"/>
                    <a:pt x="63" y="8"/>
                    <a:pt x="63" y="8"/>
                  </a:cubicBezTo>
                  <a:cubicBezTo>
                    <a:pt x="62" y="3"/>
                    <a:pt x="58" y="0"/>
                    <a:pt x="53" y="0"/>
                  </a:cubicBezTo>
                  <a:cubicBezTo>
                    <a:pt x="48" y="0"/>
                    <a:pt x="43" y="3"/>
                    <a:pt x="42" y="8"/>
                  </a:cubicBezTo>
                  <a:cubicBezTo>
                    <a:pt x="38" y="8"/>
                    <a:pt x="38" y="8"/>
                    <a:pt x="38" y="8"/>
                  </a:cubicBezTo>
                  <a:cubicBezTo>
                    <a:pt x="36" y="8"/>
                    <a:pt x="34" y="10"/>
                    <a:pt x="33" y="11"/>
                  </a:cubicBezTo>
                  <a:cubicBezTo>
                    <a:pt x="9" y="11"/>
                    <a:pt x="9" y="11"/>
                    <a:pt x="9" y="11"/>
                  </a:cubicBezTo>
                  <a:cubicBezTo>
                    <a:pt x="4" y="11"/>
                    <a:pt x="0" y="15"/>
                    <a:pt x="0" y="20"/>
                  </a:cubicBezTo>
                  <a:cubicBezTo>
                    <a:pt x="0" y="134"/>
                    <a:pt x="0" y="134"/>
                    <a:pt x="0" y="134"/>
                  </a:cubicBezTo>
                  <a:cubicBezTo>
                    <a:pt x="0" y="139"/>
                    <a:pt x="4" y="142"/>
                    <a:pt x="9" y="142"/>
                  </a:cubicBezTo>
                  <a:cubicBezTo>
                    <a:pt x="97" y="142"/>
                    <a:pt x="97" y="142"/>
                    <a:pt x="97" y="142"/>
                  </a:cubicBezTo>
                  <a:cubicBezTo>
                    <a:pt x="101" y="142"/>
                    <a:pt x="105" y="139"/>
                    <a:pt x="105" y="134"/>
                  </a:cubicBezTo>
                  <a:cubicBezTo>
                    <a:pt x="105" y="20"/>
                    <a:pt x="105" y="20"/>
                    <a:pt x="105" y="20"/>
                  </a:cubicBezTo>
                  <a:cubicBezTo>
                    <a:pt x="105" y="15"/>
                    <a:pt x="101" y="11"/>
                    <a:pt x="97" y="11"/>
                  </a:cubicBezTo>
                  <a:close/>
                  <a:moveTo>
                    <a:pt x="33" y="28"/>
                  </a:moveTo>
                  <a:cubicBezTo>
                    <a:pt x="34" y="30"/>
                    <a:pt x="36" y="31"/>
                    <a:pt x="39" y="31"/>
                  </a:cubicBezTo>
                  <a:cubicBezTo>
                    <a:pt x="67" y="31"/>
                    <a:pt x="67" y="31"/>
                    <a:pt x="67" y="31"/>
                  </a:cubicBezTo>
                  <a:cubicBezTo>
                    <a:pt x="70" y="31"/>
                    <a:pt x="71" y="30"/>
                    <a:pt x="72" y="28"/>
                  </a:cubicBezTo>
                  <a:cubicBezTo>
                    <a:pt x="89" y="28"/>
                    <a:pt x="89" y="28"/>
                    <a:pt x="89" y="28"/>
                  </a:cubicBezTo>
                  <a:cubicBezTo>
                    <a:pt x="89" y="126"/>
                    <a:pt x="89" y="126"/>
                    <a:pt x="89" y="126"/>
                  </a:cubicBezTo>
                  <a:cubicBezTo>
                    <a:pt x="17" y="126"/>
                    <a:pt x="17" y="126"/>
                    <a:pt x="17" y="126"/>
                  </a:cubicBezTo>
                  <a:cubicBezTo>
                    <a:pt x="17" y="28"/>
                    <a:pt x="17" y="28"/>
                    <a:pt x="17" y="28"/>
                  </a:cubicBezTo>
                  <a:cubicBezTo>
                    <a:pt x="33" y="28"/>
                    <a:pt x="33" y="28"/>
                    <a:pt x="33" y="28"/>
                  </a:cubicBezTo>
                  <a:close/>
                  <a:moveTo>
                    <a:pt x="45" y="14"/>
                  </a:moveTo>
                  <a:cubicBezTo>
                    <a:pt x="46" y="14"/>
                    <a:pt x="46" y="14"/>
                    <a:pt x="47" y="13"/>
                  </a:cubicBezTo>
                  <a:cubicBezTo>
                    <a:pt x="47" y="12"/>
                    <a:pt x="48" y="12"/>
                    <a:pt x="48" y="11"/>
                  </a:cubicBezTo>
                  <a:cubicBezTo>
                    <a:pt x="48" y="11"/>
                    <a:pt x="48" y="11"/>
                    <a:pt x="48" y="11"/>
                  </a:cubicBezTo>
                  <a:cubicBezTo>
                    <a:pt x="48" y="8"/>
                    <a:pt x="50" y="5"/>
                    <a:pt x="53" y="5"/>
                  </a:cubicBezTo>
                  <a:cubicBezTo>
                    <a:pt x="56" y="5"/>
                    <a:pt x="58" y="8"/>
                    <a:pt x="58" y="11"/>
                  </a:cubicBezTo>
                  <a:cubicBezTo>
                    <a:pt x="58" y="11"/>
                    <a:pt x="58" y="11"/>
                    <a:pt x="58" y="11"/>
                  </a:cubicBezTo>
                  <a:cubicBezTo>
                    <a:pt x="58" y="11"/>
                    <a:pt x="58" y="11"/>
                    <a:pt x="58" y="12"/>
                  </a:cubicBezTo>
                  <a:cubicBezTo>
                    <a:pt x="59" y="13"/>
                    <a:pt x="60" y="14"/>
                    <a:pt x="61" y="14"/>
                  </a:cubicBezTo>
                  <a:cubicBezTo>
                    <a:pt x="67" y="14"/>
                    <a:pt x="67" y="14"/>
                    <a:pt x="67" y="14"/>
                  </a:cubicBezTo>
                  <a:cubicBezTo>
                    <a:pt x="67" y="14"/>
                    <a:pt x="67" y="14"/>
                    <a:pt x="67" y="14"/>
                  </a:cubicBezTo>
                  <a:cubicBezTo>
                    <a:pt x="67" y="14"/>
                    <a:pt x="67" y="14"/>
                    <a:pt x="67" y="14"/>
                  </a:cubicBezTo>
                  <a:cubicBezTo>
                    <a:pt x="67" y="14"/>
                    <a:pt x="67" y="14"/>
                    <a:pt x="67" y="14"/>
                  </a:cubicBezTo>
                  <a:cubicBezTo>
                    <a:pt x="67" y="26"/>
                    <a:pt x="67" y="26"/>
                    <a:pt x="67" y="26"/>
                  </a:cubicBezTo>
                  <a:cubicBezTo>
                    <a:pt x="38" y="26"/>
                    <a:pt x="38" y="26"/>
                    <a:pt x="38" y="26"/>
                  </a:cubicBezTo>
                  <a:cubicBezTo>
                    <a:pt x="38" y="14"/>
                    <a:pt x="38" y="14"/>
                    <a:pt x="38" y="14"/>
                  </a:cubicBezTo>
                  <a:cubicBezTo>
                    <a:pt x="45" y="14"/>
                    <a:pt x="45" y="14"/>
                    <a:pt x="45" y="14"/>
                  </a:cubicBezTo>
                  <a:close/>
                  <a:moveTo>
                    <a:pt x="100" y="134"/>
                  </a:moveTo>
                  <a:cubicBezTo>
                    <a:pt x="100" y="136"/>
                    <a:pt x="98" y="137"/>
                    <a:pt x="97" y="137"/>
                  </a:cubicBezTo>
                  <a:cubicBezTo>
                    <a:pt x="9" y="137"/>
                    <a:pt x="9" y="137"/>
                    <a:pt x="9" y="137"/>
                  </a:cubicBezTo>
                  <a:cubicBezTo>
                    <a:pt x="7" y="137"/>
                    <a:pt x="6" y="136"/>
                    <a:pt x="6" y="134"/>
                  </a:cubicBezTo>
                  <a:cubicBezTo>
                    <a:pt x="6" y="20"/>
                    <a:pt x="6" y="20"/>
                    <a:pt x="6" y="20"/>
                  </a:cubicBezTo>
                  <a:cubicBezTo>
                    <a:pt x="6" y="18"/>
                    <a:pt x="7" y="17"/>
                    <a:pt x="9" y="17"/>
                  </a:cubicBezTo>
                  <a:cubicBezTo>
                    <a:pt x="33" y="17"/>
                    <a:pt x="33" y="17"/>
                    <a:pt x="33" y="17"/>
                  </a:cubicBezTo>
                  <a:cubicBezTo>
                    <a:pt x="33" y="22"/>
                    <a:pt x="33" y="22"/>
                    <a:pt x="33" y="22"/>
                  </a:cubicBezTo>
                  <a:cubicBezTo>
                    <a:pt x="17" y="22"/>
                    <a:pt x="17" y="22"/>
                    <a:pt x="17" y="22"/>
                  </a:cubicBezTo>
                  <a:cubicBezTo>
                    <a:pt x="14" y="22"/>
                    <a:pt x="12" y="25"/>
                    <a:pt x="12" y="28"/>
                  </a:cubicBezTo>
                  <a:cubicBezTo>
                    <a:pt x="12" y="126"/>
                    <a:pt x="12" y="126"/>
                    <a:pt x="12" y="126"/>
                  </a:cubicBezTo>
                  <a:cubicBezTo>
                    <a:pt x="12" y="129"/>
                    <a:pt x="14" y="131"/>
                    <a:pt x="17" y="131"/>
                  </a:cubicBezTo>
                  <a:cubicBezTo>
                    <a:pt x="89" y="131"/>
                    <a:pt x="89" y="131"/>
                    <a:pt x="89" y="131"/>
                  </a:cubicBezTo>
                  <a:cubicBezTo>
                    <a:pt x="92" y="131"/>
                    <a:pt x="94" y="129"/>
                    <a:pt x="94" y="126"/>
                  </a:cubicBezTo>
                  <a:cubicBezTo>
                    <a:pt x="94" y="28"/>
                    <a:pt x="94" y="28"/>
                    <a:pt x="94" y="28"/>
                  </a:cubicBezTo>
                  <a:cubicBezTo>
                    <a:pt x="94" y="25"/>
                    <a:pt x="92" y="22"/>
                    <a:pt x="89" y="22"/>
                  </a:cubicBezTo>
                  <a:cubicBezTo>
                    <a:pt x="73" y="22"/>
                    <a:pt x="73" y="22"/>
                    <a:pt x="73" y="22"/>
                  </a:cubicBezTo>
                  <a:cubicBezTo>
                    <a:pt x="73" y="17"/>
                    <a:pt x="73" y="17"/>
                    <a:pt x="73" y="17"/>
                  </a:cubicBezTo>
                  <a:cubicBezTo>
                    <a:pt x="97" y="17"/>
                    <a:pt x="97" y="17"/>
                    <a:pt x="97" y="17"/>
                  </a:cubicBezTo>
                  <a:cubicBezTo>
                    <a:pt x="98" y="17"/>
                    <a:pt x="100" y="18"/>
                    <a:pt x="100" y="20"/>
                  </a:cubicBezTo>
                  <a:lnTo>
                    <a:pt x="100" y="13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3" name="Google Shape;1023;p27"/>
            <p:cNvSpPr/>
            <p:nvPr/>
          </p:nvSpPr>
          <p:spPr>
            <a:xfrm>
              <a:off x="3223037" y="2941437"/>
              <a:ext cx="114498" cy="15413"/>
            </a:xfrm>
            <a:custGeom>
              <a:rect b="b" l="l" r="r" t="t"/>
              <a:pathLst>
                <a:path extrusionOk="0" h="6" w="44">
                  <a:moveTo>
                    <a:pt x="3" y="6"/>
                  </a:moveTo>
                  <a:cubicBezTo>
                    <a:pt x="41" y="6"/>
                    <a:pt x="41" y="6"/>
                    <a:pt x="41" y="6"/>
                  </a:cubicBezTo>
                  <a:cubicBezTo>
                    <a:pt x="42" y="6"/>
                    <a:pt x="43" y="5"/>
                    <a:pt x="43" y="3"/>
                  </a:cubicBezTo>
                  <a:cubicBezTo>
                    <a:pt x="44" y="2"/>
                    <a:pt x="42" y="0"/>
                    <a:pt x="41" y="0"/>
                  </a:cubicBezTo>
                  <a:cubicBezTo>
                    <a:pt x="3" y="0"/>
                    <a:pt x="3" y="0"/>
                    <a:pt x="3" y="0"/>
                  </a:cubicBezTo>
                  <a:cubicBezTo>
                    <a:pt x="2" y="0"/>
                    <a:pt x="0" y="1"/>
                    <a:pt x="0" y="2"/>
                  </a:cubicBezTo>
                  <a:cubicBezTo>
                    <a:pt x="0" y="4"/>
                    <a:pt x="1"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4" name="Google Shape;1024;p27"/>
            <p:cNvSpPr/>
            <p:nvPr/>
          </p:nvSpPr>
          <p:spPr>
            <a:xfrm>
              <a:off x="3223037" y="2972263"/>
              <a:ext cx="114498" cy="13211"/>
            </a:xfrm>
            <a:custGeom>
              <a:rect b="b" l="l" r="r" t="t"/>
              <a:pathLst>
                <a:path extrusionOk="0" h="5" w="44">
                  <a:moveTo>
                    <a:pt x="3" y="5"/>
                  </a:moveTo>
                  <a:cubicBezTo>
                    <a:pt x="41" y="5"/>
                    <a:pt x="41" y="5"/>
                    <a:pt x="41" y="5"/>
                  </a:cubicBezTo>
                  <a:cubicBezTo>
                    <a:pt x="42" y="5"/>
                    <a:pt x="43" y="4"/>
                    <a:pt x="43" y="3"/>
                  </a:cubicBezTo>
                  <a:cubicBezTo>
                    <a:pt x="44" y="1"/>
                    <a:pt x="42" y="0"/>
                    <a:pt x="41"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5" name="Google Shape;1025;p27"/>
            <p:cNvSpPr/>
            <p:nvPr/>
          </p:nvSpPr>
          <p:spPr>
            <a:xfrm>
              <a:off x="3223037" y="3000887"/>
              <a:ext cx="80369" cy="15413"/>
            </a:xfrm>
            <a:custGeom>
              <a:rect b="b" l="l" r="r" t="t"/>
              <a:pathLst>
                <a:path extrusionOk="0" h="6" w="31">
                  <a:moveTo>
                    <a:pt x="28" y="0"/>
                  </a:moveTo>
                  <a:cubicBezTo>
                    <a:pt x="3" y="0"/>
                    <a:pt x="3" y="0"/>
                    <a:pt x="3" y="0"/>
                  </a:cubicBezTo>
                  <a:cubicBezTo>
                    <a:pt x="2" y="0"/>
                    <a:pt x="0" y="1"/>
                    <a:pt x="0" y="3"/>
                  </a:cubicBezTo>
                  <a:cubicBezTo>
                    <a:pt x="0" y="4"/>
                    <a:pt x="1" y="6"/>
                    <a:pt x="3" y="6"/>
                  </a:cubicBezTo>
                  <a:cubicBezTo>
                    <a:pt x="28" y="6"/>
                    <a:pt x="28" y="6"/>
                    <a:pt x="28" y="6"/>
                  </a:cubicBezTo>
                  <a:cubicBezTo>
                    <a:pt x="29" y="6"/>
                    <a:pt x="31" y="5"/>
                    <a:pt x="31" y="3"/>
                  </a:cubicBezTo>
                  <a:cubicBezTo>
                    <a:pt x="31" y="2"/>
                    <a:pt x="30" y="0"/>
                    <a:pt x="2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6" name="Google Shape;1026;p27"/>
            <p:cNvSpPr/>
            <p:nvPr/>
          </p:nvSpPr>
          <p:spPr>
            <a:xfrm>
              <a:off x="3219734" y="2802719"/>
              <a:ext cx="121103" cy="120002"/>
            </a:xfrm>
            <a:custGeom>
              <a:rect b="b" l="l" r="r" t="t"/>
              <a:pathLst>
                <a:path extrusionOk="0" h="46" w="46">
                  <a:moveTo>
                    <a:pt x="4" y="32"/>
                  </a:moveTo>
                  <a:cubicBezTo>
                    <a:pt x="14" y="32"/>
                    <a:pt x="14" y="32"/>
                    <a:pt x="14" y="32"/>
                  </a:cubicBezTo>
                  <a:cubicBezTo>
                    <a:pt x="14" y="42"/>
                    <a:pt x="14" y="42"/>
                    <a:pt x="14" y="42"/>
                  </a:cubicBezTo>
                  <a:cubicBezTo>
                    <a:pt x="14" y="44"/>
                    <a:pt x="16" y="46"/>
                    <a:pt x="19" y="46"/>
                  </a:cubicBezTo>
                  <a:cubicBezTo>
                    <a:pt x="27" y="46"/>
                    <a:pt x="27" y="46"/>
                    <a:pt x="27" y="46"/>
                  </a:cubicBezTo>
                  <a:cubicBezTo>
                    <a:pt x="30" y="46"/>
                    <a:pt x="32" y="44"/>
                    <a:pt x="32" y="42"/>
                  </a:cubicBezTo>
                  <a:cubicBezTo>
                    <a:pt x="32" y="32"/>
                    <a:pt x="32" y="32"/>
                    <a:pt x="32" y="32"/>
                  </a:cubicBezTo>
                  <a:cubicBezTo>
                    <a:pt x="41" y="32"/>
                    <a:pt x="41" y="32"/>
                    <a:pt x="41" y="32"/>
                  </a:cubicBezTo>
                  <a:cubicBezTo>
                    <a:pt x="44" y="32"/>
                    <a:pt x="46" y="30"/>
                    <a:pt x="46" y="28"/>
                  </a:cubicBezTo>
                  <a:cubicBezTo>
                    <a:pt x="46" y="19"/>
                    <a:pt x="46" y="19"/>
                    <a:pt x="46" y="19"/>
                  </a:cubicBezTo>
                  <a:cubicBezTo>
                    <a:pt x="46" y="16"/>
                    <a:pt x="44" y="14"/>
                    <a:pt x="41" y="14"/>
                  </a:cubicBezTo>
                  <a:cubicBezTo>
                    <a:pt x="32" y="14"/>
                    <a:pt x="32" y="14"/>
                    <a:pt x="32" y="14"/>
                  </a:cubicBezTo>
                  <a:cubicBezTo>
                    <a:pt x="32" y="5"/>
                    <a:pt x="32" y="5"/>
                    <a:pt x="32" y="5"/>
                  </a:cubicBezTo>
                  <a:cubicBezTo>
                    <a:pt x="32" y="2"/>
                    <a:pt x="30" y="0"/>
                    <a:pt x="27" y="0"/>
                  </a:cubicBezTo>
                  <a:cubicBezTo>
                    <a:pt x="19" y="0"/>
                    <a:pt x="19" y="0"/>
                    <a:pt x="19" y="0"/>
                  </a:cubicBezTo>
                  <a:cubicBezTo>
                    <a:pt x="16" y="0"/>
                    <a:pt x="14" y="2"/>
                    <a:pt x="14" y="5"/>
                  </a:cubicBezTo>
                  <a:cubicBezTo>
                    <a:pt x="14" y="15"/>
                    <a:pt x="14" y="15"/>
                    <a:pt x="14"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7" y="20"/>
                    <a:pt x="17" y="20"/>
                    <a:pt x="17" y="20"/>
                  </a:cubicBezTo>
                  <a:cubicBezTo>
                    <a:pt x="18" y="20"/>
                    <a:pt x="20" y="19"/>
                    <a:pt x="20" y="17"/>
                  </a:cubicBezTo>
                  <a:cubicBezTo>
                    <a:pt x="20" y="6"/>
                    <a:pt x="20" y="6"/>
                    <a:pt x="20" y="6"/>
                  </a:cubicBezTo>
                  <a:cubicBezTo>
                    <a:pt x="26" y="6"/>
                    <a:pt x="26" y="6"/>
                    <a:pt x="26" y="6"/>
                  </a:cubicBezTo>
                  <a:cubicBezTo>
                    <a:pt x="26" y="17"/>
                    <a:pt x="26" y="17"/>
                    <a:pt x="26" y="17"/>
                  </a:cubicBezTo>
                  <a:cubicBezTo>
                    <a:pt x="26" y="19"/>
                    <a:pt x="27" y="20"/>
                    <a:pt x="29" y="20"/>
                  </a:cubicBezTo>
                  <a:cubicBezTo>
                    <a:pt x="40" y="20"/>
                    <a:pt x="40" y="20"/>
                    <a:pt x="40" y="20"/>
                  </a:cubicBezTo>
                  <a:cubicBezTo>
                    <a:pt x="40" y="27"/>
                    <a:pt x="40" y="27"/>
                    <a:pt x="40" y="27"/>
                  </a:cubicBezTo>
                  <a:cubicBezTo>
                    <a:pt x="29" y="27"/>
                    <a:pt x="29" y="27"/>
                    <a:pt x="29" y="27"/>
                  </a:cubicBezTo>
                  <a:cubicBezTo>
                    <a:pt x="27" y="27"/>
                    <a:pt x="26" y="28"/>
                    <a:pt x="26" y="29"/>
                  </a:cubicBezTo>
                  <a:cubicBezTo>
                    <a:pt x="26" y="41"/>
                    <a:pt x="26" y="41"/>
                    <a:pt x="26" y="41"/>
                  </a:cubicBezTo>
                  <a:cubicBezTo>
                    <a:pt x="20" y="41"/>
                    <a:pt x="20" y="41"/>
                    <a:pt x="20" y="41"/>
                  </a:cubicBezTo>
                  <a:cubicBezTo>
                    <a:pt x="20" y="29"/>
                    <a:pt x="20" y="29"/>
                    <a:pt x="20" y="29"/>
                  </a:cubicBezTo>
                  <a:cubicBezTo>
                    <a:pt x="20" y="28"/>
                    <a:pt x="18" y="27"/>
                    <a:pt x="17" y="27"/>
                  </a:cubicBezTo>
                  <a:cubicBezTo>
                    <a:pt x="5" y="27"/>
                    <a:pt x="5" y="27"/>
                    <a:pt x="5" y="27"/>
                  </a:cubicBezTo>
                  <a:lnTo>
                    <a:pt x="5"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7" name="Google Shape;1027;p27"/>
            <p:cNvSpPr/>
            <p:nvPr/>
          </p:nvSpPr>
          <p:spPr>
            <a:xfrm>
              <a:off x="3272579" y="2726755"/>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8" name="Google Shape;1028;p27"/>
            <p:cNvSpPr/>
            <p:nvPr/>
          </p:nvSpPr>
          <p:spPr>
            <a:xfrm>
              <a:off x="3322122" y="3000887"/>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29" name="Google Shape;1029;p27"/>
          <p:cNvGrpSpPr/>
          <p:nvPr/>
        </p:nvGrpSpPr>
        <p:grpSpPr>
          <a:xfrm>
            <a:off x="2391985" y="2655760"/>
            <a:ext cx="331957" cy="372778"/>
            <a:chOff x="2315864" y="2700333"/>
            <a:chExt cx="340190" cy="382023"/>
          </a:xfrm>
        </p:grpSpPr>
        <p:sp>
          <p:nvSpPr>
            <p:cNvPr id="1030" name="Google Shape;1030;p27"/>
            <p:cNvSpPr/>
            <p:nvPr/>
          </p:nvSpPr>
          <p:spPr>
            <a:xfrm>
              <a:off x="2315864" y="2705837"/>
              <a:ext cx="340190" cy="376519"/>
            </a:xfrm>
            <a:custGeom>
              <a:rect b="b" l="l" r="r" t="t"/>
              <a:pathLst>
                <a:path extrusionOk="0" h="144" w="130">
                  <a:moveTo>
                    <a:pt x="130" y="78"/>
                  </a:moveTo>
                  <a:cubicBezTo>
                    <a:pt x="130" y="70"/>
                    <a:pt x="122" y="62"/>
                    <a:pt x="113" y="63"/>
                  </a:cubicBezTo>
                  <a:cubicBezTo>
                    <a:pt x="105" y="63"/>
                    <a:pt x="99" y="70"/>
                    <a:pt x="99" y="78"/>
                  </a:cubicBezTo>
                  <a:cubicBezTo>
                    <a:pt x="98" y="86"/>
                    <a:pt x="104" y="93"/>
                    <a:pt x="111" y="94"/>
                  </a:cubicBezTo>
                  <a:cubicBezTo>
                    <a:pt x="111" y="100"/>
                    <a:pt x="111" y="100"/>
                    <a:pt x="111" y="100"/>
                  </a:cubicBezTo>
                  <a:cubicBezTo>
                    <a:pt x="111" y="119"/>
                    <a:pt x="97" y="135"/>
                    <a:pt x="78" y="137"/>
                  </a:cubicBezTo>
                  <a:cubicBezTo>
                    <a:pt x="57" y="138"/>
                    <a:pt x="39" y="121"/>
                    <a:pt x="39" y="101"/>
                  </a:cubicBezTo>
                  <a:cubicBezTo>
                    <a:pt x="39" y="96"/>
                    <a:pt x="39" y="96"/>
                    <a:pt x="39" y="96"/>
                  </a:cubicBezTo>
                  <a:cubicBezTo>
                    <a:pt x="58" y="95"/>
                    <a:pt x="73" y="78"/>
                    <a:pt x="73" y="59"/>
                  </a:cubicBezTo>
                  <a:cubicBezTo>
                    <a:pt x="73" y="54"/>
                    <a:pt x="73" y="54"/>
                    <a:pt x="73" y="54"/>
                  </a:cubicBezTo>
                  <a:cubicBezTo>
                    <a:pt x="73" y="53"/>
                    <a:pt x="72" y="52"/>
                    <a:pt x="71" y="51"/>
                  </a:cubicBezTo>
                  <a:cubicBezTo>
                    <a:pt x="69" y="51"/>
                    <a:pt x="67" y="52"/>
                    <a:pt x="67" y="54"/>
                  </a:cubicBezTo>
                  <a:cubicBezTo>
                    <a:pt x="67" y="59"/>
                    <a:pt x="67" y="59"/>
                    <a:pt x="67" y="59"/>
                  </a:cubicBezTo>
                  <a:cubicBezTo>
                    <a:pt x="67" y="76"/>
                    <a:pt x="54" y="91"/>
                    <a:pt x="36" y="91"/>
                  </a:cubicBezTo>
                  <a:cubicBezTo>
                    <a:pt x="36" y="91"/>
                    <a:pt x="36" y="91"/>
                    <a:pt x="36" y="91"/>
                  </a:cubicBezTo>
                  <a:cubicBezTo>
                    <a:pt x="28" y="91"/>
                    <a:pt x="20" y="87"/>
                    <a:pt x="14" y="82"/>
                  </a:cubicBezTo>
                  <a:cubicBezTo>
                    <a:pt x="8" y="76"/>
                    <a:pt x="5" y="68"/>
                    <a:pt x="5" y="59"/>
                  </a:cubicBezTo>
                  <a:cubicBezTo>
                    <a:pt x="5" y="15"/>
                    <a:pt x="5" y="15"/>
                    <a:pt x="5" y="15"/>
                  </a:cubicBezTo>
                  <a:cubicBezTo>
                    <a:pt x="5" y="13"/>
                    <a:pt x="7" y="12"/>
                    <a:pt x="8" y="12"/>
                  </a:cubicBezTo>
                  <a:cubicBezTo>
                    <a:pt x="15" y="12"/>
                    <a:pt x="15" y="12"/>
                    <a:pt x="15" y="12"/>
                  </a:cubicBezTo>
                  <a:cubicBezTo>
                    <a:pt x="16" y="15"/>
                    <a:pt x="20" y="18"/>
                    <a:pt x="24" y="18"/>
                  </a:cubicBezTo>
                  <a:cubicBezTo>
                    <a:pt x="28" y="17"/>
                    <a:pt x="32" y="14"/>
                    <a:pt x="32" y="9"/>
                  </a:cubicBezTo>
                  <a:cubicBezTo>
                    <a:pt x="33" y="4"/>
                    <a:pt x="28" y="0"/>
                    <a:pt x="23" y="0"/>
                  </a:cubicBezTo>
                  <a:cubicBezTo>
                    <a:pt x="20" y="0"/>
                    <a:pt x="16" y="2"/>
                    <a:pt x="15" y="6"/>
                  </a:cubicBezTo>
                  <a:cubicBezTo>
                    <a:pt x="8" y="6"/>
                    <a:pt x="8" y="6"/>
                    <a:pt x="8" y="6"/>
                  </a:cubicBezTo>
                  <a:cubicBezTo>
                    <a:pt x="4" y="6"/>
                    <a:pt x="0" y="10"/>
                    <a:pt x="0" y="15"/>
                  </a:cubicBezTo>
                  <a:cubicBezTo>
                    <a:pt x="0" y="59"/>
                    <a:pt x="0" y="59"/>
                    <a:pt x="0" y="59"/>
                  </a:cubicBezTo>
                  <a:cubicBezTo>
                    <a:pt x="0" y="69"/>
                    <a:pt x="3" y="78"/>
                    <a:pt x="10" y="85"/>
                  </a:cubicBezTo>
                  <a:cubicBezTo>
                    <a:pt x="17" y="92"/>
                    <a:pt x="25" y="95"/>
                    <a:pt x="34" y="96"/>
                  </a:cubicBezTo>
                  <a:cubicBezTo>
                    <a:pt x="34" y="100"/>
                    <a:pt x="34" y="100"/>
                    <a:pt x="34" y="100"/>
                  </a:cubicBezTo>
                  <a:cubicBezTo>
                    <a:pt x="34" y="122"/>
                    <a:pt x="51" y="141"/>
                    <a:pt x="73" y="142"/>
                  </a:cubicBezTo>
                  <a:cubicBezTo>
                    <a:pt x="97" y="144"/>
                    <a:pt x="117" y="124"/>
                    <a:pt x="117" y="101"/>
                  </a:cubicBezTo>
                  <a:cubicBezTo>
                    <a:pt x="117" y="94"/>
                    <a:pt x="117" y="94"/>
                    <a:pt x="117" y="94"/>
                  </a:cubicBezTo>
                  <a:cubicBezTo>
                    <a:pt x="124" y="93"/>
                    <a:pt x="130" y="86"/>
                    <a:pt x="130" y="78"/>
                  </a:cubicBezTo>
                  <a:close/>
                  <a:moveTo>
                    <a:pt x="23" y="5"/>
                  </a:moveTo>
                  <a:cubicBezTo>
                    <a:pt x="25" y="5"/>
                    <a:pt x="27" y="7"/>
                    <a:pt x="27" y="9"/>
                  </a:cubicBezTo>
                  <a:cubicBezTo>
                    <a:pt x="27" y="10"/>
                    <a:pt x="25" y="12"/>
                    <a:pt x="23" y="12"/>
                  </a:cubicBezTo>
                  <a:cubicBezTo>
                    <a:pt x="22" y="12"/>
                    <a:pt x="20" y="10"/>
                    <a:pt x="20" y="9"/>
                  </a:cubicBezTo>
                  <a:cubicBezTo>
                    <a:pt x="20" y="7"/>
                    <a:pt x="22" y="5"/>
                    <a:pt x="23" y="5"/>
                  </a:cubicBezTo>
                  <a:close/>
                  <a:moveTo>
                    <a:pt x="114" y="89"/>
                  </a:moveTo>
                  <a:cubicBezTo>
                    <a:pt x="109" y="89"/>
                    <a:pt x="104" y="84"/>
                    <a:pt x="104" y="79"/>
                  </a:cubicBezTo>
                  <a:cubicBezTo>
                    <a:pt x="104" y="73"/>
                    <a:pt x="109" y="68"/>
                    <a:pt x="114" y="68"/>
                  </a:cubicBezTo>
                  <a:cubicBezTo>
                    <a:pt x="120" y="68"/>
                    <a:pt x="124" y="73"/>
                    <a:pt x="124" y="79"/>
                  </a:cubicBezTo>
                  <a:cubicBezTo>
                    <a:pt x="124" y="84"/>
                    <a:pt x="120" y="89"/>
                    <a:pt x="114" y="8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1" name="Google Shape;1031;p27"/>
            <p:cNvSpPr/>
            <p:nvPr/>
          </p:nvSpPr>
          <p:spPr>
            <a:xfrm>
              <a:off x="2418251" y="2700333"/>
              <a:ext cx="89176" cy="91378"/>
            </a:xfrm>
            <a:custGeom>
              <a:rect b="b" l="l" r="r" t="t"/>
              <a:pathLst>
                <a:path extrusionOk="0" h="35" w="34">
                  <a:moveTo>
                    <a:pt x="11" y="20"/>
                  </a:moveTo>
                  <a:cubicBezTo>
                    <a:pt x="14" y="20"/>
                    <a:pt x="18" y="17"/>
                    <a:pt x="19" y="14"/>
                  </a:cubicBezTo>
                  <a:cubicBezTo>
                    <a:pt x="26" y="14"/>
                    <a:pt x="26" y="14"/>
                    <a:pt x="26" y="14"/>
                  </a:cubicBezTo>
                  <a:cubicBezTo>
                    <a:pt x="27" y="14"/>
                    <a:pt x="28" y="15"/>
                    <a:pt x="28" y="16"/>
                  </a:cubicBezTo>
                  <a:cubicBezTo>
                    <a:pt x="28" y="31"/>
                    <a:pt x="28" y="31"/>
                    <a:pt x="28" y="31"/>
                  </a:cubicBezTo>
                  <a:cubicBezTo>
                    <a:pt x="28" y="32"/>
                    <a:pt x="29" y="33"/>
                    <a:pt x="30" y="34"/>
                  </a:cubicBezTo>
                  <a:cubicBezTo>
                    <a:pt x="32" y="35"/>
                    <a:pt x="34" y="33"/>
                    <a:pt x="34" y="31"/>
                  </a:cubicBezTo>
                  <a:cubicBezTo>
                    <a:pt x="34" y="16"/>
                    <a:pt x="34" y="16"/>
                    <a:pt x="34" y="16"/>
                  </a:cubicBezTo>
                  <a:cubicBezTo>
                    <a:pt x="34" y="12"/>
                    <a:pt x="31" y="8"/>
                    <a:pt x="26" y="8"/>
                  </a:cubicBezTo>
                  <a:cubicBezTo>
                    <a:pt x="19" y="8"/>
                    <a:pt x="19" y="8"/>
                    <a:pt x="19" y="8"/>
                  </a:cubicBezTo>
                  <a:cubicBezTo>
                    <a:pt x="17" y="3"/>
                    <a:pt x="12" y="0"/>
                    <a:pt x="6" y="3"/>
                  </a:cubicBezTo>
                  <a:cubicBezTo>
                    <a:pt x="5" y="4"/>
                    <a:pt x="4" y="5"/>
                    <a:pt x="3" y="7"/>
                  </a:cubicBezTo>
                  <a:cubicBezTo>
                    <a:pt x="0" y="13"/>
                    <a:pt x="4" y="20"/>
                    <a:pt x="11" y="20"/>
                  </a:cubicBezTo>
                  <a:close/>
                  <a:moveTo>
                    <a:pt x="11" y="7"/>
                  </a:moveTo>
                  <a:cubicBezTo>
                    <a:pt x="12" y="7"/>
                    <a:pt x="14" y="9"/>
                    <a:pt x="14" y="11"/>
                  </a:cubicBezTo>
                  <a:cubicBezTo>
                    <a:pt x="14" y="12"/>
                    <a:pt x="12" y="14"/>
                    <a:pt x="11" y="14"/>
                  </a:cubicBezTo>
                  <a:cubicBezTo>
                    <a:pt x="9" y="14"/>
                    <a:pt x="7" y="12"/>
                    <a:pt x="7" y="11"/>
                  </a:cubicBezTo>
                  <a:cubicBezTo>
                    <a:pt x="7" y="9"/>
                    <a:pt x="9" y="7"/>
                    <a:pt x="1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2" name="Google Shape;1032;p27"/>
            <p:cNvSpPr/>
            <p:nvPr/>
          </p:nvSpPr>
          <p:spPr>
            <a:xfrm>
              <a:off x="2494216" y="2807123"/>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3" name="Google Shape;1033;p27"/>
            <p:cNvSpPr/>
            <p:nvPr/>
          </p:nvSpPr>
          <p:spPr>
            <a:xfrm>
              <a:off x="2606512" y="2904005"/>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4" name="Google Shape;1034;p27"/>
          <p:cNvGrpSpPr/>
          <p:nvPr/>
        </p:nvGrpSpPr>
        <p:grpSpPr>
          <a:xfrm>
            <a:off x="1624936" y="2661131"/>
            <a:ext cx="326586" cy="362036"/>
            <a:chOff x="1545207" y="2705837"/>
            <a:chExt cx="334685" cy="371015"/>
          </a:xfrm>
        </p:grpSpPr>
        <p:sp>
          <p:nvSpPr>
            <p:cNvPr id="1035" name="Google Shape;1035;p27"/>
            <p:cNvSpPr/>
            <p:nvPr/>
          </p:nvSpPr>
          <p:spPr>
            <a:xfrm>
              <a:off x="1545207" y="2705837"/>
              <a:ext cx="334685" cy="371015"/>
            </a:xfrm>
            <a:custGeom>
              <a:rect b="b" l="l" r="r" t="t"/>
              <a:pathLst>
                <a:path extrusionOk="0" h="142" w="128">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6" name="Google Shape;1036;p27"/>
            <p:cNvSpPr/>
            <p:nvPr/>
          </p:nvSpPr>
          <p:spPr>
            <a:xfrm>
              <a:off x="1649797" y="2920519"/>
              <a:ext cx="125507" cy="125506"/>
            </a:xfrm>
            <a:custGeom>
              <a:rect b="b" l="l" r="r" t="t"/>
              <a:pathLst>
                <a:path extrusionOk="0" h="48" w="48">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7" name="Google Shape;1037;p27"/>
            <p:cNvSpPr/>
            <p:nvPr/>
          </p:nvSpPr>
          <p:spPr>
            <a:xfrm>
              <a:off x="1694935" y="2705837"/>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8" name="Google Shape;1038;p27"/>
          <p:cNvGrpSpPr/>
          <p:nvPr/>
        </p:nvGrpSpPr>
        <p:grpSpPr>
          <a:xfrm>
            <a:off x="808471" y="2073494"/>
            <a:ext cx="374929" cy="367408"/>
            <a:chOff x="715100" y="2103626"/>
            <a:chExt cx="384227" cy="376519"/>
          </a:xfrm>
        </p:grpSpPr>
        <p:sp>
          <p:nvSpPr>
            <p:cNvPr id="1039" name="Google Shape;1039;p27"/>
            <p:cNvSpPr/>
            <p:nvPr/>
          </p:nvSpPr>
          <p:spPr>
            <a:xfrm>
              <a:off x="715100" y="2103626"/>
              <a:ext cx="384227" cy="376519"/>
            </a:xfrm>
            <a:custGeom>
              <a:rect b="b" l="l" r="r" t="t"/>
              <a:pathLst>
                <a:path extrusionOk="0" h="144" w="147">
                  <a:moveTo>
                    <a:pt x="139" y="45"/>
                  </a:moveTo>
                  <a:cubicBezTo>
                    <a:pt x="147" y="37"/>
                    <a:pt x="147" y="23"/>
                    <a:pt x="139" y="14"/>
                  </a:cubicBezTo>
                  <a:cubicBezTo>
                    <a:pt x="133" y="8"/>
                    <a:pt x="133" y="8"/>
                    <a:pt x="133" y="8"/>
                  </a:cubicBezTo>
                  <a:cubicBezTo>
                    <a:pt x="124" y="0"/>
                    <a:pt x="110" y="0"/>
                    <a:pt x="102" y="8"/>
                  </a:cubicBezTo>
                  <a:cubicBezTo>
                    <a:pt x="102" y="9"/>
                    <a:pt x="102" y="9"/>
                    <a:pt x="102" y="9"/>
                  </a:cubicBezTo>
                  <a:cubicBezTo>
                    <a:pt x="93" y="4"/>
                    <a:pt x="82" y="5"/>
                    <a:pt x="75" y="12"/>
                  </a:cubicBezTo>
                  <a:cubicBezTo>
                    <a:pt x="13" y="74"/>
                    <a:pt x="13" y="74"/>
                    <a:pt x="13" y="74"/>
                  </a:cubicBezTo>
                  <a:cubicBezTo>
                    <a:pt x="5" y="81"/>
                    <a:pt x="4" y="92"/>
                    <a:pt x="9" y="101"/>
                  </a:cubicBezTo>
                  <a:cubicBezTo>
                    <a:pt x="9" y="101"/>
                    <a:pt x="9" y="101"/>
                    <a:pt x="9" y="101"/>
                  </a:cubicBezTo>
                  <a:cubicBezTo>
                    <a:pt x="0" y="110"/>
                    <a:pt x="0" y="123"/>
                    <a:pt x="9" y="132"/>
                  </a:cubicBezTo>
                  <a:cubicBezTo>
                    <a:pt x="15" y="138"/>
                    <a:pt x="15" y="138"/>
                    <a:pt x="15" y="138"/>
                  </a:cubicBezTo>
                  <a:cubicBezTo>
                    <a:pt x="19" y="142"/>
                    <a:pt x="25" y="144"/>
                    <a:pt x="30" y="144"/>
                  </a:cubicBezTo>
                  <a:cubicBezTo>
                    <a:pt x="36" y="144"/>
                    <a:pt x="42" y="142"/>
                    <a:pt x="46" y="138"/>
                  </a:cubicBezTo>
                  <a:cubicBezTo>
                    <a:pt x="46" y="138"/>
                    <a:pt x="46" y="138"/>
                    <a:pt x="46" y="138"/>
                  </a:cubicBezTo>
                  <a:cubicBezTo>
                    <a:pt x="50" y="140"/>
                    <a:pt x="53" y="141"/>
                    <a:pt x="57" y="141"/>
                  </a:cubicBezTo>
                  <a:cubicBezTo>
                    <a:pt x="63" y="141"/>
                    <a:pt x="68" y="139"/>
                    <a:pt x="73" y="134"/>
                  </a:cubicBezTo>
                  <a:cubicBezTo>
                    <a:pt x="95" y="112"/>
                    <a:pt x="95" y="112"/>
                    <a:pt x="95" y="112"/>
                  </a:cubicBezTo>
                  <a:cubicBezTo>
                    <a:pt x="96" y="111"/>
                    <a:pt x="96" y="109"/>
                    <a:pt x="95" y="108"/>
                  </a:cubicBezTo>
                  <a:cubicBezTo>
                    <a:pt x="94" y="107"/>
                    <a:pt x="92" y="107"/>
                    <a:pt x="91" y="108"/>
                  </a:cubicBezTo>
                  <a:cubicBezTo>
                    <a:pt x="69" y="130"/>
                    <a:pt x="69" y="130"/>
                    <a:pt x="69" y="130"/>
                  </a:cubicBezTo>
                  <a:cubicBezTo>
                    <a:pt x="62" y="137"/>
                    <a:pt x="52" y="137"/>
                    <a:pt x="46" y="130"/>
                  </a:cubicBezTo>
                  <a:cubicBezTo>
                    <a:pt x="16" y="101"/>
                    <a:pt x="16" y="101"/>
                    <a:pt x="16" y="101"/>
                  </a:cubicBezTo>
                  <a:cubicBezTo>
                    <a:pt x="10" y="95"/>
                    <a:pt x="10" y="84"/>
                    <a:pt x="16" y="78"/>
                  </a:cubicBezTo>
                  <a:cubicBezTo>
                    <a:pt x="79" y="16"/>
                    <a:pt x="79" y="16"/>
                    <a:pt x="79" y="16"/>
                  </a:cubicBezTo>
                  <a:cubicBezTo>
                    <a:pt x="85" y="9"/>
                    <a:pt x="95" y="9"/>
                    <a:pt x="102" y="16"/>
                  </a:cubicBezTo>
                  <a:cubicBezTo>
                    <a:pt x="131" y="45"/>
                    <a:pt x="131" y="45"/>
                    <a:pt x="131" y="45"/>
                  </a:cubicBezTo>
                  <a:cubicBezTo>
                    <a:pt x="137" y="51"/>
                    <a:pt x="137" y="62"/>
                    <a:pt x="131" y="68"/>
                  </a:cubicBezTo>
                  <a:cubicBezTo>
                    <a:pt x="109" y="90"/>
                    <a:pt x="109" y="90"/>
                    <a:pt x="109" y="90"/>
                  </a:cubicBezTo>
                  <a:cubicBezTo>
                    <a:pt x="108" y="92"/>
                    <a:pt x="108" y="93"/>
                    <a:pt x="109" y="94"/>
                  </a:cubicBezTo>
                  <a:cubicBezTo>
                    <a:pt x="110" y="95"/>
                    <a:pt x="112" y="95"/>
                    <a:pt x="113" y="94"/>
                  </a:cubicBezTo>
                  <a:cubicBezTo>
                    <a:pt x="135" y="72"/>
                    <a:pt x="135" y="72"/>
                    <a:pt x="135" y="72"/>
                  </a:cubicBezTo>
                  <a:cubicBezTo>
                    <a:pt x="142" y="65"/>
                    <a:pt x="143" y="54"/>
                    <a:pt x="138" y="45"/>
                  </a:cubicBezTo>
                  <a:lnTo>
                    <a:pt x="139" y="45"/>
                  </a:lnTo>
                  <a:close/>
                  <a:moveTo>
                    <a:pt x="42" y="134"/>
                  </a:moveTo>
                  <a:cubicBezTo>
                    <a:pt x="39" y="137"/>
                    <a:pt x="34" y="139"/>
                    <a:pt x="30" y="139"/>
                  </a:cubicBezTo>
                  <a:cubicBezTo>
                    <a:pt x="26" y="139"/>
                    <a:pt x="22" y="137"/>
                    <a:pt x="19" y="134"/>
                  </a:cubicBezTo>
                  <a:cubicBezTo>
                    <a:pt x="13" y="128"/>
                    <a:pt x="13" y="128"/>
                    <a:pt x="13" y="128"/>
                  </a:cubicBezTo>
                  <a:cubicBezTo>
                    <a:pt x="7" y="122"/>
                    <a:pt x="7" y="112"/>
                    <a:pt x="13" y="105"/>
                  </a:cubicBezTo>
                  <a:lnTo>
                    <a:pt x="42" y="134"/>
                  </a:lnTo>
                  <a:close/>
                  <a:moveTo>
                    <a:pt x="106" y="12"/>
                  </a:moveTo>
                  <a:cubicBezTo>
                    <a:pt x="112" y="6"/>
                    <a:pt x="122" y="6"/>
                    <a:pt x="129" y="12"/>
                  </a:cubicBezTo>
                  <a:cubicBezTo>
                    <a:pt x="135" y="18"/>
                    <a:pt x="135" y="18"/>
                    <a:pt x="135" y="18"/>
                  </a:cubicBezTo>
                  <a:cubicBezTo>
                    <a:pt x="141" y="24"/>
                    <a:pt x="141" y="35"/>
                    <a:pt x="135" y="41"/>
                  </a:cubicBezTo>
                  <a:lnTo>
                    <a:pt x="106"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0" name="Google Shape;1040;p27"/>
            <p:cNvSpPr/>
            <p:nvPr/>
          </p:nvSpPr>
          <p:spPr>
            <a:xfrm>
              <a:off x="795468" y="2181793"/>
              <a:ext cx="157434" cy="157433"/>
            </a:xfrm>
            <a:custGeom>
              <a:rect b="b" l="l" r="r" t="t"/>
              <a:pathLst>
                <a:path extrusionOk="0" h="60" w="60">
                  <a:moveTo>
                    <a:pt x="59" y="1"/>
                  </a:moveTo>
                  <a:cubicBezTo>
                    <a:pt x="58" y="0"/>
                    <a:pt x="56" y="0"/>
                    <a:pt x="55" y="1"/>
                  </a:cubicBezTo>
                  <a:cubicBezTo>
                    <a:pt x="1" y="55"/>
                    <a:pt x="1" y="55"/>
                    <a:pt x="1" y="55"/>
                  </a:cubicBezTo>
                  <a:cubicBezTo>
                    <a:pt x="0" y="56"/>
                    <a:pt x="0" y="58"/>
                    <a:pt x="1" y="59"/>
                  </a:cubicBezTo>
                  <a:cubicBezTo>
                    <a:pt x="1" y="60"/>
                    <a:pt x="2" y="60"/>
                    <a:pt x="3" y="60"/>
                  </a:cubicBezTo>
                  <a:cubicBezTo>
                    <a:pt x="3" y="60"/>
                    <a:pt x="4" y="60"/>
                    <a:pt x="5" y="59"/>
                  </a:cubicBezTo>
                  <a:cubicBezTo>
                    <a:pt x="59" y="5"/>
                    <a:pt x="59" y="5"/>
                    <a:pt x="59" y="5"/>
                  </a:cubicBezTo>
                  <a:cubicBezTo>
                    <a:pt x="60" y="4"/>
                    <a:pt x="60" y="2"/>
                    <a:pt x="59"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1" name="Google Shape;1041;p27"/>
            <p:cNvSpPr/>
            <p:nvPr/>
          </p:nvSpPr>
          <p:spPr>
            <a:xfrm>
              <a:off x="827396" y="2213720"/>
              <a:ext cx="156333" cy="156333"/>
            </a:xfrm>
            <a:custGeom>
              <a:rect b="b" l="l" r="r" t="t"/>
              <a:pathLst>
                <a:path extrusionOk="0" h="60" w="60">
                  <a:moveTo>
                    <a:pt x="3" y="60"/>
                  </a:moveTo>
                  <a:cubicBezTo>
                    <a:pt x="4" y="60"/>
                    <a:pt x="5" y="60"/>
                    <a:pt x="5" y="59"/>
                  </a:cubicBezTo>
                  <a:cubicBezTo>
                    <a:pt x="59" y="5"/>
                    <a:pt x="59" y="5"/>
                    <a:pt x="59" y="5"/>
                  </a:cubicBezTo>
                  <a:cubicBezTo>
                    <a:pt x="60" y="4"/>
                    <a:pt x="60" y="3"/>
                    <a:pt x="59" y="2"/>
                  </a:cubicBezTo>
                  <a:cubicBezTo>
                    <a:pt x="58" y="0"/>
                    <a:pt x="56" y="0"/>
                    <a:pt x="55" y="2"/>
                  </a:cubicBezTo>
                  <a:cubicBezTo>
                    <a:pt x="1" y="55"/>
                    <a:pt x="1" y="55"/>
                    <a:pt x="1" y="55"/>
                  </a:cubicBezTo>
                  <a:cubicBezTo>
                    <a:pt x="0" y="57"/>
                    <a:pt x="0" y="58"/>
                    <a:pt x="1" y="59"/>
                  </a:cubicBezTo>
                  <a:cubicBezTo>
                    <a:pt x="2" y="60"/>
                    <a:pt x="2" y="60"/>
                    <a:pt x="3" y="6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2" name="Google Shape;1042;p27"/>
            <p:cNvSpPr/>
            <p:nvPr/>
          </p:nvSpPr>
          <p:spPr>
            <a:xfrm>
              <a:off x="863727" y="2250051"/>
              <a:ext cx="156333" cy="157433"/>
            </a:xfrm>
            <a:custGeom>
              <a:rect b="b" l="l" r="r" t="t"/>
              <a:pathLst>
                <a:path extrusionOk="0" h="60" w="60">
                  <a:moveTo>
                    <a:pt x="3" y="60"/>
                  </a:moveTo>
                  <a:cubicBezTo>
                    <a:pt x="4" y="60"/>
                    <a:pt x="4" y="60"/>
                    <a:pt x="5" y="59"/>
                  </a:cubicBezTo>
                  <a:cubicBezTo>
                    <a:pt x="59" y="5"/>
                    <a:pt x="59" y="5"/>
                    <a:pt x="59" y="5"/>
                  </a:cubicBezTo>
                  <a:cubicBezTo>
                    <a:pt x="60" y="4"/>
                    <a:pt x="60" y="2"/>
                    <a:pt x="59" y="1"/>
                  </a:cubicBezTo>
                  <a:cubicBezTo>
                    <a:pt x="58" y="0"/>
                    <a:pt x="56" y="0"/>
                    <a:pt x="55" y="1"/>
                  </a:cubicBezTo>
                  <a:cubicBezTo>
                    <a:pt x="1" y="55"/>
                    <a:pt x="1" y="55"/>
                    <a:pt x="1" y="55"/>
                  </a:cubicBezTo>
                  <a:cubicBezTo>
                    <a:pt x="0" y="56"/>
                    <a:pt x="0" y="58"/>
                    <a:pt x="1" y="59"/>
                  </a:cubicBezTo>
                  <a:cubicBezTo>
                    <a:pt x="1" y="60"/>
                    <a:pt x="2" y="60"/>
                    <a:pt x="3" y="6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3" name="Google Shape;1043;p27"/>
            <p:cNvSpPr/>
            <p:nvPr/>
          </p:nvSpPr>
          <p:spPr>
            <a:xfrm>
              <a:off x="973820" y="2360144"/>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44" name="Google Shape;1044;p27"/>
          <p:cNvGrpSpPr/>
          <p:nvPr/>
        </p:nvGrpSpPr>
        <p:grpSpPr>
          <a:xfrm>
            <a:off x="6406086" y="2047711"/>
            <a:ext cx="267499" cy="365259"/>
            <a:chOff x="6412455" y="2077204"/>
            <a:chExt cx="274133" cy="374317"/>
          </a:xfrm>
        </p:grpSpPr>
        <p:sp>
          <p:nvSpPr>
            <p:cNvPr id="1045" name="Google Shape;1045;p27"/>
            <p:cNvSpPr/>
            <p:nvPr/>
          </p:nvSpPr>
          <p:spPr>
            <a:xfrm>
              <a:off x="6412455" y="2077204"/>
              <a:ext cx="274133" cy="374317"/>
            </a:xfrm>
            <a:custGeom>
              <a:rect b="b" l="l" r="r" t="t"/>
              <a:pathLst>
                <a:path extrusionOk="0" h="143" w="105">
                  <a:moveTo>
                    <a:pt x="105" y="57"/>
                  </a:moveTo>
                  <a:cubicBezTo>
                    <a:pt x="105" y="48"/>
                    <a:pt x="98" y="42"/>
                    <a:pt x="90" y="42"/>
                  </a:cubicBezTo>
                  <a:cubicBezTo>
                    <a:pt x="82" y="42"/>
                    <a:pt x="76" y="49"/>
                    <a:pt x="75" y="56"/>
                  </a:cubicBezTo>
                  <a:cubicBezTo>
                    <a:pt x="75" y="64"/>
                    <a:pt x="80" y="71"/>
                    <a:pt x="87" y="72"/>
                  </a:cubicBezTo>
                  <a:cubicBezTo>
                    <a:pt x="87" y="88"/>
                    <a:pt x="87" y="88"/>
                    <a:pt x="87" y="88"/>
                  </a:cubicBezTo>
                  <a:cubicBezTo>
                    <a:pt x="87" y="98"/>
                    <a:pt x="80" y="106"/>
                    <a:pt x="71" y="107"/>
                  </a:cubicBezTo>
                  <a:cubicBezTo>
                    <a:pt x="59" y="108"/>
                    <a:pt x="50" y="99"/>
                    <a:pt x="50" y="88"/>
                  </a:cubicBezTo>
                  <a:cubicBezTo>
                    <a:pt x="50" y="71"/>
                    <a:pt x="50" y="71"/>
                    <a:pt x="50" y="71"/>
                  </a:cubicBezTo>
                  <a:cubicBezTo>
                    <a:pt x="56" y="71"/>
                    <a:pt x="56" y="71"/>
                    <a:pt x="56" y="71"/>
                  </a:cubicBezTo>
                  <a:cubicBezTo>
                    <a:pt x="57" y="71"/>
                    <a:pt x="59" y="70"/>
                    <a:pt x="59" y="68"/>
                  </a:cubicBezTo>
                  <a:cubicBezTo>
                    <a:pt x="59" y="57"/>
                    <a:pt x="59" y="57"/>
                    <a:pt x="59" y="57"/>
                  </a:cubicBezTo>
                  <a:cubicBezTo>
                    <a:pt x="59" y="57"/>
                    <a:pt x="58" y="56"/>
                    <a:pt x="58" y="56"/>
                  </a:cubicBezTo>
                  <a:cubicBezTo>
                    <a:pt x="56" y="54"/>
                    <a:pt x="53" y="55"/>
                    <a:pt x="53" y="58"/>
                  </a:cubicBezTo>
                  <a:cubicBezTo>
                    <a:pt x="53" y="63"/>
                    <a:pt x="53" y="63"/>
                    <a:pt x="53" y="63"/>
                  </a:cubicBezTo>
                  <a:cubicBezTo>
                    <a:pt x="53" y="65"/>
                    <a:pt x="52" y="66"/>
                    <a:pt x="50" y="66"/>
                  </a:cubicBezTo>
                  <a:cubicBezTo>
                    <a:pt x="20" y="66"/>
                    <a:pt x="20" y="66"/>
                    <a:pt x="20" y="66"/>
                  </a:cubicBezTo>
                  <a:cubicBezTo>
                    <a:pt x="20" y="5"/>
                    <a:pt x="20" y="5"/>
                    <a:pt x="20" y="5"/>
                  </a:cubicBezTo>
                  <a:cubicBezTo>
                    <a:pt x="50" y="5"/>
                    <a:pt x="50" y="5"/>
                    <a:pt x="50" y="5"/>
                  </a:cubicBezTo>
                  <a:cubicBezTo>
                    <a:pt x="52" y="5"/>
                    <a:pt x="53" y="7"/>
                    <a:pt x="53" y="8"/>
                  </a:cubicBezTo>
                  <a:cubicBezTo>
                    <a:pt x="53" y="33"/>
                    <a:pt x="53" y="33"/>
                    <a:pt x="53" y="33"/>
                  </a:cubicBezTo>
                  <a:cubicBezTo>
                    <a:pt x="53" y="34"/>
                    <a:pt x="54" y="35"/>
                    <a:pt x="55" y="35"/>
                  </a:cubicBezTo>
                  <a:cubicBezTo>
                    <a:pt x="57" y="36"/>
                    <a:pt x="59" y="34"/>
                    <a:pt x="59" y="33"/>
                  </a:cubicBezTo>
                  <a:cubicBezTo>
                    <a:pt x="59" y="8"/>
                    <a:pt x="59" y="8"/>
                    <a:pt x="59" y="8"/>
                  </a:cubicBezTo>
                  <a:cubicBezTo>
                    <a:pt x="59" y="4"/>
                    <a:pt x="55" y="0"/>
                    <a:pt x="50" y="0"/>
                  </a:cubicBezTo>
                  <a:cubicBezTo>
                    <a:pt x="9" y="0"/>
                    <a:pt x="9" y="0"/>
                    <a:pt x="9" y="0"/>
                  </a:cubicBezTo>
                  <a:cubicBezTo>
                    <a:pt x="4" y="0"/>
                    <a:pt x="0" y="4"/>
                    <a:pt x="0" y="8"/>
                  </a:cubicBezTo>
                  <a:cubicBezTo>
                    <a:pt x="0" y="63"/>
                    <a:pt x="0" y="63"/>
                    <a:pt x="0" y="63"/>
                  </a:cubicBezTo>
                  <a:cubicBezTo>
                    <a:pt x="0" y="68"/>
                    <a:pt x="4" y="71"/>
                    <a:pt x="9" y="71"/>
                  </a:cubicBezTo>
                  <a:cubicBezTo>
                    <a:pt x="15" y="71"/>
                    <a:pt x="15" y="71"/>
                    <a:pt x="15" y="71"/>
                  </a:cubicBezTo>
                  <a:cubicBezTo>
                    <a:pt x="15" y="96"/>
                    <a:pt x="15" y="96"/>
                    <a:pt x="15" y="96"/>
                  </a:cubicBezTo>
                  <a:cubicBezTo>
                    <a:pt x="9" y="97"/>
                    <a:pt x="4" y="102"/>
                    <a:pt x="4" y="109"/>
                  </a:cubicBezTo>
                  <a:cubicBezTo>
                    <a:pt x="4" y="123"/>
                    <a:pt x="4" y="123"/>
                    <a:pt x="4" y="123"/>
                  </a:cubicBezTo>
                  <a:cubicBezTo>
                    <a:pt x="4" y="129"/>
                    <a:pt x="9" y="135"/>
                    <a:pt x="15" y="136"/>
                  </a:cubicBezTo>
                  <a:cubicBezTo>
                    <a:pt x="15" y="139"/>
                    <a:pt x="15" y="139"/>
                    <a:pt x="15" y="139"/>
                  </a:cubicBezTo>
                  <a:cubicBezTo>
                    <a:pt x="15" y="141"/>
                    <a:pt x="16" y="142"/>
                    <a:pt x="17" y="142"/>
                  </a:cubicBezTo>
                  <a:cubicBezTo>
                    <a:pt x="19" y="143"/>
                    <a:pt x="20" y="141"/>
                    <a:pt x="20" y="140"/>
                  </a:cubicBezTo>
                  <a:cubicBezTo>
                    <a:pt x="20" y="136"/>
                    <a:pt x="20" y="136"/>
                    <a:pt x="20" y="136"/>
                  </a:cubicBezTo>
                  <a:cubicBezTo>
                    <a:pt x="26" y="135"/>
                    <a:pt x="31" y="129"/>
                    <a:pt x="31" y="123"/>
                  </a:cubicBezTo>
                  <a:cubicBezTo>
                    <a:pt x="31" y="109"/>
                    <a:pt x="31" y="109"/>
                    <a:pt x="31" y="109"/>
                  </a:cubicBezTo>
                  <a:cubicBezTo>
                    <a:pt x="31" y="102"/>
                    <a:pt x="26" y="97"/>
                    <a:pt x="20" y="96"/>
                  </a:cubicBezTo>
                  <a:cubicBezTo>
                    <a:pt x="20" y="71"/>
                    <a:pt x="20" y="71"/>
                    <a:pt x="20" y="71"/>
                  </a:cubicBezTo>
                  <a:cubicBezTo>
                    <a:pt x="44" y="71"/>
                    <a:pt x="44" y="71"/>
                    <a:pt x="44" y="71"/>
                  </a:cubicBezTo>
                  <a:cubicBezTo>
                    <a:pt x="44" y="88"/>
                    <a:pt x="44" y="88"/>
                    <a:pt x="44" y="88"/>
                  </a:cubicBezTo>
                  <a:cubicBezTo>
                    <a:pt x="44" y="101"/>
                    <a:pt x="54" y="112"/>
                    <a:pt x="67" y="113"/>
                  </a:cubicBezTo>
                  <a:cubicBezTo>
                    <a:pt x="81" y="114"/>
                    <a:pt x="93" y="102"/>
                    <a:pt x="93" y="88"/>
                  </a:cubicBezTo>
                  <a:cubicBezTo>
                    <a:pt x="93" y="72"/>
                    <a:pt x="93" y="72"/>
                    <a:pt x="93" y="72"/>
                  </a:cubicBezTo>
                  <a:cubicBezTo>
                    <a:pt x="100" y="71"/>
                    <a:pt x="105" y="65"/>
                    <a:pt x="105" y="57"/>
                  </a:cubicBezTo>
                  <a:close/>
                  <a:moveTo>
                    <a:pt x="25" y="109"/>
                  </a:moveTo>
                  <a:cubicBezTo>
                    <a:pt x="25" y="123"/>
                    <a:pt x="25" y="123"/>
                    <a:pt x="25" y="123"/>
                  </a:cubicBezTo>
                  <a:cubicBezTo>
                    <a:pt x="25" y="127"/>
                    <a:pt x="22" y="131"/>
                    <a:pt x="18" y="131"/>
                  </a:cubicBezTo>
                  <a:cubicBezTo>
                    <a:pt x="18" y="131"/>
                    <a:pt x="18" y="131"/>
                    <a:pt x="18" y="131"/>
                  </a:cubicBezTo>
                  <a:cubicBezTo>
                    <a:pt x="13" y="131"/>
                    <a:pt x="10" y="127"/>
                    <a:pt x="10" y="123"/>
                  </a:cubicBezTo>
                  <a:cubicBezTo>
                    <a:pt x="10" y="109"/>
                    <a:pt x="10" y="109"/>
                    <a:pt x="10" y="109"/>
                  </a:cubicBezTo>
                  <a:cubicBezTo>
                    <a:pt x="10" y="104"/>
                    <a:pt x="13" y="101"/>
                    <a:pt x="18" y="101"/>
                  </a:cubicBezTo>
                  <a:cubicBezTo>
                    <a:pt x="18" y="101"/>
                    <a:pt x="18" y="101"/>
                    <a:pt x="18" y="101"/>
                  </a:cubicBezTo>
                  <a:cubicBezTo>
                    <a:pt x="22" y="101"/>
                    <a:pt x="25" y="104"/>
                    <a:pt x="25" y="109"/>
                  </a:cubicBezTo>
                  <a:close/>
                  <a:moveTo>
                    <a:pt x="6" y="63"/>
                  </a:moveTo>
                  <a:cubicBezTo>
                    <a:pt x="6" y="8"/>
                    <a:pt x="6" y="8"/>
                    <a:pt x="6" y="8"/>
                  </a:cubicBezTo>
                  <a:cubicBezTo>
                    <a:pt x="6" y="7"/>
                    <a:pt x="7" y="5"/>
                    <a:pt x="8" y="5"/>
                  </a:cubicBezTo>
                  <a:cubicBezTo>
                    <a:pt x="15" y="5"/>
                    <a:pt x="15" y="5"/>
                    <a:pt x="15" y="5"/>
                  </a:cubicBezTo>
                  <a:cubicBezTo>
                    <a:pt x="15" y="66"/>
                    <a:pt x="15" y="66"/>
                    <a:pt x="15" y="66"/>
                  </a:cubicBezTo>
                  <a:cubicBezTo>
                    <a:pt x="8" y="66"/>
                    <a:pt x="8" y="66"/>
                    <a:pt x="8" y="66"/>
                  </a:cubicBezTo>
                  <a:cubicBezTo>
                    <a:pt x="7" y="66"/>
                    <a:pt x="6" y="65"/>
                    <a:pt x="6" y="63"/>
                  </a:cubicBezTo>
                  <a:close/>
                  <a:moveTo>
                    <a:pt x="90" y="67"/>
                  </a:moveTo>
                  <a:cubicBezTo>
                    <a:pt x="85" y="67"/>
                    <a:pt x="81" y="62"/>
                    <a:pt x="81" y="57"/>
                  </a:cubicBezTo>
                  <a:cubicBezTo>
                    <a:pt x="81" y="52"/>
                    <a:pt x="85" y="47"/>
                    <a:pt x="90" y="47"/>
                  </a:cubicBezTo>
                  <a:cubicBezTo>
                    <a:pt x="95" y="47"/>
                    <a:pt x="100" y="52"/>
                    <a:pt x="100" y="57"/>
                  </a:cubicBezTo>
                  <a:cubicBezTo>
                    <a:pt x="100" y="62"/>
                    <a:pt x="95" y="67"/>
                    <a:pt x="90" y="6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6" name="Google Shape;1046;p27"/>
            <p:cNvSpPr/>
            <p:nvPr/>
          </p:nvSpPr>
          <p:spPr>
            <a:xfrm>
              <a:off x="6640349" y="2210417"/>
              <a:ext cx="15413" cy="24221"/>
            </a:xfrm>
            <a:custGeom>
              <a:rect b="b" l="l" r="r" t="t"/>
              <a:pathLst>
                <a:path extrusionOk="0" h="9" w="6">
                  <a:moveTo>
                    <a:pt x="0" y="3"/>
                  </a:moveTo>
                  <a:cubicBezTo>
                    <a:pt x="0" y="6"/>
                    <a:pt x="0" y="6"/>
                    <a:pt x="0" y="6"/>
                  </a:cubicBezTo>
                  <a:cubicBezTo>
                    <a:pt x="0" y="7"/>
                    <a:pt x="1" y="9"/>
                    <a:pt x="3" y="9"/>
                  </a:cubicBezTo>
                  <a:cubicBezTo>
                    <a:pt x="5" y="9"/>
                    <a:pt x="6" y="8"/>
                    <a:pt x="6" y="6"/>
                  </a:cubicBezTo>
                  <a:cubicBezTo>
                    <a:pt x="6" y="3"/>
                    <a:pt x="6" y="3"/>
                    <a:pt x="6" y="3"/>
                  </a:cubicBezTo>
                  <a:cubicBezTo>
                    <a:pt x="6" y="2"/>
                    <a:pt x="5" y="0"/>
                    <a:pt x="3" y="0"/>
                  </a:cubicBezTo>
                  <a:cubicBezTo>
                    <a:pt x="1" y="1"/>
                    <a:pt x="0" y="2"/>
                    <a:pt x="0" y="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7" name="Google Shape;1047;p27"/>
            <p:cNvSpPr/>
            <p:nvPr/>
          </p:nvSpPr>
          <p:spPr>
            <a:xfrm>
              <a:off x="6551173" y="218949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48" name="Google Shape;1048;p27"/>
          <p:cNvGrpSpPr/>
          <p:nvPr/>
        </p:nvGrpSpPr>
        <p:grpSpPr>
          <a:xfrm>
            <a:off x="7990579" y="2047711"/>
            <a:ext cx="308508" cy="365259"/>
            <a:chOff x="8011017" y="2077204"/>
            <a:chExt cx="316159" cy="374317"/>
          </a:xfrm>
        </p:grpSpPr>
        <p:sp>
          <p:nvSpPr>
            <p:cNvPr id="1049" name="Google Shape;1049;p27"/>
            <p:cNvSpPr/>
            <p:nvPr/>
          </p:nvSpPr>
          <p:spPr>
            <a:xfrm>
              <a:off x="8092487" y="2208215"/>
              <a:ext cx="112296" cy="44037"/>
            </a:xfrm>
            <a:custGeom>
              <a:rect b="b" l="l" r="r" t="t"/>
              <a:pathLst>
                <a:path extrusionOk="0" h="17" w="43">
                  <a:moveTo>
                    <a:pt x="38" y="15"/>
                  </a:moveTo>
                  <a:cubicBezTo>
                    <a:pt x="38" y="16"/>
                    <a:pt x="39" y="16"/>
                    <a:pt x="40" y="16"/>
                  </a:cubicBezTo>
                  <a:cubicBezTo>
                    <a:pt x="41" y="16"/>
                    <a:pt x="41" y="16"/>
                    <a:pt x="42" y="16"/>
                  </a:cubicBezTo>
                  <a:cubicBezTo>
                    <a:pt x="43" y="15"/>
                    <a:pt x="43" y="14"/>
                    <a:pt x="43" y="12"/>
                  </a:cubicBezTo>
                  <a:cubicBezTo>
                    <a:pt x="38" y="5"/>
                    <a:pt x="30" y="0"/>
                    <a:pt x="22" y="0"/>
                  </a:cubicBezTo>
                  <a:cubicBezTo>
                    <a:pt x="13" y="0"/>
                    <a:pt x="5" y="5"/>
                    <a:pt x="1" y="12"/>
                  </a:cubicBezTo>
                  <a:cubicBezTo>
                    <a:pt x="0" y="14"/>
                    <a:pt x="0" y="15"/>
                    <a:pt x="2" y="16"/>
                  </a:cubicBezTo>
                  <a:cubicBezTo>
                    <a:pt x="3" y="17"/>
                    <a:pt x="5" y="16"/>
                    <a:pt x="5" y="15"/>
                  </a:cubicBezTo>
                  <a:cubicBezTo>
                    <a:pt x="9" y="9"/>
                    <a:pt x="15" y="6"/>
                    <a:pt x="22" y="6"/>
                  </a:cubicBezTo>
                  <a:cubicBezTo>
                    <a:pt x="28" y="6"/>
                    <a:pt x="34" y="9"/>
                    <a:pt x="38"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0" name="Google Shape;1050;p27"/>
            <p:cNvSpPr/>
            <p:nvPr/>
          </p:nvSpPr>
          <p:spPr>
            <a:xfrm>
              <a:off x="8011017" y="2077204"/>
              <a:ext cx="315969" cy="374317"/>
            </a:xfrm>
            <a:custGeom>
              <a:rect b="b" l="l" r="r" t="t"/>
              <a:pathLst>
                <a:path extrusionOk="0" h="143" w="121">
                  <a:moveTo>
                    <a:pt x="118" y="122"/>
                  </a:moveTo>
                  <a:cubicBezTo>
                    <a:pt x="120" y="122"/>
                    <a:pt x="121" y="121"/>
                    <a:pt x="121" y="119"/>
                  </a:cubicBezTo>
                  <a:cubicBezTo>
                    <a:pt x="121" y="112"/>
                    <a:pt x="121" y="112"/>
                    <a:pt x="121" y="112"/>
                  </a:cubicBezTo>
                  <a:cubicBezTo>
                    <a:pt x="121" y="102"/>
                    <a:pt x="113" y="94"/>
                    <a:pt x="103" y="94"/>
                  </a:cubicBezTo>
                  <a:cubicBezTo>
                    <a:pt x="93" y="93"/>
                    <a:pt x="84" y="102"/>
                    <a:pt x="84" y="112"/>
                  </a:cubicBezTo>
                  <a:cubicBezTo>
                    <a:pt x="84" y="122"/>
                    <a:pt x="84" y="122"/>
                    <a:pt x="84" y="122"/>
                  </a:cubicBezTo>
                  <a:cubicBezTo>
                    <a:pt x="84" y="129"/>
                    <a:pt x="79" y="136"/>
                    <a:pt x="72" y="137"/>
                  </a:cubicBezTo>
                  <a:cubicBezTo>
                    <a:pt x="63" y="138"/>
                    <a:pt x="55" y="131"/>
                    <a:pt x="55" y="122"/>
                  </a:cubicBezTo>
                  <a:cubicBezTo>
                    <a:pt x="55" y="102"/>
                    <a:pt x="55" y="102"/>
                    <a:pt x="55" y="102"/>
                  </a:cubicBezTo>
                  <a:cubicBezTo>
                    <a:pt x="59" y="101"/>
                    <a:pt x="62" y="98"/>
                    <a:pt x="62" y="94"/>
                  </a:cubicBezTo>
                  <a:cubicBezTo>
                    <a:pt x="62" y="93"/>
                    <a:pt x="62" y="93"/>
                    <a:pt x="62" y="93"/>
                  </a:cubicBezTo>
                  <a:cubicBezTo>
                    <a:pt x="70" y="92"/>
                    <a:pt x="77" y="88"/>
                    <a:pt x="82" y="82"/>
                  </a:cubicBezTo>
                  <a:cubicBezTo>
                    <a:pt x="88" y="76"/>
                    <a:pt x="92" y="68"/>
                    <a:pt x="92" y="60"/>
                  </a:cubicBezTo>
                  <a:cubicBezTo>
                    <a:pt x="92" y="57"/>
                    <a:pt x="91" y="55"/>
                    <a:pt x="91" y="52"/>
                  </a:cubicBezTo>
                  <a:cubicBezTo>
                    <a:pt x="93" y="51"/>
                    <a:pt x="95" y="50"/>
                    <a:pt x="97" y="48"/>
                  </a:cubicBezTo>
                  <a:cubicBezTo>
                    <a:pt x="102" y="42"/>
                    <a:pt x="105" y="35"/>
                    <a:pt x="105" y="28"/>
                  </a:cubicBezTo>
                  <a:cubicBezTo>
                    <a:pt x="105" y="12"/>
                    <a:pt x="93" y="0"/>
                    <a:pt x="77" y="0"/>
                  </a:cubicBezTo>
                  <a:cubicBezTo>
                    <a:pt x="28" y="0"/>
                    <a:pt x="28" y="0"/>
                    <a:pt x="28" y="0"/>
                  </a:cubicBezTo>
                  <a:cubicBezTo>
                    <a:pt x="21" y="0"/>
                    <a:pt x="14" y="3"/>
                    <a:pt x="9" y="8"/>
                  </a:cubicBezTo>
                  <a:cubicBezTo>
                    <a:pt x="3" y="13"/>
                    <a:pt x="0" y="20"/>
                    <a:pt x="0" y="28"/>
                  </a:cubicBezTo>
                  <a:cubicBezTo>
                    <a:pt x="0" y="38"/>
                    <a:pt x="6" y="48"/>
                    <a:pt x="15" y="52"/>
                  </a:cubicBezTo>
                  <a:cubicBezTo>
                    <a:pt x="14" y="55"/>
                    <a:pt x="14" y="57"/>
                    <a:pt x="14" y="60"/>
                  </a:cubicBezTo>
                  <a:cubicBezTo>
                    <a:pt x="14" y="68"/>
                    <a:pt x="17" y="76"/>
                    <a:pt x="23" y="82"/>
                  </a:cubicBezTo>
                  <a:cubicBezTo>
                    <a:pt x="29" y="88"/>
                    <a:pt x="36" y="92"/>
                    <a:pt x="44" y="93"/>
                  </a:cubicBezTo>
                  <a:cubicBezTo>
                    <a:pt x="44" y="94"/>
                    <a:pt x="44" y="94"/>
                    <a:pt x="44" y="94"/>
                  </a:cubicBezTo>
                  <a:cubicBezTo>
                    <a:pt x="44" y="98"/>
                    <a:pt x="46" y="101"/>
                    <a:pt x="50" y="102"/>
                  </a:cubicBezTo>
                  <a:cubicBezTo>
                    <a:pt x="50" y="122"/>
                    <a:pt x="50" y="122"/>
                    <a:pt x="50" y="122"/>
                  </a:cubicBezTo>
                  <a:cubicBezTo>
                    <a:pt x="50" y="132"/>
                    <a:pt x="58" y="141"/>
                    <a:pt x="68" y="142"/>
                  </a:cubicBezTo>
                  <a:cubicBezTo>
                    <a:pt x="80" y="143"/>
                    <a:pt x="90" y="134"/>
                    <a:pt x="90" y="122"/>
                  </a:cubicBezTo>
                  <a:cubicBezTo>
                    <a:pt x="90" y="112"/>
                    <a:pt x="90" y="112"/>
                    <a:pt x="90" y="112"/>
                  </a:cubicBezTo>
                  <a:cubicBezTo>
                    <a:pt x="90" y="105"/>
                    <a:pt x="96" y="99"/>
                    <a:pt x="103" y="99"/>
                  </a:cubicBezTo>
                  <a:cubicBezTo>
                    <a:pt x="110" y="99"/>
                    <a:pt x="116" y="105"/>
                    <a:pt x="116" y="112"/>
                  </a:cubicBezTo>
                  <a:cubicBezTo>
                    <a:pt x="116" y="119"/>
                    <a:pt x="116" y="119"/>
                    <a:pt x="116" y="119"/>
                  </a:cubicBezTo>
                  <a:cubicBezTo>
                    <a:pt x="116" y="121"/>
                    <a:pt x="117" y="122"/>
                    <a:pt x="118" y="122"/>
                  </a:cubicBezTo>
                  <a:close/>
                  <a:moveTo>
                    <a:pt x="5" y="28"/>
                  </a:moveTo>
                  <a:cubicBezTo>
                    <a:pt x="5" y="22"/>
                    <a:pt x="7" y="16"/>
                    <a:pt x="12" y="12"/>
                  </a:cubicBezTo>
                  <a:cubicBezTo>
                    <a:pt x="16" y="8"/>
                    <a:pt x="22" y="5"/>
                    <a:pt x="28" y="5"/>
                  </a:cubicBezTo>
                  <a:cubicBezTo>
                    <a:pt x="77" y="5"/>
                    <a:pt x="77" y="5"/>
                    <a:pt x="77" y="5"/>
                  </a:cubicBezTo>
                  <a:cubicBezTo>
                    <a:pt x="89" y="5"/>
                    <a:pt x="100" y="15"/>
                    <a:pt x="100" y="27"/>
                  </a:cubicBezTo>
                  <a:cubicBezTo>
                    <a:pt x="100" y="34"/>
                    <a:pt x="98" y="39"/>
                    <a:pt x="94" y="44"/>
                  </a:cubicBezTo>
                  <a:cubicBezTo>
                    <a:pt x="92" y="45"/>
                    <a:pt x="91" y="46"/>
                    <a:pt x="89" y="47"/>
                  </a:cubicBezTo>
                  <a:cubicBezTo>
                    <a:pt x="87" y="41"/>
                    <a:pt x="82" y="36"/>
                    <a:pt x="76" y="32"/>
                  </a:cubicBezTo>
                  <a:cubicBezTo>
                    <a:pt x="72" y="30"/>
                    <a:pt x="69" y="26"/>
                    <a:pt x="67" y="23"/>
                  </a:cubicBezTo>
                  <a:cubicBezTo>
                    <a:pt x="64" y="17"/>
                    <a:pt x="58" y="14"/>
                    <a:pt x="53" y="14"/>
                  </a:cubicBezTo>
                  <a:cubicBezTo>
                    <a:pt x="47" y="14"/>
                    <a:pt x="41" y="17"/>
                    <a:pt x="38" y="23"/>
                  </a:cubicBezTo>
                  <a:cubicBezTo>
                    <a:pt x="36" y="26"/>
                    <a:pt x="33" y="30"/>
                    <a:pt x="30" y="32"/>
                  </a:cubicBezTo>
                  <a:cubicBezTo>
                    <a:pt x="23" y="36"/>
                    <a:pt x="19" y="41"/>
                    <a:pt x="16" y="47"/>
                  </a:cubicBezTo>
                  <a:cubicBezTo>
                    <a:pt x="9" y="43"/>
                    <a:pt x="5" y="36"/>
                    <a:pt x="5" y="28"/>
                  </a:cubicBezTo>
                  <a:close/>
                  <a:moveTo>
                    <a:pt x="26" y="78"/>
                  </a:moveTo>
                  <a:cubicBezTo>
                    <a:pt x="21" y="73"/>
                    <a:pt x="19" y="67"/>
                    <a:pt x="19" y="60"/>
                  </a:cubicBezTo>
                  <a:cubicBezTo>
                    <a:pt x="19" y="51"/>
                    <a:pt x="24" y="42"/>
                    <a:pt x="32" y="37"/>
                  </a:cubicBezTo>
                  <a:cubicBezTo>
                    <a:pt x="37" y="34"/>
                    <a:pt x="41" y="30"/>
                    <a:pt x="43" y="25"/>
                  </a:cubicBezTo>
                  <a:cubicBezTo>
                    <a:pt x="45" y="21"/>
                    <a:pt x="49" y="19"/>
                    <a:pt x="53" y="19"/>
                  </a:cubicBezTo>
                  <a:cubicBezTo>
                    <a:pt x="56" y="19"/>
                    <a:pt x="60" y="21"/>
                    <a:pt x="62" y="25"/>
                  </a:cubicBezTo>
                  <a:cubicBezTo>
                    <a:pt x="65" y="30"/>
                    <a:pt x="68" y="34"/>
                    <a:pt x="73" y="37"/>
                  </a:cubicBezTo>
                  <a:cubicBezTo>
                    <a:pt x="81" y="42"/>
                    <a:pt x="87" y="51"/>
                    <a:pt x="87" y="60"/>
                  </a:cubicBezTo>
                  <a:cubicBezTo>
                    <a:pt x="87" y="67"/>
                    <a:pt x="84" y="73"/>
                    <a:pt x="79" y="78"/>
                  </a:cubicBezTo>
                  <a:cubicBezTo>
                    <a:pt x="74" y="83"/>
                    <a:pt x="68" y="86"/>
                    <a:pt x="62" y="88"/>
                  </a:cubicBezTo>
                  <a:cubicBezTo>
                    <a:pt x="62" y="75"/>
                    <a:pt x="62" y="75"/>
                    <a:pt x="62" y="75"/>
                  </a:cubicBezTo>
                  <a:cubicBezTo>
                    <a:pt x="62" y="71"/>
                    <a:pt x="58" y="67"/>
                    <a:pt x="54" y="66"/>
                  </a:cubicBezTo>
                  <a:cubicBezTo>
                    <a:pt x="48" y="65"/>
                    <a:pt x="44" y="70"/>
                    <a:pt x="44" y="75"/>
                  </a:cubicBezTo>
                  <a:cubicBezTo>
                    <a:pt x="44" y="88"/>
                    <a:pt x="44" y="88"/>
                    <a:pt x="44" y="88"/>
                  </a:cubicBezTo>
                  <a:cubicBezTo>
                    <a:pt x="37" y="86"/>
                    <a:pt x="31" y="83"/>
                    <a:pt x="26" y="78"/>
                  </a:cubicBezTo>
                  <a:close/>
                  <a:moveTo>
                    <a:pt x="49" y="75"/>
                  </a:moveTo>
                  <a:cubicBezTo>
                    <a:pt x="49" y="73"/>
                    <a:pt x="51" y="71"/>
                    <a:pt x="53" y="71"/>
                  </a:cubicBezTo>
                  <a:cubicBezTo>
                    <a:pt x="55" y="72"/>
                    <a:pt x="56" y="73"/>
                    <a:pt x="56" y="75"/>
                  </a:cubicBezTo>
                  <a:cubicBezTo>
                    <a:pt x="56" y="94"/>
                    <a:pt x="56" y="94"/>
                    <a:pt x="56" y="94"/>
                  </a:cubicBezTo>
                  <a:cubicBezTo>
                    <a:pt x="56" y="95"/>
                    <a:pt x="55" y="97"/>
                    <a:pt x="53" y="97"/>
                  </a:cubicBezTo>
                  <a:cubicBezTo>
                    <a:pt x="51" y="98"/>
                    <a:pt x="49" y="96"/>
                    <a:pt x="49" y="94"/>
                  </a:cubicBezTo>
                  <a:lnTo>
                    <a:pt x="49"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1" name="Google Shape;1051;p27"/>
            <p:cNvSpPr/>
            <p:nvPr/>
          </p:nvSpPr>
          <p:spPr>
            <a:xfrm>
              <a:off x="8314876" y="2415191"/>
              <a:ext cx="123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52" name="Google Shape;1052;p27"/>
          <p:cNvGrpSpPr/>
          <p:nvPr/>
        </p:nvGrpSpPr>
        <p:grpSpPr>
          <a:xfrm>
            <a:off x="5561153" y="2047711"/>
            <a:ext cx="362038" cy="363392"/>
            <a:chOff x="5550420" y="2077204"/>
            <a:chExt cx="371016" cy="372404"/>
          </a:xfrm>
        </p:grpSpPr>
        <p:sp>
          <p:nvSpPr>
            <p:cNvPr id="1053" name="Google Shape;1053;p27"/>
            <p:cNvSpPr/>
            <p:nvPr/>
          </p:nvSpPr>
          <p:spPr>
            <a:xfrm>
              <a:off x="5683634" y="2166380"/>
              <a:ext cx="102387" cy="193764"/>
            </a:xfrm>
            <a:custGeom>
              <a:rect b="b" l="l" r="r" t="t"/>
              <a:pathLst>
                <a:path extrusionOk="0" h="74" w="39">
                  <a:moveTo>
                    <a:pt x="35" y="16"/>
                  </a:moveTo>
                  <a:cubicBezTo>
                    <a:pt x="32" y="16"/>
                    <a:pt x="32" y="16"/>
                    <a:pt x="32" y="16"/>
                  </a:cubicBezTo>
                  <a:cubicBezTo>
                    <a:pt x="30" y="7"/>
                    <a:pt x="23" y="0"/>
                    <a:pt x="14" y="0"/>
                  </a:cubicBezTo>
                  <a:cubicBezTo>
                    <a:pt x="12" y="0"/>
                    <a:pt x="12" y="0"/>
                    <a:pt x="12" y="0"/>
                  </a:cubicBezTo>
                  <a:cubicBezTo>
                    <a:pt x="10" y="0"/>
                    <a:pt x="9" y="1"/>
                    <a:pt x="9" y="3"/>
                  </a:cubicBezTo>
                  <a:cubicBezTo>
                    <a:pt x="8" y="5"/>
                    <a:pt x="10" y="6"/>
                    <a:pt x="11" y="6"/>
                  </a:cubicBezTo>
                  <a:cubicBezTo>
                    <a:pt x="14" y="6"/>
                    <a:pt x="14" y="6"/>
                    <a:pt x="14" y="6"/>
                  </a:cubicBezTo>
                  <a:cubicBezTo>
                    <a:pt x="20" y="6"/>
                    <a:pt x="25" y="10"/>
                    <a:pt x="26" y="16"/>
                  </a:cubicBezTo>
                  <a:cubicBezTo>
                    <a:pt x="5" y="16"/>
                    <a:pt x="5" y="16"/>
                    <a:pt x="5" y="16"/>
                  </a:cubicBezTo>
                  <a:cubicBezTo>
                    <a:pt x="4" y="16"/>
                    <a:pt x="2" y="16"/>
                    <a:pt x="1" y="17"/>
                  </a:cubicBezTo>
                  <a:cubicBezTo>
                    <a:pt x="0" y="19"/>
                    <a:pt x="0" y="21"/>
                    <a:pt x="1" y="23"/>
                  </a:cubicBezTo>
                  <a:cubicBezTo>
                    <a:pt x="14" y="39"/>
                    <a:pt x="14" y="39"/>
                    <a:pt x="14" y="39"/>
                  </a:cubicBezTo>
                  <a:cubicBezTo>
                    <a:pt x="12" y="39"/>
                    <a:pt x="12" y="39"/>
                    <a:pt x="12" y="39"/>
                  </a:cubicBezTo>
                  <a:cubicBezTo>
                    <a:pt x="6" y="39"/>
                    <a:pt x="2" y="44"/>
                    <a:pt x="2" y="49"/>
                  </a:cubicBezTo>
                  <a:cubicBezTo>
                    <a:pt x="2" y="54"/>
                    <a:pt x="6" y="58"/>
                    <a:pt x="11" y="58"/>
                  </a:cubicBezTo>
                  <a:cubicBezTo>
                    <a:pt x="17" y="58"/>
                    <a:pt x="17" y="58"/>
                    <a:pt x="17" y="58"/>
                  </a:cubicBezTo>
                  <a:cubicBezTo>
                    <a:pt x="17" y="68"/>
                    <a:pt x="17" y="68"/>
                    <a:pt x="17" y="68"/>
                  </a:cubicBezTo>
                  <a:cubicBezTo>
                    <a:pt x="13" y="68"/>
                    <a:pt x="13" y="68"/>
                    <a:pt x="13" y="68"/>
                  </a:cubicBezTo>
                  <a:cubicBezTo>
                    <a:pt x="11" y="68"/>
                    <a:pt x="10" y="69"/>
                    <a:pt x="10" y="70"/>
                  </a:cubicBezTo>
                  <a:cubicBezTo>
                    <a:pt x="9" y="72"/>
                    <a:pt x="11" y="74"/>
                    <a:pt x="12" y="74"/>
                  </a:cubicBezTo>
                  <a:cubicBezTo>
                    <a:pt x="27" y="74"/>
                    <a:pt x="27" y="74"/>
                    <a:pt x="27" y="74"/>
                  </a:cubicBezTo>
                  <a:cubicBezTo>
                    <a:pt x="28" y="74"/>
                    <a:pt x="30" y="73"/>
                    <a:pt x="30" y="71"/>
                  </a:cubicBezTo>
                  <a:cubicBezTo>
                    <a:pt x="30" y="70"/>
                    <a:pt x="29" y="68"/>
                    <a:pt x="27" y="68"/>
                  </a:cubicBezTo>
                  <a:cubicBezTo>
                    <a:pt x="23" y="68"/>
                    <a:pt x="23" y="68"/>
                    <a:pt x="23" y="68"/>
                  </a:cubicBezTo>
                  <a:cubicBezTo>
                    <a:pt x="23" y="58"/>
                    <a:pt x="23" y="58"/>
                    <a:pt x="23" y="58"/>
                  </a:cubicBezTo>
                  <a:cubicBezTo>
                    <a:pt x="34" y="58"/>
                    <a:pt x="34" y="58"/>
                    <a:pt x="34" y="58"/>
                  </a:cubicBezTo>
                  <a:cubicBezTo>
                    <a:pt x="35" y="58"/>
                    <a:pt x="37" y="57"/>
                    <a:pt x="37" y="56"/>
                  </a:cubicBezTo>
                  <a:cubicBezTo>
                    <a:pt x="37" y="54"/>
                    <a:pt x="36" y="53"/>
                    <a:pt x="34" y="53"/>
                  </a:cubicBezTo>
                  <a:cubicBezTo>
                    <a:pt x="23" y="53"/>
                    <a:pt x="23" y="53"/>
                    <a:pt x="23" y="53"/>
                  </a:cubicBezTo>
                  <a:cubicBezTo>
                    <a:pt x="23" y="43"/>
                    <a:pt x="23" y="43"/>
                    <a:pt x="23" y="43"/>
                  </a:cubicBezTo>
                  <a:cubicBezTo>
                    <a:pt x="38" y="23"/>
                    <a:pt x="38" y="23"/>
                    <a:pt x="38" y="23"/>
                  </a:cubicBezTo>
                  <a:cubicBezTo>
                    <a:pt x="39" y="21"/>
                    <a:pt x="39" y="19"/>
                    <a:pt x="39" y="18"/>
                  </a:cubicBezTo>
                  <a:cubicBezTo>
                    <a:pt x="38" y="16"/>
                    <a:pt x="36" y="16"/>
                    <a:pt x="35" y="16"/>
                  </a:cubicBezTo>
                  <a:close/>
                  <a:moveTo>
                    <a:pt x="11" y="53"/>
                  </a:moveTo>
                  <a:cubicBezTo>
                    <a:pt x="9" y="53"/>
                    <a:pt x="7" y="51"/>
                    <a:pt x="7" y="49"/>
                  </a:cubicBezTo>
                  <a:cubicBezTo>
                    <a:pt x="8" y="47"/>
                    <a:pt x="9" y="45"/>
                    <a:pt x="11" y="45"/>
                  </a:cubicBezTo>
                  <a:cubicBezTo>
                    <a:pt x="17" y="45"/>
                    <a:pt x="17" y="45"/>
                    <a:pt x="17" y="45"/>
                  </a:cubicBezTo>
                  <a:cubicBezTo>
                    <a:pt x="17" y="53"/>
                    <a:pt x="17" y="53"/>
                    <a:pt x="17" y="53"/>
                  </a:cubicBezTo>
                  <a:lnTo>
                    <a:pt x="11" y="53"/>
                  </a:lnTo>
                  <a:close/>
                  <a:moveTo>
                    <a:pt x="20" y="38"/>
                  </a:moveTo>
                  <a:cubicBezTo>
                    <a:pt x="7" y="21"/>
                    <a:pt x="7" y="21"/>
                    <a:pt x="7" y="21"/>
                  </a:cubicBezTo>
                  <a:cubicBezTo>
                    <a:pt x="32" y="21"/>
                    <a:pt x="32" y="21"/>
                    <a:pt x="32" y="21"/>
                  </a:cubicBezTo>
                  <a:lnTo>
                    <a:pt x="20" y="3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4" name="Google Shape;1054;p27"/>
            <p:cNvSpPr/>
            <p:nvPr/>
          </p:nvSpPr>
          <p:spPr>
            <a:xfrm>
              <a:off x="5550420" y="2077204"/>
              <a:ext cx="371016" cy="372116"/>
            </a:xfrm>
            <a:custGeom>
              <a:rect b="b" l="l" r="r" t="t"/>
              <a:pathLst>
                <a:path extrusionOk="0" h="142" w="142">
                  <a:moveTo>
                    <a:pt x="134" y="38"/>
                  </a:moveTo>
                  <a:cubicBezTo>
                    <a:pt x="116" y="38"/>
                    <a:pt x="116" y="38"/>
                    <a:pt x="116" y="38"/>
                  </a:cubicBezTo>
                  <a:cubicBezTo>
                    <a:pt x="113" y="33"/>
                    <a:pt x="109" y="29"/>
                    <a:pt x="104" y="26"/>
                  </a:cubicBezTo>
                  <a:cubicBezTo>
                    <a:pt x="104" y="8"/>
                    <a:pt x="104" y="8"/>
                    <a:pt x="104" y="8"/>
                  </a:cubicBezTo>
                  <a:cubicBezTo>
                    <a:pt x="104" y="4"/>
                    <a:pt x="101" y="0"/>
                    <a:pt x="96" y="0"/>
                  </a:cubicBezTo>
                  <a:cubicBezTo>
                    <a:pt x="45" y="0"/>
                    <a:pt x="45" y="0"/>
                    <a:pt x="45" y="0"/>
                  </a:cubicBezTo>
                  <a:cubicBezTo>
                    <a:pt x="41" y="0"/>
                    <a:pt x="37" y="4"/>
                    <a:pt x="37" y="8"/>
                  </a:cubicBezTo>
                  <a:cubicBezTo>
                    <a:pt x="37" y="26"/>
                    <a:pt x="37" y="26"/>
                    <a:pt x="37" y="26"/>
                  </a:cubicBezTo>
                  <a:cubicBezTo>
                    <a:pt x="33" y="29"/>
                    <a:pt x="29" y="33"/>
                    <a:pt x="25" y="38"/>
                  </a:cubicBezTo>
                  <a:cubicBezTo>
                    <a:pt x="8" y="38"/>
                    <a:pt x="8" y="38"/>
                    <a:pt x="8" y="38"/>
                  </a:cubicBezTo>
                  <a:cubicBezTo>
                    <a:pt x="3" y="38"/>
                    <a:pt x="0" y="41"/>
                    <a:pt x="0" y="46"/>
                  </a:cubicBezTo>
                  <a:cubicBezTo>
                    <a:pt x="0" y="96"/>
                    <a:pt x="0" y="96"/>
                    <a:pt x="0" y="96"/>
                  </a:cubicBezTo>
                  <a:cubicBezTo>
                    <a:pt x="0" y="101"/>
                    <a:pt x="3" y="105"/>
                    <a:pt x="8" y="105"/>
                  </a:cubicBezTo>
                  <a:cubicBezTo>
                    <a:pt x="25" y="105"/>
                    <a:pt x="25" y="105"/>
                    <a:pt x="25" y="105"/>
                  </a:cubicBezTo>
                  <a:cubicBezTo>
                    <a:pt x="29" y="109"/>
                    <a:pt x="33" y="113"/>
                    <a:pt x="37" y="116"/>
                  </a:cubicBezTo>
                  <a:cubicBezTo>
                    <a:pt x="37" y="134"/>
                    <a:pt x="37" y="134"/>
                    <a:pt x="37" y="134"/>
                  </a:cubicBezTo>
                  <a:cubicBezTo>
                    <a:pt x="37" y="138"/>
                    <a:pt x="41" y="142"/>
                    <a:pt x="45" y="142"/>
                  </a:cubicBezTo>
                  <a:cubicBezTo>
                    <a:pt x="58" y="142"/>
                    <a:pt x="58" y="142"/>
                    <a:pt x="58" y="142"/>
                  </a:cubicBezTo>
                  <a:cubicBezTo>
                    <a:pt x="60" y="142"/>
                    <a:pt x="61" y="141"/>
                    <a:pt x="61" y="140"/>
                  </a:cubicBezTo>
                  <a:cubicBezTo>
                    <a:pt x="61" y="138"/>
                    <a:pt x="60" y="137"/>
                    <a:pt x="58" y="137"/>
                  </a:cubicBezTo>
                  <a:cubicBezTo>
                    <a:pt x="45" y="137"/>
                    <a:pt x="45" y="137"/>
                    <a:pt x="45" y="137"/>
                  </a:cubicBezTo>
                  <a:cubicBezTo>
                    <a:pt x="44" y="137"/>
                    <a:pt x="43" y="135"/>
                    <a:pt x="43" y="134"/>
                  </a:cubicBezTo>
                  <a:cubicBezTo>
                    <a:pt x="43" y="120"/>
                    <a:pt x="43" y="120"/>
                    <a:pt x="43" y="120"/>
                  </a:cubicBezTo>
                  <a:cubicBezTo>
                    <a:pt x="51" y="125"/>
                    <a:pt x="61" y="128"/>
                    <a:pt x="71" y="128"/>
                  </a:cubicBezTo>
                  <a:cubicBezTo>
                    <a:pt x="81" y="128"/>
                    <a:pt x="91" y="125"/>
                    <a:pt x="99" y="120"/>
                  </a:cubicBezTo>
                  <a:cubicBezTo>
                    <a:pt x="99" y="134"/>
                    <a:pt x="99" y="134"/>
                    <a:pt x="99" y="134"/>
                  </a:cubicBezTo>
                  <a:cubicBezTo>
                    <a:pt x="99" y="135"/>
                    <a:pt x="98" y="137"/>
                    <a:pt x="96" y="137"/>
                  </a:cubicBezTo>
                  <a:cubicBezTo>
                    <a:pt x="83" y="137"/>
                    <a:pt x="83" y="137"/>
                    <a:pt x="83" y="137"/>
                  </a:cubicBezTo>
                  <a:cubicBezTo>
                    <a:pt x="82" y="137"/>
                    <a:pt x="81" y="138"/>
                    <a:pt x="81" y="139"/>
                  </a:cubicBezTo>
                  <a:cubicBezTo>
                    <a:pt x="80" y="141"/>
                    <a:pt x="82" y="142"/>
                    <a:pt x="83" y="142"/>
                  </a:cubicBezTo>
                  <a:cubicBezTo>
                    <a:pt x="96" y="142"/>
                    <a:pt x="96" y="142"/>
                    <a:pt x="96" y="142"/>
                  </a:cubicBezTo>
                  <a:cubicBezTo>
                    <a:pt x="101" y="142"/>
                    <a:pt x="104" y="138"/>
                    <a:pt x="104" y="134"/>
                  </a:cubicBezTo>
                  <a:cubicBezTo>
                    <a:pt x="104" y="116"/>
                    <a:pt x="104" y="116"/>
                    <a:pt x="104" y="116"/>
                  </a:cubicBezTo>
                  <a:cubicBezTo>
                    <a:pt x="109" y="113"/>
                    <a:pt x="113" y="109"/>
                    <a:pt x="116" y="105"/>
                  </a:cubicBezTo>
                  <a:cubicBezTo>
                    <a:pt x="134" y="105"/>
                    <a:pt x="134" y="105"/>
                    <a:pt x="134" y="105"/>
                  </a:cubicBezTo>
                  <a:cubicBezTo>
                    <a:pt x="138" y="105"/>
                    <a:pt x="142" y="101"/>
                    <a:pt x="142" y="96"/>
                  </a:cubicBezTo>
                  <a:cubicBezTo>
                    <a:pt x="142" y="46"/>
                    <a:pt x="142" y="46"/>
                    <a:pt x="142" y="46"/>
                  </a:cubicBezTo>
                  <a:cubicBezTo>
                    <a:pt x="142" y="41"/>
                    <a:pt x="138" y="38"/>
                    <a:pt x="134" y="38"/>
                  </a:cubicBezTo>
                  <a:close/>
                  <a:moveTo>
                    <a:pt x="45" y="5"/>
                  </a:moveTo>
                  <a:cubicBezTo>
                    <a:pt x="96" y="5"/>
                    <a:pt x="96" y="5"/>
                    <a:pt x="96" y="5"/>
                  </a:cubicBezTo>
                  <a:cubicBezTo>
                    <a:pt x="98" y="5"/>
                    <a:pt x="99" y="7"/>
                    <a:pt x="99" y="8"/>
                  </a:cubicBezTo>
                  <a:cubicBezTo>
                    <a:pt x="99" y="22"/>
                    <a:pt x="99" y="22"/>
                    <a:pt x="99" y="22"/>
                  </a:cubicBezTo>
                  <a:cubicBezTo>
                    <a:pt x="91" y="17"/>
                    <a:pt x="81" y="14"/>
                    <a:pt x="71" y="14"/>
                  </a:cubicBezTo>
                  <a:cubicBezTo>
                    <a:pt x="61" y="14"/>
                    <a:pt x="51" y="17"/>
                    <a:pt x="43" y="22"/>
                  </a:cubicBezTo>
                  <a:cubicBezTo>
                    <a:pt x="43" y="8"/>
                    <a:pt x="43" y="8"/>
                    <a:pt x="43" y="8"/>
                  </a:cubicBezTo>
                  <a:cubicBezTo>
                    <a:pt x="43" y="7"/>
                    <a:pt x="44" y="5"/>
                    <a:pt x="45" y="5"/>
                  </a:cubicBezTo>
                  <a:close/>
                  <a:moveTo>
                    <a:pt x="5" y="96"/>
                  </a:moveTo>
                  <a:cubicBezTo>
                    <a:pt x="5" y="46"/>
                    <a:pt x="5" y="46"/>
                    <a:pt x="5" y="46"/>
                  </a:cubicBezTo>
                  <a:cubicBezTo>
                    <a:pt x="5" y="44"/>
                    <a:pt x="6" y="43"/>
                    <a:pt x="8" y="43"/>
                  </a:cubicBezTo>
                  <a:cubicBezTo>
                    <a:pt x="22" y="43"/>
                    <a:pt x="22" y="43"/>
                    <a:pt x="22" y="43"/>
                  </a:cubicBezTo>
                  <a:cubicBezTo>
                    <a:pt x="17" y="51"/>
                    <a:pt x="14" y="61"/>
                    <a:pt x="14" y="71"/>
                  </a:cubicBezTo>
                  <a:cubicBezTo>
                    <a:pt x="14" y="81"/>
                    <a:pt x="17" y="91"/>
                    <a:pt x="22" y="99"/>
                  </a:cubicBezTo>
                  <a:cubicBezTo>
                    <a:pt x="8" y="99"/>
                    <a:pt x="8" y="99"/>
                    <a:pt x="8" y="99"/>
                  </a:cubicBezTo>
                  <a:cubicBezTo>
                    <a:pt x="6" y="99"/>
                    <a:pt x="5" y="98"/>
                    <a:pt x="5" y="96"/>
                  </a:cubicBezTo>
                  <a:close/>
                  <a:moveTo>
                    <a:pt x="71" y="122"/>
                  </a:moveTo>
                  <a:cubicBezTo>
                    <a:pt x="43" y="122"/>
                    <a:pt x="20" y="99"/>
                    <a:pt x="20" y="71"/>
                  </a:cubicBezTo>
                  <a:cubicBezTo>
                    <a:pt x="20" y="43"/>
                    <a:pt x="43" y="20"/>
                    <a:pt x="71" y="20"/>
                  </a:cubicBezTo>
                  <a:cubicBezTo>
                    <a:pt x="99" y="20"/>
                    <a:pt x="122" y="43"/>
                    <a:pt x="122" y="71"/>
                  </a:cubicBezTo>
                  <a:cubicBezTo>
                    <a:pt x="122" y="99"/>
                    <a:pt x="99" y="122"/>
                    <a:pt x="71" y="122"/>
                  </a:cubicBezTo>
                  <a:close/>
                  <a:moveTo>
                    <a:pt x="134" y="99"/>
                  </a:moveTo>
                  <a:cubicBezTo>
                    <a:pt x="120" y="99"/>
                    <a:pt x="120" y="99"/>
                    <a:pt x="120" y="99"/>
                  </a:cubicBezTo>
                  <a:cubicBezTo>
                    <a:pt x="125" y="91"/>
                    <a:pt x="127" y="81"/>
                    <a:pt x="127" y="71"/>
                  </a:cubicBezTo>
                  <a:cubicBezTo>
                    <a:pt x="127" y="61"/>
                    <a:pt x="125" y="51"/>
                    <a:pt x="120" y="43"/>
                  </a:cubicBezTo>
                  <a:cubicBezTo>
                    <a:pt x="134" y="43"/>
                    <a:pt x="134" y="43"/>
                    <a:pt x="134" y="43"/>
                  </a:cubicBezTo>
                  <a:cubicBezTo>
                    <a:pt x="135" y="43"/>
                    <a:pt x="136" y="44"/>
                    <a:pt x="136" y="46"/>
                  </a:cubicBezTo>
                  <a:cubicBezTo>
                    <a:pt x="136" y="96"/>
                    <a:pt x="136" y="96"/>
                    <a:pt x="136" y="96"/>
                  </a:cubicBezTo>
                  <a:cubicBezTo>
                    <a:pt x="136" y="98"/>
                    <a:pt x="135" y="99"/>
                    <a:pt x="134" y="9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5" name="Google Shape;1055;p27"/>
            <p:cNvSpPr/>
            <p:nvPr/>
          </p:nvSpPr>
          <p:spPr>
            <a:xfrm>
              <a:off x="5727671" y="2436108"/>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56" name="Google Shape;1056;p27"/>
          <p:cNvGrpSpPr/>
          <p:nvPr/>
        </p:nvGrpSpPr>
        <p:grpSpPr>
          <a:xfrm>
            <a:off x="7111362" y="2062751"/>
            <a:ext cx="384598" cy="329807"/>
            <a:chOff x="7146781" y="2092617"/>
            <a:chExt cx="394136" cy="337987"/>
          </a:xfrm>
        </p:grpSpPr>
        <p:sp>
          <p:nvSpPr>
            <p:cNvPr id="1057" name="Google Shape;1057;p27"/>
            <p:cNvSpPr/>
            <p:nvPr/>
          </p:nvSpPr>
          <p:spPr>
            <a:xfrm>
              <a:off x="7146781" y="2092617"/>
              <a:ext cx="394136" cy="337987"/>
            </a:xfrm>
            <a:custGeom>
              <a:rect b="b" l="l" r="r" t="t"/>
              <a:pathLst>
                <a:path extrusionOk="0" h="129" w="151">
                  <a:moveTo>
                    <a:pt x="76" y="129"/>
                  </a:moveTo>
                  <a:cubicBezTo>
                    <a:pt x="74" y="129"/>
                    <a:pt x="72" y="129"/>
                    <a:pt x="70" y="127"/>
                  </a:cubicBezTo>
                  <a:cubicBezTo>
                    <a:pt x="17" y="74"/>
                    <a:pt x="17" y="74"/>
                    <a:pt x="17" y="74"/>
                  </a:cubicBezTo>
                  <a:cubicBezTo>
                    <a:pt x="1" y="58"/>
                    <a:pt x="0" y="32"/>
                    <a:pt x="16" y="15"/>
                  </a:cubicBezTo>
                  <a:cubicBezTo>
                    <a:pt x="16" y="14"/>
                    <a:pt x="17" y="14"/>
                    <a:pt x="17" y="13"/>
                  </a:cubicBezTo>
                  <a:cubicBezTo>
                    <a:pt x="26" y="5"/>
                    <a:pt x="38" y="0"/>
                    <a:pt x="51" y="1"/>
                  </a:cubicBezTo>
                  <a:cubicBezTo>
                    <a:pt x="60" y="2"/>
                    <a:pt x="69" y="6"/>
                    <a:pt x="76" y="12"/>
                  </a:cubicBezTo>
                  <a:cubicBezTo>
                    <a:pt x="83" y="5"/>
                    <a:pt x="92" y="2"/>
                    <a:pt x="101" y="1"/>
                  </a:cubicBezTo>
                  <a:cubicBezTo>
                    <a:pt x="114" y="0"/>
                    <a:pt x="126" y="5"/>
                    <a:pt x="134" y="13"/>
                  </a:cubicBezTo>
                  <a:cubicBezTo>
                    <a:pt x="135" y="14"/>
                    <a:pt x="135" y="14"/>
                    <a:pt x="136" y="15"/>
                  </a:cubicBezTo>
                  <a:cubicBezTo>
                    <a:pt x="151" y="32"/>
                    <a:pt x="151" y="58"/>
                    <a:pt x="134" y="74"/>
                  </a:cubicBezTo>
                  <a:cubicBezTo>
                    <a:pt x="120" y="89"/>
                    <a:pt x="120" y="89"/>
                    <a:pt x="120" y="89"/>
                  </a:cubicBezTo>
                  <a:cubicBezTo>
                    <a:pt x="119" y="90"/>
                    <a:pt x="117" y="90"/>
                    <a:pt x="116" y="89"/>
                  </a:cubicBezTo>
                  <a:cubicBezTo>
                    <a:pt x="115" y="88"/>
                    <a:pt x="115" y="86"/>
                    <a:pt x="116" y="85"/>
                  </a:cubicBezTo>
                  <a:cubicBezTo>
                    <a:pt x="130" y="70"/>
                    <a:pt x="130" y="70"/>
                    <a:pt x="130" y="70"/>
                  </a:cubicBezTo>
                  <a:cubicBezTo>
                    <a:pt x="145" y="56"/>
                    <a:pt x="145" y="33"/>
                    <a:pt x="132" y="19"/>
                  </a:cubicBezTo>
                  <a:cubicBezTo>
                    <a:pt x="131" y="18"/>
                    <a:pt x="131" y="18"/>
                    <a:pt x="130" y="17"/>
                  </a:cubicBezTo>
                  <a:cubicBezTo>
                    <a:pt x="123" y="10"/>
                    <a:pt x="112" y="6"/>
                    <a:pt x="102" y="7"/>
                  </a:cubicBezTo>
                  <a:cubicBezTo>
                    <a:pt x="93" y="7"/>
                    <a:pt x="84" y="11"/>
                    <a:pt x="78" y="17"/>
                  </a:cubicBezTo>
                  <a:cubicBezTo>
                    <a:pt x="77" y="18"/>
                    <a:pt x="75" y="18"/>
                    <a:pt x="74" y="17"/>
                  </a:cubicBezTo>
                  <a:cubicBezTo>
                    <a:pt x="68" y="11"/>
                    <a:pt x="59" y="7"/>
                    <a:pt x="51" y="7"/>
                  </a:cubicBezTo>
                  <a:cubicBezTo>
                    <a:pt x="40" y="6"/>
                    <a:pt x="29" y="10"/>
                    <a:pt x="21" y="17"/>
                  </a:cubicBezTo>
                  <a:cubicBezTo>
                    <a:pt x="21" y="18"/>
                    <a:pt x="20" y="18"/>
                    <a:pt x="20" y="19"/>
                  </a:cubicBezTo>
                  <a:cubicBezTo>
                    <a:pt x="6" y="33"/>
                    <a:pt x="7" y="56"/>
                    <a:pt x="21" y="70"/>
                  </a:cubicBezTo>
                  <a:cubicBezTo>
                    <a:pt x="74" y="123"/>
                    <a:pt x="74" y="123"/>
                    <a:pt x="74" y="123"/>
                  </a:cubicBezTo>
                  <a:cubicBezTo>
                    <a:pt x="75" y="124"/>
                    <a:pt x="77" y="124"/>
                    <a:pt x="78" y="123"/>
                  </a:cubicBezTo>
                  <a:cubicBezTo>
                    <a:pt x="98" y="103"/>
                    <a:pt x="98" y="103"/>
                    <a:pt x="98" y="103"/>
                  </a:cubicBezTo>
                  <a:cubicBezTo>
                    <a:pt x="99" y="101"/>
                    <a:pt x="101" y="101"/>
                    <a:pt x="102" y="103"/>
                  </a:cubicBezTo>
                  <a:cubicBezTo>
                    <a:pt x="103" y="104"/>
                    <a:pt x="103" y="105"/>
                    <a:pt x="102" y="106"/>
                  </a:cubicBezTo>
                  <a:cubicBezTo>
                    <a:pt x="82" y="127"/>
                    <a:pt x="82" y="127"/>
                    <a:pt x="82" y="127"/>
                  </a:cubicBezTo>
                  <a:cubicBezTo>
                    <a:pt x="80" y="129"/>
                    <a:pt x="78" y="129"/>
                    <a:pt x="76" y="12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8" name="Google Shape;1058;p27"/>
            <p:cNvSpPr/>
            <p:nvPr/>
          </p:nvSpPr>
          <p:spPr>
            <a:xfrm>
              <a:off x="7287701" y="2160875"/>
              <a:ext cx="114498" cy="180553"/>
            </a:xfrm>
            <a:custGeom>
              <a:rect b="b" l="l" r="r" t="t"/>
              <a:pathLst>
                <a:path extrusionOk="0" h="69" w="44">
                  <a:moveTo>
                    <a:pt x="11" y="69"/>
                  </a:moveTo>
                  <a:cubicBezTo>
                    <a:pt x="11" y="69"/>
                    <a:pt x="10" y="69"/>
                    <a:pt x="9" y="69"/>
                  </a:cubicBezTo>
                  <a:cubicBezTo>
                    <a:pt x="8" y="68"/>
                    <a:pt x="7" y="66"/>
                    <a:pt x="7" y="64"/>
                  </a:cubicBezTo>
                  <a:cubicBezTo>
                    <a:pt x="12" y="38"/>
                    <a:pt x="12" y="38"/>
                    <a:pt x="12" y="38"/>
                  </a:cubicBezTo>
                  <a:cubicBezTo>
                    <a:pt x="5" y="38"/>
                    <a:pt x="5" y="38"/>
                    <a:pt x="5" y="38"/>
                  </a:cubicBezTo>
                  <a:cubicBezTo>
                    <a:pt x="3" y="38"/>
                    <a:pt x="2" y="37"/>
                    <a:pt x="1" y="36"/>
                  </a:cubicBezTo>
                  <a:cubicBezTo>
                    <a:pt x="0" y="34"/>
                    <a:pt x="0" y="32"/>
                    <a:pt x="1" y="30"/>
                  </a:cubicBezTo>
                  <a:cubicBezTo>
                    <a:pt x="29" y="2"/>
                    <a:pt x="29" y="2"/>
                    <a:pt x="29" y="2"/>
                  </a:cubicBezTo>
                  <a:cubicBezTo>
                    <a:pt x="30" y="0"/>
                    <a:pt x="32" y="0"/>
                    <a:pt x="34" y="1"/>
                  </a:cubicBezTo>
                  <a:cubicBezTo>
                    <a:pt x="36" y="2"/>
                    <a:pt x="37" y="3"/>
                    <a:pt x="36" y="5"/>
                  </a:cubicBezTo>
                  <a:cubicBezTo>
                    <a:pt x="32" y="32"/>
                    <a:pt x="32" y="32"/>
                    <a:pt x="32" y="32"/>
                  </a:cubicBezTo>
                  <a:cubicBezTo>
                    <a:pt x="39" y="32"/>
                    <a:pt x="39" y="32"/>
                    <a:pt x="39" y="32"/>
                  </a:cubicBezTo>
                  <a:cubicBezTo>
                    <a:pt x="40" y="32"/>
                    <a:pt x="42" y="33"/>
                    <a:pt x="43" y="34"/>
                  </a:cubicBezTo>
                  <a:cubicBezTo>
                    <a:pt x="44" y="36"/>
                    <a:pt x="44" y="38"/>
                    <a:pt x="42" y="39"/>
                  </a:cubicBezTo>
                  <a:cubicBezTo>
                    <a:pt x="15" y="68"/>
                    <a:pt x="15" y="68"/>
                    <a:pt x="15" y="68"/>
                  </a:cubicBezTo>
                  <a:cubicBezTo>
                    <a:pt x="14" y="69"/>
                    <a:pt x="13" y="69"/>
                    <a:pt x="11" y="69"/>
                  </a:cubicBezTo>
                  <a:close/>
                  <a:moveTo>
                    <a:pt x="7" y="32"/>
                  </a:moveTo>
                  <a:cubicBezTo>
                    <a:pt x="13" y="32"/>
                    <a:pt x="13" y="32"/>
                    <a:pt x="13" y="32"/>
                  </a:cubicBezTo>
                  <a:cubicBezTo>
                    <a:pt x="14" y="32"/>
                    <a:pt x="15" y="32"/>
                    <a:pt x="15" y="33"/>
                  </a:cubicBezTo>
                  <a:cubicBezTo>
                    <a:pt x="17" y="34"/>
                    <a:pt x="18" y="35"/>
                    <a:pt x="17" y="37"/>
                  </a:cubicBezTo>
                  <a:cubicBezTo>
                    <a:pt x="13" y="61"/>
                    <a:pt x="13" y="61"/>
                    <a:pt x="13" y="61"/>
                  </a:cubicBezTo>
                  <a:cubicBezTo>
                    <a:pt x="36" y="38"/>
                    <a:pt x="36" y="38"/>
                    <a:pt x="36" y="38"/>
                  </a:cubicBezTo>
                  <a:cubicBezTo>
                    <a:pt x="31" y="38"/>
                    <a:pt x="31" y="38"/>
                    <a:pt x="31" y="38"/>
                  </a:cubicBezTo>
                  <a:cubicBezTo>
                    <a:pt x="30" y="38"/>
                    <a:pt x="29" y="37"/>
                    <a:pt x="28" y="37"/>
                  </a:cubicBezTo>
                  <a:cubicBezTo>
                    <a:pt x="27" y="36"/>
                    <a:pt x="26" y="34"/>
                    <a:pt x="26" y="33"/>
                  </a:cubicBezTo>
                  <a:cubicBezTo>
                    <a:pt x="30" y="8"/>
                    <a:pt x="30" y="8"/>
                    <a:pt x="30" y="8"/>
                  </a:cubicBezTo>
                  <a:lnTo>
                    <a:pt x="7" y="32"/>
                  </a:lnTo>
                  <a:close/>
                  <a:moveTo>
                    <a:pt x="39" y="38"/>
                  </a:moveTo>
                  <a:cubicBezTo>
                    <a:pt x="39" y="38"/>
                    <a:pt x="39" y="38"/>
                    <a:pt x="39"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9" name="Google Shape;1059;p27"/>
            <p:cNvSpPr/>
            <p:nvPr/>
          </p:nvSpPr>
          <p:spPr>
            <a:xfrm>
              <a:off x="7423116" y="2335923"/>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60" name="Google Shape;1060;p27"/>
          <p:cNvGrpSpPr/>
          <p:nvPr/>
        </p:nvGrpSpPr>
        <p:grpSpPr>
          <a:xfrm>
            <a:off x="4768324" y="2071345"/>
            <a:ext cx="362038" cy="319051"/>
            <a:chOff x="4745635" y="2101425"/>
            <a:chExt cx="371016" cy="326963"/>
          </a:xfrm>
        </p:grpSpPr>
        <p:sp>
          <p:nvSpPr>
            <p:cNvPr id="1061" name="Google Shape;1061;p27"/>
            <p:cNvSpPr/>
            <p:nvPr/>
          </p:nvSpPr>
          <p:spPr>
            <a:xfrm>
              <a:off x="4745635" y="2101425"/>
              <a:ext cx="371016" cy="323675"/>
            </a:xfrm>
            <a:custGeom>
              <a:rect b="b" l="l" r="r" t="t"/>
              <a:pathLst>
                <a:path extrusionOk="0" h="124" w="142">
                  <a:moveTo>
                    <a:pt x="131" y="15"/>
                  </a:moveTo>
                  <a:cubicBezTo>
                    <a:pt x="100" y="15"/>
                    <a:pt x="100" y="15"/>
                    <a:pt x="100" y="15"/>
                  </a:cubicBezTo>
                  <a:cubicBezTo>
                    <a:pt x="100" y="8"/>
                    <a:pt x="100" y="8"/>
                    <a:pt x="100" y="8"/>
                  </a:cubicBezTo>
                  <a:cubicBezTo>
                    <a:pt x="100" y="3"/>
                    <a:pt x="96" y="0"/>
                    <a:pt x="91" y="0"/>
                  </a:cubicBezTo>
                  <a:cubicBezTo>
                    <a:pt x="50" y="0"/>
                    <a:pt x="50" y="0"/>
                    <a:pt x="50" y="0"/>
                  </a:cubicBezTo>
                  <a:cubicBezTo>
                    <a:pt x="46" y="0"/>
                    <a:pt x="42" y="3"/>
                    <a:pt x="42" y="8"/>
                  </a:cubicBezTo>
                  <a:cubicBezTo>
                    <a:pt x="42" y="15"/>
                    <a:pt x="42" y="15"/>
                    <a:pt x="42" y="15"/>
                  </a:cubicBezTo>
                  <a:cubicBezTo>
                    <a:pt x="11" y="15"/>
                    <a:pt x="11" y="15"/>
                    <a:pt x="11" y="15"/>
                  </a:cubicBezTo>
                  <a:cubicBezTo>
                    <a:pt x="5" y="15"/>
                    <a:pt x="0" y="20"/>
                    <a:pt x="0" y="26"/>
                  </a:cubicBezTo>
                  <a:cubicBezTo>
                    <a:pt x="0" y="121"/>
                    <a:pt x="0" y="121"/>
                    <a:pt x="0" y="121"/>
                  </a:cubicBezTo>
                  <a:cubicBezTo>
                    <a:pt x="0" y="123"/>
                    <a:pt x="1" y="124"/>
                    <a:pt x="2" y="124"/>
                  </a:cubicBezTo>
                  <a:cubicBezTo>
                    <a:pt x="99" y="124"/>
                    <a:pt x="99" y="124"/>
                    <a:pt x="99" y="124"/>
                  </a:cubicBezTo>
                  <a:cubicBezTo>
                    <a:pt x="99" y="124"/>
                    <a:pt x="100" y="124"/>
                    <a:pt x="100" y="124"/>
                  </a:cubicBezTo>
                  <a:cubicBezTo>
                    <a:pt x="102" y="122"/>
                    <a:pt x="101" y="119"/>
                    <a:pt x="98" y="119"/>
                  </a:cubicBezTo>
                  <a:cubicBezTo>
                    <a:pt x="7" y="119"/>
                    <a:pt x="7" y="119"/>
                    <a:pt x="7" y="119"/>
                  </a:cubicBezTo>
                  <a:cubicBezTo>
                    <a:pt x="6" y="119"/>
                    <a:pt x="5" y="118"/>
                    <a:pt x="5" y="117"/>
                  </a:cubicBezTo>
                  <a:cubicBezTo>
                    <a:pt x="5" y="47"/>
                    <a:pt x="5" y="47"/>
                    <a:pt x="5" y="47"/>
                  </a:cubicBezTo>
                  <a:cubicBezTo>
                    <a:pt x="21" y="47"/>
                    <a:pt x="21" y="47"/>
                    <a:pt x="21" y="47"/>
                  </a:cubicBezTo>
                  <a:cubicBezTo>
                    <a:pt x="21" y="48"/>
                    <a:pt x="21" y="48"/>
                    <a:pt x="21" y="48"/>
                  </a:cubicBezTo>
                  <a:cubicBezTo>
                    <a:pt x="21" y="51"/>
                    <a:pt x="23" y="54"/>
                    <a:pt x="26" y="54"/>
                  </a:cubicBezTo>
                  <a:cubicBezTo>
                    <a:pt x="37" y="54"/>
                    <a:pt x="37" y="54"/>
                    <a:pt x="37" y="54"/>
                  </a:cubicBezTo>
                  <a:cubicBezTo>
                    <a:pt x="39" y="54"/>
                    <a:pt x="41" y="52"/>
                    <a:pt x="41" y="50"/>
                  </a:cubicBezTo>
                  <a:cubicBezTo>
                    <a:pt x="41" y="47"/>
                    <a:pt x="41" y="47"/>
                    <a:pt x="41" y="47"/>
                  </a:cubicBezTo>
                  <a:cubicBezTo>
                    <a:pt x="101" y="47"/>
                    <a:pt x="101" y="47"/>
                    <a:pt x="101" y="47"/>
                  </a:cubicBezTo>
                  <a:cubicBezTo>
                    <a:pt x="101" y="50"/>
                    <a:pt x="101" y="50"/>
                    <a:pt x="101" y="50"/>
                  </a:cubicBezTo>
                  <a:cubicBezTo>
                    <a:pt x="101" y="52"/>
                    <a:pt x="102" y="54"/>
                    <a:pt x="104" y="54"/>
                  </a:cubicBezTo>
                  <a:cubicBezTo>
                    <a:pt x="115" y="54"/>
                    <a:pt x="115" y="54"/>
                    <a:pt x="115" y="54"/>
                  </a:cubicBezTo>
                  <a:cubicBezTo>
                    <a:pt x="118" y="54"/>
                    <a:pt x="121" y="51"/>
                    <a:pt x="121" y="48"/>
                  </a:cubicBezTo>
                  <a:cubicBezTo>
                    <a:pt x="121" y="47"/>
                    <a:pt x="121" y="47"/>
                    <a:pt x="121" y="47"/>
                  </a:cubicBezTo>
                  <a:cubicBezTo>
                    <a:pt x="136" y="47"/>
                    <a:pt x="136" y="47"/>
                    <a:pt x="136" y="47"/>
                  </a:cubicBezTo>
                  <a:cubicBezTo>
                    <a:pt x="136" y="117"/>
                    <a:pt x="136" y="117"/>
                    <a:pt x="136" y="117"/>
                  </a:cubicBezTo>
                  <a:cubicBezTo>
                    <a:pt x="136" y="118"/>
                    <a:pt x="136" y="119"/>
                    <a:pt x="135" y="119"/>
                  </a:cubicBezTo>
                  <a:cubicBezTo>
                    <a:pt x="122" y="119"/>
                    <a:pt x="122" y="119"/>
                    <a:pt x="122" y="119"/>
                  </a:cubicBezTo>
                  <a:cubicBezTo>
                    <a:pt x="122" y="119"/>
                    <a:pt x="122" y="119"/>
                    <a:pt x="122" y="119"/>
                  </a:cubicBezTo>
                  <a:cubicBezTo>
                    <a:pt x="119" y="121"/>
                    <a:pt x="121" y="124"/>
                    <a:pt x="123" y="124"/>
                  </a:cubicBezTo>
                  <a:cubicBezTo>
                    <a:pt x="139" y="124"/>
                    <a:pt x="139" y="124"/>
                    <a:pt x="139" y="124"/>
                  </a:cubicBezTo>
                  <a:cubicBezTo>
                    <a:pt x="141" y="124"/>
                    <a:pt x="142" y="123"/>
                    <a:pt x="142" y="121"/>
                  </a:cubicBezTo>
                  <a:cubicBezTo>
                    <a:pt x="142" y="26"/>
                    <a:pt x="142" y="26"/>
                    <a:pt x="142" y="26"/>
                  </a:cubicBezTo>
                  <a:cubicBezTo>
                    <a:pt x="142" y="20"/>
                    <a:pt x="137" y="15"/>
                    <a:pt x="131" y="15"/>
                  </a:cubicBezTo>
                  <a:close/>
                  <a:moveTo>
                    <a:pt x="50" y="5"/>
                  </a:moveTo>
                  <a:cubicBezTo>
                    <a:pt x="91" y="5"/>
                    <a:pt x="91" y="5"/>
                    <a:pt x="91" y="5"/>
                  </a:cubicBezTo>
                  <a:cubicBezTo>
                    <a:pt x="93" y="5"/>
                    <a:pt x="94" y="7"/>
                    <a:pt x="94" y="8"/>
                  </a:cubicBezTo>
                  <a:cubicBezTo>
                    <a:pt x="94" y="15"/>
                    <a:pt x="94" y="15"/>
                    <a:pt x="94" y="15"/>
                  </a:cubicBezTo>
                  <a:cubicBezTo>
                    <a:pt x="47" y="15"/>
                    <a:pt x="47" y="15"/>
                    <a:pt x="47" y="15"/>
                  </a:cubicBezTo>
                  <a:cubicBezTo>
                    <a:pt x="47" y="8"/>
                    <a:pt x="47" y="8"/>
                    <a:pt x="47" y="8"/>
                  </a:cubicBezTo>
                  <a:cubicBezTo>
                    <a:pt x="47" y="7"/>
                    <a:pt x="49" y="5"/>
                    <a:pt x="50" y="5"/>
                  </a:cubicBezTo>
                  <a:close/>
                  <a:moveTo>
                    <a:pt x="35" y="48"/>
                  </a:moveTo>
                  <a:cubicBezTo>
                    <a:pt x="26" y="48"/>
                    <a:pt x="26" y="48"/>
                    <a:pt x="26" y="48"/>
                  </a:cubicBezTo>
                  <a:cubicBezTo>
                    <a:pt x="26" y="39"/>
                    <a:pt x="26" y="39"/>
                    <a:pt x="26" y="39"/>
                  </a:cubicBezTo>
                  <a:cubicBezTo>
                    <a:pt x="35" y="39"/>
                    <a:pt x="35" y="39"/>
                    <a:pt x="35" y="39"/>
                  </a:cubicBezTo>
                  <a:cubicBezTo>
                    <a:pt x="35" y="44"/>
                    <a:pt x="35" y="44"/>
                    <a:pt x="35" y="44"/>
                  </a:cubicBezTo>
                  <a:cubicBezTo>
                    <a:pt x="35" y="44"/>
                    <a:pt x="35" y="44"/>
                    <a:pt x="35" y="44"/>
                  </a:cubicBezTo>
                  <a:cubicBezTo>
                    <a:pt x="35" y="44"/>
                    <a:pt x="35" y="44"/>
                    <a:pt x="35" y="44"/>
                  </a:cubicBezTo>
                  <a:cubicBezTo>
                    <a:pt x="35" y="48"/>
                    <a:pt x="35" y="48"/>
                    <a:pt x="35" y="48"/>
                  </a:cubicBezTo>
                  <a:cubicBezTo>
                    <a:pt x="35" y="48"/>
                    <a:pt x="35" y="48"/>
                    <a:pt x="35" y="48"/>
                  </a:cubicBezTo>
                  <a:close/>
                  <a:moveTo>
                    <a:pt x="115" y="48"/>
                  </a:moveTo>
                  <a:cubicBezTo>
                    <a:pt x="106" y="48"/>
                    <a:pt x="106" y="48"/>
                    <a:pt x="106" y="48"/>
                  </a:cubicBezTo>
                  <a:cubicBezTo>
                    <a:pt x="106" y="39"/>
                    <a:pt x="106" y="39"/>
                    <a:pt x="106" y="39"/>
                  </a:cubicBezTo>
                  <a:cubicBezTo>
                    <a:pt x="115" y="39"/>
                    <a:pt x="115" y="39"/>
                    <a:pt x="115" y="39"/>
                  </a:cubicBezTo>
                  <a:cubicBezTo>
                    <a:pt x="115" y="44"/>
                    <a:pt x="115" y="44"/>
                    <a:pt x="115" y="44"/>
                  </a:cubicBezTo>
                  <a:cubicBezTo>
                    <a:pt x="115" y="44"/>
                    <a:pt x="115" y="44"/>
                    <a:pt x="115" y="44"/>
                  </a:cubicBezTo>
                  <a:cubicBezTo>
                    <a:pt x="115" y="44"/>
                    <a:pt x="115" y="44"/>
                    <a:pt x="116" y="44"/>
                  </a:cubicBezTo>
                  <a:cubicBezTo>
                    <a:pt x="116" y="48"/>
                    <a:pt x="116" y="48"/>
                    <a:pt x="116" y="48"/>
                  </a:cubicBezTo>
                  <a:cubicBezTo>
                    <a:pt x="115" y="48"/>
                    <a:pt x="115" y="48"/>
                    <a:pt x="115" y="48"/>
                  </a:cubicBezTo>
                  <a:close/>
                  <a:moveTo>
                    <a:pt x="121" y="41"/>
                  </a:moveTo>
                  <a:cubicBezTo>
                    <a:pt x="121" y="39"/>
                    <a:pt x="121" y="39"/>
                    <a:pt x="121" y="39"/>
                  </a:cubicBezTo>
                  <a:cubicBezTo>
                    <a:pt x="121" y="36"/>
                    <a:pt x="119" y="34"/>
                    <a:pt x="116" y="34"/>
                  </a:cubicBezTo>
                  <a:cubicBezTo>
                    <a:pt x="106" y="34"/>
                    <a:pt x="106" y="34"/>
                    <a:pt x="106" y="34"/>
                  </a:cubicBezTo>
                  <a:cubicBezTo>
                    <a:pt x="103" y="34"/>
                    <a:pt x="101" y="36"/>
                    <a:pt x="101" y="39"/>
                  </a:cubicBezTo>
                  <a:cubicBezTo>
                    <a:pt x="101" y="41"/>
                    <a:pt x="101" y="41"/>
                    <a:pt x="101" y="41"/>
                  </a:cubicBezTo>
                  <a:cubicBezTo>
                    <a:pt x="41" y="41"/>
                    <a:pt x="41" y="41"/>
                    <a:pt x="41" y="41"/>
                  </a:cubicBezTo>
                  <a:cubicBezTo>
                    <a:pt x="41" y="39"/>
                    <a:pt x="41" y="39"/>
                    <a:pt x="41" y="39"/>
                  </a:cubicBezTo>
                  <a:cubicBezTo>
                    <a:pt x="41" y="36"/>
                    <a:pt x="38" y="34"/>
                    <a:pt x="35" y="34"/>
                  </a:cubicBezTo>
                  <a:cubicBezTo>
                    <a:pt x="26" y="34"/>
                    <a:pt x="26" y="34"/>
                    <a:pt x="26" y="34"/>
                  </a:cubicBezTo>
                  <a:cubicBezTo>
                    <a:pt x="23" y="34"/>
                    <a:pt x="20" y="36"/>
                    <a:pt x="20" y="39"/>
                  </a:cubicBezTo>
                  <a:cubicBezTo>
                    <a:pt x="20" y="41"/>
                    <a:pt x="20" y="41"/>
                    <a:pt x="20" y="41"/>
                  </a:cubicBezTo>
                  <a:cubicBezTo>
                    <a:pt x="5" y="41"/>
                    <a:pt x="5" y="41"/>
                    <a:pt x="5" y="41"/>
                  </a:cubicBezTo>
                  <a:cubicBezTo>
                    <a:pt x="5" y="26"/>
                    <a:pt x="5" y="26"/>
                    <a:pt x="5" y="26"/>
                  </a:cubicBezTo>
                  <a:cubicBezTo>
                    <a:pt x="5" y="23"/>
                    <a:pt x="8" y="21"/>
                    <a:pt x="11" y="21"/>
                  </a:cubicBezTo>
                  <a:cubicBezTo>
                    <a:pt x="131" y="21"/>
                    <a:pt x="131" y="21"/>
                    <a:pt x="131" y="21"/>
                  </a:cubicBezTo>
                  <a:cubicBezTo>
                    <a:pt x="134" y="21"/>
                    <a:pt x="136" y="23"/>
                    <a:pt x="136" y="26"/>
                  </a:cubicBezTo>
                  <a:cubicBezTo>
                    <a:pt x="136" y="41"/>
                    <a:pt x="136" y="41"/>
                    <a:pt x="136" y="41"/>
                  </a:cubicBezTo>
                  <a:lnTo>
                    <a:pt x="121" y="4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2" name="Google Shape;1062;p27"/>
            <p:cNvSpPr/>
            <p:nvPr/>
          </p:nvSpPr>
          <p:spPr>
            <a:xfrm>
              <a:off x="4868940" y="2263262"/>
              <a:ext cx="125507" cy="123305"/>
            </a:xfrm>
            <a:custGeom>
              <a:rect b="b" l="l" r="r" t="t"/>
              <a:pathLst>
                <a:path extrusionOk="0" h="47" w="48">
                  <a:moveTo>
                    <a:pt x="19" y="47"/>
                  </a:move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ubicBezTo>
                    <a:pt x="15" y="32"/>
                    <a:pt x="15" y="32"/>
                    <a:pt x="15" y="32"/>
                  </a:cubicBezTo>
                  <a:cubicBezTo>
                    <a:pt x="15" y="43"/>
                    <a:pt x="15" y="43"/>
                    <a:pt x="15" y="43"/>
                  </a:cubicBezTo>
                  <a:cubicBezTo>
                    <a:pt x="15" y="45"/>
                    <a:pt x="17" y="47"/>
                    <a:pt x="19" y="47"/>
                  </a:cubicBezTo>
                  <a:close/>
                  <a:moveTo>
                    <a:pt x="5" y="27"/>
                  </a:moveTo>
                  <a:cubicBezTo>
                    <a:pt x="5" y="20"/>
                    <a:pt x="5" y="20"/>
                    <a:pt x="5" y="20"/>
                  </a:cubicBezTo>
                  <a:cubicBezTo>
                    <a:pt x="18" y="20"/>
                    <a:pt x="18" y="20"/>
                    <a:pt x="18" y="20"/>
                  </a:cubicBezTo>
                  <a:cubicBezTo>
                    <a:pt x="19" y="20"/>
                    <a:pt x="20" y="19"/>
                    <a:pt x="20" y="18"/>
                  </a:cubicBezTo>
                  <a:cubicBezTo>
                    <a:pt x="20" y="5"/>
                    <a:pt x="20" y="5"/>
                    <a:pt x="20"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30"/>
                  </a:cubicBezTo>
                  <a:cubicBezTo>
                    <a:pt x="27" y="42"/>
                    <a:pt x="27" y="42"/>
                    <a:pt x="27" y="42"/>
                  </a:cubicBezTo>
                  <a:cubicBezTo>
                    <a:pt x="20" y="42"/>
                    <a:pt x="20" y="42"/>
                    <a:pt x="20" y="42"/>
                  </a:cubicBezTo>
                  <a:cubicBezTo>
                    <a:pt x="20" y="30"/>
                    <a:pt x="20" y="30"/>
                    <a:pt x="20" y="30"/>
                  </a:cubicBezTo>
                  <a:cubicBezTo>
                    <a:pt x="20" y="28"/>
                    <a:pt x="19" y="27"/>
                    <a:pt x="18" y="27"/>
                  </a:cubicBezTo>
                  <a:lnTo>
                    <a:pt x="5" y="2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3" name="Google Shape;1063;p27"/>
            <p:cNvSpPr/>
            <p:nvPr/>
          </p:nvSpPr>
          <p:spPr>
            <a:xfrm>
              <a:off x="5027475" y="2411888"/>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64" name="Google Shape;1064;p27"/>
          <p:cNvGrpSpPr/>
          <p:nvPr/>
        </p:nvGrpSpPr>
        <p:grpSpPr>
          <a:xfrm>
            <a:off x="3977105" y="2078865"/>
            <a:ext cx="362038" cy="301083"/>
            <a:chOff x="3940849" y="2109131"/>
            <a:chExt cx="371016" cy="308550"/>
          </a:xfrm>
        </p:grpSpPr>
        <p:sp>
          <p:nvSpPr>
            <p:cNvPr id="1065" name="Google Shape;1065;p27"/>
            <p:cNvSpPr/>
            <p:nvPr/>
          </p:nvSpPr>
          <p:spPr>
            <a:xfrm>
              <a:off x="3940849" y="2109131"/>
              <a:ext cx="371016" cy="308261"/>
            </a:xfrm>
            <a:custGeom>
              <a:rect b="b" l="l" r="r" t="t"/>
              <a:pathLst>
                <a:path extrusionOk="0" h="118" w="142">
                  <a:moveTo>
                    <a:pt x="128" y="16"/>
                  </a:moveTo>
                  <a:cubicBezTo>
                    <a:pt x="100" y="16"/>
                    <a:pt x="100" y="16"/>
                    <a:pt x="100" y="16"/>
                  </a:cubicBezTo>
                  <a:cubicBezTo>
                    <a:pt x="100" y="8"/>
                    <a:pt x="100" y="8"/>
                    <a:pt x="100" y="8"/>
                  </a:cubicBezTo>
                  <a:cubicBezTo>
                    <a:pt x="100" y="4"/>
                    <a:pt x="96" y="0"/>
                    <a:pt x="91" y="0"/>
                  </a:cubicBezTo>
                  <a:cubicBezTo>
                    <a:pt x="50" y="0"/>
                    <a:pt x="50" y="0"/>
                    <a:pt x="50" y="0"/>
                  </a:cubicBezTo>
                  <a:cubicBezTo>
                    <a:pt x="46" y="0"/>
                    <a:pt x="42" y="4"/>
                    <a:pt x="42" y="8"/>
                  </a:cubicBezTo>
                  <a:cubicBezTo>
                    <a:pt x="42" y="16"/>
                    <a:pt x="42" y="16"/>
                    <a:pt x="42" y="16"/>
                  </a:cubicBezTo>
                  <a:cubicBezTo>
                    <a:pt x="14" y="16"/>
                    <a:pt x="14" y="16"/>
                    <a:pt x="14" y="16"/>
                  </a:cubicBezTo>
                  <a:cubicBezTo>
                    <a:pt x="6" y="16"/>
                    <a:pt x="0" y="22"/>
                    <a:pt x="0" y="30"/>
                  </a:cubicBezTo>
                  <a:cubicBezTo>
                    <a:pt x="0" y="115"/>
                    <a:pt x="0" y="115"/>
                    <a:pt x="0" y="115"/>
                  </a:cubicBezTo>
                  <a:cubicBezTo>
                    <a:pt x="0" y="117"/>
                    <a:pt x="1" y="118"/>
                    <a:pt x="2" y="118"/>
                  </a:cubicBezTo>
                  <a:cubicBezTo>
                    <a:pt x="59" y="118"/>
                    <a:pt x="59" y="118"/>
                    <a:pt x="59" y="118"/>
                  </a:cubicBezTo>
                  <a:cubicBezTo>
                    <a:pt x="59" y="118"/>
                    <a:pt x="60" y="118"/>
                    <a:pt x="60" y="118"/>
                  </a:cubicBezTo>
                  <a:cubicBezTo>
                    <a:pt x="62" y="115"/>
                    <a:pt x="61" y="113"/>
                    <a:pt x="58" y="113"/>
                  </a:cubicBezTo>
                  <a:cubicBezTo>
                    <a:pt x="32" y="113"/>
                    <a:pt x="32" y="113"/>
                    <a:pt x="32" y="113"/>
                  </a:cubicBezTo>
                  <a:cubicBezTo>
                    <a:pt x="32" y="101"/>
                    <a:pt x="32" y="101"/>
                    <a:pt x="32" y="101"/>
                  </a:cubicBezTo>
                  <a:cubicBezTo>
                    <a:pt x="32" y="93"/>
                    <a:pt x="26" y="87"/>
                    <a:pt x="18" y="87"/>
                  </a:cubicBezTo>
                  <a:cubicBezTo>
                    <a:pt x="5" y="87"/>
                    <a:pt x="5" y="87"/>
                    <a:pt x="5" y="87"/>
                  </a:cubicBezTo>
                  <a:cubicBezTo>
                    <a:pt x="5" y="42"/>
                    <a:pt x="5" y="42"/>
                    <a:pt x="5" y="42"/>
                  </a:cubicBezTo>
                  <a:cubicBezTo>
                    <a:pt x="18" y="42"/>
                    <a:pt x="18" y="42"/>
                    <a:pt x="18" y="42"/>
                  </a:cubicBezTo>
                  <a:cubicBezTo>
                    <a:pt x="26" y="42"/>
                    <a:pt x="32" y="36"/>
                    <a:pt x="32" y="28"/>
                  </a:cubicBezTo>
                  <a:cubicBezTo>
                    <a:pt x="32" y="22"/>
                    <a:pt x="32" y="22"/>
                    <a:pt x="32" y="22"/>
                  </a:cubicBezTo>
                  <a:cubicBezTo>
                    <a:pt x="109" y="22"/>
                    <a:pt x="109" y="22"/>
                    <a:pt x="109" y="22"/>
                  </a:cubicBezTo>
                  <a:cubicBezTo>
                    <a:pt x="109" y="29"/>
                    <a:pt x="109" y="29"/>
                    <a:pt x="109" y="29"/>
                  </a:cubicBezTo>
                  <a:cubicBezTo>
                    <a:pt x="109" y="36"/>
                    <a:pt x="115" y="42"/>
                    <a:pt x="123" y="42"/>
                  </a:cubicBezTo>
                  <a:cubicBezTo>
                    <a:pt x="136" y="42"/>
                    <a:pt x="136" y="42"/>
                    <a:pt x="136" y="42"/>
                  </a:cubicBezTo>
                  <a:cubicBezTo>
                    <a:pt x="136" y="87"/>
                    <a:pt x="136" y="87"/>
                    <a:pt x="136" y="87"/>
                  </a:cubicBezTo>
                  <a:cubicBezTo>
                    <a:pt x="123" y="87"/>
                    <a:pt x="123" y="87"/>
                    <a:pt x="123" y="87"/>
                  </a:cubicBezTo>
                  <a:cubicBezTo>
                    <a:pt x="115" y="87"/>
                    <a:pt x="109" y="93"/>
                    <a:pt x="109" y="100"/>
                  </a:cubicBezTo>
                  <a:cubicBezTo>
                    <a:pt x="109" y="113"/>
                    <a:pt x="109" y="113"/>
                    <a:pt x="109" y="113"/>
                  </a:cubicBezTo>
                  <a:cubicBezTo>
                    <a:pt x="83" y="113"/>
                    <a:pt x="83" y="113"/>
                    <a:pt x="83" y="113"/>
                  </a:cubicBezTo>
                  <a:cubicBezTo>
                    <a:pt x="82" y="113"/>
                    <a:pt x="81" y="113"/>
                    <a:pt x="81" y="115"/>
                  </a:cubicBezTo>
                  <a:cubicBezTo>
                    <a:pt x="80" y="117"/>
                    <a:pt x="82" y="118"/>
                    <a:pt x="83" y="118"/>
                  </a:cubicBezTo>
                  <a:cubicBezTo>
                    <a:pt x="128" y="118"/>
                    <a:pt x="128" y="118"/>
                    <a:pt x="128" y="118"/>
                  </a:cubicBezTo>
                  <a:cubicBezTo>
                    <a:pt x="136" y="118"/>
                    <a:pt x="142" y="112"/>
                    <a:pt x="142" y="104"/>
                  </a:cubicBezTo>
                  <a:cubicBezTo>
                    <a:pt x="142" y="30"/>
                    <a:pt x="142" y="30"/>
                    <a:pt x="142" y="30"/>
                  </a:cubicBezTo>
                  <a:cubicBezTo>
                    <a:pt x="142" y="22"/>
                    <a:pt x="136" y="16"/>
                    <a:pt x="128" y="16"/>
                  </a:cubicBezTo>
                  <a:close/>
                  <a:moveTo>
                    <a:pt x="50" y="6"/>
                  </a:moveTo>
                  <a:cubicBezTo>
                    <a:pt x="91" y="6"/>
                    <a:pt x="91" y="6"/>
                    <a:pt x="91" y="6"/>
                  </a:cubicBezTo>
                  <a:cubicBezTo>
                    <a:pt x="93" y="6"/>
                    <a:pt x="94" y="7"/>
                    <a:pt x="94" y="8"/>
                  </a:cubicBezTo>
                  <a:cubicBezTo>
                    <a:pt x="94" y="16"/>
                    <a:pt x="94" y="16"/>
                    <a:pt x="94" y="16"/>
                  </a:cubicBezTo>
                  <a:cubicBezTo>
                    <a:pt x="47" y="16"/>
                    <a:pt x="47" y="16"/>
                    <a:pt x="47" y="16"/>
                  </a:cubicBezTo>
                  <a:cubicBezTo>
                    <a:pt x="47" y="8"/>
                    <a:pt x="47" y="8"/>
                    <a:pt x="47" y="8"/>
                  </a:cubicBezTo>
                  <a:cubicBezTo>
                    <a:pt x="47" y="7"/>
                    <a:pt x="49" y="6"/>
                    <a:pt x="50" y="6"/>
                  </a:cubicBezTo>
                  <a:close/>
                  <a:moveTo>
                    <a:pt x="27" y="101"/>
                  </a:moveTo>
                  <a:cubicBezTo>
                    <a:pt x="27" y="113"/>
                    <a:pt x="27" y="113"/>
                    <a:pt x="27" y="113"/>
                  </a:cubicBezTo>
                  <a:cubicBezTo>
                    <a:pt x="14" y="113"/>
                    <a:pt x="14" y="113"/>
                    <a:pt x="14" y="113"/>
                  </a:cubicBezTo>
                  <a:cubicBezTo>
                    <a:pt x="9" y="113"/>
                    <a:pt x="5" y="109"/>
                    <a:pt x="5" y="104"/>
                  </a:cubicBezTo>
                  <a:cubicBezTo>
                    <a:pt x="5" y="92"/>
                    <a:pt x="5" y="92"/>
                    <a:pt x="5" y="92"/>
                  </a:cubicBezTo>
                  <a:cubicBezTo>
                    <a:pt x="18" y="92"/>
                    <a:pt x="18" y="92"/>
                    <a:pt x="18" y="92"/>
                  </a:cubicBezTo>
                  <a:cubicBezTo>
                    <a:pt x="23" y="92"/>
                    <a:pt x="27" y="96"/>
                    <a:pt x="27" y="101"/>
                  </a:cubicBezTo>
                  <a:close/>
                  <a:moveTo>
                    <a:pt x="18" y="37"/>
                  </a:moveTo>
                  <a:cubicBezTo>
                    <a:pt x="5" y="37"/>
                    <a:pt x="5" y="37"/>
                    <a:pt x="5" y="37"/>
                  </a:cubicBezTo>
                  <a:cubicBezTo>
                    <a:pt x="5" y="30"/>
                    <a:pt x="5" y="30"/>
                    <a:pt x="5" y="30"/>
                  </a:cubicBezTo>
                  <a:cubicBezTo>
                    <a:pt x="5" y="26"/>
                    <a:pt x="9" y="22"/>
                    <a:pt x="14" y="22"/>
                  </a:cubicBezTo>
                  <a:cubicBezTo>
                    <a:pt x="27" y="22"/>
                    <a:pt x="27" y="22"/>
                    <a:pt x="27" y="22"/>
                  </a:cubicBezTo>
                  <a:cubicBezTo>
                    <a:pt x="27" y="28"/>
                    <a:pt x="27" y="28"/>
                    <a:pt x="27" y="28"/>
                  </a:cubicBezTo>
                  <a:cubicBezTo>
                    <a:pt x="27" y="33"/>
                    <a:pt x="23" y="37"/>
                    <a:pt x="18" y="37"/>
                  </a:cubicBezTo>
                  <a:close/>
                  <a:moveTo>
                    <a:pt x="115" y="28"/>
                  </a:moveTo>
                  <a:cubicBezTo>
                    <a:pt x="115" y="22"/>
                    <a:pt x="115" y="22"/>
                    <a:pt x="115" y="22"/>
                  </a:cubicBezTo>
                  <a:cubicBezTo>
                    <a:pt x="128" y="22"/>
                    <a:pt x="128" y="22"/>
                    <a:pt x="128" y="22"/>
                  </a:cubicBezTo>
                  <a:cubicBezTo>
                    <a:pt x="133" y="22"/>
                    <a:pt x="136" y="26"/>
                    <a:pt x="136" y="30"/>
                  </a:cubicBezTo>
                  <a:cubicBezTo>
                    <a:pt x="136" y="37"/>
                    <a:pt x="136" y="37"/>
                    <a:pt x="136" y="37"/>
                  </a:cubicBezTo>
                  <a:cubicBezTo>
                    <a:pt x="123" y="37"/>
                    <a:pt x="123" y="37"/>
                    <a:pt x="123" y="37"/>
                  </a:cubicBezTo>
                  <a:cubicBezTo>
                    <a:pt x="119" y="37"/>
                    <a:pt x="115" y="33"/>
                    <a:pt x="115" y="28"/>
                  </a:cubicBezTo>
                  <a:close/>
                  <a:moveTo>
                    <a:pt x="128" y="113"/>
                  </a:moveTo>
                  <a:cubicBezTo>
                    <a:pt x="115" y="113"/>
                    <a:pt x="115" y="113"/>
                    <a:pt x="115" y="113"/>
                  </a:cubicBezTo>
                  <a:cubicBezTo>
                    <a:pt x="115" y="101"/>
                    <a:pt x="115" y="101"/>
                    <a:pt x="115" y="101"/>
                  </a:cubicBezTo>
                  <a:cubicBezTo>
                    <a:pt x="115" y="96"/>
                    <a:pt x="119" y="92"/>
                    <a:pt x="123" y="92"/>
                  </a:cubicBezTo>
                  <a:cubicBezTo>
                    <a:pt x="136" y="92"/>
                    <a:pt x="136" y="92"/>
                    <a:pt x="136" y="92"/>
                  </a:cubicBezTo>
                  <a:cubicBezTo>
                    <a:pt x="136" y="104"/>
                    <a:pt x="136" y="104"/>
                    <a:pt x="136" y="104"/>
                  </a:cubicBezTo>
                  <a:cubicBezTo>
                    <a:pt x="136" y="109"/>
                    <a:pt x="133" y="113"/>
                    <a:pt x="128" y="1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6" name="Google Shape;1066;p27"/>
            <p:cNvSpPr/>
            <p:nvPr/>
          </p:nvSpPr>
          <p:spPr>
            <a:xfrm>
              <a:off x="4064154" y="2219224"/>
              <a:ext cx="125507" cy="125506"/>
            </a:xfrm>
            <a:custGeom>
              <a:rect b="b" l="l" r="r" t="t"/>
              <a:pathLst>
                <a:path extrusionOk="0" h="48" w="48">
                  <a:moveTo>
                    <a:pt x="33" y="43"/>
                  </a:move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2" y="15"/>
                    <a:pt x="32" y="15"/>
                    <a:pt x="32" y="15"/>
                  </a:cubicBezTo>
                  <a:cubicBezTo>
                    <a:pt x="32" y="5"/>
                    <a:pt x="32" y="5"/>
                    <a:pt x="32" y="5"/>
                  </a:cubicBezTo>
                  <a:cubicBezTo>
                    <a:pt x="32" y="2"/>
                    <a:pt x="30" y="0"/>
                    <a:pt x="28" y="0"/>
                  </a:cubicBez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8"/>
                    <a:pt x="0" y="28"/>
                    <a:pt x="0" y="28"/>
                  </a:cubicBezTo>
                  <a:cubicBezTo>
                    <a:pt x="0" y="31"/>
                    <a:pt x="2" y="33"/>
                    <a:pt x="4"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lose/>
                  <a:moveTo>
                    <a:pt x="27" y="30"/>
                  </a:moveTo>
                  <a:cubicBezTo>
                    <a:pt x="27" y="42"/>
                    <a:pt x="27" y="42"/>
                    <a:pt x="27" y="42"/>
                  </a:cubicBezTo>
                  <a:cubicBezTo>
                    <a:pt x="20" y="42"/>
                    <a:pt x="20" y="42"/>
                    <a:pt x="20" y="42"/>
                  </a:cubicBezTo>
                  <a:cubicBezTo>
                    <a:pt x="20" y="30"/>
                    <a:pt x="20" y="30"/>
                    <a:pt x="20" y="30"/>
                  </a:cubicBezTo>
                  <a:cubicBezTo>
                    <a:pt x="20" y="28"/>
                    <a:pt x="19" y="27"/>
                    <a:pt x="18" y="27"/>
                  </a:cubicBezTo>
                  <a:cubicBezTo>
                    <a:pt x="5" y="27"/>
                    <a:pt x="5" y="27"/>
                    <a:pt x="5" y="27"/>
                  </a:cubicBezTo>
                  <a:cubicBezTo>
                    <a:pt x="5" y="21"/>
                    <a:pt x="5" y="21"/>
                    <a:pt x="5" y="21"/>
                  </a:cubicBezTo>
                  <a:cubicBezTo>
                    <a:pt x="18" y="21"/>
                    <a:pt x="18" y="21"/>
                    <a:pt x="18" y="21"/>
                  </a:cubicBezTo>
                  <a:cubicBezTo>
                    <a:pt x="19" y="21"/>
                    <a:pt x="20" y="19"/>
                    <a:pt x="20" y="18"/>
                  </a:cubicBezTo>
                  <a:cubicBezTo>
                    <a:pt x="20" y="6"/>
                    <a:pt x="20" y="6"/>
                    <a:pt x="20"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7" name="Google Shape;1067;p27"/>
            <p:cNvSpPr/>
            <p:nvPr/>
          </p:nvSpPr>
          <p:spPr>
            <a:xfrm>
              <a:off x="4030025" y="2185096"/>
              <a:ext cx="193765" cy="193764"/>
            </a:xfrm>
            <a:custGeom>
              <a:rect b="b" l="l" r="r" t="t"/>
              <a:pathLst>
                <a:path extrusionOk="0" h="74" w="74">
                  <a:moveTo>
                    <a:pt x="74" y="37"/>
                  </a:moveTo>
                  <a:cubicBezTo>
                    <a:pt x="74" y="17"/>
                    <a:pt x="57" y="0"/>
                    <a:pt x="37" y="0"/>
                  </a:cubicBezTo>
                  <a:cubicBezTo>
                    <a:pt x="17" y="0"/>
                    <a:pt x="0" y="17"/>
                    <a:pt x="0" y="37"/>
                  </a:cubicBezTo>
                  <a:cubicBezTo>
                    <a:pt x="0" y="57"/>
                    <a:pt x="17" y="74"/>
                    <a:pt x="37" y="74"/>
                  </a:cubicBezTo>
                  <a:cubicBezTo>
                    <a:pt x="57" y="74"/>
                    <a:pt x="74" y="57"/>
                    <a:pt x="74" y="37"/>
                  </a:cubicBezTo>
                  <a:close/>
                  <a:moveTo>
                    <a:pt x="6" y="37"/>
                  </a:moveTo>
                  <a:cubicBezTo>
                    <a:pt x="6" y="20"/>
                    <a:pt x="20" y="6"/>
                    <a:pt x="37" y="6"/>
                  </a:cubicBezTo>
                  <a:cubicBezTo>
                    <a:pt x="54" y="6"/>
                    <a:pt x="68" y="20"/>
                    <a:pt x="68" y="37"/>
                  </a:cubicBezTo>
                  <a:cubicBezTo>
                    <a:pt x="68" y="54"/>
                    <a:pt x="54" y="68"/>
                    <a:pt x="37" y="68"/>
                  </a:cubicBezTo>
                  <a:cubicBezTo>
                    <a:pt x="20" y="68"/>
                    <a:pt x="6" y="54"/>
                    <a:pt x="6" y="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8" name="Google Shape;1068;p27"/>
            <p:cNvSpPr/>
            <p:nvPr/>
          </p:nvSpPr>
          <p:spPr>
            <a:xfrm>
              <a:off x="4119201" y="2404181"/>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69" name="Google Shape;1069;p27"/>
          <p:cNvGrpSpPr/>
          <p:nvPr/>
        </p:nvGrpSpPr>
        <p:grpSpPr>
          <a:xfrm>
            <a:off x="1607211" y="2055231"/>
            <a:ext cx="362038" cy="348069"/>
            <a:chOff x="1558419" y="2084911"/>
            <a:chExt cx="371016" cy="356702"/>
          </a:xfrm>
        </p:grpSpPr>
        <p:sp>
          <p:nvSpPr>
            <p:cNvPr id="1070" name="Google Shape;1070;p27"/>
            <p:cNvSpPr/>
            <p:nvPr/>
          </p:nvSpPr>
          <p:spPr>
            <a:xfrm>
              <a:off x="1681724" y="2119039"/>
              <a:ext cx="125507" cy="125506"/>
            </a:xfrm>
            <a:custGeom>
              <a:rect b="b" l="l" r="r" t="t"/>
              <a:pathLst>
                <a:path extrusionOk="0" h="48" w="48">
                  <a:moveTo>
                    <a:pt x="15" y="33"/>
                  </a:move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1"/>
                    <a:pt x="2" y="33"/>
                    <a:pt x="5" y="33"/>
                  </a:cubicBezTo>
                  <a:lnTo>
                    <a:pt x="15" y="33"/>
                  </a:lnTo>
                  <a:close/>
                  <a:moveTo>
                    <a:pt x="6" y="21"/>
                  </a:move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lnTo>
                    <a:pt x="6" y="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1" name="Google Shape;1071;p27"/>
            <p:cNvSpPr/>
            <p:nvPr/>
          </p:nvSpPr>
          <p:spPr>
            <a:xfrm>
              <a:off x="1639888" y="2084911"/>
              <a:ext cx="209178" cy="193764"/>
            </a:xfrm>
            <a:custGeom>
              <a:rect b="b" l="l" r="r" t="t"/>
              <a:pathLst>
                <a:path extrusionOk="0" h="74" w="80">
                  <a:moveTo>
                    <a:pt x="40" y="74"/>
                  </a:moveTo>
                  <a:cubicBezTo>
                    <a:pt x="49" y="74"/>
                    <a:pt x="59" y="70"/>
                    <a:pt x="66" y="63"/>
                  </a:cubicBezTo>
                  <a:cubicBezTo>
                    <a:pt x="80" y="48"/>
                    <a:pt x="80" y="25"/>
                    <a:pt x="66" y="11"/>
                  </a:cubicBezTo>
                  <a:cubicBezTo>
                    <a:pt x="59" y="4"/>
                    <a:pt x="50" y="0"/>
                    <a:pt x="40" y="0"/>
                  </a:cubicBezTo>
                  <a:cubicBezTo>
                    <a:pt x="30" y="0"/>
                    <a:pt x="21" y="4"/>
                    <a:pt x="14" y="11"/>
                  </a:cubicBezTo>
                  <a:cubicBezTo>
                    <a:pt x="0" y="25"/>
                    <a:pt x="0" y="48"/>
                    <a:pt x="14" y="63"/>
                  </a:cubicBezTo>
                  <a:cubicBezTo>
                    <a:pt x="21" y="70"/>
                    <a:pt x="31" y="74"/>
                    <a:pt x="40" y="74"/>
                  </a:cubicBezTo>
                  <a:close/>
                  <a:moveTo>
                    <a:pt x="18" y="15"/>
                  </a:moveTo>
                  <a:cubicBezTo>
                    <a:pt x="24" y="9"/>
                    <a:pt x="32" y="6"/>
                    <a:pt x="40" y="6"/>
                  </a:cubicBezTo>
                  <a:cubicBezTo>
                    <a:pt x="48" y="6"/>
                    <a:pt x="56" y="9"/>
                    <a:pt x="62" y="15"/>
                  </a:cubicBezTo>
                  <a:cubicBezTo>
                    <a:pt x="74" y="27"/>
                    <a:pt x="74" y="47"/>
                    <a:pt x="62" y="59"/>
                  </a:cubicBezTo>
                  <a:cubicBezTo>
                    <a:pt x="50" y="71"/>
                    <a:pt x="30" y="71"/>
                    <a:pt x="18" y="59"/>
                  </a:cubicBezTo>
                  <a:cubicBezTo>
                    <a:pt x="6" y="47"/>
                    <a:pt x="6" y="27"/>
                    <a:pt x="18"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2" name="Google Shape;1072;p27"/>
            <p:cNvSpPr/>
            <p:nvPr/>
          </p:nvSpPr>
          <p:spPr>
            <a:xfrm>
              <a:off x="1558419" y="2255555"/>
              <a:ext cx="371016" cy="186058"/>
            </a:xfrm>
            <a:custGeom>
              <a:rect b="b" l="l" r="r" t="t"/>
              <a:pathLst>
                <a:path extrusionOk="0" h="71" w="142">
                  <a:moveTo>
                    <a:pt x="136" y="14"/>
                  </a:moveTo>
                  <a:cubicBezTo>
                    <a:pt x="130" y="14"/>
                    <a:pt x="130" y="14"/>
                    <a:pt x="130" y="14"/>
                  </a:cubicBezTo>
                  <a:cubicBezTo>
                    <a:pt x="127" y="14"/>
                    <a:pt x="124" y="17"/>
                    <a:pt x="124" y="20"/>
                  </a:cubicBezTo>
                  <a:cubicBezTo>
                    <a:pt x="124" y="24"/>
                    <a:pt x="124" y="24"/>
                    <a:pt x="124" y="24"/>
                  </a:cubicBezTo>
                  <a:cubicBezTo>
                    <a:pt x="51" y="24"/>
                    <a:pt x="51" y="24"/>
                    <a:pt x="51" y="24"/>
                  </a:cubicBezTo>
                  <a:cubicBezTo>
                    <a:pt x="52" y="23"/>
                    <a:pt x="52" y="21"/>
                    <a:pt x="52" y="20"/>
                  </a:cubicBezTo>
                  <a:cubicBezTo>
                    <a:pt x="52" y="14"/>
                    <a:pt x="48" y="10"/>
                    <a:pt x="43" y="10"/>
                  </a:cubicBezTo>
                  <a:cubicBezTo>
                    <a:pt x="17" y="10"/>
                    <a:pt x="17" y="10"/>
                    <a:pt x="17" y="10"/>
                  </a:cubicBezTo>
                  <a:cubicBezTo>
                    <a:pt x="17" y="5"/>
                    <a:pt x="17" y="5"/>
                    <a:pt x="17" y="5"/>
                  </a:cubicBezTo>
                  <a:cubicBezTo>
                    <a:pt x="17" y="2"/>
                    <a:pt x="15" y="0"/>
                    <a:pt x="12" y="0"/>
                  </a:cubicBezTo>
                  <a:cubicBezTo>
                    <a:pt x="5" y="0"/>
                    <a:pt x="5" y="0"/>
                    <a:pt x="5" y="0"/>
                  </a:cubicBezTo>
                  <a:cubicBezTo>
                    <a:pt x="2" y="0"/>
                    <a:pt x="0" y="2"/>
                    <a:pt x="0" y="5"/>
                  </a:cubicBezTo>
                  <a:cubicBezTo>
                    <a:pt x="0" y="66"/>
                    <a:pt x="0" y="66"/>
                    <a:pt x="0" y="66"/>
                  </a:cubicBezTo>
                  <a:cubicBezTo>
                    <a:pt x="0" y="69"/>
                    <a:pt x="2" y="71"/>
                    <a:pt x="5" y="71"/>
                  </a:cubicBezTo>
                  <a:cubicBezTo>
                    <a:pt x="12" y="71"/>
                    <a:pt x="12" y="71"/>
                    <a:pt x="12" y="71"/>
                  </a:cubicBezTo>
                  <a:cubicBezTo>
                    <a:pt x="15" y="71"/>
                    <a:pt x="17" y="69"/>
                    <a:pt x="17" y="66"/>
                  </a:cubicBezTo>
                  <a:cubicBezTo>
                    <a:pt x="17" y="61"/>
                    <a:pt x="17" y="61"/>
                    <a:pt x="17" y="61"/>
                  </a:cubicBezTo>
                  <a:cubicBezTo>
                    <a:pt x="81" y="61"/>
                    <a:pt x="81" y="61"/>
                    <a:pt x="81" y="61"/>
                  </a:cubicBezTo>
                  <a:cubicBezTo>
                    <a:pt x="82" y="61"/>
                    <a:pt x="84" y="60"/>
                    <a:pt x="84" y="58"/>
                  </a:cubicBezTo>
                  <a:cubicBezTo>
                    <a:pt x="84" y="57"/>
                    <a:pt x="83" y="55"/>
                    <a:pt x="81" y="55"/>
                  </a:cubicBezTo>
                  <a:cubicBezTo>
                    <a:pt x="65" y="55"/>
                    <a:pt x="65" y="55"/>
                    <a:pt x="65" y="55"/>
                  </a:cubicBezTo>
                  <a:cubicBezTo>
                    <a:pt x="65" y="30"/>
                    <a:pt x="65" y="30"/>
                    <a:pt x="65" y="30"/>
                  </a:cubicBezTo>
                  <a:cubicBezTo>
                    <a:pt x="124" y="30"/>
                    <a:pt x="124" y="30"/>
                    <a:pt x="124" y="30"/>
                  </a:cubicBezTo>
                  <a:cubicBezTo>
                    <a:pt x="124" y="55"/>
                    <a:pt x="124" y="55"/>
                    <a:pt x="124" y="55"/>
                  </a:cubicBezTo>
                  <a:cubicBezTo>
                    <a:pt x="106" y="55"/>
                    <a:pt x="106" y="55"/>
                    <a:pt x="106" y="55"/>
                  </a:cubicBezTo>
                  <a:cubicBezTo>
                    <a:pt x="105" y="55"/>
                    <a:pt x="104" y="56"/>
                    <a:pt x="103" y="58"/>
                  </a:cubicBezTo>
                  <a:cubicBezTo>
                    <a:pt x="103" y="59"/>
                    <a:pt x="105" y="61"/>
                    <a:pt x="106" y="61"/>
                  </a:cubicBezTo>
                  <a:cubicBezTo>
                    <a:pt x="124" y="61"/>
                    <a:pt x="124" y="61"/>
                    <a:pt x="124" y="61"/>
                  </a:cubicBezTo>
                  <a:cubicBezTo>
                    <a:pt x="124" y="66"/>
                    <a:pt x="124" y="66"/>
                    <a:pt x="124" y="66"/>
                  </a:cubicBezTo>
                  <a:cubicBezTo>
                    <a:pt x="124" y="69"/>
                    <a:pt x="127" y="71"/>
                    <a:pt x="130" y="71"/>
                  </a:cubicBezTo>
                  <a:cubicBezTo>
                    <a:pt x="136" y="71"/>
                    <a:pt x="136" y="71"/>
                    <a:pt x="136" y="71"/>
                  </a:cubicBezTo>
                  <a:cubicBezTo>
                    <a:pt x="140" y="71"/>
                    <a:pt x="142" y="69"/>
                    <a:pt x="142" y="66"/>
                  </a:cubicBezTo>
                  <a:cubicBezTo>
                    <a:pt x="142" y="20"/>
                    <a:pt x="142" y="20"/>
                    <a:pt x="142" y="20"/>
                  </a:cubicBezTo>
                  <a:cubicBezTo>
                    <a:pt x="142" y="17"/>
                    <a:pt x="139" y="14"/>
                    <a:pt x="136" y="14"/>
                  </a:cubicBezTo>
                  <a:close/>
                  <a:moveTo>
                    <a:pt x="43" y="16"/>
                  </a:moveTo>
                  <a:cubicBezTo>
                    <a:pt x="45" y="16"/>
                    <a:pt x="47" y="18"/>
                    <a:pt x="47" y="20"/>
                  </a:cubicBezTo>
                  <a:cubicBezTo>
                    <a:pt x="47" y="22"/>
                    <a:pt x="45" y="24"/>
                    <a:pt x="43" y="24"/>
                  </a:cubicBezTo>
                  <a:cubicBezTo>
                    <a:pt x="17" y="24"/>
                    <a:pt x="17" y="24"/>
                    <a:pt x="17" y="24"/>
                  </a:cubicBezTo>
                  <a:cubicBezTo>
                    <a:pt x="17" y="16"/>
                    <a:pt x="17" y="16"/>
                    <a:pt x="17" y="16"/>
                  </a:cubicBezTo>
                  <a:cubicBezTo>
                    <a:pt x="43" y="16"/>
                    <a:pt x="43" y="16"/>
                    <a:pt x="43" y="16"/>
                  </a:cubicBezTo>
                  <a:close/>
                  <a:moveTo>
                    <a:pt x="12" y="66"/>
                  </a:moveTo>
                  <a:cubicBezTo>
                    <a:pt x="5" y="66"/>
                    <a:pt x="5" y="66"/>
                    <a:pt x="5" y="66"/>
                  </a:cubicBezTo>
                  <a:cubicBezTo>
                    <a:pt x="5" y="5"/>
                    <a:pt x="5" y="5"/>
                    <a:pt x="5" y="5"/>
                  </a:cubicBezTo>
                  <a:cubicBezTo>
                    <a:pt x="12" y="5"/>
                    <a:pt x="12" y="5"/>
                    <a:pt x="12" y="5"/>
                  </a:cubicBezTo>
                  <a:cubicBezTo>
                    <a:pt x="12" y="66"/>
                    <a:pt x="12" y="66"/>
                    <a:pt x="12" y="66"/>
                  </a:cubicBezTo>
                  <a:cubicBezTo>
                    <a:pt x="12" y="66"/>
                    <a:pt x="12" y="66"/>
                    <a:pt x="12" y="66"/>
                  </a:cubicBezTo>
                  <a:close/>
                  <a:moveTo>
                    <a:pt x="17" y="55"/>
                  </a:moveTo>
                  <a:cubicBezTo>
                    <a:pt x="17" y="30"/>
                    <a:pt x="17" y="30"/>
                    <a:pt x="17" y="30"/>
                  </a:cubicBezTo>
                  <a:cubicBezTo>
                    <a:pt x="47" y="30"/>
                    <a:pt x="47" y="30"/>
                    <a:pt x="47" y="30"/>
                  </a:cubicBezTo>
                  <a:cubicBezTo>
                    <a:pt x="47" y="55"/>
                    <a:pt x="47" y="55"/>
                    <a:pt x="47" y="55"/>
                  </a:cubicBezTo>
                  <a:lnTo>
                    <a:pt x="17" y="55"/>
                  </a:lnTo>
                  <a:close/>
                  <a:moveTo>
                    <a:pt x="59" y="55"/>
                  </a:moveTo>
                  <a:cubicBezTo>
                    <a:pt x="52" y="55"/>
                    <a:pt x="52" y="55"/>
                    <a:pt x="52" y="55"/>
                  </a:cubicBezTo>
                  <a:cubicBezTo>
                    <a:pt x="52" y="30"/>
                    <a:pt x="52" y="30"/>
                    <a:pt x="52" y="30"/>
                  </a:cubicBezTo>
                  <a:cubicBezTo>
                    <a:pt x="59" y="30"/>
                    <a:pt x="59" y="30"/>
                    <a:pt x="59" y="30"/>
                  </a:cubicBezTo>
                  <a:lnTo>
                    <a:pt x="59" y="55"/>
                  </a:lnTo>
                  <a:close/>
                  <a:moveTo>
                    <a:pt x="136" y="66"/>
                  </a:moveTo>
                  <a:cubicBezTo>
                    <a:pt x="130" y="66"/>
                    <a:pt x="130" y="66"/>
                    <a:pt x="130" y="66"/>
                  </a:cubicBezTo>
                  <a:cubicBezTo>
                    <a:pt x="130" y="20"/>
                    <a:pt x="130" y="20"/>
                    <a:pt x="130" y="20"/>
                  </a:cubicBezTo>
                  <a:cubicBezTo>
                    <a:pt x="136" y="20"/>
                    <a:pt x="136" y="20"/>
                    <a:pt x="136" y="20"/>
                  </a:cubicBezTo>
                  <a:cubicBezTo>
                    <a:pt x="136" y="66"/>
                    <a:pt x="136" y="66"/>
                    <a:pt x="136" y="66"/>
                  </a:cubicBezTo>
                  <a:cubicBezTo>
                    <a:pt x="136" y="66"/>
                    <a:pt x="136" y="66"/>
                    <a:pt x="136" y="6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3" name="Google Shape;1073;p27"/>
            <p:cNvSpPr/>
            <p:nvPr/>
          </p:nvSpPr>
          <p:spPr>
            <a:xfrm>
              <a:off x="1796221" y="2399778"/>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74" name="Google Shape;1074;p27"/>
          <p:cNvGrpSpPr/>
          <p:nvPr/>
        </p:nvGrpSpPr>
        <p:grpSpPr>
          <a:xfrm>
            <a:off x="814917" y="1524531"/>
            <a:ext cx="362038" cy="326584"/>
            <a:chOff x="722807" y="1541049"/>
            <a:chExt cx="371016" cy="334684"/>
          </a:xfrm>
        </p:grpSpPr>
        <p:sp>
          <p:nvSpPr>
            <p:cNvPr id="1075" name="Google Shape;1075;p27"/>
            <p:cNvSpPr/>
            <p:nvPr/>
          </p:nvSpPr>
          <p:spPr>
            <a:xfrm>
              <a:off x="722807" y="1541049"/>
              <a:ext cx="371016" cy="334684"/>
            </a:xfrm>
            <a:custGeom>
              <a:rect b="b" l="l" r="r" t="t"/>
              <a:pathLst>
                <a:path extrusionOk="0" h="128" w="142">
                  <a:moveTo>
                    <a:pt x="136" y="53"/>
                  </a:moveTo>
                  <a:cubicBezTo>
                    <a:pt x="104" y="53"/>
                    <a:pt x="104" y="53"/>
                    <a:pt x="104" y="53"/>
                  </a:cubicBezTo>
                  <a:cubicBezTo>
                    <a:pt x="104" y="28"/>
                    <a:pt x="104" y="28"/>
                    <a:pt x="104" y="28"/>
                  </a:cubicBezTo>
                  <a:cubicBezTo>
                    <a:pt x="107" y="28"/>
                    <a:pt x="109" y="26"/>
                    <a:pt x="109" y="23"/>
                  </a:cubicBezTo>
                  <a:cubicBezTo>
                    <a:pt x="109" y="16"/>
                    <a:pt x="109" y="16"/>
                    <a:pt x="109" y="16"/>
                  </a:cubicBezTo>
                  <a:cubicBezTo>
                    <a:pt x="109" y="13"/>
                    <a:pt x="106" y="11"/>
                    <a:pt x="103" y="11"/>
                  </a:cubicBezTo>
                  <a:cubicBezTo>
                    <a:pt x="89" y="11"/>
                    <a:pt x="89" y="11"/>
                    <a:pt x="89" y="11"/>
                  </a:cubicBezTo>
                  <a:cubicBezTo>
                    <a:pt x="89" y="9"/>
                    <a:pt x="89" y="9"/>
                    <a:pt x="89" y="9"/>
                  </a:cubicBezTo>
                  <a:cubicBezTo>
                    <a:pt x="89" y="4"/>
                    <a:pt x="86" y="0"/>
                    <a:pt x="81" y="0"/>
                  </a:cubicBezTo>
                  <a:cubicBezTo>
                    <a:pt x="60" y="0"/>
                    <a:pt x="60" y="0"/>
                    <a:pt x="60" y="0"/>
                  </a:cubicBezTo>
                  <a:cubicBezTo>
                    <a:pt x="56" y="0"/>
                    <a:pt x="52" y="4"/>
                    <a:pt x="52" y="9"/>
                  </a:cubicBezTo>
                  <a:cubicBezTo>
                    <a:pt x="52" y="11"/>
                    <a:pt x="52" y="11"/>
                    <a:pt x="52" y="11"/>
                  </a:cubicBezTo>
                  <a:cubicBezTo>
                    <a:pt x="38" y="11"/>
                    <a:pt x="38" y="11"/>
                    <a:pt x="38" y="11"/>
                  </a:cubicBezTo>
                  <a:cubicBezTo>
                    <a:pt x="35" y="11"/>
                    <a:pt x="32" y="13"/>
                    <a:pt x="32" y="16"/>
                  </a:cubicBezTo>
                  <a:cubicBezTo>
                    <a:pt x="32" y="23"/>
                    <a:pt x="32" y="23"/>
                    <a:pt x="32" y="23"/>
                  </a:cubicBezTo>
                  <a:cubicBezTo>
                    <a:pt x="32" y="26"/>
                    <a:pt x="35" y="28"/>
                    <a:pt x="38" y="28"/>
                  </a:cubicBezTo>
                  <a:cubicBezTo>
                    <a:pt x="38" y="53"/>
                    <a:pt x="38" y="53"/>
                    <a:pt x="38" y="53"/>
                  </a:cubicBezTo>
                  <a:cubicBezTo>
                    <a:pt x="5" y="53"/>
                    <a:pt x="5" y="53"/>
                    <a:pt x="5" y="53"/>
                  </a:cubicBezTo>
                  <a:cubicBezTo>
                    <a:pt x="2" y="53"/>
                    <a:pt x="0" y="55"/>
                    <a:pt x="0" y="58"/>
                  </a:cubicBezTo>
                  <a:cubicBezTo>
                    <a:pt x="0" y="65"/>
                    <a:pt x="0" y="65"/>
                    <a:pt x="0" y="65"/>
                  </a:cubicBezTo>
                  <a:cubicBezTo>
                    <a:pt x="0" y="68"/>
                    <a:pt x="2" y="70"/>
                    <a:pt x="5" y="70"/>
                  </a:cubicBezTo>
                  <a:cubicBezTo>
                    <a:pt x="5" y="122"/>
                    <a:pt x="5" y="122"/>
                    <a:pt x="5" y="122"/>
                  </a:cubicBezTo>
                  <a:cubicBezTo>
                    <a:pt x="5" y="125"/>
                    <a:pt x="8" y="128"/>
                    <a:pt x="11" y="128"/>
                  </a:cubicBezTo>
                  <a:cubicBezTo>
                    <a:pt x="134" y="128"/>
                    <a:pt x="134" y="128"/>
                    <a:pt x="134" y="128"/>
                  </a:cubicBezTo>
                  <a:cubicBezTo>
                    <a:pt x="135" y="128"/>
                    <a:pt x="136" y="127"/>
                    <a:pt x="136" y="125"/>
                  </a:cubicBezTo>
                  <a:cubicBezTo>
                    <a:pt x="136" y="115"/>
                    <a:pt x="136" y="115"/>
                    <a:pt x="136" y="115"/>
                  </a:cubicBezTo>
                  <a:cubicBezTo>
                    <a:pt x="136" y="115"/>
                    <a:pt x="136" y="114"/>
                    <a:pt x="136" y="114"/>
                  </a:cubicBezTo>
                  <a:cubicBezTo>
                    <a:pt x="134" y="112"/>
                    <a:pt x="131" y="114"/>
                    <a:pt x="131" y="116"/>
                  </a:cubicBezTo>
                  <a:cubicBezTo>
                    <a:pt x="131" y="122"/>
                    <a:pt x="131" y="122"/>
                    <a:pt x="131" y="122"/>
                  </a:cubicBezTo>
                  <a:cubicBezTo>
                    <a:pt x="104" y="122"/>
                    <a:pt x="104" y="122"/>
                    <a:pt x="104" y="122"/>
                  </a:cubicBezTo>
                  <a:cubicBezTo>
                    <a:pt x="104" y="70"/>
                    <a:pt x="104" y="70"/>
                    <a:pt x="104" y="70"/>
                  </a:cubicBezTo>
                  <a:cubicBezTo>
                    <a:pt x="131" y="70"/>
                    <a:pt x="131" y="70"/>
                    <a:pt x="131" y="70"/>
                  </a:cubicBezTo>
                  <a:cubicBezTo>
                    <a:pt x="131" y="91"/>
                    <a:pt x="131" y="91"/>
                    <a:pt x="131" y="91"/>
                  </a:cubicBezTo>
                  <a:cubicBezTo>
                    <a:pt x="131" y="92"/>
                    <a:pt x="132" y="93"/>
                    <a:pt x="133" y="94"/>
                  </a:cubicBezTo>
                  <a:cubicBezTo>
                    <a:pt x="135" y="94"/>
                    <a:pt x="136" y="93"/>
                    <a:pt x="136" y="91"/>
                  </a:cubicBezTo>
                  <a:cubicBezTo>
                    <a:pt x="136" y="71"/>
                    <a:pt x="136" y="71"/>
                    <a:pt x="136" y="71"/>
                  </a:cubicBezTo>
                  <a:cubicBezTo>
                    <a:pt x="140" y="70"/>
                    <a:pt x="142" y="68"/>
                    <a:pt x="142" y="65"/>
                  </a:cubicBezTo>
                  <a:cubicBezTo>
                    <a:pt x="142" y="58"/>
                    <a:pt x="142" y="58"/>
                    <a:pt x="142" y="58"/>
                  </a:cubicBezTo>
                  <a:cubicBezTo>
                    <a:pt x="142" y="55"/>
                    <a:pt x="140" y="53"/>
                    <a:pt x="136" y="53"/>
                  </a:cubicBezTo>
                  <a:close/>
                  <a:moveTo>
                    <a:pt x="103" y="16"/>
                  </a:moveTo>
                  <a:cubicBezTo>
                    <a:pt x="103" y="16"/>
                    <a:pt x="103" y="16"/>
                    <a:pt x="103" y="16"/>
                  </a:cubicBezTo>
                  <a:cubicBezTo>
                    <a:pt x="103" y="22"/>
                    <a:pt x="103" y="22"/>
                    <a:pt x="103" y="22"/>
                  </a:cubicBezTo>
                  <a:cubicBezTo>
                    <a:pt x="103" y="22"/>
                    <a:pt x="103" y="23"/>
                    <a:pt x="103" y="23"/>
                  </a:cubicBezTo>
                  <a:cubicBezTo>
                    <a:pt x="89" y="23"/>
                    <a:pt x="89" y="23"/>
                    <a:pt x="89" y="23"/>
                  </a:cubicBezTo>
                  <a:cubicBezTo>
                    <a:pt x="89" y="16"/>
                    <a:pt x="89" y="16"/>
                    <a:pt x="89" y="16"/>
                  </a:cubicBezTo>
                  <a:cubicBezTo>
                    <a:pt x="103" y="16"/>
                    <a:pt x="103" y="16"/>
                    <a:pt x="103" y="16"/>
                  </a:cubicBezTo>
                  <a:close/>
                  <a:moveTo>
                    <a:pt x="60" y="6"/>
                  </a:moveTo>
                  <a:cubicBezTo>
                    <a:pt x="81" y="6"/>
                    <a:pt x="81" y="6"/>
                    <a:pt x="81" y="6"/>
                  </a:cubicBezTo>
                  <a:cubicBezTo>
                    <a:pt x="83" y="6"/>
                    <a:pt x="84" y="7"/>
                    <a:pt x="84" y="9"/>
                  </a:cubicBezTo>
                  <a:cubicBezTo>
                    <a:pt x="84" y="29"/>
                    <a:pt x="84" y="29"/>
                    <a:pt x="84" y="29"/>
                  </a:cubicBezTo>
                  <a:cubicBezTo>
                    <a:pt x="84" y="31"/>
                    <a:pt x="83" y="32"/>
                    <a:pt x="81" y="32"/>
                  </a:cubicBezTo>
                  <a:cubicBezTo>
                    <a:pt x="60" y="32"/>
                    <a:pt x="60" y="32"/>
                    <a:pt x="60" y="32"/>
                  </a:cubicBezTo>
                  <a:cubicBezTo>
                    <a:pt x="59" y="32"/>
                    <a:pt x="57" y="31"/>
                    <a:pt x="57" y="29"/>
                  </a:cubicBezTo>
                  <a:cubicBezTo>
                    <a:pt x="57" y="9"/>
                    <a:pt x="57" y="9"/>
                    <a:pt x="57" y="9"/>
                  </a:cubicBezTo>
                  <a:cubicBezTo>
                    <a:pt x="57" y="7"/>
                    <a:pt x="59" y="6"/>
                    <a:pt x="60" y="6"/>
                  </a:cubicBezTo>
                  <a:close/>
                  <a:moveTo>
                    <a:pt x="38" y="16"/>
                  </a:moveTo>
                  <a:cubicBezTo>
                    <a:pt x="52" y="16"/>
                    <a:pt x="52" y="16"/>
                    <a:pt x="52" y="16"/>
                  </a:cubicBezTo>
                  <a:cubicBezTo>
                    <a:pt x="52" y="23"/>
                    <a:pt x="52" y="23"/>
                    <a:pt x="52" y="23"/>
                  </a:cubicBezTo>
                  <a:cubicBezTo>
                    <a:pt x="38" y="23"/>
                    <a:pt x="38" y="23"/>
                    <a:pt x="38" y="23"/>
                  </a:cubicBezTo>
                  <a:cubicBezTo>
                    <a:pt x="38" y="23"/>
                    <a:pt x="38" y="22"/>
                    <a:pt x="38" y="22"/>
                  </a:cubicBezTo>
                  <a:cubicBezTo>
                    <a:pt x="38" y="16"/>
                    <a:pt x="38" y="16"/>
                    <a:pt x="38" y="16"/>
                  </a:cubicBezTo>
                  <a:cubicBezTo>
                    <a:pt x="38" y="16"/>
                    <a:pt x="38" y="16"/>
                    <a:pt x="38" y="16"/>
                  </a:cubicBezTo>
                  <a:close/>
                  <a:moveTo>
                    <a:pt x="5" y="58"/>
                  </a:moveTo>
                  <a:cubicBezTo>
                    <a:pt x="38" y="58"/>
                    <a:pt x="38" y="58"/>
                    <a:pt x="38" y="58"/>
                  </a:cubicBezTo>
                  <a:cubicBezTo>
                    <a:pt x="38" y="65"/>
                    <a:pt x="38" y="65"/>
                    <a:pt x="38" y="65"/>
                  </a:cubicBezTo>
                  <a:cubicBezTo>
                    <a:pt x="5" y="65"/>
                    <a:pt x="5" y="65"/>
                    <a:pt x="5" y="65"/>
                  </a:cubicBezTo>
                  <a:lnTo>
                    <a:pt x="5" y="58"/>
                  </a:lnTo>
                  <a:close/>
                  <a:moveTo>
                    <a:pt x="38" y="122"/>
                  </a:moveTo>
                  <a:cubicBezTo>
                    <a:pt x="11" y="122"/>
                    <a:pt x="11" y="122"/>
                    <a:pt x="11" y="122"/>
                  </a:cubicBezTo>
                  <a:cubicBezTo>
                    <a:pt x="11" y="70"/>
                    <a:pt x="11" y="70"/>
                    <a:pt x="11" y="70"/>
                  </a:cubicBezTo>
                  <a:cubicBezTo>
                    <a:pt x="38" y="70"/>
                    <a:pt x="38" y="70"/>
                    <a:pt x="38" y="70"/>
                  </a:cubicBezTo>
                  <a:cubicBezTo>
                    <a:pt x="38" y="122"/>
                    <a:pt x="38" y="122"/>
                    <a:pt x="38" y="122"/>
                  </a:cubicBezTo>
                  <a:close/>
                  <a:moveTo>
                    <a:pt x="62" y="122"/>
                  </a:moveTo>
                  <a:cubicBezTo>
                    <a:pt x="62" y="107"/>
                    <a:pt x="62" y="107"/>
                    <a:pt x="62" y="107"/>
                  </a:cubicBezTo>
                  <a:cubicBezTo>
                    <a:pt x="80" y="107"/>
                    <a:pt x="80" y="107"/>
                    <a:pt x="80" y="107"/>
                  </a:cubicBezTo>
                  <a:cubicBezTo>
                    <a:pt x="80" y="122"/>
                    <a:pt x="80" y="122"/>
                    <a:pt x="80" y="122"/>
                  </a:cubicBezTo>
                  <a:lnTo>
                    <a:pt x="62" y="122"/>
                  </a:lnTo>
                  <a:close/>
                  <a:moveTo>
                    <a:pt x="98" y="122"/>
                  </a:moveTo>
                  <a:cubicBezTo>
                    <a:pt x="86" y="122"/>
                    <a:pt x="86" y="122"/>
                    <a:pt x="86" y="122"/>
                  </a:cubicBezTo>
                  <a:cubicBezTo>
                    <a:pt x="86" y="107"/>
                    <a:pt x="86" y="107"/>
                    <a:pt x="86" y="107"/>
                  </a:cubicBezTo>
                  <a:cubicBezTo>
                    <a:pt x="86" y="103"/>
                    <a:pt x="83" y="101"/>
                    <a:pt x="80" y="101"/>
                  </a:cubicBezTo>
                  <a:cubicBezTo>
                    <a:pt x="62" y="101"/>
                    <a:pt x="62" y="101"/>
                    <a:pt x="62" y="101"/>
                  </a:cubicBezTo>
                  <a:cubicBezTo>
                    <a:pt x="59" y="101"/>
                    <a:pt x="56" y="103"/>
                    <a:pt x="56" y="107"/>
                  </a:cubicBezTo>
                  <a:cubicBezTo>
                    <a:pt x="56" y="122"/>
                    <a:pt x="56" y="122"/>
                    <a:pt x="56" y="122"/>
                  </a:cubicBezTo>
                  <a:cubicBezTo>
                    <a:pt x="44" y="122"/>
                    <a:pt x="44" y="122"/>
                    <a:pt x="44" y="122"/>
                  </a:cubicBezTo>
                  <a:cubicBezTo>
                    <a:pt x="44" y="28"/>
                    <a:pt x="44" y="28"/>
                    <a:pt x="44" y="28"/>
                  </a:cubicBezTo>
                  <a:cubicBezTo>
                    <a:pt x="52" y="28"/>
                    <a:pt x="52" y="28"/>
                    <a:pt x="52" y="28"/>
                  </a:cubicBezTo>
                  <a:cubicBezTo>
                    <a:pt x="52" y="29"/>
                    <a:pt x="52" y="29"/>
                    <a:pt x="52" y="29"/>
                  </a:cubicBezTo>
                  <a:cubicBezTo>
                    <a:pt x="52" y="34"/>
                    <a:pt x="56" y="38"/>
                    <a:pt x="60" y="38"/>
                  </a:cubicBezTo>
                  <a:cubicBezTo>
                    <a:pt x="81" y="38"/>
                    <a:pt x="81" y="38"/>
                    <a:pt x="81" y="38"/>
                  </a:cubicBezTo>
                  <a:cubicBezTo>
                    <a:pt x="86" y="38"/>
                    <a:pt x="89" y="34"/>
                    <a:pt x="89" y="29"/>
                  </a:cubicBezTo>
                  <a:cubicBezTo>
                    <a:pt x="89" y="28"/>
                    <a:pt x="89" y="28"/>
                    <a:pt x="89" y="28"/>
                  </a:cubicBezTo>
                  <a:cubicBezTo>
                    <a:pt x="98" y="28"/>
                    <a:pt x="98" y="28"/>
                    <a:pt x="98" y="28"/>
                  </a:cubicBezTo>
                  <a:cubicBezTo>
                    <a:pt x="98" y="122"/>
                    <a:pt x="98" y="122"/>
                    <a:pt x="98" y="122"/>
                  </a:cubicBezTo>
                  <a:close/>
                  <a:moveTo>
                    <a:pt x="104" y="65"/>
                  </a:moveTo>
                  <a:cubicBezTo>
                    <a:pt x="104" y="58"/>
                    <a:pt x="104" y="58"/>
                    <a:pt x="104" y="58"/>
                  </a:cubicBezTo>
                  <a:cubicBezTo>
                    <a:pt x="136" y="58"/>
                    <a:pt x="136" y="58"/>
                    <a:pt x="136" y="58"/>
                  </a:cubicBezTo>
                  <a:cubicBezTo>
                    <a:pt x="136" y="65"/>
                    <a:pt x="136" y="65"/>
                    <a:pt x="136" y="65"/>
                  </a:cubicBezTo>
                  <a:lnTo>
                    <a:pt x="104" y="6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6" name="Google Shape;1076;p27"/>
            <p:cNvSpPr/>
            <p:nvPr/>
          </p:nvSpPr>
          <p:spPr>
            <a:xfrm>
              <a:off x="884644" y="1567472"/>
              <a:ext cx="47340" cy="49542"/>
            </a:xfrm>
            <a:custGeom>
              <a:rect b="b" l="l" r="r" t="t"/>
              <a:pathLst>
                <a:path extrusionOk="0" h="19" w="18">
                  <a:moveTo>
                    <a:pt x="3" y="12"/>
                  </a:moveTo>
                  <a:cubicBezTo>
                    <a:pt x="6" y="12"/>
                    <a:pt x="6" y="12"/>
                    <a:pt x="6" y="12"/>
                  </a:cubicBezTo>
                  <a:cubicBezTo>
                    <a:pt x="6" y="15"/>
                    <a:pt x="6" y="15"/>
                    <a:pt x="6" y="15"/>
                  </a:cubicBezTo>
                  <a:cubicBezTo>
                    <a:pt x="6" y="17"/>
                    <a:pt x="7" y="18"/>
                    <a:pt x="8" y="18"/>
                  </a:cubicBezTo>
                  <a:cubicBezTo>
                    <a:pt x="10" y="19"/>
                    <a:pt x="12" y="17"/>
                    <a:pt x="12" y="16"/>
                  </a:cubicBezTo>
                  <a:cubicBezTo>
                    <a:pt x="12" y="12"/>
                    <a:pt x="12" y="12"/>
                    <a:pt x="12" y="12"/>
                  </a:cubicBezTo>
                  <a:cubicBezTo>
                    <a:pt x="15" y="12"/>
                    <a:pt x="15" y="12"/>
                    <a:pt x="15" y="12"/>
                  </a:cubicBezTo>
                  <a:cubicBezTo>
                    <a:pt x="16" y="12"/>
                    <a:pt x="17" y="11"/>
                    <a:pt x="18" y="10"/>
                  </a:cubicBezTo>
                  <a:cubicBezTo>
                    <a:pt x="18" y="8"/>
                    <a:pt x="16" y="7"/>
                    <a:pt x="15" y="7"/>
                  </a:cubicBezTo>
                  <a:cubicBezTo>
                    <a:pt x="12" y="7"/>
                    <a:pt x="12" y="7"/>
                    <a:pt x="12" y="7"/>
                  </a:cubicBezTo>
                  <a:cubicBezTo>
                    <a:pt x="12" y="4"/>
                    <a:pt x="12" y="4"/>
                    <a:pt x="12" y="4"/>
                  </a:cubicBezTo>
                  <a:cubicBezTo>
                    <a:pt x="12" y="2"/>
                    <a:pt x="11" y="1"/>
                    <a:pt x="9" y="1"/>
                  </a:cubicBezTo>
                  <a:cubicBezTo>
                    <a:pt x="7" y="0"/>
                    <a:pt x="6" y="2"/>
                    <a:pt x="6" y="3"/>
                  </a:cubicBezTo>
                  <a:cubicBezTo>
                    <a:pt x="6" y="7"/>
                    <a:pt x="6" y="7"/>
                    <a:pt x="6" y="7"/>
                  </a:cubicBezTo>
                  <a:cubicBezTo>
                    <a:pt x="3" y="7"/>
                    <a:pt x="3" y="7"/>
                    <a:pt x="3" y="7"/>
                  </a:cubicBezTo>
                  <a:cubicBezTo>
                    <a:pt x="1" y="7"/>
                    <a:pt x="0" y="8"/>
                    <a:pt x="0" y="9"/>
                  </a:cubicBezTo>
                  <a:cubicBezTo>
                    <a:pt x="0" y="11"/>
                    <a:pt x="1" y="12"/>
                    <a:pt x="3"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7" name="Google Shape;1077;p27"/>
            <p:cNvSpPr/>
            <p:nvPr/>
          </p:nvSpPr>
          <p:spPr>
            <a:xfrm>
              <a:off x="856020" y="1668758"/>
              <a:ext cx="34129" cy="16514"/>
            </a:xfrm>
            <a:custGeom>
              <a:rect b="b" l="l" r="r" t="t"/>
              <a:pathLst>
                <a:path extrusionOk="0" h="6" w="13">
                  <a:moveTo>
                    <a:pt x="10" y="0"/>
                  </a:moveTo>
                  <a:cubicBezTo>
                    <a:pt x="3" y="0"/>
                    <a:pt x="3" y="0"/>
                    <a:pt x="3" y="0"/>
                  </a:cubicBezTo>
                  <a:cubicBezTo>
                    <a:pt x="2" y="0"/>
                    <a:pt x="0" y="1"/>
                    <a:pt x="0" y="3"/>
                  </a:cubicBezTo>
                  <a:cubicBezTo>
                    <a:pt x="0" y="4"/>
                    <a:pt x="1" y="6"/>
                    <a:pt x="3" y="6"/>
                  </a:cubicBezTo>
                  <a:cubicBezTo>
                    <a:pt x="10" y="6"/>
                    <a:pt x="10" y="6"/>
                    <a:pt x="10" y="6"/>
                  </a:cubicBezTo>
                  <a:cubicBezTo>
                    <a:pt x="11" y="6"/>
                    <a:pt x="13" y="5"/>
                    <a:pt x="13" y="3"/>
                  </a:cubicBezTo>
                  <a:cubicBezTo>
                    <a:pt x="13" y="2"/>
                    <a:pt x="12"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8" name="Google Shape;1078;p27"/>
            <p:cNvSpPr/>
            <p:nvPr/>
          </p:nvSpPr>
          <p:spPr>
            <a:xfrm>
              <a:off x="924278" y="1668758"/>
              <a:ext cx="36331" cy="16514"/>
            </a:xfrm>
            <a:custGeom>
              <a:rect b="b" l="l" r="r" t="t"/>
              <a:pathLst>
                <a:path extrusionOk="0" h="6" w="14">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3"/>
                  </a:cubicBezTo>
                  <a:cubicBezTo>
                    <a:pt x="14" y="2"/>
                    <a:pt x="12" y="0"/>
                    <a:pt x="1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9" name="Google Shape;1079;p27"/>
            <p:cNvSpPr/>
            <p:nvPr/>
          </p:nvSpPr>
          <p:spPr>
            <a:xfrm>
              <a:off x="856020" y="1713896"/>
              <a:ext cx="34129" cy="13211"/>
            </a:xfrm>
            <a:custGeom>
              <a:rect b="b" l="l" r="r" t="t"/>
              <a:pathLst>
                <a:path extrusionOk="0" h="5" w="13">
                  <a:moveTo>
                    <a:pt x="10" y="0"/>
                  </a:moveTo>
                  <a:cubicBezTo>
                    <a:pt x="3" y="0"/>
                    <a:pt x="3" y="0"/>
                    <a:pt x="3" y="0"/>
                  </a:cubicBezTo>
                  <a:cubicBezTo>
                    <a:pt x="2" y="0"/>
                    <a:pt x="0" y="1"/>
                    <a:pt x="0" y="2"/>
                  </a:cubicBezTo>
                  <a:cubicBezTo>
                    <a:pt x="0" y="4"/>
                    <a:pt x="1" y="5"/>
                    <a:pt x="3" y="5"/>
                  </a:cubicBezTo>
                  <a:cubicBezTo>
                    <a:pt x="10" y="5"/>
                    <a:pt x="10" y="5"/>
                    <a:pt x="10" y="5"/>
                  </a:cubicBezTo>
                  <a:cubicBezTo>
                    <a:pt x="11" y="5"/>
                    <a:pt x="13" y="5"/>
                    <a:pt x="13" y="3"/>
                  </a:cubicBezTo>
                  <a:cubicBezTo>
                    <a:pt x="13" y="1"/>
                    <a:pt x="12"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0" name="Google Shape;1080;p27"/>
            <p:cNvSpPr/>
            <p:nvPr/>
          </p:nvSpPr>
          <p:spPr>
            <a:xfrm>
              <a:off x="924278" y="1713896"/>
              <a:ext cx="36331" cy="13211"/>
            </a:xfrm>
            <a:custGeom>
              <a:rect b="b" l="l" r="r" t="t"/>
              <a:pathLst>
                <a:path extrusionOk="0" h="5" w="14">
                  <a:moveTo>
                    <a:pt x="11" y="0"/>
                  </a:moveTo>
                  <a:cubicBezTo>
                    <a:pt x="3" y="0"/>
                    <a:pt x="3" y="0"/>
                    <a:pt x="3" y="0"/>
                  </a:cubicBezTo>
                  <a:cubicBezTo>
                    <a:pt x="2" y="0"/>
                    <a:pt x="1" y="1"/>
                    <a:pt x="1" y="2"/>
                  </a:cubicBezTo>
                  <a:cubicBezTo>
                    <a:pt x="0" y="4"/>
                    <a:pt x="2" y="5"/>
                    <a:pt x="3" y="5"/>
                  </a:cubicBezTo>
                  <a:cubicBezTo>
                    <a:pt x="10" y="5"/>
                    <a:pt x="10" y="5"/>
                    <a:pt x="10" y="5"/>
                  </a:cubicBezTo>
                  <a:cubicBezTo>
                    <a:pt x="12" y="5"/>
                    <a:pt x="13" y="5"/>
                    <a:pt x="13" y="3"/>
                  </a:cubicBezTo>
                  <a:cubicBezTo>
                    <a:pt x="14" y="1"/>
                    <a:pt x="12" y="0"/>
                    <a:pt x="1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1" name="Google Shape;1081;p27"/>
            <p:cNvSpPr/>
            <p:nvPr/>
          </p:nvSpPr>
          <p:spPr>
            <a:xfrm>
              <a:off x="856020" y="1757933"/>
              <a:ext cx="34129" cy="13211"/>
            </a:xfrm>
            <a:custGeom>
              <a:rect b="b" l="l" r="r" t="t"/>
              <a:pathLst>
                <a:path extrusionOk="0" h="5" w="13">
                  <a:moveTo>
                    <a:pt x="10" y="0"/>
                  </a:moveTo>
                  <a:cubicBezTo>
                    <a:pt x="3" y="0"/>
                    <a:pt x="3" y="0"/>
                    <a:pt x="3" y="0"/>
                  </a:cubicBezTo>
                  <a:cubicBezTo>
                    <a:pt x="2" y="0"/>
                    <a:pt x="0" y="1"/>
                    <a:pt x="0" y="2"/>
                  </a:cubicBezTo>
                  <a:cubicBezTo>
                    <a:pt x="0" y="4"/>
                    <a:pt x="1" y="5"/>
                    <a:pt x="3" y="5"/>
                  </a:cubicBezTo>
                  <a:cubicBezTo>
                    <a:pt x="10" y="5"/>
                    <a:pt x="10" y="5"/>
                    <a:pt x="10" y="5"/>
                  </a:cubicBezTo>
                  <a:cubicBezTo>
                    <a:pt x="11" y="5"/>
                    <a:pt x="13" y="4"/>
                    <a:pt x="13" y="3"/>
                  </a:cubicBezTo>
                  <a:cubicBezTo>
                    <a:pt x="13" y="1"/>
                    <a:pt x="12"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2" name="Google Shape;1082;p27"/>
            <p:cNvSpPr/>
            <p:nvPr/>
          </p:nvSpPr>
          <p:spPr>
            <a:xfrm>
              <a:off x="924278" y="1757933"/>
              <a:ext cx="36331" cy="13211"/>
            </a:xfrm>
            <a:custGeom>
              <a:rect b="b" l="l" r="r" t="t"/>
              <a:pathLst>
                <a:path extrusionOk="0" h="5" w="14">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3" name="Google Shape;1083;p27"/>
            <p:cNvSpPr/>
            <p:nvPr/>
          </p:nvSpPr>
          <p:spPr>
            <a:xfrm>
              <a:off x="1010151" y="1755731"/>
              <a:ext cx="36331" cy="15413"/>
            </a:xfrm>
            <a:custGeom>
              <a:rect b="b" l="l" r="r" t="t"/>
              <a:pathLst>
                <a:path extrusionOk="0" h="6" w="14">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4"/>
                  </a:cubicBezTo>
                  <a:cubicBezTo>
                    <a:pt x="14" y="2"/>
                    <a:pt x="12" y="0"/>
                    <a:pt x="1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4" name="Google Shape;1084;p27"/>
            <p:cNvSpPr/>
            <p:nvPr/>
          </p:nvSpPr>
          <p:spPr>
            <a:xfrm>
              <a:off x="1010151" y="1805273"/>
              <a:ext cx="36331" cy="13211"/>
            </a:xfrm>
            <a:custGeom>
              <a:rect b="b" l="l" r="r" t="t"/>
              <a:pathLst>
                <a:path extrusionOk="0" h="5" w="14">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5" name="Google Shape;1085;p27"/>
            <p:cNvSpPr/>
            <p:nvPr/>
          </p:nvSpPr>
          <p:spPr>
            <a:xfrm>
              <a:off x="770147" y="1755732"/>
              <a:ext cx="33028" cy="15413"/>
            </a:xfrm>
            <a:custGeom>
              <a:rect b="b" l="l" r="r" t="t"/>
              <a:pathLst>
                <a:path extrusionOk="0" h="6" w="13">
                  <a:moveTo>
                    <a:pt x="3" y="6"/>
                  </a:moveTo>
                  <a:cubicBezTo>
                    <a:pt x="10" y="6"/>
                    <a:pt x="10" y="6"/>
                    <a:pt x="10" y="6"/>
                  </a:cubicBezTo>
                  <a:cubicBezTo>
                    <a:pt x="11" y="6"/>
                    <a:pt x="13" y="5"/>
                    <a:pt x="13" y="4"/>
                  </a:cubicBezTo>
                  <a:cubicBezTo>
                    <a:pt x="13" y="2"/>
                    <a:pt x="12" y="0"/>
                    <a:pt x="10" y="0"/>
                  </a:cubicBezTo>
                  <a:cubicBezTo>
                    <a:pt x="3" y="0"/>
                    <a:pt x="3" y="0"/>
                    <a:pt x="3" y="0"/>
                  </a:cubicBezTo>
                  <a:cubicBezTo>
                    <a:pt x="2" y="0"/>
                    <a:pt x="0" y="1"/>
                    <a:pt x="0" y="3"/>
                  </a:cubicBezTo>
                  <a:cubicBezTo>
                    <a:pt x="0" y="4"/>
                    <a:pt x="1"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6" name="Google Shape;1086;p27"/>
            <p:cNvSpPr/>
            <p:nvPr/>
          </p:nvSpPr>
          <p:spPr>
            <a:xfrm>
              <a:off x="770147" y="1805273"/>
              <a:ext cx="33028" cy="13211"/>
            </a:xfrm>
            <a:custGeom>
              <a:rect b="b" l="l" r="r" t="t"/>
              <a:pathLst>
                <a:path extrusionOk="0" h="5" w="13">
                  <a:moveTo>
                    <a:pt x="3" y="5"/>
                  </a:moveTo>
                  <a:cubicBezTo>
                    <a:pt x="10" y="5"/>
                    <a:pt x="10" y="5"/>
                    <a:pt x="10" y="5"/>
                  </a:cubicBezTo>
                  <a:cubicBezTo>
                    <a:pt x="11" y="5"/>
                    <a:pt x="13" y="4"/>
                    <a:pt x="13" y="3"/>
                  </a:cubicBezTo>
                  <a:cubicBezTo>
                    <a:pt x="13" y="1"/>
                    <a:pt x="12" y="0"/>
                    <a:pt x="1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7" name="Google Shape;1087;p27"/>
            <p:cNvSpPr/>
            <p:nvPr/>
          </p:nvSpPr>
          <p:spPr>
            <a:xfrm>
              <a:off x="1065198" y="1805273"/>
              <a:ext cx="13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88" name="Google Shape;1088;p27"/>
          <p:cNvGrpSpPr/>
          <p:nvPr/>
        </p:nvGrpSpPr>
        <p:grpSpPr>
          <a:xfrm>
            <a:off x="3196631" y="2047711"/>
            <a:ext cx="367409" cy="363110"/>
            <a:chOff x="3183403" y="2077204"/>
            <a:chExt cx="376521" cy="372116"/>
          </a:xfrm>
        </p:grpSpPr>
        <p:sp>
          <p:nvSpPr>
            <p:cNvPr id="1089" name="Google Shape;1089;p27"/>
            <p:cNvSpPr/>
            <p:nvPr/>
          </p:nvSpPr>
          <p:spPr>
            <a:xfrm>
              <a:off x="3371663" y="2143260"/>
              <a:ext cx="123305" cy="122204"/>
            </a:xfrm>
            <a:custGeom>
              <a:rect b="b" l="l" r="r" t="t"/>
              <a:pathLst>
                <a:path extrusionOk="0" h="47" w="47">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0" name="Google Shape;1090;p27"/>
            <p:cNvSpPr/>
            <p:nvPr/>
          </p:nvSpPr>
          <p:spPr>
            <a:xfrm>
              <a:off x="3183403" y="2077204"/>
              <a:ext cx="376521" cy="372116"/>
            </a:xfrm>
            <a:custGeom>
              <a:rect b="b" l="l" r="r" t="t"/>
              <a:pathLst>
                <a:path extrusionOk="0" h="142" w="144">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1" name="Google Shape;1091;p27"/>
            <p:cNvSpPr/>
            <p:nvPr/>
          </p:nvSpPr>
          <p:spPr>
            <a:xfrm>
              <a:off x="3337535" y="2105829"/>
              <a:ext cx="190463" cy="193764"/>
            </a:xfrm>
            <a:custGeom>
              <a:rect b="b" l="l" r="r" t="t"/>
              <a:pathLst>
                <a:path extrusionOk="0" h="74" w="73">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2" name="Google Shape;1092;p27"/>
            <p:cNvSpPr/>
            <p:nvPr/>
          </p:nvSpPr>
          <p:spPr>
            <a:xfrm>
              <a:off x="3324323" y="2132251"/>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93" name="Google Shape;1093;p27"/>
          <p:cNvGrpSpPr/>
          <p:nvPr/>
        </p:nvGrpSpPr>
        <p:grpSpPr>
          <a:xfrm>
            <a:off x="7962741" y="1498748"/>
            <a:ext cx="364186" cy="358021"/>
            <a:chOff x="8024228" y="1514627"/>
            <a:chExt cx="373218" cy="366900"/>
          </a:xfrm>
        </p:grpSpPr>
        <p:sp>
          <p:nvSpPr>
            <p:cNvPr id="1094" name="Google Shape;1094;p27"/>
            <p:cNvSpPr/>
            <p:nvPr/>
          </p:nvSpPr>
          <p:spPr>
            <a:xfrm>
              <a:off x="8024228" y="1514627"/>
              <a:ext cx="373218" cy="332482"/>
            </a:xfrm>
            <a:custGeom>
              <a:rect b="b" l="l" r="r" t="t"/>
              <a:pathLst>
                <a:path extrusionOk="0" h="127" w="143">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5" name="Google Shape;1095;p27"/>
            <p:cNvSpPr/>
            <p:nvPr/>
          </p:nvSpPr>
          <p:spPr>
            <a:xfrm>
              <a:off x="8235608" y="1868027"/>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96" name="Google Shape;1096;p27"/>
          <p:cNvGrpSpPr/>
          <p:nvPr/>
        </p:nvGrpSpPr>
        <p:grpSpPr>
          <a:xfrm>
            <a:off x="2375331" y="2047711"/>
            <a:ext cx="365260" cy="363110"/>
            <a:chOff x="2308157" y="2077204"/>
            <a:chExt cx="374319" cy="372115"/>
          </a:xfrm>
        </p:grpSpPr>
        <p:sp>
          <p:nvSpPr>
            <p:cNvPr id="1097" name="Google Shape;1097;p27"/>
            <p:cNvSpPr/>
            <p:nvPr/>
          </p:nvSpPr>
          <p:spPr>
            <a:xfrm>
              <a:off x="2507427" y="2111333"/>
              <a:ext cx="175049" cy="175049"/>
            </a:xfrm>
            <a:custGeom>
              <a:rect b="b" l="l" r="r" t="t"/>
              <a:pathLst>
                <a:path extrusionOk="0" h="67" w="67">
                  <a:moveTo>
                    <a:pt x="63" y="15"/>
                  </a:moveTo>
                  <a:cubicBezTo>
                    <a:pt x="61" y="13"/>
                    <a:pt x="58" y="12"/>
                    <a:pt x="56" y="11"/>
                  </a:cubicBezTo>
                  <a:cubicBezTo>
                    <a:pt x="55" y="9"/>
                    <a:pt x="54" y="6"/>
                    <a:pt x="52" y="4"/>
                  </a:cubicBezTo>
                  <a:cubicBezTo>
                    <a:pt x="49" y="2"/>
                    <a:pt x="45" y="0"/>
                    <a:pt x="41" y="0"/>
                  </a:cubicBezTo>
                  <a:cubicBezTo>
                    <a:pt x="37" y="0"/>
                    <a:pt x="33" y="2"/>
                    <a:pt x="30" y="5"/>
                  </a:cubicBezTo>
                  <a:cubicBezTo>
                    <a:pt x="28" y="7"/>
                    <a:pt x="27" y="10"/>
                    <a:pt x="27" y="13"/>
                  </a:cubicBezTo>
                  <a:cubicBezTo>
                    <a:pt x="27" y="16"/>
                    <a:pt x="27" y="20"/>
                    <a:pt x="29" y="23"/>
                  </a:cubicBezTo>
                  <a:cubicBezTo>
                    <a:pt x="1" y="51"/>
                    <a:pt x="1" y="51"/>
                    <a:pt x="1" y="51"/>
                  </a:cubicBezTo>
                  <a:cubicBezTo>
                    <a:pt x="0" y="52"/>
                    <a:pt x="0" y="52"/>
                    <a:pt x="0" y="53"/>
                  </a:cubicBezTo>
                  <a:cubicBezTo>
                    <a:pt x="0" y="54"/>
                    <a:pt x="1" y="56"/>
                    <a:pt x="2" y="56"/>
                  </a:cubicBezTo>
                  <a:cubicBezTo>
                    <a:pt x="10" y="57"/>
                    <a:pt x="10" y="57"/>
                    <a:pt x="10" y="57"/>
                  </a:cubicBezTo>
                  <a:cubicBezTo>
                    <a:pt x="11" y="65"/>
                    <a:pt x="11" y="65"/>
                    <a:pt x="11" y="65"/>
                  </a:cubicBezTo>
                  <a:cubicBezTo>
                    <a:pt x="11" y="66"/>
                    <a:pt x="12" y="66"/>
                    <a:pt x="12" y="67"/>
                  </a:cubicBezTo>
                  <a:cubicBezTo>
                    <a:pt x="13" y="67"/>
                    <a:pt x="13" y="67"/>
                    <a:pt x="14" y="67"/>
                  </a:cubicBezTo>
                  <a:cubicBezTo>
                    <a:pt x="15" y="67"/>
                    <a:pt x="15" y="67"/>
                    <a:pt x="16" y="66"/>
                  </a:cubicBezTo>
                  <a:cubicBezTo>
                    <a:pt x="45" y="38"/>
                    <a:pt x="45" y="38"/>
                    <a:pt x="45" y="38"/>
                  </a:cubicBezTo>
                  <a:cubicBezTo>
                    <a:pt x="47" y="39"/>
                    <a:pt x="50" y="40"/>
                    <a:pt x="52" y="40"/>
                  </a:cubicBezTo>
                  <a:cubicBezTo>
                    <a:pt x="52" y="40"/>
                    <a:pt x="53" y="40"/>
                    <a:pt x="53" y="40"/>
                  </a:cubicBezTo>
                  <a:cubicBezTo>
                    <a:pt x="56" y="40"/>
                    <a:pt x="60" y="39"/>
                    <a:pt x="63" y="36"/>
                  </a:cubicBezTo>
                  <a:cubicBezTo>
                    <a:pt x="65" y="33"/>
                    <a:pt x="67" y="29"/>
                    <a:pt x="67" y="26"/>
                  </a:cubicBezTo>
                  <a:cubicBezTo>
                    <a:pt x="67" y="22"/>
                    <a:pt x="65" y="18"/>
                    <a:pt x="63" y="15"/>
                  </a:cubicBezTo>
                  <a:close/>
                  <a:moveTo>
                    <a:pt x="59" y="32"/>
                  </a:moveTo>
                  <a:cubicBezTo>
                    <a:pt x="55" y="35"/>
                    <a:pt x="50" y="36"/>
                    <a:pt x="46" y="32"/>
                  </a:cubicBezTo>
                  <a:cubicBezTo>
                    <a:pt x="45" y="31"/>
                    <a:pt x="43" y="31"/>
                    <a:pt x="42" y="32"/>
                  </a:cubicBezTo>
                  <a:cubicBezTo>
                    <a:pt x="16" y="59"/>
                    <a:pt x="16" y="59"/>
                    <a:pt x="16" y="59"/>
                  </a:cubicBezTo>
                  <a:cubicBezTo>
                    <a:pt x="15" y="54"/>
                    <a:pt x="15" y="54"/>
                    <a:pt x="15" y="54"/>
                  </a:cubicBezTo>
                  <a:cubicBezTo>
                    <a:pt x="15" y="53"/>
                    <a:pt x="14" y="52"/>
                    <a:pt x="13" y="52"/>
                  </a:cubicBezTo>
                  <a:cubicBezTo>
                    <a:pt x="8" y="51"/>
                    <a:pt x="8" y="51"/>
                    <a:pt x="8" y="51"/>
                  </a:cubicBezTo>
                  <a:cubicBezTo>
                    <a:pt x="35" y="25"/>
                    <a:pt x="35" y="25"/>
                    <a:pt x="35" y="25"/>
                  </a:cubicBezTo>
                  <a:cubicBezTo>
                    <a:pt x="36" y="24"/>
                    <a:pt x="36" y="22"/>
                    <a:pt x="35" y="21"/>
                  </a:cubicBezTo>
                  <a:cubicBezTo>
                    <a:pt x="32" y="17"/>
                    <a:pt x="32" y="12"/>
                    <a:pt x="35" y="8"/>
                  </a:cubicBezTo>
                  <a:cubicBezTo>
                    <a:pt x="39" y="5"/>
                    <a:pt x="44" y="5"/>
                    <a:pt x="48" y="8"/>
                  </a:cubicBezTo>
                  <a:cubicBezTo>
                    <a:pt x="49" y="10"/>
                    <a:pt x="50" y="12"/>
                    <a:pt x="50" y="14"/>
                  </a:cubicBezTo>
                  <a:cubicBezTo>
                    <a:pt x="50" y="16"/>
                    <a:pt x="52" y="17"/>
                    <a:pt x="53" y="17"/>
                  </a:cubicBezTo>
                  <a:cubicBezTo>
                    <a:pt x="55" y="17"/>
                    <a:pt x="57" y="18"/>
                    <a:pt x="59" y="19"/>
                  </a:cubicBezTo>
                  <a:cubicBezTo>
                    <a:pt x="60" y="21"/>
                    <a:pt x="61" y="23"/>
                    <a:pt x="61" y="26"/>
                  </a:cubicBezTo>
                  <a:cubicBezTo>
                    <a:pt x="61" y="28"/>
                    <a:pt x="60" y="30"/>
                    <a:pt x="59"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8" name="Google Shape;1098;p27"/>
            <p:cNvSpPr/>
            <p:nvPr/>
          </p:nvSpPr>
          <p:spPr>
            <a:xfrm>
              <a:off x="2344488" y="2273170"/>
              <a:ext cx="175049" cy="176149"/>
            </a:xfrm>
            <a:custGeom>
              <a:rect b="b" l="l" r="r" t="t"/>
              <a:pathLst>
                <a:path extrusionOk="0" h="67" w="67">
                  <a:moveTo>
                    <a:pt x="65" y="4"/>
                  </a:moveTo>
                  <a:cubicBezTo>
                    <a:pt x="65" y="3"/>
                    <a:pt x="64" y="2"/>
                    <a:pt x="63" y="2"/>
                  </a:cubicBezTo>
                  <a:cubicBezTo>
                    <a:pt x="54" y="0"/>
                    <a:pt x="54" y="0"/>
                    <a:pt x="54" y="0"/>
                  </a:cubicBezTo>
                  <a:cubicBezTo>
                    <a:pt x="53" y="0"/>
                    <a:pt x="52" y="0"/>
                    <a:pt x="51" y="1"/>
                  </a:cubicBezTo>
                  <a:cubicBezTo>
                    <a:pt x="22" y="29"/>
                    <a:pt x="22" y="29"/>
                    <a:pt x="22" y="29"/>
                  </a:cubicBezTo>
                  <a:cubicBezTo>
                    <a:pt x="20" y="28"/>
                    <a:pt x="17" y="27"/>
                    <a:pt x="14" y="27"/>
                  </a:cubicBezTo>
                  <a:cubicBezTo>
                    <a:pt x="11" y="27"/>
                    <a:pt x="7" y="29"/>
                    <a:pt x="4" y="31"/>
                  </a:cubicBezTo>
                  <a:cubicBezTo>
                    <a:pt x="2" y="34"/>
                    <a:pt x="0" y="38"/>
                    <a:pt x="0" y="42"/>
                  </a:cubicBezTo>
                  <a:cubicBezTo>
                    <a:pt x="0" y="45"/>
                    <a:pt x="2" y="49"/>
                    <a:pt x="4" y="52"/>
                  </a:cubicBezTo>
                  <a:cubicBezTo>
                    <a:pt x="6" y="54"/>
                    <a:pt x="9" y="55"/>
                    <a:pt x="11" y="56"/>
                  </a:cubicBezTo>
                  <a:cubicBezTo>
                    <a:pt x="12" y="58"/>
                    <a:pt x="13" y="61"/>
                    <a:pt x="15" y="63"/>
                  </a:cubicBezTo>
                  <a:cubicBezTo>
                    <a:pt x="18" y="66"/>
                    <a:pt x="22" y="67"/>
                    <a:pt x="26" y="67"/>
                  </a:cubicBezTo>
                  <a:cubicBezTo>
                    <a:pt x="29" y="67"/>
                    <a:pt x="33" y="66"/>
                    <a:pt x="36" y="63"/>
                  </a:cubicBezTo>
                  <a:cubicBezTo>
                    <a:pt x="39" y="60"/>
                    <a:pt x="40" y="57"/>
                    <a:pt x="40" y="53"/>
                  </a:cubicBezTo>
                  <a:cubicBezTo>
                    <a:pt x="40" y="50"/>
                    <a:pt x="39" y="47"/>
                    <a:pt x="38" y="45"/>
                  </a:cubicBezTo>
                  <a:cubicBezTo>
                    <a:pt x="66" y="16"/>
                    <a:pt x="66" y="16"/>
                    <a:pt x="66" y="16"/>
                  </a:cubicBezTo>
                  <a:cubicBezTo>
                    <a:pt x="67" y="15"/>
                    <a:pt x="67" y="14"/>
                    <a:pt x="67" y="14"/>
                  </a:cubicBezTo>
                  <a:lnTo>
                    <a:pt x="65" y="4"/>
                  </a:lnTo>
                  <a:close/>
                  <a:moveTo>
                    <a:pt x="32" y="42"/>
                  </a:moveTo>
                  <a:cubicBezTo>
                    <a:pt x="31" y="44"/>
                    <a:pt x="31" y="45"/>
                    <a:pt x="32" y="46"/>
                  </a:cubicBezTo>
                  <a:cubicBezTo>
                    <a:pt x="35" y="50"/>
                    <a:pt x="35" y="55"/>
                    <a:pt x="32" y="59"/>
                  </a:cubicBezTo>
                  <a:cubicBezTo>
                    <a:pt x="28" y="62"/>
                    <a:pt x="23" y="62"/>
                    <a:pt x="19" y="59"/>
                  </a:cubicBezTo>
                  <a:cubicBezTo>
                    <a:pt x="18" y="57"/>
                    <a:pt x="17" y="55"/>
                    <a:pt x="17" y="53"/>
                  </a:cubicBezTo>
                  <a:cubicBezTo>
                    <a:pt x="17" y="52"/>
                    <a:pt x="15" y="51"/>
                    <a:pt x="14" y="50"/>
                  </a:cubicBezTo>
                  <a:cubicBezTo>
                    <a:pt x="12" y="50"/>
                    <a:pt x="10" y="49"/>
                    <a:pt x="8" y="48"/>
                  </a:cubicBezTo>
                  <a:cubicBezTo>
                    <a:pt x="5" y="44"/>
                    <a:pt x="5" y="39"/>
                    <a:pt x="8" y="35"/>
                  </a:cubicBezTo>
                  <a:cubicBezTo>
                    <a:pt x="10" y="33"/>
                    <a:pt x="12" y="33"/>
                    <a:pt x="15" y="33"/>
                  </a:cubicBezTo>
                  <a:cubicBezTo>
                    <a:pt x="17" y="33"/>
                    <a:pt x="19" y="33"/>
                    <a:pt x="21" y="35"/>
                  </a:cubicBezTo>
                  <a:cubicBezTo>
                    <a:pt x="22" y="36"/>
                    <a:pt x="24" y="36"/>
                    <a:pt x="25" y="35"/>
                  </a:cubicBezTo>
                  <a:cubicBezTo>
                    <a:pt x="54" y="6"/>
                    <a:pt x="54" y="6"/>
                    <a:pt x="54" y="6"/>
                  </a:cubicBezTo>
                  <a:cubicBezTo>
                    <a:pt x="60" y="7"/>
                    <a:pt x="60" y="7"/>
                    <a:pt x="60" y="7"/>
                  </a:cubicBezTo>
                  <a:cubicBezTo>
                    <a:pt x="61" y="13"/>
                    <a:pt x="61" y="13"/>
                    <a:pt x="61" y="13"/>
                  </a:cubicBezTo>
                  <a:lnTo>
                    <a:pt x="32" y="4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9" name="Google Shape;1099;p27"/>
            <p:cNvSpPr/>
            <p:nvPr/>
          </p:nvSpPr>
          <p:spPr>
            <a:xfrm>
              <a:off x="2308157" y="2077204"/>
              <a:ext cx="175049" cy="170645"/>
            </a:xfrm>
            <a:custGeom>
              <a:rect b="b" l="l" r="r" t="t"/>
              <a:pathLst>
                <a:path extrusionOk="0" h="65" w="67">
                  <a:moveTo>
                    <a:pt x="35" y="65"/>
                  </a:moveTo>
                  <a:cubicBezTo>
                    <a:pt x="41" y="65"/>
                    <a:pt x="46" y="63"/>
                    <a:pt x="50" y="60"/>
                  </a:cubicBezTo>
                  <a:cubicBezTo>
                    <a:pt x="59" y="63"/>
                    <a:pt x="59" y="63"/>
                    <a:pt x="59" y="63"/>
                  </a:cubicBezTo>
                  <a:cubicBezTo>
                    <a:pt x="61" y="63"/>
                    <a:pt x="63" y="62"/>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3" y="19"/>
                    <a:pt x="61" y="18"/>
                    <a:pt x="59" y="19"/>
                  </a:cubicBezTo>
                  <a:cubicBezTo>
                    <a:pt x="58" y="19"/>
                    <a:pt x="57" y="21"/>
                    <a:pt x="58" y="22"/>
                  </a:cubicBezTo>
                  <a:cubicBezTo>
                    <a:pt x="59" y="25"/>
                    <a:pt x="60" y="27"/>
                    <a:pt x="60" y="30"/>
                  </a:cubicBezTo>
                  <a:cubicBezTo>
                    <a:pt x="60" y="35"/>
                    <a:pt x="59" y="40"/>
                    <a:pt x="57" y="45"/>
                  </a:cubicBezTo>
                  <a:cubicBezTo>
                    <a:pt x="56" y="46"/>
                    <a:pt x="56" y="47"/>
                    <a:pt x="57" y="48"/>
                  </a:cubicBezTo>
                  <a:cubicBezTo>
                    <a:pt x="61" y="57"/>
                    <a:pt x="61" y="57"/>
                    <a:pt x="61" y="57"/>
                  </a:cubicBezTo>
                  <a:cubicBezTo>
                    <a:pt x="61" y="57"/>
                    <a:pt x="61" y="57"/>
                    <a:pt x="61" y="57"/>
                  </a:cubicBezTo>
                  <a:cubicBezTo>
                    <a:pt x="61" y="57"/>
                    <a:pt x="60" y="57"/>
                    <a:pt x="60" y="57"/>
                  </a:cubicBezTo>
                  <a:cubicBezTo>
                    <a:pt x="50" y="55"/>
                    <a:pt x="50" y="55"/>
                    <a:pt x="50" y="55"/>
                  </a:cubicBezTo>
                  <a:cubicBezTo>
                    <a:pt x="49" y="55"/>
                    <a:pt x="48" y="55"/>
                    <a:pt x="48" y="55"/>
                  </a:cubicBezTo>
                  <a:cubicBezTo>
                    <a:pt x="44" y="58"/>
                    <a:pt x="40" y="59"/>
                    <a:pt x="35" y="59"/>
                  </a:cubicBezTo>
                  <a:cubicBezTo>
                    <a:pt x="28" y="60"/>
                    <a:pt x="21" y="58"/>
                    <a:pt x="16" y="53"/>
                  </a:cubicBezTo>
                  <a:cubicBezTo>
                    <a:pt x="11" y="49"/>
                    <a:pt x="7" y="43"/>
                    <a:pt x="6" y="36"/>
                  </a:cubicBezTo>
                  <a:cubicBezTo>
                    <a:pt x="6" y="28"/>
                    <a:pt x="8" y="21"/>
                    <a:pt x="12" y="16"/>
                  </a:cubicBezTo>
                  <a:cubicBezTo>
                    <a:pt x="17" y="10"/>
                    <a:pt x="23" y="6"/>
                    <a:pt x="31" y="6"/>
                  </a:cubicBezTo>
                  <a:cubicBezTo>
                    <a:pt x="35" y="5"/>
                    <a:pt x="38" y="6"/>
                    <a:pt x="42" y="7"/>
                  </a:cubicBezTo>
                  <a:cubicBezTo>
                    <a:pt x="43" y="8"/>
                    <a:pt x="45" y="7"/>
                    <a:pt x="45" y="5"/>
                  </a:cubicBezTo>
                  <a:cubicBezTo>
                    <a:pt x="46" y="4"/>
                    <a:pt x="45" y="2"/>
                    <a:pt x="44" y="2"/>
                  </a:cubicBezTo>
                  <a:cubicBezTo>
                    <a:pt x="39" y="0"/>
                    <a:pt x="35" y="0"/>
                    <a:pt x="30" y="0"/>
                  </a:cubicBezTo>
                  <a:cubicBezTo>
                    <a:pt x="21" y="1"/>
                    <a:pt x="13" y="5"/>
                    <a:pt x="8" y="12"/>
                  </a:cubicBezTo>
                  <a:cubicBezTo>
                    <a:pt x="2" y="19"/>
                    <a:pt x="0" y="28"/>
                    <a:pt x="1" y="36"/>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0" name="Google Shape;1100;p27"/>
            <p:cNvSpPr/>
            <p:nvPr/>
          </p:nvSpPr>
          <p:spPr>
            <a:xfrm>
              <a:off x="2389626" y="2119040"/>
              <a:ext cx="13211" cy="55047"/>
            </a:xfrm>
            <a:custGeom>
              <a:rect b="b" l="l" r="r" t="t"/>
              <a:pathLst>
                <a:path extrusionOk="0" h="21" w="5">
                  <a:moveTo>
                    <a:pt x="5" y="18"/>
                  </a:moveTo>
                  <a:cubicBezTo>
                    <a:pt x="5" y="3"/>
                    <a:pt x="5" y="3"/>
                    <a:pt x="5" y="3"/>
                  </a:cubicBezTo>
                  <a:cubicBezTo>
                    <a:pt x="5" y="2"/>
                    <a:pt x="4" y="1"/>
                    <a:pt x="3" y="0"/>
                  </a:cubicBezTo>
                  <a:cubicBezTo>
                    <a:pt x="1" y="0"/>
                    <a:pt x="0" y="1"/>
                    <a:pt x="0" y="3"/>
                  </a:cubicBezTo>
                  <a:cubicBezTo>
                    <a:pt x="0" y="18"/>
                    <a:pt x="0" y="18"/>
                    <a:pt x="0" y="18"/>
                  </a:cubicBezTo>
                  <a:cubicBezTo>
                    <a:pt x="0" y="19"/>
                    <a:pt x="1" y="21"/>
                    <a:pt x="3" y="20"/>
                  </a:cubicBezTo>
                  <a:cubicBezTo>
                    <a:pt x="4" y="20"/>
                    <a:pt x="5" y="19"/>
                    <a:pt x="5"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1" name="Google Shape;1101;p27"/>
            <p:cNvSpPr/>
            <p:nvPr/>
          </p:nvSpPr>
          <p:spPr>
            <a:xfrm>
              <a:off x="2389626" y="2189500"/>
              <a:ext cx="13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2" name="Google Shape;1102;p27"/>
            <p:cNvSpPr/>
            <p:nvPr/>
          </p:nvSpPr>
          <p:spPr>
            <a:xfrm>
              <a:off x="2441371" y="2098122"/>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03" name="Google Shape;1103;p27"/>
          <p:cNvGrpSpPr/>
          <p:nvPr/>
        </p:nvGrpSpPr>
        <p:grpSpPr>
          <a:xfrm>
            <a:off x="6390509" y="1496599"/>
            <a:ext cx="298654" cy="362036"/>
            <a:chOff x="6386032" y="1512425"/>
            <a:chExt cx="306061" cy="371015"/>
          </a:xfrm>
        </p:grpSpPr>
        <p:sp>
          <p:nvSpPr>
            <p:cNvPr id="1104" name="Google Shape;1104;p27"/>
            <p:cNvSpPr/>
            <p:nvPr/>
          </p:nvSpPr>
          <p:spPr>
            <a:xfrm>
              <a:off x="6386032" y="1512425"/>
              <a:ext cx="306061" cy="371015"/>
            </a:xfrm>
            <a:custGeom>
              <a:rect b="b" l="l" r="r" t="t"/>
              <a:pathLst>
                <a:path extrusionOk="0" h="142" w="117">
                  <a:moveTo>
                    <a:pt x="114" y="53"/>
                  </a:moveTo>
                  <a:cubicBezTo>
                    <a:pt x="117" y="47"/>
                    <a:pt x="117" y="40"/>
                    <a:pt x="114" y="34"/>
                  </a:cubicBezTo>
                  <a:cubicBezTo>
                    <a:pt x="106" y="19"/>
                    <a:pt x="106" y="19"/>
                    <a:pt x="106" y="19"/>
                  </a:cubicBezTo>
                  <a:cubicBezTo>
                    <a:pt x="104" y="16"/>
                    <a:pt x="101" y="14"/>
                    <a:pt x="97" y="14"/>
                  </a:cubicBezTo>
                  <a:cubicBezTo>
                    <a:pt x="94" y="14"/>
                    <a:pt x="91" y="16"/>
                    <a:pt x="89" y="19"/>
                  </a:cubicBezTo>
                  <a:cubicBezTo>
                    <a:pt x="85" y="26"/>
                    <a:pt x="85" y="26"/>
                    <a:pt x="85" y="26"/>
                  </a:cubicBezTo>
                  <a:cubicBezTo>
                    <a:pt x="77" y="12"/>
                    <a:pt x="77" y="12"/>
                    <a:pt x="77" y="12"/>
                  </a:cubicBezTo>
                  <a:cubicBezTo>
                    <a:pt x="72" y="4"/>
                    <a:pt x="65" y="0"/>
                    <a:pt x="56" y="0"/>
                  </a:cubicBezTo>
                  <a:cubicBezTo>
                    <a:pt x="56" y="0"/>
                    <a:pt x="56" y="0"/>
                    <a:pt x="56" y="0"/>
                  </a:cubicBezTo>
                  <a:cubicBezTo>
                    <a:pt x="48" y="0"/>
                    <a:pt x="40" y="4"/>
                    <a:pt x="36" y="12"/>
                  </a:cubicBezTo>
                  <a:cubicBezTo>
                    <a:pt x="24" y="32"/>
                    <a:pt x="24" y="32"/>
                    <a:pt x="24" y="32"/>
                  </a:cubicBezTo>
                  <a:cubicBezTo>
                    <a:pt x="24" y="33"/>
                    <a:pt x="24" y="35"/>
                    <a:pt x="25" y="35"/>
                  </a:cubicBezTo>
                  <a:cubicBezTo>
                    <a:pt x="26" y="36"/>
                    <a:pt x="26" y="36"/>
                    <a:pt x="27" y="36"/>
                  </a:cubicBezTo>
                  <a:cubicBezTo>
                    <a:pt x="28" y="36"/>
                    <a:pt x="29" y="35"/>
                    <a:pt x="29" y="34"/>
                  </a:cubicBezTo>
                  <a:cubicBezTo>
                    <a:pt x="41" y="15"/>
                    <a:pt x="41" y="15"/>
                    <a:pt x="41" y="15"/>
                  </a:cubicBezTo>
                  <a:cubicBezTo>
                    <a:pt x="44" y="9"/>
                    <a:pt x="50" y="6"/>
                    <a:pt x="56" y="6"/>
                  </a:cubicBezTo>
                  <a:cubicBezTo>
                    <a:pt x="56" y="6"/>
                    <a:pt x="56" y="6"/>
                    <a:pt x="56" y="6"/>
                  </a:cubicBezTo>
                  <a:cubicBezTo>
                    <a:pt x="63" y="6"/>
                    <a:pt x="69" y="9"/>
                    <a:pt x="72" y="15"/>
                  </a:cubicBezTo>
                  <a:cubicBezTo>
                    <a:pt x="82" y="32"/>
                    <a:pt x="82" y="32"/>
                    <a:pt x="82" y="32"/>
                  </a:cubicBezTo>
                  <a:cubicBezTo>
                    <a:pt x="81" y="34"/>
                    <a:pt x="81" y="34"/>
                    <a:pt x="81" y="34"/>
                  </a:cubicBezTo>
                  <a:cubicBezTo>
                    <a:pt x="77" y="40"/>
                    <a:pt x="77" y="47"/>
                    <a:pt x="81" y="53"/>
                  </a:cubicBezTo>
                  <a:cubicBezTo>
                    <a:pt x="84" y="59"/>
                    <a:pt x="91" y="62"/>
                    <a:pt x="97" y="62"/>
                  </a:cubicBezTo>
                  <a:cubicBezTo>
                    <a:pt x="98" y="62"/>
                    <a:pt x="99" y="62"/>
                    <a:pt x="99" y="62"/>
                  </a:cubicBezTo>
                  <a:cubicBezTo>
                    <a:pt x="104" y="70"/>
                    <a:pt x="106" y="78"/>
                    <a:pt x="106" y="87"/>
                  </a:cubicBezTo>
                  <a:cubicBezTo>
                    <a:pt x="106" y="100"/>
                    <a:pt x="101" y="112"/>
                    <a:pt x="92" y="122"/>
                  </a:cubicBezTo>
                  <a:cubicBezTo>
                    <a:pt x="83" y="131"/>
                    <a:pt x="70" y="137"/>
                    <a:pt x="56" y="137"/>
                  </a:cubicBezTo>
                  <a:cubicBezTo>
                    <a:pt x="43" y="137"/>
                    <a:pt x="30" y="131"/>
                    <a:pt x="21" y="122"/>
                  </a:cubicBezTo>
                  <a:cubicBezTo>
                    <a:pt x="13" y="114"/>
                    <a:pt x="9" y="104"/>
                    <a:pt x="7" y="94"/>
                  </a:cubicBezTo>
                  <a:cubicBezTo>
                    <a:pt x="5" y="83"/>
                    <a:pt x="8" y="72"/>
                    <a:pt x="13" y="62"/>
                  </a:cubicBezTo>
                  <a:cubicBezTo>
                    <a:pt x="17" y="56"/>
                    <a:pt x="17" y="56"/>
                    <a:pt x="17" y="56"/>
                  </a:cubicBezTo>
                  <a:cubicBezTo>
                    <a:pt x="18" y="55"/>
                    <a:pt x="17" y="53"/>
                    <a:pt x="16" y="52"/>
                  </a:cubicBezTo>
                  <a:cubicBezTo>
                    <a:pt x="14" y="51"/>
                    <a:pt x="13" y="52"/>
                    <a:pt x="12" y="53"/>
                  </a:cubicBezTo>
                  <a:cubicBezTo>
                    <a:pt x="8" y="59"/>
                    <a:pt x="8" y="59"/>
                    <a:pt x="8" y="59"/>
                  </a:cubicBezTo>
                  <a:cubicBezTo>
                    <a:pt x="2" y="70"/>
                    <a:pt x="0" y="82"/>
                    <a:pt x="2" y="95"/>
                  </a:cubicBezTo>
                  <a:cubicBezTo>
                    <a:pt x="3" y="106"/>
                    <a:pt x="9" y="117"/>
                    <a:pt x="17" y="125"/>
                  </a:cubicBezTo>
                  <a:cubicBezTo>
                    <a:pt x="27" y="136"/>
                    <a:pt x="41" y="142"/>
                    <a:pt x="56" y="142"/>
                  </a:cubicBezTo>
                  <a:cubicBezTo>
                    <a:pt x="71" y="142"/>
                    <a:pt x="86" y="136"/>
                    <a:pt x="96" y="125"/>
                  </a:cubicBezTo>
                  <a:cubicBezTo>
                    <a:pt x="106" y="115"/>
                    <a:pt x="112" y="101"/>
                    <a:pt x="112" y="87"/>
                  </a:cubicBezTo>
                  <a:cubicBezTo>
                    <a:pt x="112" y="78"/>
                    <a:pt x="109" y="69"/>
                    <a:pt x="105" y="61"/>
                  </a:cubicBezTo>
                  <a:cubicBezTo>
                    <a:pt x="109" y="59"/>
                    <a:pt x="112" y="57"/>
                    <a:pt x="114" y="53"/>
                  </a:cubicBezTo>
                  <a:close/>
                  <a:moveTo>
                    <a:pt x="98" y="57"/>
                  </a:moveTo>
                  <a:cubicBezTo>
                    <a:pt x="93" y="57"/>
                    <a:pt x="88" y="54"/>
                    <a:pt x="86" y="50"/>
                  </a:cubicBezTo>
                  <a:cubicBezTo>
                    <a:pt x="83" y="46"/>
                    <a:pt x="83" y="41"/>
                    <a:pt x="86" y="37"/>
                  </a:cubicBezTo>
                  <a:cubicBezTo>
                    <a:pt x="94" y="22"/>
                    <a:pt x="94" y="22"/>
                    <a:pt x="94" y="22"/>
                  </a:cubicBezTo>
                  <a:cubicBezTo>
                    <a:pt x="95" y="20"/>
                    <a:pt x="97" y="20"/>
                    <a:pt x="98" y="20"/>
                  </a:cubicBezTo>
                  <a:cubicBezTo>
                    <a:pt x="98" y="20"/>
                    <a:pt x="100" y="20"/>
                    <a:pt x="101" y="22"/>
                  </a:cubicBezTo>
                  <a:cubicBezTo>
                    <a:pt x="109" y="37"/>
                    <a:pt x="109" y="37"/>
                    <a:pt x="109" y="37"/>
                  </a:cubicBezTo>
                  <a:cubicBezTo>
                    <a:pt x="112" y="41"/>
                    <a:pt x="112" y="46"/>
                    <a:pt x="109" y="50"/>
                  </a:cubicBezTo>
                  <a:cubicBezTo>
                    <a:pt x="107" y="54"/>
                    <a:pt x="102" y="57"/>
                    <a:pt x="98"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5" name="Google Shape;1105;p27"/>
            <p:cNvSpPr/>
            <p:nvPr/>
          </p:nvSpPr>
          <p:spPr>
            <a:xfrm>
              <a:off x="6473006" y="1658850"/>
              <a:ext cx="122205" cy="125506"/>
            </a:xfrm>
            <a:custGeom>
              <a:rect b="b" l="l" r="r" t="t"/>
              <a:pathLst>
                <a:path extrusionOk="0" h="48" w="47">
                  <a:moveTo>
                    <a:pt x="28" y="0"/>
                  </a:move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9"/>
                    <a:pt x="0" y="29"/>
                    <a:pt x="0" y="29"/>
                  </a:cubicBezTo>
                  <a:cubicBezTo>
                    <a:pt x="0" y="31"/>
                    <a:pt x="2" y="33"/>
                    <a:pt x="4" y="33"/>
                  </a:cubicBezTo>
                  <a:cubicBezTo>
                    <a:pt x="15" y="33"/>
                    <a:pt x="15" y="33"/>
                    <a:pt x="15" y="33"/>
                  </a:cubicBezTo>
                  <a:cubicBezTo>
                    <a:pt x="15" y="44"/>
                    <a:pt x="15" y="44"/>
                    <a:pt x="15" y="44"/>
                  </a:cubicBezTo>
                  <a:cubicBezTo>
                    <a:pt x="15" y="46"/>
                    <a:pt x="17" y="48"/>
                    <a:pt x="19" y="48"/>
                  </a:cubicBezTo>
                  <a:cubicBezTo>
                    <a:pt x="28" y="48"/>
                    <a:pt x="28" y="48"/>
                    <a:pt x="28" y="48"/>
                  </a:cubicBezTo>
                  <a:cubicBezTo>
                    <a:pt x="30" y="48"/>
                    <a:pt x="32" y="46"/>
                    <a:pt x="32" y="44"/>
                  </a:cubicBezTo>
                  <a:cubicBezTo>
                    <a:pt x="32" y="33"/>
                    <a:pt x="32" y="33"/>
                    <a:pt x="32" y="33"/>
                  </a:cubicBezTo>
                  <a:cubicBezTo>
                    <a:pt x="43" y="33"/>
                    <a:pt x="43" y="33"/>
                    <a:pt x="43" y="33"/>
                  </a:cubicBezTo>
                  <a:cubicBezTo>
                    <a:pt x="45" y="33"/>
                    <a:pt x="47" y="31"/>
                    <a:pt x="47" y="29"/>
                  </a:cubicBezTo>
                  <a:cubicBezTo>
                    <a:pt x="47" y="20"/>
                    <a:pt x="47" y="20"/>
                    <a:pt x="47" y="20"/>
                  </a:cubicBezTo>
                  <a:cubicBezTo>
                    <a:pt x="47" y="17"/>
                    <a:pt x="45" y="15"/>
                    <a:pt x="43" y="15"/>
                  </a:cubicBezTo>
                  <a:cubicBezTo>
                    <a:pt x="32" y="15"/>
                    <a:pt x="32" y="15"/>
                    <a:pt x="32" y="15"/>
                  </a:cubicBezTo>
                  <a:cubicBezTo>
                    <a:pt x="32" y="5"/>
                    <a:pt x="32" y="5"/>
                    <a:pt x="32" y="5"/>
                  </a:cubicBezTo>
                  <a:cubicBezTo>
                    <a:pt x="32" y="2"/>
                    <a:pt x="30" y="0"/>
                    <a:pt x="28" y="0"/>
                  </a:cubicBezTo>
                  <a:close/>
                  <a:moveTo>
                    <a:pt x="42" y="21"/>
                  </a:moveTo>
                  <a:cubicBezTo>
                    <a:pt x="42" y="28"/>
                    <a:pt x="42" y="28"/>
                    <a:pt x="42" y="28"/>
                  </a:cubicBezTo>
                  <a:cubicBezTo>
                    <a:pt x="29" y="28"/>
                    <a:pt x="29" y="28"/>
                    <a:pt x="29" y="28"/>
                  </a:cubicBezTo>
                  <a:cubicBezTo>
                    <a:pt x="28" y="28"/>
                    <a:pt x="27" y="29"/>
                    <a:pt x="27" y="30"/>
                  </a:cubicBezTo>
                  <a:cubicBezTo>
                    <a:pt x="27" y="43"/>
                    <a:pt x="27" y="43"/>
                    <a:pt x="27" y="43"/>
                  </a:cubicBezTo>
                  <a:cubicBezTo>
                    <a:pt x="20" y="43"/>
                    <a:pt x="20" y="43"/>
                    <a:pt x="20" y="43"/>
                  </a:cubicBezTo>
                  <a:cubicBezTo>
                    <a:pt x="20" y="30"/>
                    <a:pt x="20" y="30"/>
                    <a:pt x="20" y="30"/>
                  </a:cubicBezTo>
                  <a:cubicBezTo>
                    <a:pt x="20" y="29"/>
                    <a:pt x="19" y="28"/>
                    <a:pt x="17" y="28"/>
                  </a:cubicBezTo>
                  <a:cubicBezTo>
                    <a:pt x="5" y="28"/>
                    <a:pt x="5" y="28"/>
                    <a:pt x="5" y="28"/>
                  </a:cubicBezTo>
                  <a:cubicBezTo>
                    <a:pt x="5" y="21"/>
                    <a:pt x="5" y="21"/>
                    <a:pt x="5" y="21"/>
                  </a:cubicBezTo>
                  <a:cubicBezTo>
                    <a:pt x="17" y="21"/>
                    <a:pt x="17" y="21"/>
                    <a:pt x="17" y="21"/>
                  </a:cubicBezTo>
                  <a:cubicBezTo>
                    <a:pt x="19" y="21"/>
                    <a:pt x="20" y="20"/>
                    <a:pt x="20" y="18"/>
                  </a:cubicBezTo>
                  <a:cubicBezTo>
                    <a:pt x="20" y="6"/>
                    <a:pt x="20" y="6"/>
                    <a:pt x="20" y="6"/>
                  </a:cubicBezTo>
                  <a:cubicBezTo>
                    <a:pt x="27" y="6"/>
                    <a:pt x="27" y="6"/>
                    <a:pt x="27" y="6"/>
                  </a:cubicBezTo>
                  <a:cubicBezTo>
                    <a:pt x="27" y="18"/>
                    <a:pt x="27" y="18"/>
                    <a:pt x="27" y="18"/>
                  </a:cubicBezTo>
                  <a:cubicBezTo>
                    <a:pt x="27" y="20"/>
                    <a:pt x="28" y="21"/>
                    <a:pt x="29" y="21"/>
                  </a:cubicBezTo>
                  <a:lnTo>
                    <a:pt x="42" y="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6" name="Google Shape;1106;p27"/>
            <p:cNvSpPr/>
            <p:nvPr/>
          </p:nvSpPr>
          <p:spPr>
            <a:xfrm>
              <a:off x="6433372" y="1619216"/>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07" name="Google Shape;1107;p27"/>
          <p:cNvGrpSpPr/>
          <p:nvPr/>
        </p:nvGrpSpPr>
        <p:grpSpPr>
          <a:xfrm>
            <a:off x="7218254" y="1496599"/>
            <a:ext cx="170813" cy="362036"/>
            <a:chOff x="7245865" y="1512425"/>
            <a:chExt cx="175049" cy="371015"/>
          </a:xfrm>
        </p:grpSpPr>
        <p:sp>
          <p:nvSpPr>
            <p:cNvPr id="1108" name="Google Shape;1108;p27"/>
            <p:cNvSpPr/>
            <p:nvPr/>
          </p:nvSpPr>
          <p:spPr>
            <a:xfrm>
              <a:off x="7245865" y="1512425"/>
              <a:ext cx="175049" cy="371015"/>
            </a:xfrm>
            <a:custGeom>
              <a:rect b="b" l="l" r="r" t="t"/>
              <a:pathLst>
                <a:path extrusionOk="0" h="142" w="67">
                  <a:moveTo>
                    <a:pt x="67" y="54"/>
                  </a:moveTo>
                  <a:cubicBezTo>
                    <a:pt x="67" y="46"/>
                    <a:pt x="63" y="40"/>
                    <a:pt x="56" y="37"/>
                  </a:cubicBezTo>
                  <a:cubicBezTo>
                    <a:pt x="56" y="29"/>
                    <a:pt x="56" y="29"/>
                    <a:pt x="56" y="29"/>
                  </a:cubicBezTo>
                  <a:cubicBezTo>
                    <a:pt x="56" y="25"/>
                    <a:pt x="53" y="22"/>
                    <a:pt x="49" y="21"/>
                  </a:cubicBezTo>
                  <a:cubicBezTo>
                    <a:pt x="42" y="5"/>
                    <a:pt x="42" y="5"/>
                    <a:pt x="42" y="5"/>
                  </a:cubicBezTo>
                  <a:cubicBezTo>
                    <a:pt x="40" y="2"/>
                    <a:pt x="37" y="0"/>
                    <a:pt x="34" y="0"/>
                  </a:cubicBezTo>
                  <a:cubicBezTo>
                    <a:pt x="30" y="0"/>
                    <a:pt x="27" y="2"/>
                    <a:pt x="26" y="5"/>
                  </a:cubicBezTo>
                  <a:cubicBezTo>
                    <a:pt x="18" y="21"/>
                    <a:pt x="18" y="21"/>
                    <a:pt x="18" y="21"/>
                  </a:cubicBezTo>
                  <a:cubicBezTo>
                    <a:pt x="15" y="22"/>
                    <a:pt x="12" y="25"/>
                    <a:pt x="12" y="29"/>
                  </a:cubicBezTo>
                  <a:cubicBezTo>
                    <a:pt x="12" y="37"/>
                    <a:pt x="12" y="37"/>
                    <a:pt x="12" y="37"/>
                  </a:cubicBezTo>
                  <a:cubicBezTo>
                    <a:pt x="5" y="40"/>
                    <a:pt x="0" y="46"/>
                    <a:pt x="0" y="54"/>
                  </a:cubicBezTo>
                  <a:cubicBezTo>
                    <a:pt x="0" y="131"/>
                    <a:pt x="0" y="131"/>
                    <a:pt x="0" y="131"/>
                  </a:cubicBezTo>
                  <a:cubicBezTo>
                    <a:pt x="0" y="137"/>
                    <a:pt x="5" y="142"/>
                    <a:pt x="11" y="142"/>
                  </a:cubicBezTo>
                  <a:cubicBezTo>
                    <a:pt x="56" y="142"/>
                    <a:pt x="56" y="142"/>
                    <a:pt x="56" y="142"/>
                  </a:cubicBezTo>
                  <a:cubicBezTo>
                    <a:pt x="62" y="142"/>
                    <a:pt x="67" y="137"/>
                    <a:pt x="67" y="131"/>
                  </a:cubicBezTo>
                  <a:cubicBezTo>
                    <a:pt x="67" y="54"/>
                    <a:pt x="67" y="54"/>
                    <a:pt x="67" y="54"/>
                  </a:cubicBezTo>
                  <a:close/>
                  <a:moveTo>
                    <a:pt x="50" y="36"/>
                  </a:moveTo>
                  <a:cubicBezTo>
                    <a:pt x="42" y="36"/>
                    <a:pt x="42" y="36"/>
                    <a:pt x="42" y="36"/>
                  </a:cubicBezTo>
                  <a:cubicBezTo>
                    <a:pt x="42" y="27"/>
                    <a:pt x="42" y="27"/>
                    <a:pt x="42" y="27"/>
                  </a:cubicBezTo>
                  <a:cubicBezTo>
                    <a:pt x="47" y="27"/>
                    <a:pt x="47" y="27"/>
                    <a:pt x="47" y="27"/>
                  </a:cubicBezTo>
                  <a:cubicBezTo>
                    <a:pt x="49" y="27"/>
                    <a:pt x="50" y="28"/>
                    <a:pt x="50" y="29"/>
                  </a:cubicBezTo>
                  <a:lnTo>
                    <a:pt x="50" y="36"/>
                  </a:lnTo>
                  <a:close/>
                  <a:moveTo>
                    <a:pt x="31" y="36"/>
                  </a:moveTo>
                  <a:cubicBezTo>
                    <a:pt x="31" y="27"/>
                    <a:pt x="31" y="27"/>
                    <a:pt x="31" y="27"/>
                  </a:cubicBezTo>
                  <a:cubicBezTo>
                    <a:pt x="37" y="27"/>
                    <a:pt x="37" y="27"/>
                    <a:pt x="37" y="27"/>
                  </a:cubicBezTo>
                  <a:cubicBezTo>
                    <a:pt x="37" y="36"/>
                    <a:pt x="37" y="36"/>
                    <a:pt x="37" y="36"/>
                  </a:cubicBezTo>
                  <a:lnTo>
                    <a:pt x="31" y="36"/>
                  </a:lnTo>
                  <a:close/>
                  <a:moveTo>
                    <a:pt x="31" y="7"/>
                  </a:moveTo>
                  <a:cubicBezTo>
                    <a:pt x="31" y="6"/>
                    <a:pt x="33" y="5"/>
                    <a:pt x="34" y="6"/>
                  </a:cubicBezTo>
                  <a:cubicBezTo>
                    <a:pt x="35" y="6"/>
                    <a:pt x="36" y="6"/>
                    <a:pt x="37" y="8"/>
                  </a:cubicBezTo>
                  <a:cubicBezTo>
                    <a:pt x="43" y="21"/>
                    <a:pt x="43" y="21"/>
                    <a:pt x="43" y="21"/>
                  </a:cubicBezTo>
                  <a:cubicBezTo>
                    <a:pt x="25" y="21"/>
                    <a:pt x="25" y="21"/>
                    <a:pt x="25" y="21"/>
                  </a:cubicBezTo>
                  <a:lnTo>
                    <a:pt x="31" y="7"/>
                  </a:lnTo>
                  <a:close/>
                  <a:moveTo>
                    <a:pt x="17" y="36"/>
                  </a:moveTo>
                  <a:cubicBezTo>
                    <a:pt x="17" y="29"/>
                    <a:pt x="17" y="29"/>
                    <a:pt x="17" y="29"/>
                  </a:cubicBezTo>
                  <a:cubicBezTo>
                    <a:pt x="17" y="28"/>
                    <a:pt x="19" y="27"/>
                    <a:pt x="20" y="27"/>
                  </a:cubicBezTo>
                  <a:cubicBezTo>
                    <a:pt x="25" y="27"/>
                    <a:pt x="25" y="27"/>
                    <a:pt x="25" y="27"/>
                  </a:cubicBezTo>
                  <a:cubicBezTo>
                    <a:pt x="25" y="36"/>
                    <a:pt x="25" y="36"/>
                    <a:pt x="25" y="36"/>
                  </a:cubicBezTo>
                  <a:cubicBezTo>
                    <a:pt x="17" y="36"/>
                    <a:pt x="17" y="36"/>
                    <a:pt x="17" y="36"/>
                  </a:cubicBezTo>
                  <a:close/>
                  <a:moveTo>
                    <a:pt x="18" y="42"/>
                  </a:moveTo>
                  <a:cubicBezTo>
                    <a:pt x="50" y="42"/>
                    <a:pt x="50" y="42"/>
                    <a:pt x="50" y="42"/>
                  </a:cubicBezTo>
                  <a:cubicBezTo>
                    <a:pt x="56" y="42"/>
                    <a:pt x="62" y="47"/>
                    <a:pt x="62" y="54"/>
                  </a:cubicBezTo>
                  <a:cubicBezTo>
                    <a:pt x="62" y="63"/>
                    <a:pt x="62" y="63"/>
                    <a:pt x="62" y="63"/>
                  </a:cubicBezTo>
                  <a:cubicBezTo>
                    <a:pt x="6" y="63"/>
                    <a:pt x="6" y="63"/>
                    <a:pt x="6" y="63"/>
                  </a:cubicBezTo>
                  <a:cubicBezTo>
                    <a:pt x="6" y="54"/>
                    <a:pt x="6" y="54"/>
                    <a:pt x="6" y="54"/>
                  </a:cubicBezTo>
                  <a:cubicBezTo>
                    <a:pt x="6" y="47"/>
                    <a:pt x="11" y="42"/>
                    <a:pt x="18" y="42"/>
                  </a:cubicBezTo>
                  <a:close/>
                  <a:moveTo>
                    <a:pt x="56" y="137"/>
                  </a:moveTo>
                  <a:cubicBezTo>
                    <a:pt x="11" y="137"/>
                    <a:pt x="11" y="137"/>
                    <a:pt x="11" y="137"/>
                  </a:cubicBezTo>
                  <a:cubicBezTo>
                    <a:pt x="8" y="137"/>
                    <a:pt x="6" y="134"/>
                    <a:pt x="6" y="131"/>
                  </a:cubicBezTo>
                  <a:cubicBezTo>
                    <a:pt x="6" y="119"/>
                    <a:pt x="6" y="119"/>
                    <a:pt x="6" y="119"/>
                  </a:cubicBezTo>
                  <a:cubicBezTo>
                    <a:pt x="21" y="119"/>
                    <a:pt x="21" y="119"/>
                    <a:pt x="21" y="119"/>
                  </a:cubicBezTo>
                  <a:cubicBezTo>
                    <a:pt x="23" y="119"/>
                    <a:pt x="24" y="118"/>
                    <a:pt x="24" y="117"/>
                  </a:cubicBezTo>
                  <a:cubicBezTo>
                    <a:pt x="24" y="115"/>
                    <a:pt x="23" y="113"/>
                    <a:pt x="21" y="113"/>
                  </a:cubicBezTo>
                  <a:cubicBezTo>
                    <a:pt x="6" y="113"/>
                    <a:pt x="6" y="113"/>
                    <a:pt x="6" y="113"/>
                  </a:cubicBezTo>
                  <a:cubicBezTo>
                    <a:pt x="6" y="69"/>
                    <a:pt x="6" y="69"/>
                    <a:pt x="6" y="69"/>
                  </a:cubicBezTo>
                  <a:cubicBezTo>
                    <a:pt x="62" y="69"/>
                    <a:pt x="62" y="69"/>
                    <a:pt x="62" y="69"/>
                  </a:cubicBezTo>
                  <a:cubicBezTo>
                    <a:pt x="62" y="113"/>
                    <a:pt x="62" y="113"/>
                    <a:pt x="62" y="113"/>
                  </a:cubicBezTo>
                  <a:cubicBezTo>
                    <a:pt x="47" y="113"/>
                    <a:pt x="47" y="113"/>
                    <a:pt x="47" y="113"/>
                  </a:cubicBezTo>
                  <a:cubicBezTo>
                    <a:pt x="45" y="113"/>
                    <a:pt x="44" y="114"/>
                    <a:pt x="44" y="116"/>
                  </a:cubicBezTo>
                  <a:cubicBezTo>
                    <a:pt x="43" y="117"/>
                    <a:pt x="45" y="119"/>
                    <a:pt x="46" y="119"/>
                  </a:cubicBezTo>
                  <a:cubicBezTo>
                    <a:pt x="62" y="119"/>
                    <a:pt x="62" y="119"/>
                    <a:pt x="62" y="119"/>
                  </a:cubicBezTo>
                  <a:cubicBezTo>
                    <a:pt x="62" y="131"/>
                    <a:pt x="62" y="131"/>
                    <a:pt x="62" y="131"/>
                  </a:cubicBezTo>
                  <a:cubicBezTo>
                    <a:pt x="62" y="134"/>
                    <a:pt x="59" y="137"/>
                    <a:pt x="56"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9" name="Google Shape;1109;p27"/>
            <p:cNvSpPr/>
            <p:nvPr/>
          </p:nvSpPr>
          <p:spPr>
            <a:xfrm>
              <a:off x="7327334" y="1807475"/>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0" name="Google Shape;1110;p27"/>
            <p:cNvSpPr/>
            <p:nvPr/>
          </p:nvSpPr>
          <p:spPr>
            <a:xfrm>
              <a:off x="7327334" y="1742520"/>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1" name="Google Shape;1111;p27"/>
            <p:cNvSpPr/>
            <p:nvPr/>
          </p:nvSpPr>
          <p:spPr>
            <a:xfrm>
              <a:off x="7276691" y="1706189"/>
              <a:ext cx="113397" cy="88075"/>
            </a:xfrm>
            <a:custGeom>
              <a:rect b="b" l="l" r="r" t="t"/>
              <a:pathLst>
                <a:path extrusionOk="0" h="34" w="43">
                  <a:moveTo>
                    <a:pt x="43" y="17"/>
                  </a:moveTo>
                  <a:cubicBezTo>
                    <a:pt x="43" y="16"/>
                    <a:pt x="43" y="15"/>
                    <a:pt x="42" y="14"/>
                  </a:cubicBezTo>
                  <a:cubicBezTo>
                    <a:pt x="39" y="12"/>
                    <a:pt x="37" y="10"/>
                    <a:pt x="34" y="8"/>
                  </a:cubicBezTo>
                  <a:cubicBezTo>
                    <a:pt x="35" y="6"/>
                    <a:pt x="35" y="6"/>
                    <a:pt x="35" y="6"/>
                  </a:cubicBezTo>
                  <a:cubicBezTo>
                    <a:pt x="36" y="5"/>
                    <a:pt x="35" y="3"/>
                    <a:pt x="34" y="2"/>
                  </a:cubicBezTo>
                  <a:cubicBezTo>
                    <a:pt x="32" y="2"/>
                    <a:pt x="31" y="3"/>
                    <a:pt x="30" y="4"/>
                  </a:cubicBezTo>
                  <a:cubicBezTo>
                    <a:pt x="29" y="6"/>
                    <a:pt x="29" y="6"/>
                    <a:pt x="29" y="6"/>
                  </a:cubicBezTo>
                  <a:cubicBezTo>
                    <a:pt x="27" y="6"/>
                    <a:pt x="26" y="5"/>
                    <a:pt x="25" y="5"/>
                  </a:cubicBezTo>
                  <a:cubicBezTo>
                    <a:pt x="25" y="3"/>
                    <a:pt x="25" y="3"/>
                    <a:pt x="25" y="3"/>
                  </a:cubicBezTo>
                  <a:cubicBezTo>
                    <a:pt x="25" y="2"/>
                    <a:pt x="24" y="0"/>
                    <a:pt x="22" y="0"/>
                  </a:cubicBezTo>
                  <a:cubicBezTo>
                    <a:pt x="20" y="0"/>
                    <a:pt x="19" y="1"/>
                    <a:pt x="19" y="3"/>
                  </a:cubicBezTo>
                  <a:cubicBezTo>
                    <a:pt x="19" y="5"/>
                    <a:pt x="19" y="5"/>
                    <a:pt x="19" y="5"/>
                  </a:cubicBezTo>
                  <a:cubicBezTo>
                    <a:pt x="18" y="5"/>
                    <a:pt x="16" y="6"/>
                    <a:pt x="14" y="6"/>
                  </a:cubicBezTo>
                  <a:cubicBezTo>
                    <a:pt x="13" y="4"/>
                    <a:pt x="13" y="4"/>
                    <a:pt x="13" y="4"/>
                  </a:cubicBezTo>
                  <a:cubicBezTo>
                    <a:pt x="13" y="3"/>
                    <a:pt x="11" y="2"/>
                    <a:pt x="10" y="2"/>
                  </a:cubicBezTo>
                  <a:cubicBezTo>
                    <a:pt x="8" y="3"/>
                    <a:pt x="8" y="5"/>
                    <a:pt x="8" y="6"/>
                  </a:cubicBezTo>
                  <a:cubicBezTo>
                    <a:pt x="9" y="8"/>
                    <a:pt x="9" y="8"/>
                    <a:pt x="9" y="8"/>
                  </a:cubicBezTo>
                  <a:cubicBezTo>
                    <a:pt x="7" y="10"/>
                    <a:pt x="4" y="12"/>
                    <a:pt x="1" y="14"/>
                  </a:cubicBezTo>
                  <a:cubicBezTo>
                    <a:pt x="1" y="15"/>
                    <a:pt x="0" y="16"/>
                    <a:pt x="0" y="17"/>
                  </a:cubicBezTo>
                  <a:cubicBezTo>
                    <a:pt x="0" y="18"/>
                    <a:pt x="1" y="19"/>
                    <a:pt x="1" y="20"/>
                  </a:cubicBezTo>
                  <a:cubicBezTo>
                    <a:pt x="4" y="22"/>
                    <a:pt x="7" y="24"/>
                    <a:pt x="9" y="26"/>
                  </a:cubicBezTo>
                  <a:cubicBezTo>
                    <a:pt x="8" y="28"/>
                    <a:pt x="8" y="28"/>
                    <a:pt x="8" y="28"/>
                  </a:cubicBezTo>
                  <a:cubicBezTo>
                    <a:pt x="8" y="29"/>
                    <a:pt x="8" y="31"/>
                    <a:pt x="9" y="31"/>
                  </a:cubicBezTo>
                  <a:cubicBezTo>
                    <a:pt x="10" y="32"/>
                    <a:pt x="10" y="32"/>
                    <a:pt x="11" y="32"/>
                  </a:cubicBezTo>
                  <a:cubicBezTo>
                    <a:pt x="12" y="32"/>
                    <a:pt x="13" y="31"/>
                    <a:pt x="13" y="30"/>
                  </a:cubicBezTo>
                  <a:cubicBezTo>
                    <a:pt x="14" y="28"/>
                    <a:pt x="14" y="28"/>
                    <a:pt x="14" y="28"/>
                  </a:cubicBezTo>
                  <a:cubicBezTo>
                    <a:pt x="16" y="29"/>
                    <a:pt x="18" y="29"/>
                    <a:pt x="19" y="29"/>
                  </a:cubicBezTo>
                  <a:cubicBezTo>
                    <a:pt x="19" y="31"/>
                    <a:pt x="19" y="31"/>
                    <a:pt x="19" y="31"/>
                  </a:cubicBezTo>
                  <a:cubicBezTo>
                    <a:pt x="19" y="32"/>
                    <a:pt x="20" y="34"/>
                    <a:pt x="21" y="34"/>
                  </a:cubicBezTo>
                  <a:cubicBezTo>
                    <a:pt x="23" y="34"/>
                    <a:pt x="25" y="33"/>
                    <a:pt x="25" y="31"/>
                  </a:cubicBezTo>
                  <a:cubicBezTo>
                    <a:pt x="25" y="29"/>
                    <a:pt x="25" y="29"/>
                    <a:pt x="25" y="29"/>
                  </a:cubicBezTo>
                  <a:cubicBezTo>
                    <a:pt x="26" y="29"/>
                    <a:pt x="27" y="29"/>
                    <a:pt x="29" y="28"/>
                  </a:cubicBezTo>
                  <a:cubicBezTo>
                    <a:pt x="30" y="30"/>
                    <a:pt x="30" y="30"/>
                    <a:pt x="30" y="30"/>
                  </a:cubicBezTo>
                  <a:cubicBezTo>
                    <a:pt x="31" y="31"/>
                    <a:pt x="32" y="32"/>
                    <a:pt x="33" y="32"/>
                  </a:cubicBezTo>
                  <a:cubicBezTo>
                    <a:pt x="33" y="32"/>
                    <a:pt x="34" y="32"/>
                    <a:pt x="34" y="31"/>
                  </a:cubicBezTo>
                  <a:cubicBezTo>
                    <a:pt x="35" y="31"/>
                    <a:pt x="36" y="29"/>
                    <a:pt x="35" y="28"/>
                  </a:cubicBezTo>
                  <a:cubicBezTo>
                    <a:pt x="34" y="26"/>
                    <a:pt x="34" y="26"/>
                    <a:pt x="34" y="26"/>
                  </a:cubicBezTo>
                  <a:cubicBezTo>
                    <a:pt x="37" y="24"/>
                    <a:pt x="39" y="22"/>
                    <a:pt x="42" y="20"/>
                  </a:cubicBezTo>
                  <a:cubicBezTo>
                    <a:pt x="43" y="19"/>
                    <a:pt x="43" y="18"/>
                    <a:pt x="43" y="17"/>
                  </a:cubicBezTo>
                  <a:close/>
                  <a:moveTo>
                    <a:pt x="22" y="24"/>
                  </a:moveTo>
                  <a:cubicBezTo>
                    <a:pt x="15" y="24"/>
                    <a:pt x="9" y="19"/>
                    <a:pt x="7" y="17"/>
                  </a:cubicBezTo>
                  <a:cubicBezTo>
                    <a:pt x="9" y="15"/>
                    <a:pt x="15" y="10"/>
                    <a:pt x="22" y="10"/>
                  </a:cubicBezTo>
                  <a:cubicBezTo>
                    <a:pt x="28" y="10"/>
                    <a:pt x="34" y="15"/>
                    <a:pt x="37" y="17"/>
                  </a:cubicBezTo>
                  <a:cubicBezTo>
                    <a:pt x="34" y="19"/>
                    <a:pt x="28" y="24"/>
                    <a:pt x="22"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2" name="Google Shape;1112;p27"/>
          <p:cNvGrpSpPr/>
          <p:nvPr/>
        </p:nvGrpSpPr>
        <p:grpSpPr>
          <a:xfrm>
            <a:off x="5627760" y="1496599"/>
            <a:ext cx="228825" cy="362036"/>
            <a:chOff x="5618678" y="1512425"/>
            <a:chExt cx="234500" cy="371015"/>
          </a:xfrm>
        </p:grpSpPr>
        <p:sp>
          <p:nvSpPr>
            <p:cNvPr id="1113" name="Google Shape;1113;p27"/>
            <p:cNvSpPr/>
            <p:nvPr/>
          </p:nvSpPr>
          <p:spPr>
            <a:xfrm>
              <a:off x="5618678" y="1512425"/>
              <a:ext cx="234500" cy="371015"/>
            </a:xfrm>
            <a:custGeom>
              <a:rect b="b" l="l" r="r" t="t"/>
              <a:pathLst>
                <a:path extrusionOk="0" h="142" w="90">
                  <a:moveTo>
                    <a:pt x="80" y="33"/>
                  </a:moveTo>
                  <a:cubicBezTo>
                    <a:pt x="80" y="17"/>
                    <a:pt x="80" y="17"/>
                    <a:pt x="80" y="17"/>
                  </a:cubicBezTo>
                  <a:cubicBezTo>
                    <a:pt x="80" y="14"/>
                    <a:pt x="77" y="11"/>
                    <a:pt x="74" y="11"/>
                  </a:cubicBezTo>
                  <a:cubicBezTo>
                    <a:pt x="74" y="11"/>
                    <a:pt x="74" y="11"/>
                    <a:pt x="74" y="11"/>
                  </a:cubicBezTo>
                  <a:cubicBezTo>
                    <a:pt x="74" y="5"/>
                    <a:pt x="74" y="5"/>
                    <a:pt x="74" y="5"/>
                  </a:cubicBezTo>
                  <a:cubicBezTo>
                    <a:pt x="74" y="2"/>
                    <a:pt x="71" y="0"/>
                    <a:pt x="68" y="0"/>
                  </a:cubicBezTo>
                  <a:cubicBezTo>
                    <a:pt x="21" y="0"/>
                    <a:pt x="21" y="0"/>
                    <a:pt x="21" y="0"/>
                  </a:cubicBezTo>
                  <a:cubicBezTo>
                    <a:pt x="18" y="0"/>
                    <a:pt x="16" y="2"/>
                    <a:pt x="16" y="5"/>
                  </a:cubicBezTo>
                  <a:cubicBezTo>
                    <a:pt x="16" y="11"/>
                    <a:pt x="16" y="11"/>
                    <a:pt x="16" y="11"/>
                  </a:cubicBezTo>
                  <a:cubicBezTo>
                    <a:pt x="15" y="11"/>
                    <a:pt x="15" y="11"/>
                    <a:pt x="15" y="11"/>
                  </a:cubicBezTo>
                  <a:cubicBezTo>
                    <a:pt x="12" y="11"/>
                    <a:pt x="10" y="14"/>
                    <a:pt x="10" y="17"/>
                  </a:cubicBezTo>
                  <a:cubicBezTo>
                    <a:pt x="10" y="33"/>
                    <a:pt x="10" y="33"/>
                    <a:pt x="10" y="33"/>
                  </a:cubicBezTo>
                  <a:cubicBezTo>
                    <a:pt x="4" y="36"/>
                    <a:pt x="0" y="42"/>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2"/>
                    <a:pt x="86" y="36"/>
                    <a:pt x="80" y="33"/>
                  </a:cubicBezTo>
                  <a:close/>
                  <a:moveTo>
                    <a:pt x="74" y="31"/>
                  </a:moveTo>
                  <a:cubicBezTo>
                    <a:pt x="67" y="31"/>
                    <a:pt x="67" y="31"/>
                    <a:pt x="67" y="31"/>
                  </a:cubicBezTo>
                  <a:cubicBezTo>
                    <a:pt x="67" y="17"/>
                    <a:pt x="67" y="17"/>
                    <a:pt x="67" y="17"/>
                  </a:cubicBezTo>
                  <a:cubicBezTo>
                    <a:pt x="74" y="17"/>
                    <a:pt x="74" y="17"/>
                    <a:pt x="74" y="17"/>
                  </a:cubicBezTo>
                  <a:lnTo>
                    <a:pt x="74" y="31"/>
                  </a:lnTo>
                  <a:close/>
                  <a:moveTo>
                    <a:pt x="54" y="31"/>
                  </a:moveTo>
                  <a:cubicBezTo>
                    <a:pt x="54" y="17"/>
                    <a:pt x="54" y="17"/>
                    <a:pt x="54" y="17"/>
                  </a:cubicBezTo>
                  <a:cubicBezTo>
                    <a:pt x="61" y="17"/>
                    <a:pt x="61" y="17"/>
                    <a:pt x="61" y="17"/>
                  </a:cubicBezTo>
                  <a:cubicBezTo>
                    <a:pt x="61" y="31"/>
                    <a:pt x="61" y="31"/>
                    <a:pt x="61" y="31"/>
                  </a:cubicBezTo>
                  <a:cubicBezTo>
                    <a:pt x="54" y="31"/>
                    <a:pt x="54" y="31"/>
                    <a:pt x="54" y="31"/>
                  </a:cubicBezTo>
                  <a:close/>
                  <a:moveTo>
                    <a:pt x="41" y="31"/>
                  </a:moveTo>
                  <a:cubicBezTo>
                    <a:pt x="41" y="17"/>
                    <a:pt x="41" y="17"/>
                    <a:pt x="41" y="17"/>
                  </a:cubicBezTo>
                  <a:cubicBezTo>
                    <a:pt x="49" y="17"/>
                    <a:pt x="49" y="17"/>
                    <a:pt x="49" y="17"/>
                  </a:cubicBezTo>
                  <a:cubicBezTo>
                    <a:pt x="49" y="31"/>
                    <a:pt x="49" y="31"/>
                    <a:pt x="49" y="31"/>
                  </a:cubicBezTo>
                  <a:cubicBezTo>
                    <a:pt x="41" y="31"/>
                    <a:pt x="41" y="31"/>
                    <a:pt x="41" y="31"/>
                  </a:cubicBezTo>
                  <a:close/>
                  <a:moveTo>
                    <a:pt x="29" y="31"/>
                  </a:moveTo>
                  <a:cubicBezTo>
                    <a:pt x="29" y="17"/>
                    <a:pt x="29" y="17"/>
                    <a:pt x="29" y="17"/>
                  </a:cubicBezTo>
                  <a:cubicBezTo>
                    <a:pt x="36" y="17"/>
                    <a:pt x="36" y="17"/>
                    <a:pt x="36" y="17"/>
                  </a:cubicBezTo>
                  <a:cubicBezTo>
                    <a:pt x="36" y="31"/>
                    <a:pt x="36" y="31"/>
                    <a:pt x="36" y="31"/>
                  </a:cubicBezTo>
                  <a:cubicBezTo>
                    <a:pt x="29" y="31"/>
                    <a:pt x="29" y="31"/>
                    <a:pt x="29" y="31"/>
                  </a:cubicBezTo>
                  <a:close/>
                  <a:moveTo>
                    <a:pt x="21" y="5"/>
                  </a:moveTo>
                  <a:cubicBezTo>
                    <a:pt x="68" y="5"/>
                    <a:pt x="68" y="5"/>
                    <a:pt x="68" y="5"/>
                  </a:cubicBezTo>
                  <a:cubicBezTo>
                    <a:pt x="68" y="11"/>
                    <a:pt x="68" y="11"/>
                    <a:pt x="68" y="11"/>
                  </a:cubicBezTo>
                  <a:cubicBezTo>
                    <a:pt x="21" y="11"/>
                    <a:pt x="21" y="11"/>
                    <a:pt x="21" y="11"/>
                  </a:cubicBezTo>
                  <a:lnTo>
                    <a:pt x="21" y="5"/>
                  </a:lnTo>
                  <a:close/>
                  <a:moveTo>
                    <a:pt x="15" y="31"/>
                  </a:moveTo>
                  <a:cubicBezTo>
                    <a:pt x="15" y="17"/>
                    <a:pt x="15" y="17"/>
                    <a:pt x="15" y="17"/>
                  </a:cubicBezTo>
                  <a:cubicBezTo>
                    <a:pt x="23" y="17"/>
                    <a:pt x="23" y="17"/>
                    <a:pt x="23" y="17"/>
                  </a:cubicBezTo>
                  <a:cubicBezTo>
                    <a:pt x="23" y="31"/>
                    <a:pt x="23" y="31"/>
                    <a:pt x="23" y="31"/>
                  </a:cubicBezTo>
                  <a:cubicBezTo>
                    <a:pt x="15" y="31"/>
                    <a:pt x="15" y="31"/>
                    <a:pt x="15" y="31"/>
                  </a:cubicBez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6" y="53"/>
                    <a:pt x="57" y="53"/>
                  </a:cubicBezTo>
                  <a:cubicBezTo>
                    <a:pt x="84" y="53"/>
                    <a:pt x="84" y="53"/>
                    <a:pt x="84" y="53"/>
                  </a:cubicBezTo>
                  <a:cubicBezTo>
                    <a:pt x="84" y="120"/>
                    <a:pt x="84" y="120"/>
                    <a:pt x="84" y="120"/>
                  </a:cubicBezTo>
                  <a:cubicBezTo>
                    <a:pt x="5" y="120"/>
                    <a:pt x="5" y="120"/>
                    <a:pt x="5" y="120"/>
                  </a:cubicBezTo>
                  <a:cubicBezTo>
                    <a:pt x="5" y="53"/>
                    <a:pt x="5" y="53"/>
                    <a:pt x="5" y="53"/>
                  </a:cubicBezTo>
                  <a:cubicBezTo>
                    <a:pt x="32" y="53"/>
                    <a:pt x="32" y="53"/>
                    <a:pt x="32" y="53"/>
                  </a:cubicBezTo>
                  <a:cubicBezTo>
                    <a:pt x="34" y="53"/>
                    <a:pt x="35" y="52"/>
                    <a:pt x="35" y="51"/>
                  </a:cubicBezTo>
                  <a:cubicBezTo>
                    <a:pt x="35" y="49"/>
                    <a:pt x="34" y="48"/>
                    <a:pt x="32" y="48"/>
                  </a:cubicBezTo>
                  <a:cubicBezTo>
                    <a:pt x="6" y="48"/>
                    <a:pt x="6" y="48"/>
                    <a:pt x="6" y="48"/>
                  </a:cubicBezTo>
                  <a:cubicBezTo>
                    <a:pt x="7" y="42"/>
                    <a:pt x="12" y="37"/>
                    <a:pt x="18" y="37"/>
                  </a:cubicBezTo>
                  <a:close/>
                  <a:moveTo>
                    <a:pt x="79"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2" y="137"/>
                    <a:pt x="79"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4" name="Google Shape;1114;p27"/>
            <p:cNvSpPr/>
            <p:nvPr/>
          </p:nvSpPr>
          <p:spPr>
            <a:xfrm>
              <a:off x="5644000" y="1674263"/>
              <a:ext cx="183857" cy="133213"/>
            </a:xfrm>
            <a:custGeom>
              <a:rect b="b" l="l" r="r" t="t"/>
              <a:pathLst>
                <a:path extrusionOk="0" h="51" w="70">
                  <a:moveTo>
                    <a:pt x="12" y="5"/>
                  </a:moveTo>
                  <a:cubicBezTo>
                    <a:pt x="12" y="6"/>
                    <a:pt x="11" y="6"/>
                    <a:pt x="11" y="6"/>
                  </a:cubicBezTo>
                  <a:cubicBezTo>
                    <a:pt x="7" y="11"/>
                    <a:pt x="6" y="17"/>
                    <a:pt x="7" y="23"/>
                  </a:cubicBezTo>
                  <a:cubicBezTo>
                    <a:pt x="3" y="23"/>
                    <a:pt x="3" y="23"/>
                    <a:pt x="3" y="23"/>
                  </a:cubicBezTo>
                  <a:cubicBezTo>
                    <a:pt x="2" y="23"/>
                    <a:pt x="1" y="24"/>
                    <a:pt x="0" y="25"/>
                  </a:cubicBezTo>
                  <a:cubicBezTo>
                    <a:pt x="0" y="27"/>
                    <a:pt x="1" y="29"/>
                    <a:pt x="3" y="29"/>
                  </a:cubicBezTo>
                  <a:cubicBezTo>
                    <a:pt x="10" y="29"/>
                    <a:pt x="10" y="29"/>
                    <a:pt x="10" y="29"/>
                  </a:cubicBezTo>
                  <a:cubicBezTo>
                    <a:pt x="11" y="29"/>
                    <a:pt x="11" y="30"/>
                    <a:pt x="12" y="30"/>
                  </a:cubicBezTo>
                  <a:cubicBezTo>
                    <a:pt x="31" y="50"/>
                    <a:pt x="31" y="50"/>
                    <a:pt x="31" y="50"/>
                  </a:cubicBezTo>
                  <a:cubicBezTo>
                    <a:pt x="32" y="51"/>
                    <a:pt x="34" y="51"/>
                    <a:pt x="35" y="51"/>
                  </a:cubicBezTo>
                  <a:cubicBezTo>
                    <a:pt x="36" y="51"/>
                    <a:pt x="37" y="51"/>
                    <a:pt x="38" y="50"/>
                  </a:cubicBezTo>
                  <a:cubicBezTo>
                    <a:pt x="58" y="30"/>
                    <a:pt x="58" y="30"/>
                    <a:pt x="58" y="30"/>
                  </a:cubicBezTo>
                  <a:cubicBezTo>
                    <a:pt x="58" y="30"/>
                    <a:pt x="59" y="29"/>
                    <a:pt x="59" y="29"/>
                  </a:cubicBezTo>
                  <a:cubicBezTo>
                    <a:pt x="66" y="29"/>
                    <a:pt x="66" y="29"/>
                    <a:pt x="66" y="29"/>
                  </a:cubicBezTo>
                  <a:cubicBezTo>
                    <a:pt x="68" y="29"/>
                    <a:pt x="69" y="28"/>
                    <a:pt x="69" y="26"/>
                  </a:cubicBezTo>
                  <a:cubicBezTo>
                    <a:pt x="70" y="25"/>
                    <a:pt x="68" y="23"/>
                    <a:pt x="67" y="23"/>
                  </a:cubicBezTo>
                  <a:cubicBezTo>
                    <a:pt x="62" y="23"/>
                    <a:pt x="62" y="23"/>
                    <a:pt x="62" y="23"/>
                  </a:cubicBezTo>
                  <a:cubicBezTo>
                    <a:pt x="64" y="17"/>
                    <a:pt x="63" y="11"/>
                    <a:pt x="58" y="6"/>
                  </a:cubicBezTo>
                  <a:cubicBezTo>
                    <a:pt x="58" y="6"/>
                    <a:pt x="58" y="6"/>
                    <a:pt x="58" y="6"/>
                  </a:cubicBezTo>
                  <a:cubicBezTo>
                    <a:pt x="58" y="6"/>
                    <a:pt x="58" y="6"/>
                    <a:pt x="58" y="5"/>
                  </a:cubicBezTo>
                  <a:cubicBezTo>
                    <a:pt x="54" y="2"/>
                    <a:pt x="49" y="0"/>
                    <a:pt x="44" y="0"/>
                  </a:cubicBezTo>
                  <a:cubicBezTo>
                    <a:pt x="41" y="0"/>
                    <a:pt x="37" y="2"/>
                    <a:pt x="35" y="4"/>
                  </a:cubicBezTo>
                  <a:cubicBezTo>
                    <a:pt x="32" y="2"/>
                    <a:pt x="29" y="1"/>
                    <a:pt x="26" y="0"/>
                  </a:cubicBezTo>
                  <a:cubicBezTo>
                    <a:pt x="21" y="0"/>
                    <a:pt x="15" y="2"/>
                    <a:pt x="12" y="5"/>
                  </a:cubicBezTo>
                  <a:close/>
                  <a:moveTo>
                    <a:pt x="35" y="46"/>
                  </a:moveTo>
                  <a:cubicBezTo>
                    <a:pt x="18" y="29"/>
                    <a:pt x="18" y="29"/>
                    <a:pt x="18" y="29"/>
                  </a:cubicBezTo>
                  <a:cubicBezTo>
                    <a:pt x="23" y="29"/>
                    <a:pt x="23" y="29"/>
                    <a:pt x="23" y="29"/>
                  </a:cubicBezTo>
                  <a:cubicBezTo>
                    <a:pt x="24" y="29"/>
                    <a:pt x="24" y="28"/>
                    <a:pt x="25" y="28"/>
                  </a:cubicBezTo>
                  <a:cubicBezTo>
                    <a:pt x="29" y="23"/>
                    <a:pt x="29" y="23"/>
                    <a:pt x="29" y="23"/>
                  </a:cubicBezTo>
                  <a:cubicBezTo>
                    <a:pt x="32" y="32"/>
                    <a:pt x="32" y="32"/>
                    <a:pt x="32" y="32"/>
                  </a:cubicBezTo>
                  <a:cubicBezTo>
                    <a:pt x="33" y="33"/>
                    <a:pt x="34" y="34"/>
                    <a:pt x="35" y="34"/>
                  </a:cubicBezTo>
                  <a:cubicBezTo>
                    <a:pt x="35" y="34"/>
                    <a:pt x="36" y="34"/>
                    <a:pt x="36" y="34"/>
                  </a:cubicBezTo>
                  <a:cubicBezTo>
                    <a:pt x="38" y="34"/>
                    <a:pt x="39" y="34"/>
                    <a:pt x="39" y="33"/>
                  </a:cubicBezTo>
                  <a:cubicBezTo>
                    <a:pt x="44" y="29"/>
                    <a:pt x="44" y="29"/>
                    <a:pt x="44" y="29"/>
                  </a:cubicBezTo>
                  <a:cubicBezTo>
                    <a:pt x="52" y="29"/>
                    <a:pt x="52" y="29"/>
                    <a:pt x="52" y="29"/>
                  </a:cubicBezTo>
                  <a:lnTo>
                    <a:pt x="35" y="46"/>
                  </a:lnTo>
                  <a:close/>
                  <a:moveTo>
                    <a:pt x="25" y="6"/>
                  </a:moveTo>
                  <a:cubicBezTo>
                    <a:pt x="28" y="6"/>
                    <a:pt x="31" y="7"/>
                    <a:pt x="33" y="9"/>
                  </a:cubicBezTo>
                  <a:cubicBezTo>
                    <a:pt x="34" y="10"/>
                    <a:pt x="36" y="10"/>
                    <a:pt x="37" y="9"/>
                  </a:cubicBezTo>
                  <a:cubicBezTo>
                    <a:pt x="39" y="7"/>
                    <a:pt x="42" y="6"/>
                    <a:pt x="44" y="6"/>
                  </a:cubicBezTo>
                  <a:cubicBezTo>
                    <a:pt x="48" y="5"/>
                    <a:pt x="51" y="7"/>
                    <a:pt x="54" y="9"/>
                  </a:cubicBezTo>
                  <a:cubicBezTo>
                    <a:pt x="54" y="9"/>
                    <a:pt x="54" y="10"/>
                    <a:pt x="54" y="10"/>
                  </a:cubicBezTo>
                  <a:cubicBezTo>
                    <a:pt x="58" y="13"/>
                    <a:pt x="58" y="19"/>
                    <a:pt x="56" y="23"/>
                  </a:cubicBezTo>
                  <a:cubicBezTo>
                    <a:pt x="43" y="23"/>
                    <a:pt x="43" y="23"/>
                    <a:pt x="43" y="23"/>
                  </a:cubicBezTo>
                  <a:cubicBezTo>
                    <a:pt x="42" y="23"/>
                    <a:pt x="41" y="23"/>
                    <a:pt x="41" y="24"/>
                  </a:cubicBezTo>
                  <a:cubicBezTo>
                    <a:pt x="37" y="28"/>
                    <a:pt x="37" y="28"/>
                    <a:pt x="37" y="28"/>
                  </a:cubicBezTo>
                  <a:cubicBezTo>
                    <a:pt x="33" y="18"/>
                    <a:pt x="33" y="18"/>
                    <a:pt x="33" y="18"/>
                  </a:cubicBezTo>
                  <a:cubicBezTo>
                    <a:pt x="32" y="17"/>
                    <a:pt x="31" y="16"/>
                    <a:pt x="30" y="16"/>
                  </a:cubicBezTo>
                  <a:cubicBezTo>
                    <a:pt x="28" y="16"/>
                    <a:pt x="27" y="16"/>
                    <a:pt x="26" y="18"/>
                  </a:cubicBezTo>
                  <a:cubicBezTo>
                    <a:pt x="21" y="23"/>
                    <a:pt x="21" y="23"/>
                    <a:pt x="21" y="23"/>
                  </a:cubicBezTo>
                  <a:cubicBezTo>
                    <a:pt x="13" y="23"/>
                    <a:pt x="13" y="23"/>
                    <a:pt x="13" y="23"/>
                  </a:cubicBezTo>
                  <a:cubicBezTo>
                    <a:pt x="11" y="19"/>
                    <a:pt x="12" y="13"/>
                    <a:pt x="15" y="10"/>
                  </a:cubicBezTo>
                  <a:cubicBezTo>
                    <a:pt x="15" y="10"/>
                    <a:pt x="15" y="9"/>
                    <a:pt x="16" y="9"/>
                  </a:cubicBezTo>
                  <a:cubicBezTo>
                    <a:pt x="18" y="7"/>
                    <a:pt x="21" y="6"/>
                    <a:pt x="24" y="6"/>
                  </a:cubicBezTo>
                  <a:cubicBezTo>
                    <a:pt x="25" y="6"/>
                    <a:pt x="25" y="6"/>
                    <a:pt x="25"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5" name="Google Shape;1115;p27"/>
            <p:cNvSpPr/>
            <p:nvPr/>
          </p:nvSpPr>
          <p:spPr>
            <a:xfrm>
              <a:off x="5727671" y="1637931"/>
              <a:ext cx="165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6" name="Google Shape;1116;p27"/>
          <p:cNvGrpSpPr/>
          <p:nvPr/>
        </p:nvGrpSpPr>
        <p:grpSpPr>
          <a:xfrm>
            <a:off x="4841376" y="1496599"/>
            <a:ext cx="215934" cy="362036"/>
            <a:chOff x="4840315" y="1512425"/>
            <a:chExt cx="221289" cy="371015"/>
          </a:xfrm>
        </p:grpSpPr>
        <p:sp>
          <p:nvSpPr>
            <p:cNvPr id="1117" name="Google Shape;1117;p27"/>
            <p:cNvSpPr/>
            <p:nvPr/>
          </p:nvSpPr>
          <p:spPr>
            <a:xfrm>
              <a:off x="4840315" y="1512425"/>
              <a:ext cx="221289" cy="371015"/>
            </a:xfrm>
            <a:custGeom>
              <a:rect b="b" l="l" r="r" t="t"/>
              <a:pathLst>
                <a:path extrusionOk="0" h="142" w="85">
                  <a:moveTo>
                    <a:pt x="73" y="112"/>
                  </a:moveTo>
                  <a:cubicBezTo>
                    <a:pt x="72" y="111"/>
                    <a:pt x="70" y="109"/>
                    <a:pt x="68" y="108"/>
                  </a:cubicBezTo>
                  <a:cubicBezTo>
                    <a:pt x="79" y="99"/>
                    <a:pt x="85" y="85"/>
                    <a:pt x="85" y="71"/>
                  </a:cubicBezTo>
                  <a:cubicBezTo>
                    <a:pt x="85" y="57"/>
                    <a:pt x="79" y="43"/>
                    <a:pt x="68" y="34"/>
                  </a:cubicBezTo>
                  <a:cubicBezTo>
                    <a:pt x="70" y="33"/>
                    <a:pt x="72" y="31"/>
                    <a:pt x="73" y="30"/>
                  </a:cubicBezTo>
                  <a:cubicBezTo>
                    <a:pt x="80" y="24"/>
                    <a:pt x="84" y="15"/>
                    <a:pt x="85" y="6"/>
                  </a:cubicBezTo>
                  <a:cubicBezTo>
                    <a:pt x="85" y="4"/>
                    <a:pt x="85" y="3"/>
                    <a:pt x="84" y="2"/>
                  </a:cubicBezTo>
                  <a:cubicBezTo>
                    <a:pt x="83" y="1"/>
                    <a:pt x="81" y="0"/>
                    <a:pt x="80" y="0"/>
                  </a:cubicBezTo>
                  <a:cubicBezTo>
                    <a:pt x="74" y="0"/>
                    <a:pt x="74" y="0"/>
                    <a:pt x="74" y="0"/>
                  </a:cubicBezTo>
                  <a:cubicBezTo>
                    <a:pt x="71" y="0"/>
                    <a:pt x="69" y="2"/>
                    <a:pt x="69" y="5"/>
                  </a:cubicBezTo>
                  <a:cubicBezTo>
                    <a:pt x="69" y="6"/>
                    <a:pt x="69" y="7"/>
                    <a:pt x="68" y="7"/>
                  </a:cubicBezTo>
                  <a:cubicBezTo>
                    <a:pt x="17" y="7"/>
                    <a:pt x="17" y="7"/>
                    <a:pt x="17" y="7"/>
                  </a:cubicBezTo>
                  <a:cubicBezTo>
                    <a:pt x="17" y="7"/>
                    <a:pt x="17" y="6"/>
                    <a:pt x="17" y="5"/>
                  </a:cubicBezTo>
                  <a:cubicBezTo>
                    <a:pt x="17" y="2"/>
                    <a:pt x="14" y="0"/>
                    <a:pt x="11" y="0"/>
                  </a:cubicBezTo>
                  <a:cubicBezTo>
                    <a:pt x="6" y="0"/>
                    <a:pt x="6" y="0"/>
                    <a:pt x="6" y="0"/>
                  </a:cubicBezTo>
                  <a:cubicBezTo>
                    <a:pt x="4" y="0"/>
                    <a:pt x="3" y="1"/>
                    <a:pt x="2" y="2"/>
                  </a:cubicBezTo>
                  <a:cubicBezTo>
                    <a:pt x="1" y="3"/>
                    <a:pt x="0" y="4"/>
                    <a:pt x="0" y="6"/>
                  </a:cubicBezTo>
                  <a:cubicBezTo>
                    <a:pt x="1" y="18"/>
                    <a:pt x="8" y="28"/>
                    <a:pt x="18" y="34"/>
                  </a:cubicBezTo>
                  <a:cubicBezTo>
                    <a:pt x="7" y="43"/>
                    <a:pt x="0" y="56"/>
                    <a:pt x="0" y="71"/>
                  </a:cubicBezTo>
                  <a:cubicBezTo>
                    <a:pt x="0" y="86"/>
                    <a:pt x="7" y="99"/>
                    <a:pt x="18" y="108"/>
                  </a:cubicBezTo>
                  <a:cubicBezTo>
                    <a:pt x="8" y="114"/>
                    <a:pt x="1" y="125"/>
                    <a:pt x="0" y="136"/>
                  </a:cubicBezTo>
                  <a:cubicBezTo>
                    <a:pt x="0" y="138"/>
                    <a:pt x="1" y="139"/>
                    <a:pt x="2" y="141"/>
                  </a:cubicBezTo>
                  <a:cubicBezTo>
                    <a:pt x="3" y="142"/>
                    <a:pt x="4" y="142"/>
                    <a:pt x="6" y="142"/>
                  </a:cubicBezTo>
                  <a:cubicBezTo>
                    <a:pt x="11" y="142"/>
                    <a:pt x="11" y="142"/>
                    <a:pt x="11" y="142"/>
                  </a:cubicBezTo>
                  <a:cubicBezTo>
                    <a:pt x="14" y="142"/>
                    <a:pt x="17" y="140"/>
                    <a:pt x="17" y="137"/>
                  </a:cubicBezTo>
                  <a:cubicBezTo>
                    <a:pt x="17" y="136"/>
                    <a:pt x="17" y="136"/>
                    <a:pt x="18" y="135"/>
                  </a:cubicBezTo>
                  <a:cubicBezTo>
                    <a:pt x="30" y="135"/>
                    <a:pt x="30" y="135"/>
                    <a:pt x="30" y="135"/>
                  </a:cubicBezTo>
                  <a:cubicBezTo>
                    <a:pt x="32" y="135"/>
                    <a:pt x="33" y="134"/>
                    <a:pt x="33" y="132"/>
                  </a:cubicBezTo>
                  <a:cubicBezTo>
                    <a:pt x="33" y="131"/>
                    <a:pt x="32" y="129"/>
                    <a:pt x="30" y="129"/>
                  </a:cubicBezTo>
                  <a:cubicBezTo>
                    <a:pt x="20" y="129"/>
                    <a:pt x="20" y="129"/>
                    <a:pt x="20" y="129"/>
                  </a:cubicBezTo>
                  <a:cubicBezTo>
                    <a:pt x="23" y="123"/>
                    <a:pt x="30" y="119"/>
                    <a:pt x="37" y="119"/>
                  </a:cubicBezTo>
                  <a:cubicBezTo>
                    <a:pt x="39" y="119"/>
                    <a:pt x="41" y="119"/>
                    <a:pt x="43" y="119"/>
                  </a:cubicBezTo>
                  <a:cubicBezTo>
                    <a:pt x="45" y="119"/>
                    <a:pt x="46" y="119"/>
                    <a:pt x="48" y="119"/>
                  </a:cubicBezTo>
                  <a:cubicBezTo>
                    <a:pt x="56" y="119"/>
                    <a:pt x="62" y="123"/>
                    <a:pt x="66" y="129"/>
                  </a:cubicBezTo>
                  <a:cubicBezTo>
                    <a:pt x="55" y="129"/>
                    <a:pt x="55" y="129"/>
                    <a:pt x="55" y="129"/>
                  </a:cubicBezTo>
                  <a:cubicBezTo>
                    <a:pt x="54" y="129"/>
                    <a:pt x="53" y="130"/>
                    <a:pt x="53" y="132"/>
                  </a:cubicBezTo>
                  <a:cubicBezTo>
                    <a:pt x="52" y="133"/>
                    <a:pt x="54" y="135"/>
                    <a:pt x="55" y="135"/>
                  </a:cubicBezTo>
                  <a:cubicBezTo>
                    <a:pt x="68" y="135"/>
                    <a:pt x="68" y="135"/>
                    <a:pt x="68" y="135"/>
                  </a:cubicBezTo>
                  <a:cubicBezTo>
                    <a:pt x="68" y="136"/>
                    <a:pt x="68" y="136"/>
                    <a:pt x="69" y="137"/>
                  </a:cubicBezTo>
                  <a:cubicBezTo>
                    <a:pt x="69" y="140"/>
                    <a:pt x="71" y="142"/>
                    <a:pt x="74" y="142"/>
                  </a:cubicBezTo>
                  <a:cubicBezTo>
                    <a:pt x="80" y="142"/>
                    <a:pt x="80" y="142"/>
                    <a:pt x="80" y="142"/>
                  </a:cubicBezTo>
                  <a:cubicBezTo>
                    <a:pt x="81" y="142"/>
                    <a:pt x="83" y="142"/>
                    <a:pt x="84" y="141"/>
                  </a:cubicBezTo>
                  <a:cubicBezTo>
                    <a:pt x="85" y="139"/>
                    <a:pt x="85" y="138"/>
                    <a:pt x="85" y="136"/>
                  </a:cubicBezTo>
                  <a:cubicBezTo>
                    <a:pt x="84" y="127"/>
                    <a:pt x="80" y="119"/>
                    <a:pt x="73" y="112"/>
                  </a:cubicBezTo>
                  <a:close/>
                  <a:moveTo>
                    <a:pt x="80" y="71"/>
                  </a:moveTo>
                  <a:cubicBezTo>
                    <a:pt x="80" y="85"/>
                    <a:pt x="73" y="97"/>
                    <a:pt x="63" y="105"/>
                  </a:cubicBezTo>
                  <a:cubicBezTo>
                    <a:pt x="60" y="104"/>
                    <a:pt x="58" y="104"/>
                    <a:pt x="56" y="103"/>
                  </a:cubicBezTo>
                  <a:cubicBezTo>
                    <a:pt x="59" y="101"/>
                    <a:pt x="63" y="98"/>
                    <a:pt x="65" y="95"/>
                  </a:cubicBezTo>
                  <a:cubicBezTo>
                    <a:pt x="71" y="88"/>
                    <a:pt x="74" y="80"/>
                    <a:pt x="74" y="71"/>
                  </a:cubicBezTo>
                  <a:cubicBezTo>
                    <a:pt x="74" y="62"/>
                    <a:pt x="71" y="54"/>
                    <a:pt x="65" y="47"/>
                  </a:cubicBezTo>
                  <a:cubicBezTo>
                    <a:pt x="63" y="44"/>
                    <a:pt x="59" y="41"/>
                    <a:pt x="56" y="39"/>
                  </a:cubicBezTo>
                  <a:cubicBezTo>
                    <a:pt x="58" y="38"/>
                    <a:pt x="60" y="38"/>
                    <a:pt x="63" y="37"/>
                  </a:cubicBezTo>
                  <a:cubicBezTo>
                    <a:pt x="73" y="45"/>
                    <a:pt x="80" y="58"/>
                    <a:pt x="80" y="71"/>
                  </a:cubicBezTo>
                  <a:close/>
                  <a:moveTo>
                    <a:pt x="25" y="93"/>
                  </a:moveTo>
                  <a:cubicBezTo>
                    <a:pt x="60" y="93"/>
                    <a:pt x="60" y="93"/>
                    <a:pt x="60" y="93"/>
                  </a:cubicBezTo>
                  <a:cubicBezTo>
                    <a:pt x="56" y="97"/>
                    <a:pt x="49" y="101"/>
                    <a:pt x="43" y="102"/>
                  </a:cubicBezTo>
                  <a:cubicBezTo>
                    <a:pt x="36" y="101"/>
                    <a:pt x="30" y="97"/>
                    <a:pt x="25" y="93"/>
                  </a:cubicBezTo>
                  <a:close/>
                  <a:moveTo>
                    <a:pt x="43" y="40"/>
                  </a:moveTo>
                  <a:cubicBezTo>
                    <a:pt x="50" y="41"/>
                    <a:pt x="56" y="45"/>
                    <a:pt x="60" y="50"/>
                  </a:cubicBezTo>
                  <a:cubicBezTo>
                    <a:pt x="25" y="50"/>
                    <a:pt x="25" y="50"/>
                    <a:pt x="25" y="50"/>
                  </a:cubicBezTo>
                  <a:cubicBezTo>
                    <a:pt x="30" y="45"/>
                    <a:pt x="36" y="41"/>
                    <a:pt x="43" y="40"/>
                  </a:cubicBezTo>
                  <a:close/>
                  <a:moveTo>
                    <a:pt x="17" y="71"/>
                  </a:moveTo>
                  <a:cubicBezTo>
                    <a:pt x="17" y="70"/>
                    <a:pt x="17" y="69"/>
                    <a:pt x="17" y="68"/>
                  </a:cubicBezTo>
                  <a:cubicBezTo>
                    <a:pt x="68" y="68"/>
                    <a:pt x="68" y="68"/>
                    <a:pt x="68" y="68"/>
                  </a:cubicBezTo>
                  <a:cubicBezTo>
                    <a:pt x="69" y="69"/>
                    <a:pt x="69" y="70"/>
                    <a:pt x="69" y="71"/>
                  </a:cubicBezTo>
                  <a:cubicBezTo>
                    <a:pt x="69" y="72"/>
                    <a:pt x="69" y="73"/>
                    <a:pt x="68" y="74"/>
                  </a:cubicBezTo>
                  <a:cubicBezTo>
                    <a:pt x="17" y="74"/>
                    <a:pt x="17" y="74"/>
                    <a:pt x="17" y="74"/>
                  </a:cubicBezTo>
                  <a:cubicBezTo>
                    <a:pt x="17" y="73"/>
                    <a:pt x="17" y="72"/>
                    <a:pt x="17" y="71"/>
                  </a:cubicBezTo>
                  <a:close/>
                  <a:moveTo>
                    <a:pt x="21" y="55"/>
                  </a:moveTo>
                  <a:cubicBezTo>
                    <a:pt x="64" y="55"/>
                    <a:pt x="64" y="55"/>
                    <a:pt x="64" y="55"/>
                  </a:cubicBezTo>
                  <a:cubicBezTo>
                    <a:pt x="66" y="57"/>
                    <a:pt x="67" y="60"/>
                    <a:pt x="67" y="62"/>
                  </a:cubicBezTo>
                  <a:cubicBezTo>
                    <a:pt x="18" y="62"/>
                    <a:pt x="18" y="62"/>
                    <a:pt x="18" y="62"/>
                  </a:cubicBezTo>
                  <a:cubicBezTo>
                    <a:pt x="19" y="60"/>
                    <a:pt x="20" y="57"/>
                    <a:pt x="21" y="55"/>
                  </a:cubicBezTo>
                  <a:close/>
                  <a:moveTo>
                    <a:pt x="67" y="80"/>
                  </a:moveTo>
                  <a:cubicBezTo>
                    <a:pt x="67" y="82"/>
                    <a:pt x="66" y="85"/>
                    <a:pt x="64" y="87"/>
                  </a:cubicBezTo>
                  <a:cubicBezTo>
                    <a:pt x="21" y="87"/>
                    <a:pt x="21" y="87"/>
                    <a:pt x="21" y="87"/>
                  </a:cubicBezTo>
                  <a:cubicBezTo>
                    <a:pt x="20" y="85"/>
                    <a:pt x="19" y="82"/>
                    <a:pt x="18" y="80"/>
                  </a:cubicBezTo>
                  <a:lnTo>
                    <a:pt x="67" y="80"/>
                  </a:lnTo>
                  <a:close/>
                  <a:moveTo>
                    <a:pt x="66" y="13"/>
                  </a:moveTo>
                  <a:cubicBezTo>
                    <a:pt x="62" y="19"/>
                    <a:pt x="56" y="23"/>
                    <a:pt x="48" y="23"/>
                  </a:cubicBezTo>
                  <a:cubicBezTo>
                    <a:pt x="46" y="23"/>
                    <a:pt x="45" y="23"/>
                    <a:pt x="43" y="23"/>
                  </a:cubicBezTo>
                  <a:cubicBezTo>
                    <a:pt x="41" y="23"/>
                    <a:pt x="39" y="23"/>
                    <a:pt x="37" y="23"/>
                  </a:cubicBezTo>
                  <a:cubicBezTo>
                    <a:pt x="30" y="23"/>
                    <a:pt x="23" y="19"/>
                    <a:pt x="20" y="13"/>
                  </a:cubicBezTo>
                  <a:lnTo>
                    <a:pt x="66" y="13"/>
                  </a:lnTo>
                  <a:close/>
                  <a:moveTo>
                    <a:pt x="6" y="5"/>
                  </a:moveTo>
                  <a:cubicBezTo>
                    <a:pt x="12" y="6"/>
                    <a:pt x="12" y="6"/>
                    <a:pt x="12" y="6"/>
                  </a:cubicBezTo>
                  <a:cubicBezTo>
                    <a:pt x="12" y="12"/>
                    <a:pt x="15" y="18"/>
                    <a:pt x="20" y="22"/>
                  </a:cubicBezTo>
                  <a:cubicBezTo>
                    <a:pt x="23" y="24"/>
                    <a:pt x="26" y="26"/>
                    <a:pt x="29" y="27"/>
                  </a:cubicBezTo>
                  <a:cubicBezTo>
                    <a:pt x="27" y="28"/>
                    <a:pt x="25" y="29"/>
                    <a:pt x="23" y="30"/>
                  </a:cubicBezTo>
                  <a:cubicBezTo>
                    <a:pt x="13" y="26"/>
                    <a:pt x="7" y="16"/>
                    <a:pt x="6" y="5"/>
                  </a:cubicBezTo>
                  <a:close/>
                  <a:moveTo>
                    <a:pt x="20" y="120"/>
                  </a:moveTo>
                  <a:cubicBezTo>
                    <a:pt x="15" y="125"/>
                    <a:pt x="12" y="130"/>
                    <a:pt x="12" y="137"/>
                  </a:cubicBezTo>
                  <a:cubicBezTo>
                    <a:pt x="6" y="137"/>
                    <a:pt x="6" y="137"/>
                    <a:pt x="6" y="137"/>
                  </a:cubicBezTo>
                  <a:cubicBezTo>
                    <a:pt x="7" y="126"/>
                    <a:pt x="13" y="117"/>
                    <a:pt x="23" y="112"/>
                  </a:cubicBezTo>
                  <a:cubicBezTo>
                    <a:pt x="25" y="113"/>
                    <a:pt x="27" y="114"/>
                    <a:pt x="29" y="115"/>
                  </a:cubicBezTo>
                  <a:cubicBezTo>
                    <a:pt x="26" y="116"/>
                    <a:pt x="23" y="118"/>
                    <a:pt x="20" y="120"/>
                  </a:cubicBezTo>
                  <a:close/>
                  <a:moveTo>
                    <a:pt x="80" y="137"/>
                  </a:moveTo>
                  <a:cubicBezTo>
                    <a:pt x="74" y="137"/>
                    <a:pt x="74" y="137"/>
                    <a:pt x="74" y="137"/>
                  </a:cubicBezTo>
                  <a:cubicBezTo>
                    <a:pt x="74" y="137"/>
                    <a:pt x="74" y="137"/>
                    <a:pt x="74" y="137"/>
                  </a:cubicBezTo>
                  <a:cubicBezTo>
                    <a:pt x="73" y="130"/>
                    <a:pt x="70" y="125"/>
                    <a:pt x="66" y="120"/>
                  </a:cubicBezTo>
                  <a:cubicBezTo>
                    <a:pt x="61" y="116"/>
                    <a:pt x="55" y="114"/>
                    <a:pt x="48" y="114"/>
                  </a:cubicBezTo>
                  <a:cubicBezTo>
                    <a:pt x="25" y="114"/>
                    <a:pt x="6" y="95"/>
                    <a:pt x="6" y="71"/>
                  </a:cubicBezTo>
                  <a:cubicBezTo>
                    <a:pt x="6" y="48"/>
                    <a:pt x="25" y="29"/>
                    <a:pt x="48" y="29"/>
                  </a:cubicBezTo>
                  <a:cubicBezTo>
                    <a:pt x="55" y="29"/>
                    <a:pt x="61" y="26"/>
                    <a:pt x="66" y="22"/>
                  </a:cubicBezTo>
                  <a:cubicBezTo>
                    <a:pt x="70" y="18"/>
                    <a:pt x="73" y="12"/>
                    <a:pt x="74" y="5"/>
                  </a:cubicBezTo>
                  <a:cubicBezTo>
                    <a:pt x="80" y="5"/>
                    <a:pt x="80" y="5"/>
                    <a:pt x="80" y="5"/>
                  </a:cubicBezTo>
                  <a:cubicBezTo>
                    <a:pt x="79" y="13"/>
                    <a:pt x="75" y="20"/>
                    <a:pt x="70" y="26"/>
                  </a:cubicBezTo>
                  <a:cubicBezTo>
                    <a:pt x="64" y="31"/>
                    <a:pt x="56" y="34"/>
                    <a:pt x="48" y="34"/>
                  </a:cubicBezTo>
                  <a:cubicBezTo>
                    <a:pt x="46" y="34"/>
                    <a:pt x="42" y="35"/>
                    <a:pt x="42" y="35"/>
                  </a:cubicBezTo>
                  <a:cubicBezTo>
                    <a:pt x="25" y="38"/>
                    <a:pt x="11" y="53"/>
                    <a:pt x="11" y="71"/>
                  </a:cubicBezTo>
                  <a:cubicBezTo>
                    <a:pt x="11" y="89"/>
                    <a:pt x="25" y="105"/>
                    <a:pt x="42" y="108"/>
                  </a:cubicBezTo>
                  <a:cubicBezTo>
                    <a:pt x="42" y="108"/>
                    <a:pt x="46" y="108"/>
                    <a:pt x="48" y="108"/>
                  </a:cubicBezTo>
                  <a:cubicBezTo>
                    <a:pt x="56" y="108"/>
                    <a:pt x="64" y="111"/>
                    <a:pt x="70" y="116"/>
                  </a:cubicBezTo>
                  <a:cubicBezTo>
                    <a:pt x="75" y="122"/>
                    <a:pt x="79" y="129"/>
                    <a:pt x="80" y="137"/>
                  </a:cubicBezTo>
                  <a:cubicBezTo>
                    <a:pt x="80" y="137"/>
                    <a:pt x="80" y="137"/>
                    <a:pt x="80" y="13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8" name="Google Shape;1118;p27"/>
            <p:cNvSpPr/>
            <p:nvPr/>
          </p:nvSpPr>
          <p:spPr>
            <a:xfrm>
              <a:off x="4943803" y="1849311"/>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9" name="Google Shape;1119;p27"/>
          <p:cNvGrpSpPr/>
          <p:nvPr/>
        </p:nvGrpSpPr>
        <p:grpSpPr>
          <a:xfrm>
            <a:off x="1656626" y="1496599"/>
            <a:ext cx="263203" cy="362318"/>
            <a:chOff x="1524289" y="1512425"/>
            <a:chExt cx="269730" cy="371304"/>
          </a:xfrm>
        </p:grpSpPr>
        <p:sp>
          <p:nvSpPr>
            <p:cNvPr id="1120" name="Google Shape;1120;p27"/>
            <p:cNvSpPr/>
            <p:nvPr/>
          </p:nvSpPr>
          <p:spPr>
            <a:xfrm>
              <a:off x="1524289" y="1512425"/>
              <a:ext cx="269730" cy="371015"/>
            </a:xfrm>
            <a:custGeom>
              <a:rect b="b" l="l" r="r" t="t"/>
              <a:pathLst>
                <a:path extrusionOk="0" h="142" w="103">
                  <a:moveTo>
                    <a:pt x="100" y="0"/>
                  </a:moveTo>
                  <a:cubicBezTo>
                    <a:pt x="99" y="0"/>
                    <a:pt x="98" y="0"/>
                    <a:pt x="97" y="0"/>
                  </a:cubicBezTo>
                  <a:cubicBezTo>
                    <a:pt x="6" y="0"/>
                    <a:pt x="6" y="0"/>
                    <a:pt x="6" y="0"/>
                  </a:cubicBezTo>
                  <a:cubicBezTo>
                    <a:pt x="5" y="0"/>
                    <a:pt x="5" y="0"/>
                    <a:pt x="4" y="0"/>
                  </a:cubicBezTo>
                  <a:cubicBezTo>
                    <a:pt x="2" y="1"/>
                    <a:pt x="0" y="4"/>
                    <a:pt x="1" y="6"/>
                  </a:cubicBezTo>
                  <a:cubicBezTo>
                    <a:pt x="17" y="137"/>
                    <a:pt x="17" y="137"/>
                    <a:pt x="17" y="137"/>
                  </a:cubicBezTo>
                  <a:cubicBezTo>
                    <a:pt x="17" y="140"/>
                    <a:pt x="19" y="142"/>
                    <a:pt x="22" y="142"/>
                  </a:cubicBezTo>
                  <a:cubicBezTo>
                    <a:pt x="39" y="142"/>
                    <a:pt x="39" y="142"/>
                    <a:pt x="39" y="142"/>
                  </a:cubicBezTo>
                  <a:cubicBezTo>
                    <a:pt x="41" y="142"/>
                    <a:pt x="42" y="141"/>
                    <a:pt x="42" y="140"/>
                  </a:cubicBezTo>
                  <a:cubicBezTo>
                    <a:pt x="42" y="138"/>
                    <a:pt x="41" y="137"/>
                    <a:pt x="39" y="137"/>
                  </a:cubicBezTo>
                  <a:cubicBezTo>
                    <a:pt x="22" y="137"/>
                    <a:pt x="22" y="137"/>
                    <a:pt x="22" y="137"/>
                  </a:cubicBezTo>
                  <a:cubicBezTo>
                    <a:pt x="12" y="52"/>
                    <a:pt x="12" y="52"/>
                    <a:pt x="12" y="52"/>
                  </a:cubicBezTo>
                  <a:cubicBezTo>
                    <a:pt x="16" y="52"/>
                    <a:pt x="19" y="50"/>
                    <a:pt x="21" y="49"/>
                  </a:cubicBezTo>
                  <a:cubicBezTo>
                    <a:pt x="24" y="48"/>
                    <a:pt x="26" y="47"/>
                    <a:pt x="30" y="47"/>
                  </a:cubicBezTo>
                  <a:cubicBezTo>
                    <a:pt x="35" y="47"/>
                    <a:pt x="37" y="48"/>
                    <a:pt x="40" y="49"/>
                  </a:cubicBezTo>
                  <a:cubicBezTo>
                    <a:pt x="43" y="51"/>
                    <a:pt x="46" y="52"/>
                    <a:pt x="52" y="52"/>
                  </a:cubicBezTo>
                  <a:cubicBezTo>
                    <a:pt x="58" y="52"/>
                    <a:pt x="61" y="51"/>
                    <a:pt x="64" y="49"/>
                  </a:cubicBezTo>
                  <a:cubicBezTo>
                    <a:pt x="66" y="48"/>
                    <a:pt x="68" y="47"/>
                    <a:pt x="73" y="47"/>
                  </a:cubicBezTo>
                  <a:cubicBezTo>
                    <a:pt x="78" y="47"/>
                    <a:pt x="80" y="48"/>
                    <a:pt x="83" y="49"/>
                  </a:cubicBezTo>
                  <a:cubicBezTo>
                    <a:pt x="85" y="50"/>
                    <a:pt x="87" y="52"/>
                    <a:pt x="92" y="52"/>
                  </a:cubicBezTo>
                  <a:cubicBezTo>
                    <a:pt x="81" y="137"/>
                    <a:pt x="81" y="137"/>
                    <a:pt x="81" y="137"/>
                  </a:cubicBezTo>
                  <a:cubicBezTo>
                    <a:pt x="64" y="137"/>
                    <a:pt x="64" y="137"/>
                    <a:pt x="64" y="137"/>
                  </a:cubicBezTo>
                  <a:cubicBezTo>
                    <a:pt x="63" y="137"/>
                    <a:pt x="62" y="138"/>
                    <a:pt x="61" y="139"/>
                  </a:cubicBezTo>
                  <a:cubicBezTo>
                    <a:pt x="61" y="141"/>
                    <a:pt x="63" y="142"/>
                    <a:pt x="64" y="142"/>
                  </a:cubicBezTo>
                  <a:cubicBezTo>
                    <a:pt x="81" y="142"/>
                    <a:pt x="81" y="142"/>
                    <a:pt x="81" y="142"/>
                  </a:cubicBezTo>
                  <a:cubicBezTo>
                    <a:pt x="84" y="142"/>
                    <a:pt x="87" y="140"/>
                    <a:pt x="87" y="137"/>
                  </a:cubicBezTo>
                  <a:cubicBezTo>
                    <a:pt x="103" y="6"/>
                    <a:pt x="103" y="6"/>
                    <a:pt x="103" y="6"/>
                  </a:cubicBezTo>
                  <a:cubicBezTo>
                    <a:pt x="103" y="4"/>
                    <a:pt x="102" y="1"/>
                    <a:pt x="100" y="0"/>
                  </a:cubicBezTo>
                  <a:close/>
                  <a:moveTo>
                    <a:pt x="92" y="46"/>
                  </a:moveTo>
                  <a:cubicBezTo>
                    <a:pt x="89" y="46"/>
                    <a:pt x="87" y="45"/>
                    <a:pt x="85" y="44"/>
                  </a:cubicBezTo>
                  <a:cubicBezTo>
                    <a:pt x="82" y="43"/>
                    <a:pt x="79" y="41"/>
                    <a:pt x="73" y="41"/>
                  </a:cubicBezTo>
                  <a:cubicBezTo>
                    <a:pt x="67" y="41"/>
                    <a:pt x="64" y="43"/>
                    <a:pt x="61" y="44"/>
                  </a:cubicBezTo>
                  <a:cubicBezTo>
                    <a:pt x="59" y="45"/>
                    <a:pt x="56" y="46"/>
                    <a:pt x="52" y="46"/>
                  </a:cubicBezTo>
                  <a:cubicBezTo>
                    <a:pt x="47" y="46"/>
                    <a:pt x="45" y="45"/>
                    <a:pt x="42" y="44"/>
                  </a:cubicBezTo>
                  <a:cubicBezTo>
                    <a:pt x="40" y="43"/>
                    <a:pt x="36" y="41"/>
                    <a:pt x="30" y="41"/>
                  </a:cubicBezTo>
                  <a:cubicBezTo>
                    <a:pt x="24" y="41"/>
                    <a:pt x="21" y="43"/>
                    <a:pt x="18" y="44"/>
                  </a:cubicBezTo>
                  <a:cubicBezTo>
                    <a:pt x="16" y="45"/>
                    <a:pt x="14" y="46"/>
                    <a:pt x="11" y="46"/>
                  </a:cubicBezTo>
                  <a:cubicBezTo>
                    <a:pt x="6" y="5"/>
                    <a:pt x="6" y="5"/>
                    <a:pt x="6" y="5"/>
                  </a:cubicBezTo>
                  <a:cubicBezTo>
                    <a:pt x="97" y="5"/>
                    <a:pt x="97" y="5"/>
                    <a:pt x="97" y="5"/>
                  </a:cubicBezTo>
                  <a:lnTo>
                    <a:pt x="92" y="4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1" name="Google Shape;1121;p27"/>
            <p:cNvSpPr/>
            <p:nvPr/>
          </p:nvSpPr>
          <p:spPr>
            <a:xfrm>
              <a:off x="1615667" y="1757934"/>
              <a:ext cx="89176" cy="89176"/>
            </a:xfrm>
            <a:custGeom>
              <a:rect b="b" l="l" r="r" t="t"/>
              <a:pathLst>
                <a:path extrusionOk="0" h="34" w="34">
                  <a:moveTo>
                    <a:pt x="5" y="29"/>
                  </a:moveTo>
                  <a:cubicBezTo>
                    <a:pt x="8" y="32"/>
                    <a:pt x="12" y="34"/>
                    <a:pt x="17" y="34"/>
                  </a:cubicBezTo>
                  <a:cubicBezTo>
                    <a:pt x="21" y="34"/>
                    <a:pt x="25" y="32"/>
                    <a:pt x="29" y="29"/>
                  </a:cubicBezTo>
                  <a:cubicBezTo>
                    <a:pt x="32" y="26"/>
                    <a:pt x="34" y="21"/>
                    <a:pt x="34" y="17"/>
                  </a:cubicBezTo>
                  <a:cubicBezTo>
                    <a:pt x="34" y="12"/>
                    <a:pt x="32" y="8"/>
                    <a:pt x="29" y="5"/>
                  </a:cubicBezTo>
                  <a:cubicBezTo>
                    <a:pt x="25" y="2"/>
                    <a:pt x="21" y="0"/>
                    <a:pt x="17" y="0"/>
                  </a:cubicBezTo>
                  <a:cubicBezTo>
                    <a:pt x="12" y="0"/>
                    <a:pt x="8" y="2"/>
                    <a:pt x="5" y="5"/>
                  </a:cubicBezTo>
                  <a:cubicBezTo>
                    <a:pt x="2" y="8"/>
                    <a:pt x="0" y="12"/>
                    <a:pt x="0" y="17"/>
                  </a:cubicBezTo>
                  <a:cubicBezTo>
                    <a:pt x="0" y="21"/>
                    <a:pt x="2" y="26"/>
                    <a:pt x="5" y="29"/>
                  </a:cubicBezTo>
                  <a:close/>
                  <a:moveTo>
                    <a:pt x="25" y="25"/>
                  </a:moveTo>
                  <a:cubicBezTo>
                    <a:pt x="25" y="25"/>
                    <a:pt x="25" y="25"/>
                    <a:pt x="25" y="25"/>
                  </a:cubicBezTo>
                  <a:cubicBezTo>
                    <a:pt x="23" y="27"/>
                    <a:pt x="20" y="28"/>
                    <a:pt x="17" y="28"/>
                  </a:cubicBezTo>
                  <a:cubicBezTo>
                    <a:pt x="15" y="28"/>
                    <a:pt x="13" y="27"/>
                    <a:pt x="11" y="26"/>
                  </a:cubicBezTo>
                  <a:cubicBezTo>
                    <a:pt x="26" y="11"/>
                    <a:pt x="26" y="11"/>
                    <a:pt x="26" y="11"/>
                  </a:cubicBezTo>
                  <a:cubicBezTo>
                    <a:pt x="27" y="13"/>
                    <a:pt x="28" y="15"/>
                    <a:pt x="28" y="17"/>
                  </a:cubicBezTo>
                  <a:cubicBezTo>
                    <a:pt x="28" y="20"/>
                    <a:pt x="27" y="23"/>
                    <a:pt x="25" y="25"/>
                  </a:cubicBezTo>
                  <a:close/>
                  <a:moveTo>
                    <a:pt x="9" y="9"/>
                  </a:moveTo>
                  <a:cubicBezTo>
                    <a:pt x="11" y="7"/>
                    <a:pt x="14" y="6"/>
                    <a:pt x="17" y="6"/>
                  </a:cubicBezTo>
                  <a:cubicBezTo>
                    <a:pt x="19" y="6"/>
                    <a:pt x="21" y="6"/>
                    <a:pt x="22" y="7"/>
                  </a:cubicBezTo>
                  <a:cubicBezTo>
                    <a:pt x="7" y="23"/>
                    <a:pt x="7" y="23"/>
                    <a:pt x="7" y="23"/>
                  </a:cubicBezTo>
                  <a:cubicBezTo>
                    <a:pt x="6" y="21"/>
                    <a:pt x="6" y="19"/>
                    <a:pt x="6" y="17"/>
                  </a:cubicBezTo>
                  <a:cubicBezTo>
                    <a:pt x="6" y="14"/>
                    <a:pt x="7" y="11"/>
                    <a:pt x="9"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2" name="Google Shape;1122;p27"/>
            <p:cNvSpPr/>
            <p:nvPr/>
          </p:nvSpPr>
          <p:spPr>
            <a:xfrm>
              <a:off x="1653099" y="187022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3" name="Google Shape;1123;p27"/>
            <p:cNvSpPr/>
            <p:nvPr/>
          </p:nvSpPr>
          <p:spPr>
            <a:xfrm>
              <a:off x="1626677" y="1727107"/>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4" name="Google Shape;1124;p27"/>
            <p:cNvSpPr/>
            <p:nvPr/>
          </p:nvSpPr>
          <p:spPr>
            <a:xfrm>
              <a:off x="1626677" y="1698483"/>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5" name="Google Shape;1125;p27"/>
            <p:cNvSpPr/>
            <p:nvPr/>
          </p:nvSpPr>
          <p:spPr>
            <a:xfrm>
              <a:off x="1626677" y="1668758"/>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6" name="Google Shape;1126;p27"/>
            <p:cNvSpPr/>
            <p:nvPr/>
          </p:nvSpPr>
          <p:spPr>
            <a:xfrm>
              <a:off x="1678420" y="1727107"/>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7" name="Google Shape;1127;p27"/>
            <p:cNvSpPr/>
            <p:nvPr/>
          </p:nvSpPr>
          <p:spPr>
            <a:xfrm>
              <a:off x="1653099" y="1710593"/>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8" name="Google Shape;1128;p27"/>
            <p:cNvSpPr/>
            <p:nvPr/>
          </p:nvSpPr>
          <p:spPr>
            <a:xfrm>
              <a:off x="1653099" y="1685272"/>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9" name="Google Shape;1129;p27"/>
            <p:cNvSpPr/>
            <p:nvPr/>
          </p:nvSpPr>
          <p:spPr>
            <a:xfrm>
              <a:off x="1678420" y="1698483"/>
              <a:ext cx="16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0" name="Google Shape;1130;p27"/>
            <p:cNvSpPr/>
            <p:nvPr/>
          </p:nvSpPr>
          <p:spPr>
            <a:xfrm>
              <a:off x="1678420" y="1668758"/>
              <a:ext cx="165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31" name="Google Shape;1131;p27"/>
          <p:cNvGrpSpPr/>
          <p:nvPr/>
        </p:nvGrpSpPr>
        <p:grpSpPr>
          <a:xfrm>
            <a:off x="3977104" y="1511639"/>
            <a:ext cx="362038" cy="331956"/>
            <a:chOff x="3910022" y="1527838"/>
            <a:chExt cx="371017" cy="340189"/>
          </a:xfrm>
        </p:grpSpPr>
        <p:sp>
          <p:nvSpPr>
            <p:cNvPr id="1132" name="Google Shape;1132;p27"/>
            <p:cNvSpPr/>
            <p:nvPr/>
          </p:nvSpPr>
          <p:spPr>
            <a:xfrm>
              <a:off x="3910022" y="1527838"/>
              <a:ext cx="371017" cy="340189"/>
            </a:xfrm>
            <a:custGeom>
              <a:rect b="b" l="l" r="r" t="t"/>
              <a:pathLst>
                <a:path extrusionOk="0" h="130" w="142">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9"/>
                    <a:pt x="142" y="9"/>
                    <a:pt x="142" y="9"/>
                  </a:cubicBezTo>
                  <a:cubicBezTo>
                    <a:pt x="142" y="5"/>
                    <a:pt x="139" y="1"/>
                    <a:pt x="135" y="1"/>
                  </a:cubicBezTo>
                  <a:lnTo>
                    <a:pt x="134" y="0"/>
                  </a:lnTo>
                  <a:close/>
                  <a:moveTo>
                    <a:pt x="92" y="124"/>
                  </a:moveTo>
                  <a:cubicBezTo>
                    <a:pt x="49" y="124"/>
                    <a:pt x="49" y="124"/>
                    <a:pt x="49" y="124"/>
                  </a:cubicBezTo>
                  <a:cubicBezTo>
                    <a:pt x="49" y="118"/>
                    <a:pt x="49" y="118"/>
                    <a:pt x="49" y="118"/>
                  </a:cubicBezTo>
                  <a:cubicBezTo>
                    <a:pt x="92" y="118"/>
                    <a:pt x="92" y="118"/>
                    <a:pt x="92" y="118"/>
                  </a:cubicBezTo>
                  <a:lnTo>
                    <a:pt x="92" y="124"/>
                  </a:lnTo>
                  <a:close/>
                  <a:moveTo>
                    <a:pt x="85" y="113"/>
                  </a:moveTo>
                  <a:cubicBezTo>
                    <a:pt x="57" y="113"/>
                    <a:pt x="57" y="113"/>
                    <a:pt x="57" y="113"/>
                  </a:cubicBezTo>
                  <a:cubicBezTo>
                    <a:pt x="57" y="96"/>
                    <a:pt x="57" y="96"/>
                    <a:pt x="57" y="96"/>
                  </a:cubicBezTo>
                  <a:cubicBezTo>
                    <a:pt x="85" y="96"/>
                    <a:pt x="85" y="96"/>
                    <a:pt x="85" y="96"/>
                  </a:cubicBezTo>
                  <a:lnTo>
                    <a:pt x="85" y="113"/>
                  </a:lnTo>
                  <a:close/>
                  <a:moveTo>
                    <a:pt x="136" y="88"/>
                  </a:moveTo>
                  <a:cubicBezTo>
                    <a:pt x="136" y="89"/>
                    <a:pt x="135" y="90"/>
                    <a:pt x="134" y="90"/>
                  </a:cubicBezTo>
                  <a:cubicBezTo>
                    <a:pt x="8" y="90"/>
                    <a:pt x="8" y="90"/>
                    <a:pt x="8" y="90"/>
                  </a:cubicBezTo>
                  <a:cubicBezTo>
                    <a:pt x="6" y="90"/>
                    <a:pt x="5" y="89"/>
                    <a:pt x="5" y="88"/>
                  </a:cubicBezTo>
                  <a:cubicBezTo>
                    <a:pt x="5" y="9"/>
                    <a:pt x="5" y="9"/>
                    <a:pt x="5" y="9"/>
                  </a:cubicBezTo>
                  <a:cubicBezTo>
                    <a:pt x="5" y="7"/>
                    <a:pt x="6" y="6"/>
                    <a:pt x="8" y="6"/>
                  </a:cubicBezTo>
                  <a:cubicBezTo>
                    <a:pt x="134" y="6"/>
                    <a:pt x="134" y="6"/>
                    <a:pt x="134" y="6"/>
                  </a:cubicBezTo>
                  <a:cubicBezTo>
                    <a:pt x="135" y="6"/>
                    <a:pt x="136" y="7"/>
                    <a:pt x="136" y="9"/>
                  </a:cubicBezTo>
                  <a:cubicBezTo>
                    <a:pt x="136" y="88"/>
                    <a:pt x="136" y="88"/>
                    <a:pt x="136" y="8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3" name="Google Shape;1133;p27"/>
            <p:cNvSpPr/>
            <p:nvPr/>
          </p:nvSpPr>
          <p:spPr>
            <a:xfrm>
              <a:off x="4019015" y="1567472"/>
              <a:ext cx="149728" cy="172847"/>
            </a:xfrm>
            <a:custGeom>
              <a:rect b="b" l="l" r="r" t="t"/>
              <a:pathLst>
                <a:path extrusionOk="0" h="66" w="57">
                  <a:moveTo>
                    <a:pt x="56" y="25"/>
                  </a:moveTo>
                  <a:cubicBezTo>
                    <a:pt x="56" y="24"/>
                    <a:pt x="54" y="24"/>
                    <a:pt x="53" y="25"/>
                  </a:cubicBezTo>
                  <a:cubicBezTo>
                    <a:pt x="52" y="25"/>
                    <a:pt x="51" y="26"/>
                    <a:pt x="50" y="26"/>
                  </a:cubicBezTo>
                  <a:cubicBezTo>
                    <a:pt x="44" y="29"/>
                    <a:pt x="38" y="31"/>
                    <a:pt x="32" y="31"/>
                  </a:cubicBezTo>
                  <a:cubicBezTo>
                    <a:pt x="32" y="26"/>
                    <a:pt x="32" y="26"/>
                    <a:pt x="32" y="26"/>
                  </a:cubicBezTo>
                  <a:cubicBezTo>
                    <a:pt x="39" y="25"/>
                    <a:pt x="46" y="23"/>
                    <a:pt x="51" y="19"/>
                  </a:cubicBezTo>
                  <a:cubicBezTo>
                    <a:pt x="53" y="18"/>
                    <a:pt x="53" y="15"/>
                    <a:pt x="51" y="14"/>
                  </a:cubicBezTo>
                  <a:cubicBezTo>
                    <a:pt x="50" y="14"/>
                    <a:pt x="49" y="14"/>
                    <a:pt x="48" y="14"/>
                  </a:cubicBezTo>
                  <a:cubicBezTo>
                    <a:pt x="44" y="18"/>
                    <a:pt x="38" y="20"/>
                    <a:pt x="32" y="20"/>
                  </a:cubicBezTo>
                  <a:cubicBezTo>
                    <a:pt x="32" y="15"/>
                    <a:pt x="32" y="15"/>
                    <a:pt x="32" y="15"/>
                  </a:cubicBezTo>
                  <a:cubicBezTo>
                    <a:pt x="38" y="14"/>
                    <a:pt x="44" y="11"/>
                    <a:pt x="47" y="8"/>
                  </a:cubicBezTo>
                  <a:cubicBezTo>
                    <a:pt x="48" y="7"/>
                    <a:pt x="48" y="6"/>
                    <a:pt x="47" y="5"/>
                  </a:cubicBezTo>
                  <a:cubicBezTo>
                    <a:pt x="47" y="3"/>
                    <a:pt x="44" y="3"/>
                    <a:pt x="43" y="4"/>
                  </a:cubicBezTo>
                  <a:cubicBezTo>
                    <a:pt x="41" y="7"/>
                    <a:pt x="36" y="8"/>
                    <a:pt x="32" y="9"/>
                  </a:cubicBezTo>
                  <a:cubicBezTo>
                    <a:pt x="32" y="4"/>
                    <a:pt x="32" y="4"/>
                    <a:pt x="32" y="4"/>
                  </a:cubicBezTo>
                  <a:cubicBezTo>
                    <a:pt x="32" y="3"/>
                    <a:pt x="31" y="2"/>
                    <a:pt x="30" y="1"/>
                  </a:cubicBezTo>
                  <a:cubicBezTo>
                    <a:pt x="28" y="0"/>
                    <a:pt x="26" y="2"/>
                    <a:pt x="26" y="4"/>
                  </a:cubicBezTo>
                  <a:cubicBezTo>
                    <a:pt x="26" y="9"/>
                    <a:pt x="26" y="9"/>
                    <a:pt x="26" y="9"/>
                  </a:cubicBezTo>
                  <a:cubicBezTo>
                    <a:pt x="21" y="8"/>
                    <a:pt x="17" y="7"/>
                    <a:pt x="15" y="4"/>
                  </a:cubicBezTo>
                  <a:cubicBezTo>
                    <a:pt x="14" y="3"/>
                    <a:pt x="13" y="3"/>
                    <a:pt x="12" y="3"/>
                  </a:cubicBezTo>
                  <a:cubicBezTo>
                    <a:pt x="10" y="4"/>
                    <a:pt x="9" y="6"/>
                    <a:pt x="11" y="8"/>
                  </a:cubicBezTo>
                  <a:cubicBezTo>
                    <a:pt x="14" y="12"/>
                    <a:pt x="20" y="14"/>
                    <a:pt x="26" y="15"/>
                  </a:cubicBezTo>
                  <a:cubicBezTo>
                    <a:pt x="26" y="20"/>
                    <a:pt x="26" y="20"/>
                    <a:pt x="26" y="20"/>
                  </a:cubicBezTo>
                  <a:cubicBezTo>
                    <a:pt x="20" y="20"/>
                    <a:pt x="14" y="18"/>
                    <a:pt x="10" y="14"/>
                  </a:cubicBezTo>
                  <a:cubicBezTo>
                    <a:pt x="8" y="13"/>
                    <a:pt x="6" y="14"/>
                    <a:pt x="5" y="16"/>
                  </a:cubicBezTo>
                  <a:cubicBezTo>
                    <a:pt x="5" y="17"/>
                    <a:pt x="5" y="18"/>
                    <a:pt x="6" y="19"/>
                  </a:cubicBezTo>
                  <a:cubicBezTo>
                    <a:pt x="12" y="23"/>
                    <a:pt x="18" y="25"/>
                    <a:pt x="26" y="26"/>
                  </a:cubicBezTo>
                  <a:cubicBezTo>
                    <a:pt x="26" y="31"/>
                    <a:pt x="26" y="31"/>
                    <a:pt x="26" y="31"/>
                  </a:cubicBezTo>
                  <a:cubicBezTo>
                    <a:pt x="19" y="31"/>
                    <a:pt x="13" y="29"/>
                    <a:pt x="8" y="26"/>
                  </a:cubicBezTo>
                  <a:cubicBezTo>
                    <a:pt x="7" y="26"/>
                    <a:pt x="6" y="25"/>
                    <a:pt x="5" y="25"/>
                  </a:cubicBezTo>
                  <a:cubicBezTo>
                    <a:pt x="4" y="24"/>
                    <a:pt x="3" y="24"/>
                    <a:pt x="2" y="24"/>
                  </a:cubicBezTo>
                  <a:cubicBezTo>
                    <a:pt x="0" y="26"/>
                    <a:pt x="0" y="28"/>
                    <a:pt x="2" y="29"/>
                  </a:cubicBezTo>
                  <a:cubicBezTo>
                    <a:pt x="3" y="30"/>
                    <a:pt x="4" y="31"/>
                    <a:pt x="5" y="31"/>
                  </a:cubicBezTo>
                  <a:cubicBezTo>
                    <a:pt x="11" y="35"/>
                    <a:pt x="18" y="36"/>
                    <a:pt x="26" y="37"/>
                  </a:cubicBezTo>
                  <a:cubicBezTo>
                    <a:pt x="26" y="44"/>
                    <a:pt x="26" y="44"/>
                    <a:pt x="26" y="44"/>
                  </a:cubicBezTo>
                  <a:cubicBezTo>
                    <a:pt x="14" y="44"/>
                    <a:pt x="14" y="44"/>
                    <a:pt x="14" y="44"/>
                  </a:cubicBezTo>
                  <a:cubicBezTo>
                    <a:pt x="12" y="44"/>
                    <a:pt x="11" y="45"/>
                    <a:pt x="10" y="46"/>
                  </a:cubicBezTo>
                  <a:cubicBezTo>
                    <a:pt x="6" y="48"/>
                    <a:pt x="5" y="52"/>
                    <a:pt x="6" y="56"/>
                  </a:cubicBezTo>
                  <a:cubicBezTo>
                    <a:pt x="9" y="62"/>
                    <a:pt x="9" y="62"/>
                    <a:pt x="9" y="62"/>
                  </a:cubicBezTo>
                  <a:cubicBezTo>
                    <a:pt x="10" y="64"/>
                    <a:pt x="13" y="66"/>
                    <a:pt x="16" y="66"/>
                  </a:cubicBezTo>
                  <a:cubicBezTo>
                    <a:pt x="42" y="66"/>
                    <a:pt x="42" y="66"/>
                    <a:pt x="42" y="66"/>
                  </a:cubicBezTo>
                  <a:cubicBezTo>
                    <a:pt x="45" y="66"/>
                    <a:pt x="47" y="64"/>
                    <a:pt x="48" y="62"/>
                  </a:cubicBezTo>
                  <a:cubicBezTo>
                    <a:pt x="51" y="55"/>
                    <a:pt x="51" y="55"/>
                    <a:pt x="51" y="55"/>
                  </a:cubicBezTo>
                  <a:cubicBezTo>
                    <a:pt x="52" y="54"/>
                    <a:pt x="52" y="53"/>
                    <a:pt x="52" y="51"/>
                  </a:cubicBezTo>
                  <a:cubicBezTo>
                    <a:pt x="51" y="47"/>
                    <a:pt x="48" y="44"/>
                    <a:pt x="44" y="44"/>
                  </a:cubicBezTo>
                  <a:cubicBezTo>
                    <a:pt x="32" y="44"/>
                    <a:pt x="32" y="44"/>
                    <a:pt x="32" y="44"/>
                  </a:cubicBezTo>
                  <a:cubicBezTo>
                    <a:pt x="32" y="37"/>
                    <a:pt x="32" y="37"/>
                    <a:pt x="32" y="37"/>
                  </a:cubicBezTo>
                  <a:cubicBezTo>
                    <a:pt x="39" y="36"/>
                    <a:pt x="46" y="35"/>
                    <a:pt x="52" y="31"/>
                  </a:cubicBezTo>
                  <a:cubicBezTo>
                    <a:pt x="54" y="31"/>
                    <a:pt x="55" y="30"/>
                    <a:pt x="56" y="29"/>
                  </a:cubicBezTo>
                  <a:cubicBezTo>
                    <a:pt x="57" y="28"/>
                    <a:pt x="57" y="27"/>
                    <a:pt x="56" y="25"/>
                  </a:cubicBezTo>
                  <a:close/>
                  <a:moveTo>
                    <a:pt x="46" y="53"/>
                  </a:moveTo>
                  <a:cubicBezTo>
                    <a:pt x="44" y="59"/>
                    <a:pt x="44" y="59"/>
                    <a:pt x="44" y="59"/>
                  </a:cubicBezTo>
                  <a:cubicBezTo>
                    <a:pt x="43" y="60"/>
                    <a:pt x="42" y="61"/>
                    <a:pt x="41" y="61"/>
                  </a:cubicBezTo>
                  <a:cubicBezTo>
                    <a:pt x="16" y="61"/>
                    <a:pt x="16" y="61"/>
                    <a:pt x="16" y="61"/>
                  </a:cubicBezTo>
                  <a:cubicBezTo>
                    <a:pt x="15" y="61"/>
                    <a:pt x="14" y="60"/>
                    <a:pt x="14" y="59"/>
                  </a:cubicBezTo>
                  <a:cubicBezTo>
                    <a:pt x="12" y="53"/>
                    <a:pt x="12" y="53"/>
                    <a:pt x="12" y="53"/>
                  </a:cubicBezTo>
                  <a:cubicBezTo>
                    <a:pt x="11" y="53"/>
                    <a:pt x="11" y="52"/>
                    <a:pt x="12" y="51"/>
                  </a:cubicBezTo>
                  <a:cubicBezTo>
                    <a:pt x="12" y="50"/>
                    <a:pt x="13" y="50"/>
                    <a:pt x="14" y="50"/>
                  </a:cubicBezTo>
                  <a:cubicBezTo>
                    <a:pt x="44" y="50"/>
                    <a:pt x="44" y="50"/>
                    <a:pt x="44" y="50"/>
                  </a:cubicBezTo>
                  <a:cubicBezTo>
                    <a:pt x="45" y="50"/>
                    <a:pt x="45" y="50"/>
                    <a:pt x="46" y="51"/>
                  </a:cubicBezTo>
                  <a:cubicBezTo>
                    <a:pt x="46" y="52"/>
                    <a:pt x="46" y="53"/>
                    <a:pt x="46" y="5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4" name="Google Shape;1134;p27"/>
            <p:cNvSpPr/>
            <p:nvPr/>
          </p:nvSpPr>
          <p:spPr>
            <a:xfrm>
              <a:off x="3938647" y="1559765"/>
              <a:ext cx="51744" cy="12111"/>
            </a:xfrm>
            <a:custGeom>
              <a:rect b="b" l="l" r="r" t="t"/>
              <a:pathLst>
                <a:path extrusionOk="0" h="5" w="20">
                  <a:moveTo>
                    <a:pt x="3" y="5"/>
                  </a:moveTo>
                  <a:cubicBezTo>
                    <a:pt x="17" y="5"/>
                    <a:pt x="17" y="5"/>
                    <a:pt x="17" y="5"/>
                  </a:cubicBezTo>
                  <a:cubicBezTo>
                    <a:pt x="18" y="5"/>
                    <a:pt x="19" y="4"/>
                    <a:pt x="20" y="3"/>
                  </a:cubicBezTo>
                  <a:cubicBezTo>
                    <a:pt x="20" y="1"/>
                    <a:pt x="19" y="0"/>
                    <a:pt x="17" y="0"/>
                  </a:cubicBezTo>
                  <a:cubicBezTo>
                    <a:pt x="4" y="0"/>
                    <a:pt x="4" y="0"/>
                    <a:pt x="4" y="0"/>
                  </a:cubicBezTo>
                  <a:cubicBezTo>
                    <a:pt x="2" y="0"/>
                    <a:pt x="1" y="1"/>
                    <a:pt x="1" y="2"/>
                  </a:cubicBezTo>
                  <a:cubicBezTo>
                    <a:pt x="0" y="4"/>
                    <a:pt x="2"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5" name="Google Shape;1135;p27"/>
            <p:cNvSpPr/>
            <p:nvPr/>
          </p:nvSpPr>
          <p:spPr>
            <a:xfrm>
              <a:off x="4165440" y="1734814"/>
              <a:ext cx="52845" cy="15413"/>
            </a:xfrm>
            <a:custGeom>
              <a:rect b="b" l="l" r="r" t="t"/>
              <a:pathLst>
                <a:path extrusionOk="0" h="6" w="20">
                  <a:moveTo>
                    <a:pt x="17" y="0"/>
                  </a:moveTo>
                  <a:cubicBezTo>
                    <a:pt x="3" y="0"/>
                    <a:pt x="3" y="0"/>
                    <a:pt x="3" y="0"/>
                  </a:cubicBezTo>
                  <a:cubicBezTo>
                    <a:pt x="2" y="0"/>
                    <a:pt x="1" y="1"/>
                    <a:pt x="0" y="3"/>
                  </a:cubicBezTo>
                  <a:cubicBezTo>
                    <a:pt x="0" y="5"/>
                    <a:pt x="1" y="6"/>
                    <a:pt x="3" y="6"/>
                  </a:cubicBezTo>
                  <a:cubicBezTo>
                    <a:pt x="16" y="6"/>
                    <a:pt x="16" y="6"/>
                    <a:pt x="16" y="6"/>
                  </a:cubicBezTo>
                  <a:cubicBezTo>
                    <a:pt x="18" y="6"/>
                    <a:pt x="19" y="5"/>
                    <a:pt x="19" y="4"/>
                  </a:cubicBezTo>
                  <a:cubicBezTo>
                    <a:pt x="20" y="2"/>
                    <a:pt x="18" y="0"/>
                    <a:pt x="17"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6" name="Google Shape;1136;p27"/>
            <p:cNvSpPr/>
            <p:nvPr/>
          </p:nvSpPr>
          <p:spPr>
            <a:xfrm>
              <a:off x="4184156" y="1559765"/>
              <a:ext cx="64956" cy="12111"/>
            </a:xfrm>
            <a:custGeom>
              <a:rect b="b" l="l" r="r" t="t"/>
              <a:pathLst>
                <a:path extrusionOk="0" h="5" w="25">
                  <a:moveTo>
                    <a:pt x="3" y="5"/>
                  </a:moveTo>
                  <a:cubicBezTo>
                    <a:pt x="22" y="5"/>
                    <a:pt x="22" y="5"/>
                    <a:pt x="22" y="5"/>
                  </a:cubicBezTo>
                  <a:cubicBezTo>
                    <a:pt x="23" y="5"/>
                    <a:pt x="25" y="4"/>
                    <a:pt x="25" y="3"/>
                  </a:cubicBezTo>
                  <a:cubicBezTo>
                    <a:pt x="25" y="1"/>
                    <a:pt x="24" y="0"/>
                    <a:pt x="22"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7" name="Google Shape;1137;p27"/>
            <p:cNvSpPr/>
            <p:nvPr/>
          </p:nvSpPr>
          <p:spPr>
            <a:xfrm>
              <a:off x="4207276" y="1588390"/>
              <a:ext cx="41836" cy="13211"/>
            </a:xfrm>
            <a:custGeom>
              <a:rect b="b" l="l" r="r" t="t"/>
              <a:pathLst>
                <a:path extrusionOk="0" h="5" w="16">
                  <a:moveTo>
                    <a:pt x="13" y="0"/>
                  </a:moveTo>
                  <a:cubicBezTo>
                    <a:pt x="4" y="0"/>
                    <a:pt x="4" y="0"/>
                    <a:pt x="4" y="0"/>
                  </a:cubicBezTo>
                  <a:cubicBezTo>
                    <a:pt x="2" y="0"/>
                    <a:pt x="1" y="1"/>
                    <a:pt x="1" y="2"/>
                  </a:cubicBezTo>
                  <a:cubicBezTo>
                    <a:pt x="0" y="4"/>
                    <a:pt x="2" y="5"/>
                    <a:pt x="3" y="5"/>
                  </a:cubicBezTo>
                  <a:cubicBezTo>
                    <a:pt x="13" y="5"/>
                    <a:pt x="13" y="5"/>
                    <a:pt x="13" y="5"/>
                  </a:cubicBezTo>
                  <a:cubicBezTo>
                    <a:pt x="15" y="5"/>
                    <a:pt x="16" y="4"/>
                    <a:pt x="16" y="2"/>
                  </a:cubicBezTo>
                  <a:cubicBezTo>
                    <a:pt x="16" y="1"/>
                    <a:pt x="14" y="0"/>
                    <a:pt x="13"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8" name="Google Shape;1138;p27"/>
            <p:cNvSpPr/>
            <p:nvPr/>
          </p:nvSpPr>
          <p:spPr>
            <a:xfrm>
              <a:off x="3940849" y="1734814"/>
              <a:ext cx="66056" cy="15413"/>
            </a:xfrm>
            <a:custGeom>
              <a:rect b="b" l="l" r="r" t="t"/>
              <a:pathLst>
                <a:path extrusionOk="0" h="6" w="25">
                  <a:moveTo>
                    <a:pt x="22" y="0"/>
                  </a:moveTo>
                  <a:cubicBezTo>
                    <a:pt x="3" y="0"/>
                    <a:pt x="3" y="0"/>
                    <a:pt x="3" y="0"/>
                  </a:cubicBezTo>
                  <a:cubicBezTo>
                    <a:pt x="1" y="0"/>
                    <a:pt x="0" y="1"/>
                    <a:pt x="0" y="3"/>
                  </a:cubicBezTo>
                  <a:cubicBezTo>
                    <a:pt x="0" y="5"/>
                    <a:pt x="1" y="6"/>
                    <a:pt x="3" y="6"/>
                  </a:cubicBezTo>
                  <a:cubicBezTo>
                    <a:pt x="22" y="6"/>
                    <a:pt x="22" y="6"/>
                    <a:pt x="22" y="6"/>
                  </a:cubicBezTo>
                  <a:cubicBezTo>
                    <a:pt x="23" y="6"/>
                    <a:pt x="24" y="5"/>
                    <a:pt x="24" y="4"/>
                  </a:cubicBezTo>
                  <a:cubicBezTo>
                    <a:pt x="25" y="2"/>
                    <a:pt x="23" y="0"/>
                    <a:pt x="22"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9" name="Google Shape;1139;p27"/>
            <p:cNvSpPr/>
            <p:nvPr/>
          </p:nvSpPr>
          <p:spPr>
            <a:xfrm>
              <a:off x="3938647" y="1706189"/>
              <a:ext cx="41836" cy="15413"/>
            </a:xfrm>
            <a:custGeom>
              <a:rect b="b" l="l" r="r" t="t"/>
              <a:pathLst>
                <a:path extrusionOk="0" h="6" w="16">
                  <a:moveTo>
                    <a:pt x="3" y="6"/>
                  </a:moveTo>
                  <a:cubicBezTo>
                    <a:pt x="13" y="6"/>
                    <a:pt x="13" y="6"/>
                    <a:pt x="13" y="6"/>
                  </a:cubicBezTo>
                  <a:cubicBezTo>
                    <a:pt x="14" y="6"/>
                    <a:pt x="16" y="5"/>
                    <a:pt x="16" y="4"/>
                  </a:cubicBezTo>
                  <a:cubicBezTo>
                    <a:pt x="16" y="2"/>
                    <a:pt x="15" y="0"/>
                    <a:pt x="13" y="0"/>
                  </a:cubicBezTo>
                  <a:cubicBezTo>
                    <a:pt x="4" y="0"/>
                    <a:pt x="4" y="0"/>
                    <a:pt x="4" y="0"/>
                  </a:cubicBezTo>
                  <a:cubicBezTo>
                    <a:pt x="2" y="0"/>
                    <a:pt x="1" y="1"/>
                    <a:pt x="1" y="3"/>
                  </a:cubicBezTo>
                  <a:cubicBezTo>
                    <a:pt x="0" y="4"/>
                    <a:pt x="2" y="6"/>
                    <a:pt x="3" y="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0" name="Google Shape;1140;p27"/>
            <p:cNvSpPr/>
            <p:nvPr/>
          </p:nvSpPr>
          <p:spPr>
            <a:xfrm>
              <a:off x="4009107" y="1556462"/>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1" name="Google Shape;1141;p27"/>
            <p:cNvSpPr/>
            <p:nvPr/>
          </p:nvSpPr>
          <p:spPr>
            <a:xfrm>
              <a:off x="4233698" y="1734814"/>
              <a:ext cx="156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2" name="Google Shape;1142;p27"/>
            <p:cNvSpPr/>
            <p:nvPr/>
          </p:nvSpPr>
          <p:spPr>
            <a:xfrm>
              <a:off x="4064154" y="1706189"/>
              <a:ext cx="156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3" name="Google Shape;1143;p27"/>
            <p:cNvSpPr/>
            <p:nvPr/>
          </p:nvSpPr>
          <p:spPr>
            <a:xfrm>
              <a:off x="4111494" y="1706189"/>
              <a:ext cx="12300" cy="13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44" name="Google Shape;1144;p27"/>
          <p:cNvGrpSpPr/>
          <p:nvPr/>
        </p:nvGrpSpPr>
        <p:grpSpPr>
          <a:xfrm>
            <a:off x="3264311" y="1496599"/>
            <a:ext cx="232047" cy="362036"/>
            <a:chOff x="3257166" y="1512425"/>
            <a:chExt cx="237802" cy="371015"/>
          </a:xfrm>
        </p:grpSpPr>
        <p:sp>
          <p:nvSpPr>
            <p:cNvPr id="1145" name="Google Shape;1145;p27"/>
            <p:cNvSpPr/>
            <p:nvPr/>
          </p:nvSpPr>
          <p:spPr>
            <a:xfrm>
              <a:off x="3257166" y="1512425"/>
              <a:ext cx="213582" cy="371015"/>
            </a:xfrm>
            <a:custGeom>
              <a:rect b="b" l="l" r="r" t="t"/>
              <a:pathLst>
                <a:path extrusionOk="0" h="142" w="82">
                  <a:moveTo>
                    <a:pt x="49" y="40"/>
                  </a:moveTo>
                  <a:cubicBezTo>
                    <a:pt x="47" y="40"/>
                    <a:pt x="47" y="40"/>
                    <a:pt x="47" y="40"/>
                  </a:cubicBezTo>
                  <a:cubicBezTo>
                    <a:pt x="47" y="36"/>
                    <a:pt x="47" y="36"/>
                    <a:pt x="47" y="36"/>
                  </a:cubicBezTo>
                  <a:cubicBezTo>
                    <a:pt x="47" y="31"/>
                    <a:pt x="43" y="27"/>
                    <a:pt x="38" y="27"/>
                  </a:cubicBezTo>
                  <a:cubicBezTo>
                    <a:pt x="37" y="27"/>
                    <a:pt x="37" y="27"/>
                    <a:pt x="37" y="27"/>
                  </a:cubicBezTo>
                  <a:cubicBezTo>
                    <a:pt x="37" y="18"/>
                    <a:pt x="37" y="18"/>
                    <a:pt x="37" y="18"/>
                  </a:cubicBezTo>
                  <a:cubicBezTo>
                    <a:pt x="76" y="18"/>
                    <a:pt x="76" y="18"/>
                    <a:pt x="76" y="18"/>
                  </a:cubicBezTo>
                  <a:cubicBezTo>
                    <a:pt x="79" y="18"/>
                    <a:pt x="82" y="16"/>
                    <a:pt x="82" y="12"/>
                  </a:cubicBezTo>
                  <a:cubicBezTo>
                    <a:pt x="82" y="5"/>
                    <a:pt x="82" y="5"/>
                    <a:pt x="82" y="5"/>
                  </a:cubicBezTo>
                  <a:cubicBezTo>
                    <a:pt x="82" y="2"/>
                    <a:pt x="79" y="0"/>
                    <a:pt x="76" y="0"/>
                  </a:cubicBezTo>
                  <a:cubicBezTo>
                    <a:pt x="13" y="0"/>
                    <a:pt x="13" y="0"/>
                    <a:pt x="13" y="0"/>
                  </a:cubicBezTo>
                  <a:cubicBezTo>
                    <a:pt x="10" y="0"/>
                    <a:pt x="7" y="2"/>
                    <a:pt x="7" y="5"/>
                  </a:cubicBezTo>
                  <a:cubicBezTo>
                    <a:pt x="7" y="12"/>
                    <a:pt x="7" y="12"/>
                    <a:pt x="7" y="12"/>
                  </a:cubicBezTo>
                  <a:cubicBezTo>
                    <a:pt x="7" y="16"/>
                    <a:pt x="10" y="18"/>
                    <a:pt x="13" y="18"/>
                  </a:cubicBezTo>
                  <a:cubicBezTo>
                    <a:pt x="19" y="18"/>
                    <a:pt x="19" y="18"/>
                    <a:pt x="19" y="18"/>
                  </a:cubicBezTo>
                  <a:cubicBezTo>
                    <a:pt x="19" y="27"/>
                    <a:pt x="19" y="27"/>
                    <a:pt x="19" y="27"/>
                  </a:cubicBezTo>
                  <a:cubicBezTo>
                    <a:pt x="19" y="27"/>
                    <a:pt x="19" y="27"/>
                    <a:pt x="19" y="27"/>
                  </a:cubicBezTo>
                  <a:cubicBezTo>
                    <a:pt x="14" y="27"/>
                    <a:pt x="10" y="31"/>
                    <a:pt x="10" y="36"/>
                  </a:cubicBezTo>
                  <a:cubicBezTo>
                    <a:pt x="10" y="40"/>
                    <a:pt x="10" y="40"/>
                    <a:pt x="10" y="40"/>
                  </a:cubicBezTo>
                  <a:cubicBezTo>
                    <a:pt x="3" y="40"/>
                    <a:pt x="3" y="40"/>
                    <a:pt x="3" y="40"/>
                  </a:cubicBezTo>
                  <a:cubicBezTo>
                    <a:pt x="1" y="40"/>
                    <a:pt x="0" y="41"/>
                    <a:pt x="0" y="44"/>
                  </a:cubicBezTo>
                  <a:cubicBezTo>
                    <a:pt x="0" y="62"/>
                    <a:pt x="0" y="62"/>
                    <a:pt x="0" y="62"/>
                  </a:cubicBezTo>
                  <a:cubicBezTo>
                    <a:pt x="0" y="62"/>
                    <a:pt x="0" y="62"/>
                    <a:pt x="0" y="62"/>
                  </a:cubicBezTo>
                  <a:cubicBezTo>
                    <a:pt x="0" y="62"/>
                    <a:pt x="0" y="62"/>
                    <a:pt x="0" y="62"/>
                  </a:cubicBezTo>
                  <a:cubicBezTo>
                    <a:pt x="0" y="120"/>
                    <a:pt x="0" y="120"/>
                    <a:pt x="0" y="120"/>
                  </a:cubicBezTo>
                  <a:cubicBezTo>
                    <a:pt x="0" y="120"/>
                    <a:pt x="0" y="120"/>
                    <a:pt x="0" y="120"/>
                  </a:cubicBezTo>
                  <a:cubicBezTo>
                    <a:pt x="0" y="120"/>
                    <a:pt x="0" y="120"/>
                    <a:pt x="0" y="120"/>
                  </a:cubicBezTo>
                  <a:cubicBezTo>
                    <a:pt x="0" y="139"/>
                    <a:pt x="0" y="139"/>
                    <a:pt x="0" y="139"/>
                  </a:cubicBezTo>
                  <a:cubicBezTo>
                    <a:pt x="0" y="141"/>
                    <a:pt x="1" y="142"/>
                    <a:pt x="3" y="142"/>
                  </a:cubicBezTo>
                  <a:cubicBezTo>
                    <a:pt x="54" y="142"/>
                    <a:pt x="54" y="142"/>
                    <a:pt x="54" y="142"/>
                  </a:cubicBezTo>
                  <a:cubicBezTo>
                    <a:pt x="56" y="142"/>
                    <a:pt x="57" y="141"/>
                    <a:pt x="57" y="139"/>
                  </a:cubicBezTo>
                  <a:cubicBezTo>
                    <a:pt x="57" y="107"/>
                    <a:pt x="57" y="107"/>
                    <a:pt x="57" y="107"/>
                  </a:cubicBezTo>
                  <a:cubicBezTo>
                    <a:pt x="57" y="107"/>
                    <a:pt x="57" y="106"/>
                    <a:pt x="57" y="106"/>
                  </a:cubicBezTo>
                  <a:cubicBezTo>
                    <a:pt x="54" y="104"/>
                    <a:pt x="51" y="105"/>
                    <a:pt x="51" y="108"/>
                  </a:cubicBezTo>
                  <a:cubicBezTo>
                    <a:pt x="51" y="118"/>
                    <a:pt x="51" y="118"/>
                    <a:pt x="51" y="118"/>
                  </a:cubicBezTo>
                  <a:cubicBezTo>
                    <a:pt x="5" y="118"/>
                    <a:pt x="5" y="118"/>
                    <a:pt x="5" y="118"/>
                  </a:cubicBezTo>
                  <a:cubicBezTo>
                    <a:pt x="5" y="65"/>
                    <a:pt x="5" y="65"/>
                    <a:pt x="5" y="65"/>
                  </a:cubicBezTo>
                  <a:cubicBezTo>
                    <a:pt x="51" y="65"/>
                    <a:pt x="51" y="65"/>
                    <a:pt x="51" y="65"/>
                  </a:cubicBezTo>
                  <a:cubicBezTo>
                    <a:pt x="51" y="83"/>
                    <a:pt x="51" y="83"/>
                    <a:pt x="51" y="83"/>
                  </a:cubicBezTo>
                  <a:cubicBezTo>
                    <a:pt x="51" y="84"/>
                    <a:pt x="52" y="86"/>
                    <a:pt x="54" y="86"/>
                  </a:cubicBezTo>
                  <a:cubicBezTo>
                    <a:pt x="55" y="86"/>
                    <a:pt x="57" y="85"/>
                    <a:pt x="57" y="83"/>
                  </a:cubicBezTo>
                  <a:cubicBezTo>
                    <a:pt x="57" y="48"/>
                    <a:pt x="57" y="48"/>
                    <a:pt x="57" y="48"/>
                  </a:cubicBezTo>
                  <a:cubicBezTo>
                    <a:pt x="57" y="43"/>
                    <a:pt x="53" y="40"/>
                    <a:pt x="49" y="40"/>
                  </a:cubicBezTo>
                  <a:close/>
                  <a:moveTo>
                    <a:pt x="13" y="5"/>
                  </a:moveTo>
                  <a:cubicBezTo>
                    <a:pt x="76" y="5"/>
                    <a:pt x="76" y="5"/>
                    <a:pt x="76" y="5"/>
                  </a:cubicBezTo>
                  <a:cubicBezTo>
                    <a:pt x="76" y="5"/>
                    <a:pt x="76" y="5"/>
                    <a:pt x="76" y="5"/>
                  </a:cubicBezTo>
                  <a:cubicBezTo>
                    <a:pt x="76" y="12"/>
                    <a:pt x="76" y="12"/>
                    <a:pt x="76" y="12"/>
                  </a:cubicBezTo>
                  <a:cubicBezTo>
                    <a:pt x="13" y="12"/>
                    <a:pt x="13" y="12"/>
                    <a:pt x="13" y="12"/>
                  </a:cubicBezTo>
                  <a:lnTo>
                    <a:pt x="13" y="5"/>
                  </a:lnTo>
                  <a:close/>
                  <a:moveTo>
                    <a:pt x="25" y="18"/>
                  </a:moveTo>
                  <a:cubicBezTo>
                    <a:pt x="32" y="18"/>
                    <a:pt x="32" y="18"/>
                    <a:pt x="32" y="18"/>
                  </a:cubicBezTo>
                  <a:cubicBezTo>
                    <a:pt x="32" y="27"/>
                    <a:pt x="32" y="27"/>
                    <a:pt x="32" y="27"/>
                  </a:cubicBezTo>
                  <a:cubicBezTo>
                    <a:pt x="25" y="27"/>
                    <a:pt x="25" y="27"/>
                    <a:pt x="25" y="27"/>
                  </a:cubicBezTo>
                  <a:lnTo>
                    <a:pt x="25" y="18"/>
                  </a:lnTo>
                  <a:close/>
                  <a:moveTo>
                    <a:pt x="15" y="36"/>
                  </a:moveTo>
                  <a:cubicBezTo>
                    <a:pt x="15" y="34"/>
                    <a:pt x="17" y="32"/>
                    <a:pt x="19" y="32"/>
                  </a:cubicBezTo>
                  <a:cubicBezTo>
                    <a:pt x="38" y="32"/>
                    <a:pt x="38" y="32"/>
                    <a:pt x="38" y="32"/>
                  </a:cubicBezTo>
                  <a:cubicBezTo>
                    <a:pt x="40" y="32"/>
                    <a:pt x="41" y="34"/>
                    <a:pt x="41" y="36"/>
                  </a:cubicBezTo>
                  <a:cubicBezTo>
                    <a:pt x="41" y="40"/>
                    <a:pt x="41" y="40"/>
                    <a:pt x="41" y="40"/>
                  </a:cubicBezTo>
                  <a:cubicBezTo>
                    <a:pt x="15" y="40"/>
                    <a:pt x="15" y="40"/>
                    <a:pt x="15" y="40"/>
                  </a:cubicBezTo>
                  <a:cubicBezTo>
                    <a:pt x="15" y="36"/>
                    <a:pt x="15" y="36"/>
                    <a:pt x="15" y="36"/>
                  </a:cubicBezTo>
                  <a:close/>
                  <a:moveTo>
                    <a:pt x="51" y="123"/>
                  </a:moveTo>
                  <a:cubicBezTo>
                    <a:pt x="51" y="134"/>
                    <a:pt x="51" y="134"/>
                    <a:pt x="51" y="134"/>
                  </a:cubicBezTo>
                  <a:cubicBezTo>
                    <a:pt x="51" y="136"/>
                    <a:pt x="50" y="137"/>
                    <a:pt x="49" y="137"/>
                  </a:cubicBezTo>
                  <a:cubicBezTo>
                    <a:pt x="8" y="137"/>
                    <a:pt x="8" y="137"/>
                    <a:pt x="8" y="137"/>
                  </a:cubicBezTo>
                  <a:cubicBezTo>
                    <a:pt x="6" y="137"/>
                    <a:pt x="5" y="136"/>
                    <a:pt x="5" y="134"/>
                  </a:cubicBezTo>
                  <a:cubicBezTo>
                    <a:pt x="5" y="123"/>
                    <a:pt x="5" y="123"/>
                    <a:pt x="5" y="123"/>
                  </a:cubicBezTo>
                  <a:lnTo>
                    <a:pt x="51" y="123"/>
                  </a:lnTo>
                  <a:close/>
                  <a:moveTo>
                    <a:pt x="5" y="59"/>
                  </a:moveTo>
                  <a:cubicBezTo>
                    <a:pt x="5" y="48"/>
                    <a:pt x="5" y="48"/>
                    <a:pt x="5" y="48"/>
                  </a:cubicBezTo>
                  <a:cubicBezTo>
                    <a:pt x="5" y="47"/>
                    <a:pt x="6" y="45"/>
                    <a:pt x="8" y="45"/>
                  </a:cubicBezTo>
                  <a:cubicBezTo>
                    <a:pt x="49" y="45"/>
                    <a:pt x="49" y="45"/>
                    <a:pt x="49" y="45"/>
                  </a:cubicBezTo>
                  <a:cubicBezTo>
                    <a:pt x="50" y="45"/>
                    <a:pt x="51" y="47"/>
                    <a:pt x="51" y="48"/>
                  </a:cubicBezTo>
                  <a:cubicBezTo>
                    <a:pt x="51" y="59"/>
                    <a:pt x="51" y="59"/>
                    <a:pt x="51" y="59"/>
                  </a:cubicBezTo>
                  <a:lnTo>
                    <a:pt x="5" y="5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6" name="Google Shape;1146;p27"/>
            <p:cNvSpPr/>
            <p:nvPr/>
          </p:nvSpPr>
          <p:spPr>
            <a:xfrm>
              <a:off x="3290194" y="1710593"/>
              <a:ext cx="81469" cy="79267"/>
            </a:xfrm>
            <a:custGeom>
              <a:rect b="b" l="l" r="r" t="t"/>
              <a:pathLst>
                <a:path extrusionOk="0" h="30" w="31">
                  <a:moveTo>
                    <a:pt x="10" y="30"/>
                  </a:moveTo>
                  <a:cubicBezTo>
                    <a:pt x="21" y="30"/>
                    <a:pt x="21" y="30"/>
                    <a:pt x="21" y="30"/>
                  </a:cubicBezTo>
                  <a:cubicBezTo>
                    <a:pt x="23" y="30"/>
                    <a:pt x="24" y="29"/>
                    <a:pt x="24" y="27"/>
                  </a:cubicBezTo>
                  <a:cubicBezTo>
                    <a:pt x="24" y="24"/>
                    <a:pt x="24" y="24"/>
                    <a:pt x="24" y="24"/>
                  </a:cubicBezTo>
                  <a:cubicBezTo>
                    <a:pt x="28" y="24"/>
                    <a:pt x="28" y="24"/>
                    <a:pt x="28" y="24"/>
                  </a:cubicBezTo>
                  <a:cubicBezTo>
                    <a:pt x="29" y="24"/>
                    <a:pt x="31" y="22"/>
                    <a:pt x="31" y="20"/>
                  </a:cubicBezTo>
                  <a:cubicBezTo>
                    <a:pt x="31" y="10"/>
                    <a:pt x="31" y="10"/>
                    <a:pt x="31" y="10"/>
                  </a:cubicBezTo>
                  <a:cubicBezTo>
                    <a:pt x="31" y="8"/>
                    <a:pt x="29" y="6"/>
                    <a:pt x="28" y="6"/>
                  </a:cubicBezTo>
                  <a:cubicBezTo>
                    <a:pt x="24" y="6"/>
                    <a:pt x="24" y="6"/>
                    <a:pt x="24" y="6"/>
                  </a:cubicBezTo>
                  <a:cubicBezTo>
                    <a:pt x="24" y="3"/>
                    <a:pt x="24" y="3"/>
                    <a:pt x="24" y="3"/>
                  </a:cubicBezTo>
                  <a:cubicBezTo>
                    <a:pt x="24" y="1"/>
                    <a:pt x="23" y="0"/>
                    <a:pt x="21" y="0"/>
                  </a:cubicBezTo>
                  <a:cubicBezTo>
                    <a:pt x="10" y="0"/>
                    <a:pt x="10" y="0"/>
                    <a:pt x="10" y="0"/>
                  </a:cubicBezTo>
                  <a:cubicBezTo>
                    <a:pt x="8" y="0"/>
                    <a:pt x="7" y="1"/>
                    <a:pt x="7" y="3"/>
                  </a:cubicBezTo>
                  <a:cubicBezTo>
                    <a:pt x="7" y="6"/>
                    <a:pt x="7" y="6"/>
                    <a:pt x="7" y="6"/>
                  </a:cubicBezTo>
                  <a:cubicBezTo>
                    <a:pt x="3" y="6"/>
                    <a:pt x="3" y="6"/>
                    <a:pt x="3" y="6"/>
                  </a:cubicBezTo>
                  <a:cubicBezTo>
                    <a:pt x="1" y="6"/>
                    <a:pt x="0" y="8"/>
                    <a:pt x="0" y="10"/>
                  </a:cubicBezTo>
                  <a:cubicBezTo>
                    <a:pt x="0" y="20"/>
                    <a:pt x="0" y="20"/>
                    <a:pt x="0" y="20"/>
                  </a:cubicBezTo>
                  <a:cubicBezTo>
                    <a:pt x="0" y="22"/>
                    <a:pt x="1" y="24"/>
                    <a:pt x="3" y="24"/>
                  </a:cubicBezTo>
                  <a:cubicBezTo>
                    <a:pt x="7" y="24"/>
                    <a:pt x="7" y="24"/>
                    <a:pt x="7" y="24"/>
                  </a:cubicBezTo>
                  <a:cubicBezTo>
                    <a:pt x="7" y="27"/>
                    <a:pt x="7" y="27"/>
                    <a:pt x="7" y="27"/>
                  </a:cubicBezTo>
                  <a:cubicBezTo>
                    <a:pt x="7" y="29"/>
                    <a:pt x="8" y="30"/>
                    <a:pt x="10" y="30"/>
                  </a:cubicBezTo>
                  <a:close/>
                  <a:moveTo>
                    <a:pt x="6" y="18"/>
                  </a:moveTo>
                  <a:cubicBezTo>
                    <a:pt x="6" y="12"/>
                    <a:pt x="6" y="12"/>
                    <a:pt x="6" y="12"/>
                  </a:cubicBezTo>
                  <a:cubicBezTo>
                    <a:pt x="9" y="12"/>
                    <a:pt x="9" y="12"/>
                    <a:pt x="9" y="12"/>
                  </a:cubicBezTo>
                  <a:cubicBezTo>
                    <a:pt x="11" y="12"/>
                    <a:pt x="12" y="11"/>
                    <a:pt x="12" y="9"/>
                  </a:cubicBezTo>
                  <a:cubicBezTo>
                    <a:pt x="12" y="5"/>
                    <a:pt x="12" y="5"/>
                    <a:pt x="12" y="5"/>
                  </a:cubicBezTo>
                  <a:cubicBezTo>
                    <a:pt x="19" y="5"/>
                    <a:pt x="19" y="5"/>
                    <a:pt x="19" y="5"/>
                  </a:cubicBezTo>
                  <a:cubicBezTo>
                    <a:pt x="19" y="9"/>
                    <a:pt x="19" y="9"/>
                    <a:pt x="19" y="9"/>
                  </a:cubicBezTo>
                  <a:cubicBezTo>
                    <a:pt x="19" y="11"/>
                    <a:pt x="20" y="12"/>
                    <a:pt x="21" y="12"/>
                  </a:cubicBezTo>
                  <a:cubicBezTo>
                    <a:pt x="25" y="12"/>
                    <a:pt x="25" y="12"/>
                    <a:pt x="25" y="12"/>
                  </a:cubicBezTo>
                  <a:cubicBezTo>
                    <a:pt x="25" y="18"/>
                    <a:pt x="25" y="18"/>
                    <a:pt x="25" y="18"/>
                  </a:cubicBezTo>
                  <a:cubicBezTo>
                    <a:pt x="21" y="18"/>
                    <a:pt x="21" y="18"/>
                    <a:pt x="21" y="18"/>
                  </a:cubicBezTo>
                  <a:cubicBezTo>
                    <a:pt x="20" y="18"/>
                    <a:pt x="19" y="19"/>
                    <a:pt x="19" y="21"/>
                  </a:cubicBezTo>
                  <a:cubicBezTo>
                    <a:pt x="19" y="25"/>
                    <a:pt x="19" y="25"/>
                    <a:pt x="19" y="25"/>
                  </a:cubicBezTo>
                  <a:cubicBezTo>
                    <a:pt x="12" y="25"/>
                    <a:pt x="12" y="25"/>
                    <a:pt x="12" y="25"/>
                  </a:cubicBezTo>
                  <a:cubicBezTo>
                    <a:pt x="12" y="21"/>
                    <a:pt x="12" y="21"/>
                    <a:pt x="12" y="21"/>
                  </a:cubicBezTo>
                  <a:cubicBezTo>
                    <a:pt x="12" y="19"/>
                    <a:pt x="11" y="18"/>
                    <a:pt x="9" y="18"/>
                  </a:cubicBezTo>
                  <a:lnTo>
                    <a:pt x="6" y="1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7" name="Google Shape;1147;p27"/>
            <p:cNvSpPr/>
            <p:nvPr/>
          </p:nvSpPr>
          <p:spPr>
            <a:xfrm>
              <a:off x="3426710" y="1577380"/>
              <a:ext cx="68258" cy="78167"/>
            </a:xfrm>
            <a:custGeom>
              <a:rect b="b" l="l" r="r" t="t"/>
              <a:pathLst>
                <a:path extrusionOk="0" h="30" w="26">
                  <a:moveTo>
                    <a:pt x="23" y="12"/>
                  </a:moveTo>
                  <a:cubicBezTo>
                    <a:pt x="18" y="3"/>
                    <a:pt x="18" y="3"/>
                    <a:pt x="18" y="3"/>
                  </a:cubicBezTo>
                  <a:cubicBezTo>
                    <a:pt x="17" y="1"/>
                    <a:pt x="15" y="0"/>
                    <a:pt x="13" y="0"/>
                  </a:cubicBezTo>
                  <a:cubicBezTo>
                    <a:pt x="10" y="0"/>
                    <a:pt x="8" y="1"/>
                    <a:pt x="7" y="3"/>
                  </a:cubicBezTo>
                  <a:cubicBezTo>
                    <a:pt x="2" y="12"/>
                    <a:pt x="2" y="12"/>
                    <a:pt x="2" y="12"/>
                  </a:cubicBezTo>
                  <a:cubicBezTo>
                    <a:pt x="0" y="15"/>
                    <a:pt x="0" y="20"/>
                    <a:pt x="2" y="24"/>
                  </a:cubicBezTo>
                  <a:cubicBezTo>
                    <a:pt x="4" y="28"/>
                    <a:pt x="8" y="30"/>
                    <a:pt x="13" y="30"/>
                  </a:cubicBezTo>
                  <a:cubicBezTo>
                    <a:pt x="17" y="30"/>
                    <a:pt x="21" y="28"/>
                    <a:pt x="23" y="24"/>
                  </a:cubicBezTo>
                  <a:cubicBezTo>
                    <a:pt x="26" y="20"/>
                    <a:pt x="26" y="15"/>
                    <a:pt x="23" y="12"/>
                  </a:cubicBezTo>
                  <a:close/>
                  <a:moveTo>
                    <a:pt x="18" y="21"/>
                  </a:moveTo>
                  <a:cubicBezTo>
                    <a:pt x="17" y="23"/>
                    <a:pt x="15" y="24"/>
                    <a:pt x="13" y="24"/>
                  </a:cubicBezTo>
                  <a:cubicBezTo>
                    <a:pt x="10" y="24"/>
                    <a:pt x="8" y="23"/>
                    <a:pt x="7" y="21"/>
                  </a:cubicBezTo>
                  <a:cubicBezTo>
                    <a:pt x="6" y="19"/>
                    <a:pt x="6" y="16"/>
                    <a:pt x="7" y="14"/>
                  </a:cubicBezTo>
                  <a:cubicBezTo>
                    <a:pt x="12" y="6"/>
                    <a:pt x="12" y="6"/>
                    <a:pt x="12" y="6"/>
                  </a:cubicBezTo>
                  <a:cubicBezTo>
                    <a:pt x="12" y="5"/>
                    <a:pt x="12" y="5"/>
                    <a:pt x="13" y="5"/>
                  </a:cubicBezTo>
                  <a:cubicBezTo>
                    <a:pt x="13" y="5"/>
                    <a:pt x="13" y="5"/>
                    <a:pt x="13" y="6"/>
                  </a:cubicBezTo>
                  <a:cubicBezTo>
                    <a:pt x="18" y="14"/>
                    <a:pt x="18" y="14"/>
                    <a:pt x="18" y="14"/>
                  </a:cubicBezTo>
                  <a:cubicBezTo>
                    <a:pt x="20" y="16"/>
                    <a:pt x="20" y="19"/>
                    <a:pt x="1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8" name="Google Shape;1148;p27"/>
            <p:cNvSpPr/>
            <p:nvPr/>
          </p:nvSpPr>
          <p:spPr>
            <a:xfrm>
              <a:off x="3390380" y="1752429"/>
              <a:ext cx="15600" cy="165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49" name="Google Shape;1149;p27"/>
          <p:cNvGrpSpPr/>
          <p:nvPr/>
        </p:nvGrpSpPr>
        <p:grpSpPr>
          <a:xfrm>
            <a:off x="2376943" y="1496599"/>
            <a:ext cx="362038" cy="362036"/>
            <a:chOff x="2332378" y="1512425"/>
            <a:chExt cx="371017" cy="371015"/>
          </a:xfrm>
        </p:grpSpPr>
        <p:sp>
          <p:nvSpPr>
            <p:cNvPr id="1150" name="Google Shape;1150;p27"/>
            <p:cNvSpPr/>
            <p:nvPr/>
          </p:nvSpPr>
          <p:spPr>
            <a:xfrm>
              <a:off x="2332378" y="1512425"/>
              <a:ext cx="371017" cy="371015"/>
            </a:xfrm>
            <a:custGeom>
              <a:rect b="b" l="l" r="r" t="t"/>
              <a:pathLst>
                <a:path extrusionOk="0" h="142" w="142">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1" name="Google Shape;1151;p27"/>
            <p:cNvSpPr/>
            <p:nvPr/>
          </p:nvSpPr>
          <p:spPr>
            <a:xfrm>
              <a:off x="2386324" y="1564169"/>
              <a:ext cx="123305" cy="125506"/>
            </a:xfrm>
            <a:custGeom>
              <a:rect b="b" l="l" r="r" t="t"/>
              <a:pathLst>
                <a:path extrusionOk="0" h="48" w="47">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2" name="Google Shape;1152;p27"/>
            <p:cNvSpPr/>
            <p:nvPr/>
          </p:nvSpPr>
          <p:spPr>
            <a:xfrm>
              <a:off x="2553667" y="1731511"/>
              <a:ext cx="49543" cy="71561"/>
            </a:xfrm>
            <a:custGeom>
              <a:rect b="b" l="l" r="r" t="t"/>
              <a:pathLst>
                <a:path extrusionOk="0" h="27" w="19">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3" name="Google Shape;1153;p27"/>
            <p:cNvSpPr/>
            <p:nvPr/>
          </p:nvSpPr>
          <p:spPr>
            <a:xfrm>
              <a:off x="2507427" y="1731511"/>
              <a:ext cx="44038" cy="71561"/>
            </a:xfrm>
            <a:custGeom>
              <a:rect b="b" l="l" r="r" t="t"/>
              <a:pathLst>
                <a:path extrusionOk="0" h="27" w="17">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4" name="Google Shape;1154;p27"/>
            <p:cNvSpPr/>
            <p:nvPr/>
          </p:nvSpPr>
          <p:spPr>
            <a:xfrm>
              <a:off x="2616420" y="1734814"/>
              <a:ext cx="45139" cy="68258"/>
            </a:xfrm>
            <a:custGeom>
              <a:rect b="b" l="l" r="r" t="t"/>
              <a:pathLst>
                <a:path extrusionOk="0" h="26" w="17">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5" name="Google Shape;1155;p27"/>
            <p:cNvSpPr/>
            <p:nvPr/>
          </p:nvSpPr>
          <p:spPr>
            <a:xfrm>
              <a:off x="2648347" y="1677565"/>
              <a:ext cx="13500" cy="15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3232" y="128016"/>
            <a:ext cx="7717536" cy="502920"/>
          </a:xfrm>
          <a:prstGeom prst="rect">
            <a:avLst/>
          </a:prstGeom>
          <a:noFill/>
        </p:spPr>
        <p:txBody>
          <a:bodyPr wrap="none">
            <a:spAutoFit/>
          </a:bodyPr>
          <a:lstStyle/>
          <a:p>
            <a:r>
              <a:rPr sz="2200" b="1">
                <a:solidFill>
                  <a:srgbClr val="1F497D"/>
                </a:solidFill>
              </a:rPr>
              <a:t>Extra Investigation: Logic-Augmented Generation (LAG)</a:t>
            </a:r>
          </a:p>
        </p:txBody>
      </p:sp>
      <p:sp>
        <p:nvSpPr>
          <p:cNvPr id="3" name="TextBox 2"/>
          <p:cNvSpPr txBox="1"/>
          <p:nvPr/>
        </p:nvSpPr>
        <p:spPr>
          <a:xfrm>
            <a:off x="713232" y="777240"/>
            <a:ext cx="7772400" cy="320040"/>
          </a:xfrm>
          <a:prstGeom prst="rect">
            <a:avLst/>
          </a:prstGeom>
          <a:noFill/>
        </p:spPr>
        <p:txBody>
          <a:bodyPr wrap="square">
            <a:spAutoFit/>
          </a:bodyPr>
          <a:lstStyle/>
          <a:p>
            <a:pPr algn="l"/>
            <a:r>
              <a:rPr sz="1100" b="0">
                <a:solidFill>
                  <a:srgbClr val="555555"/>
                </a:solidFill>
              </a:rPr>
              <a:t>Option B from Lec 20 — Providing full symbolic context to the LLM instead of raw dicts</a:t>
            </a:r>
          </a:p>
        </p:txBody>
      </p:sp>
      <p:sp>
        <p:nvSpPr>
          <p:cNvPr id="4" name="TextBox 3"/>
          <p:cNvSpPr txBox="1"/>
          <p:nvPr/>
        </p:nvSpPr>
        <p:spPr>
          <a:xfrm>
            <a:off x="365760" y="1188720"/>
            <a:ext cx="3931920" cy="320040"/>
          </a:xfrm>
          <a:prstGeom prst="rect">
            <a:avLst/>
          </a:prstGeom>
          <a:noFill/>
        </p:spPr>
        <p:txBody>
          <a:bodyPr wrap="square">
            <a:spAutoFit/>
          </a:bodyPr>
          <a:lstStyle/>
          <a:p>
            <a:pPr algn="l"/>
            <a:r>
              <a:rPr sz="1300" b="1">
                <a:solidFill>
                  <a:srgbClr val="1F497D"/>
                </a:solidFill>
              </a:rPr>
              <a:t>Design</a:t>
            </a:r>
          </a:p>
        </p:txBody>
      </p:sp>
      <p:sp>
        <p:nvSpPr>
          <p:cNvPr id="5" name="TextBox 4"/>
          <p:cNvSpPr txBox="1"/>
          <p:nvPr/>
        </p:nvSpPr>
        <p:spPr>
          <a:xfrm>
            <a:off x="365760" y="1554480"/>
            <a:ext cx="3840480" cy="2926080"/>
          </a:xfrm>
          <a:prstGeom prst="rect">
            <a:avLst/>
          </a:prstGeom>
          <a:noFill/>
        </p:spPr>
        <p:txBody>
          <a:bodyPr wrap="square">
            <a:spAutoFit/>
          </a:bodyPr>
          <a:lstStyle/>
          <a:p>
            <a:r>
              <a:rPr sz="1000" b="1">
                <a:solidFill>
                  <a:srgbClr val="1F7A8C"/>
                </a:solidFill>
              </a:rPr>
              <a:t>Standard mode:  LLM receives raw Python dict
(case fields + rule_ids + med_flags)</a:t>
            </a:r>
          </a:p>
          <a:p>
            <a:r>
              <a:rPr sz="1000"/>
              <a:t/>
            </a:r>
          </a:p>
          <a:p>
            <a:r>
              <a:rPr sz="1000" b="1">
                <a:solidFill>
                  <a:srgbClr val="1F7A8C"/>
                </a:solidFill>
              </a:rPr>
              <a:t>LAG mode:  LLM receives full symbolic context:</a:t>
            </a:r>
          </a:p>
          <a:p>
            <a:r>
              <a:rPr sz="1000"/>
              <a:t>  • All 11 rules — each marked FIRED / NOT FIRED</a:t>
            </a:r>
          </a:p>
          <a:p>
            <a:r>
              <a:rPr sz="1000"/>
              <a:t>  • CPG basis per rule (Seattle Children's)</a:t>
            </a:r>
          </a:p>
          <a:p>
            <a:r>
              <a:rPr sz="1000"/>
              <a:t>  • Disposition with rule derivation chain</a:t>
            </a:r>
          </a:p>
          <a:p>
            <a:r>
              <a:rPr sz="1000"/>
              <a:t>  • Med flags with clinical rationale</a:t>
            </a:r>
          </a:p>
          <a:p>
            <a:r>
              <a:rPr sz="1000"/>
              <a:t>  • 8 generation constraints enforced</a:t>
            </a:r>
          </a:p>
          <a:p>
            <a:r>
              <a:rPr sz="1000"/>
              <a:t/>
            </a:r>
          </a:p>
          <a:p>
            <a:r>
              <a:rPr sz="1000" b="1">
                <a:solidFill>
                  <a:srgbClr val="1F7A8C"/>
                </a:solidFill>
              </a:rPr>
              <a:t>Module:  _format_lag_context()
in caretrace/logic/datalog_engine.py</a:t>
            </a:r>
          </a:p>
        </p:txBody>
      </p:sp>
      <p:sp>
        <p:nvSpPr>
          <p:cNvPr id="6" name="TextBox 5"/>
          <p:cNvSpPr txBox="1"/>
          <p:nvPr/>
        </p:nvSpPr>
        <p:spPr>
          <a:xfrm>
            <a:off x="4572000" y="1188720"/>
            <a:ext cx="4297680" cy="320040"/>
          </a:xfrm>
          <a:prstGeom prst="rect">
            <a:avLst/>
          </a:prstGeom>
          <a:noFill/>
        </p:spPr>
        <p:txBody>
          <a:bodyPr wrap="square">
            <a:spAutoFit/>
          </a:bodyPr>
          <a:lstStyle/>
          <a:p>
            <a:pPr algn="l"/>
            <a:r>
              <a:rPr sz="1300" b="1">
                <a:solidFill>
                  <a:srgbClr val="1F497D"/>
                </a:solidFill>
              </a:rPr>
              <a:t>Key Findings</a:t>
            </a:r>
          </a:p>
        </p:txBody>
      </p:sp>
      <p:sp>
        <p:nvSpPr>
          <p:cNvPr id="7" name="TextBox 6"/>
          <p:cNvSpPr txBox="1"/>
          <p:nvPr/>
        </p:nvSpPr>
        <p:spPr>
          <a:xfrm>
            <a:off x="4572000" y="1554480"/>
            <a:ext cx="4297680" cy="3200400"/>
          </a:xfrm>
          <a:prstGeom prst="rect">
            <a:avLst/>
          </a:prstGeom>
          <a:noFill/>
        </p:spPr>
        <p:txBody>
          <a:bodyPr wrap="square">
            <a:spAutoFit/>
          </a:bodyPr>
          <a:lstStyle/>
          <a:p>
            <a:r>
              <a:rPr sz="1000" b="1">
                <a:solidFill>
                  <a:srgbClr val="1F497D"/>
                </a:solidFill>
              </a:rPr>
              <a:t>1. CPG grounding visible  </a:t>
            </a:r>
            <a:r>
              <a:rPr sz="950">
                <a:solidFill>
                  <a:srgbClr val="000000"/>
                </a:solidFill>
              </a:rPr>
              <a:t>LLM can cite specific rule + CPG section in its response</a:t>
            </a:r>
          </a:p>
          <a:p>
            <a:r>
              <a:t/>
            </a:r>
          </a:p>
          <a:p>
            <a:r>
              <a:rPr sz="1000" b="1">
                <a:solidFill>
                  <a:srgbClr val="1F497D"/>
                </a:solidFill>
              </a:rPr>
              <a:t>2. Medication guidance improved  </a:t>
            </a:r>
            <a:r>
              <a:rPr sz="950">
                <a:solidFill>
                  <a:srgbClr val="000000"/>
                </a:solidFill>
              </a:rPr>
              <a:t>LAG: "Do not give ibuprofen — CPG: contraindicated &lt;6 mo"
vs Standard: generic age mention</a:t>
            </a:r>
          </a:p>
          <a:p>
            <a:r>
              <a:t/>
            </a:r>
          </a:p>
          <a:p>
            <a:r>
              <a:rPr sz="1000" b="1">
                <a:solidFill>
                  <a:srgbClr val="1F497D"/>
                </a:solidFill>
              </a:rPr>
              <a:t>3. Local context correctly scoped  </a:t>
            </a:r>
            <a:r>
              <a:rPr sz="950">
                <a:solidFill>
                  <a:srgbClr val="000000"/>
                </a:solidFill>
              </a:rPr>
              <a:t>LAG constraint forces LLM to label viral context as
epidemiological prior, not a safety gate</a:t>
            </a:r>
          </a:p>
          <a:p>
            <a:r>
              <a:t/>
            </a:r>
          </a:p>
          <a:p>
            <a:r>
              <a:rPr sz="1000" b="1">
                <a:solidFill>
                  <a:srgbClr val="1F497D"/>
                </a:solidFill>
              </a:rPr>
              <a:t>4. Consistency guaranteed  </a:t>
            </a:r>
            <a:r>
              <a:rPr sz="950">
                <a:solidFill>
                  <a:srgbClr val="000000"/>
                </a:solidFill>
              </a:rPr>
              <a:t>Disposition from rules is injected — LLM cannot override
it with conversational reasoning</a:t>
            </a:r>
          </a:p>
          <a:p>
            <a:r>
              <a:t/>
            </a:r>
          </a:p>
          <a:p>
            <a:r>
              <a:rPr sz="1000" b="1">
                <a:solidFill>
                  <a:srgbClr val="1F497D"/>
                </a:solidFill>
              </a:rPr>
              <a:t>5. Trade-off: token cost  </a:t>
            </a:r>
            <a:r>
              <a:rPr sz="950">
                <a:solidFill>
                  <a:srgbClr val="000000"/>
                </a:solidFill>
              </a:rPr>
              <a:t>~800 extra prompt tokens per turn; latency +~30%
Justified for safety-critical medical guidance</a:t>
            </a:r>
          </a:p>
          <a:p>
            <a:r>
              <a:t/>
            </a:r>
          </a:p>
        </p:txBody>
      </p:sp>
    </p:spTree>
  </p:cSld>
  <p:clrMapOvr>
    <a:masterClrMapping/>
  </p:clrMapOvr>
</p:sld>
</file>

<file path=ppt/theme/theme1.xml><?xml version="1.0" encoding="utf-8"?>
<a:theme xmlns:a="http://schemas.openxmlformats.org/drawingml/2006/main" xmlns:r="http://schemas.openxmlformats.org/officeDocument/2006/relationships" name="Urinary Tract Infection in Pediatrics Case Report by Slidesgo">
  <a:themeElements>
    <a:clrScheme name="Simple Light">
      <a:dk1>
        <a:srgbClr val="435D74"/>
      </a:dk1>
      <a:lt1>
        <a:srgbClr val="FDFDFD"/>
      </a:lt1>
      <a:dk2>
        <a:srgbClr val="91C9FB"/>
      </a:dk2>
      <a:lt2>
        <a:srgbClr val="7ECCB9"/>
      </a:lt2>
      <a:accent1>
        <a:srgbClr val="B9CCCB"/>
      </a:accent1>
      <a:accent2>
        <a:srgbClr val="E4ECEC"/>
      </a:accent2>
      <a:accent3>
        <a:srgbClr val="FFFFFF"/>
      </a:accent3>
      <a:accent4>
        <a:srgbClr val="FDFDFD"/>
      </a:accent4>
      <a:accent5>
        <a:srgbClr val="FFFFFF"/>
      </a:accent5>
      <a:accent6>
        <a:srgbClr val="FFFFFF"/>
      </a:accent6>
      <a:hlink>
        <a:srgbClr val="435D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